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handoutMasterIdLst>
    <p:handoutMasterId r:id="rId104"/>
  </p:handoutMasterIdLst>
  <p:sldIdLst>
    <p:sldId id="256" r:id="rId2"/>
    <p:sldId id="541" r:id="rId3"/>
    <p:sldId id="494" r:id="rId4"/>
    <p:sldId id="540" r:id="rId5"/>
    <p:sldId id="574" r:id="rId6"/>
    <p:sldId id="572" r:id="rId7"/>
    <p:sldId id="573" r:id="rId8"/>
    <p:sldId id="576" r:id="rId9"/>
    <p:sldId id="577" r:id="rId10"/>
    <p:sldId id="647" r:id="rId11"/>
    <p:sldId id="649" r:id="rId12"/>
    <p:sldId id="650" r:id="rId13"/>
    <p:sldId id="648" r:id="rId14"/>
    <p:sldId id="579" r:id="rId15"/>
    <p:sldId id="580" r:id="rId16"/>
    <p:sldId id="556" r:id="rId17"/>
    <p:sldId id="607" r:id="rId18"/>
    <p:sldId id="547" r:id="rId19"/>
    <p:sldId id="603" r:id="rId20"/>
    <p:sldId id="589" r:id="rId21"/>
    <p:sldId id="581" r:id="rId22"/>
    <p:sldId id="582" r:id="rId23"/>
    <p:sldId id="583" r:id="rId24"/>
    <p:sldId id="584" r:id="rId25"/>
    <p:sldId id="585" r:id="rId26"/>
    <p:sldId id="586" r:id="rId27"/>
    <p:sldId id="587" r:id="rId28"/>
    <p:sldId id="588" r:id="rId29"/>
    <p:sldId id="567" r:id="rId30"/>
    <p:sldId id="545" r:id="rId31"/>
    <p:sldId id="546" r:id="rId32"/>
    <p:sldId id="590" r:id="rId33"/>
    <p:sldId id="592" r:id="rId34"/>
    <p:sldId id="591" r:id="rId35"/>
    <p:sldId id="644" r:id="rId36"/>
    <p:sldId id="595" r:id="rId37"/>
    <p:sldId id="596" r:id="rId38"/>
    <p:sldId id="653" r:id="rId39"/>
    <p:sldId id="597" r:id="rId40"/>
    <p:sldId id="550" r:id="rId41"/>
    <p:sldId id="604" r:id="rId42"/>
    <p:sldId id="606" r:id="rId43"/>
    <p:sldId id="553" r:id="rId44"/>
    <p:sldId id="654" r:id="rId45"/>
    <p:sldId id="646" r:id="rId46"/>
    <p:sldId id="655" r:id="rId47"/>
    <p:sldId id="557" r:id="rId48"/>
    <p:sldId id="558" r:id="rId49"/>
    <p:sldId id="618" r:id="rId50"/>
    <p:sldId id="619" r:id="rId51"/>
    <p:sldId id="620" r:id="rId52"/>
    <p:sldId id="621" r:id="rId53"/>
    <p:sldId id="622" r:id="rId54"/>
    <p:sldId id="623" r:id="rId55"/>
    <p:sldId id="639" r:id="rId56"/>
    <p:sldId id="626" r:id="rId57"/>
    <p:sldId id="624" r:id="rId58"/>
    <p:sldId id="627" r:id="rId59"/>
    <p:sldId id="628" r:id="rId60"/>
    <p:sldId id="630" r:id="rId61"/>
    <p:sldId id="632" r:id="rId62"/>
    <p:sldId id="657" r:id="rId63"/>
    <p:sldId id="656" r:id="rId64"/>
    <p:sldId id="634" r:id="rId65"/>
    <p:sldId id="658" r:id="rId66"/>
    <p:sldId id="659" r:id="rId67"/>
    <p:sldId id="660" r:id="rId68"/>
    <p:sldId id="661" r:id="rId69"/>
    <p:sldId id="598" r:id="rId70"/>
    <p:sldId id="599" r:id="rId71"/>
    <p:sldId id="600" r:id="rId72"/>
    <p:sldId id="642" r:id="rId73"/>
    <p:sldId id="643" r:id="rId74"/>
    <p:sldId id="602" r:id="rId75"/>
    <p:sldId id="373" r:id="rId76"/>
    <p:sldId id="651" r:id="rId77"/>
    <p:sldId id="652" r:id="rId78"/>
    <p:sldId id="640" r:id="rId79"/>
    <p:sldId id="633" r:id="rId80"/>
    <p:sldId id="635" r:id="rId81"/>
    <p:sldId id="637" r:id="rId82"/>
    <p:sldId id="638" r:id="rId83"/>
    <p:sldId id="641" r:id="rId84"/>
    <p:sldId id="593" r:id="rId85"/>
    <p:sldId id="594" r:id="rId86"/>
    <p:sldId id="568" r:id="rId87"/>
    <p:sldId id="608" r:id="rId88"/>
    <p:sldId id="609" r:id="rId89"/>
    <p:sldId id="612" r:id="rId90"/>
    <p:sldId id="613" r:id="rId91"/>
    <p:sldId id="611" r:id="rId92"/>
    <p:sldId id="555" r:id="rId93"/>
    <p:sldId id="614" r:id="rId94"/>
    <p:sldId id="615" r:id="rId95"/>
    <p:sldId id="616" r:id="rId96"/>
    <p:sldId id="617" r:id="rId97"/>
    <p:sldId id="631" r:id="rId98"/>
    <p:sldId id="625" r:id="rId99"/>
    <p:sldId id="645" r:id="rId100"/>
    <p:sldId id="565" r:id="rId101"/>
    <p:sldId id="601" r:id="rId10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9174"/>
    <a:srgbClr val="F7D5AA"/>
    <a:srgbClr val="B0E4A4"/>
    <a:srgbClr val="99BCED"/>
    <a:srgbClr val="C7D084"/>
    <a:srgbClr val="E9A8A4"/>
    <a:srgbClr val="76E2FE"/>
    <a:srgbClr val="97AE35"/>
    <a:srgbClr val="26D6FF"/>
    <a:srgbClr val="14A4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2" autoAdjust="0"/>
    <p:restoredTop sz="86541"/>
  </p:normalViewPr>
  <p:slideViewPr>
    <p:cSldViewPr snapToGrid="0" showGuides="1">
      <p:cViewPr varScale="1">
        <p:scale>
          <a:sx n="120" d="100"/>
          <a:sy n="120" d="100"/>
        </p:scale>
        <p:origin x="2104" y="176"/>
      </p:cViewPr>
      <p:guideLst>
        <p:guide orient="horz" pos="2160"/>
        <p:guide pos="3840"/>
      </p:guideLst>
    </p:cSldViewPr>
  </p:slideViewPr>
  <p:notesTextViewPr>
    <p:cViewPr>
      <p:scale>
        <a:sx n="130" d="100"/>
        <a:sy n="130" d="100"/>
      </p:scale>
      <p:origin x="0" y="0"/>
    </p:cViewPr>
  </p:notesTextViewPr>
  <p:notesViewPr>
    <p:cSldViewPr snapToGrid="0" showGuides="1">
      <p:cViewPr varScale="1">
        <p:scale>
          <a:sx n="112" d="100"/>
          <a:sy n="112" d="100"/>
        </p:scale>
        <p:origin x="4773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01.05.26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01.05.26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5436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B925D-F9CA-DCA8-E9E3-0D1FB0A0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35AFD-B052-0B4B-4A45-A5D1A52D1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7FFF9-EB04-CA39-AA11-1020B2165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27B9D-667F-B37B-E75C-AC5A0D47F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29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184F-D050-19A7-5262-5DBD1C7F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DE978-80E2-67D1-25D7-020BD8B95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C63DA-D0AD-66AB-E9AE-46FEF26DB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translate the DFGs of individual BBs into separate circuits, then connect live-out channels of each BB with live-in channels of adjacent BBs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AD6C5-0EA1-D91F-1FEA-11EEA843C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54118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32B71-9C27-CF87-E847-DA2AE6D1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497C7-0983-1438-6733-EAB3133A6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84D16-502E-6B18-B13D-279A438C9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A7D96-168F-0CF6-F989-639DA86C3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9220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23315-CF97-DE41-B460-6CF2D4145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5A3C4-45B0-79EB-DE39-591884C39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08742-9C46-DACF-F07A-D40AEAA2E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说明这是cfg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07AFA-B0EF-944D-7BB8-79CEBC5BA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0417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FA895-3FCE-E638-1BBB-1FF44E42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6E79D-A8BB-EE10-5F73-C48E1BEEB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7A7C8-0D47-9F7A-17B9-6E988242C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88E40-0DB2-EF7D-BCDA-77F4020FA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46733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8BC9-FA4A-8FD5-C461-38B6D9F33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D79A5-290D-E712-A979-302AD4C48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25C71-0B96-6707-9E43-4E457E089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CN" dirty="0"/>
              <a:t>ataflow circuit components</a:t>
            </a:r>
          </a:p>
          <a:p>
            <a:r>
              <a:rPr lang="en-US" dirty="0"/>
              <a:t>C</a:t>
            </a:r>
            <a:r>
              <a:rPr lang="en-CN" dirty="0"/>
              <a:t>onnect in each BB</a:t>
            </a:r>
          </a:p>
          <a:p>
            <a:r>
              <a:rPr lang="en-US" dirty="0"/>
              <a:t>L</a:t>
            </a:r>
            <a:r>
              <a:rPr lang="en-CN" dirty="0"/>
              <a:t>ive out to every block to live in of the next block</a:t>
            </a:r>
          </a:p>
          <a:p>
            <a:r>
              <a:rPr lang="en-US" dirty="0"/>
              <a:t>M</a:t>
            </a:r>
            <a:r>
              <a:rPr lang="en-CN" dirty="0"/>
              <a:t>imicing CFG in circuit</a:t>
            </a:r>
          </a:p>
          <a:p>
            <a:r>
              <a:rPr lang="en-US" dirty="0"/>
              <a:t>W</a:t>
            </a:r>
            <a:r>
              <a:rPr lang="en-CN" dirty="0"/>
              <a:t>ant instead to study control dependencies </a:t>
            </a:r>
          </a:p>
          <a:p>
            <a:r>
              <a:rPr lang="en-US" dirty="0"/>
              <a:t>Pass through the blocks control dependent on</a:t>
            </a:r>
            <a:endParaRPr lang="en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65849-8242-75C6-2A58-347E6B82D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25823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B023-2856-8915-36B9-00F7A8B0D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C6894-B03D-A703-7B38-FEE46A75F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EF262-D762-0D02-D235-816276D8B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B7828-A8A0-37FB-B0CA-B050CB689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117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97DBD-28E6-3C4B-4A93-784E695C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2EAF6-16E2-5CE2-4420-0CD3392CF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61A5C-C80E-B0C4-8437-C47819443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Animation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In a correct c++ program its impossible to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B07ED-D83A-6345-F778-B81AD56B7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316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702D-59B5-1268-B056-42FE674D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13872-6DA8-FA27-8A83-EE78A4D63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89828-C4EA-9E16-BC00-1E5084EDB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Animation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In a correct c++ program its impossible to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B7986-1DAA-F5FD-6A21-D02265DFA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07407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A543-C2C3-D80B-CCED-5DB8107C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247E4-FB87-E666-D02F-29B2D5173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81B79-3CFA-6B19-8EE8-A337B4F13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Animation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In a correct c++ program its impossible to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0FDF4-A0E5-3DF0-6A34-B17AA1521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8878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C25B0-F3FF-9650-BF3C-6DCC89143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D536A-4DFF-1CD8-2D2E-8AFEDE16B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28FFE-62BE-0DA8-EA66-A6EC2A0BF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Animation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In a correct c++ program its impossible to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DA646-C930-4855-B6C9-53160D510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06223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F8E8F-5E31-6200-BEBC-475254BFD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88DC6-713A-F7EE-1D29-2396E14FA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C846F-38C2-2AFC-BB8E-8D06324AE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In a correct c++ program its impossible to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B2197-9D30-E54B-8F3E-B943E8352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00591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009DB-E811-8BF8-A210-56D7630C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8C7A3-1E43-E844-74F9-A7B3DB0EB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4CE6C-6AD7-9B61-42E8-6BD0F1D9F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delivery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regen,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there’s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regen</a:t>
            </a:r>
            <a:r>
              <a:rPr lang="zh-CN" altLang="en-US" dirty="0"/>
              <a:t> </a:t>
            </a:r>
            <a:r>
              <a:rPr lang="en-US" altLang="zh-CN" dirty="0"/>
              <a:t>cases.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A10D-7E6D-5906-A600-EF48DB6AD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95263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47D15-96CF-3308-323C-036A8122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4EEFBA-F6BE-F9DE-21F2-531E9D9E5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AD659-3CC0-5E53-C4A7-3F14B3B0E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F1DB2-9294-808C-4C4C-B72A5199B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3064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92DD-8831-D57F-E766-18F7D076C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957E8-506D-FBC8-F747-AF61F5450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17EF2-B50C-C040-FC07-22721635E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C0637-D58A-5C7E-E200-05EB4F5B1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7087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3DF3-7D80-DA55-AD93-504237E2B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0A6CD-11E4-3204-7C7D-75E0D1285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753DC-B36D-9A24-2EF4-5FD2A884E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9004-841D-B2F9-7910-D5D6AFB61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70168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AFAFB-0DD6-2DDD-32A4-CAA76CF0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E2D33-1288-DE81-FD8A-5BBB075BB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15BF8-EAFA-F012-3C39-50F2E0D47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66996-3339-F61B-DD4B-A6429D8D1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01782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28AE-7178-0F5A-E50B-3AA14FC5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5FFA4-9061-F5B2-1255-0E04117C5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D0FEA-BA46-C11E-FD20-7789E787C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13B9D-8409-10C8-DA2A-BD83076BC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9708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EB1FC-E800-E5BA-CD39-D4DAF03B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70B1B-2594-0687-AA48-4679D47A7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539E4-FC49-11A6-B920-E43C0B6D9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1AF20-6C6D-3AC9-4673-1D2B6C3C3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893737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2CBF-B374-D2F1-64D3-1DD11B32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EFAF4-15C8-253E-2E50-AE838CEA9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C4235-8051-F8E1-80DA-D18522F13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A0F27-2F00-D7F6-6176-17FF0CDC8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5904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04120-B4AF-F0BD-00BD-34A6A8DA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71094-029C-DF91-A2A7-298D30095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00CAE-6F5B-E9DC-7C11-24F6535B4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E5FA6-A32D-703C-8DE3-90DE29CA7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08957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D99A9-A3ED-236E-2326-F10CF9D4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C2ED4-E57D-FC2A-9A35-7F45F869A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D567B-9513-D557-91D0-85DDFF265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E8471-F06C-23D4-88AE-F35211847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47134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BCDAA-7040-C586-531F-004EB5CB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CCE83-464F-AC20-3B8C-39D6940FE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6B275-C2F3-3E69-2FF9-A999D342D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B3CE7-372B-C18B-F2B9-00FC21BF0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96937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B259D-19FE-1B3A-A5CA-D04CE8BC1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71B5C-E8F1-C994-E3B4-C0AF6DD61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DBF4F-0437-27A1-8EA8-661518615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6B8E9-A075-E71C-0C4E-5ACD38B44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62404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17AB-5F19-F11E-5173-18577A2F3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FE2E5-78EB-3261-94D8-42B710EE8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A06C2-9691-C634-81AD-BAD98C75B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3AB90-AF08-0247-7F72-62BF3525E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28418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7834F-C7D7-9167-3954-B9B21DFD1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4EFDA-B845-8ED4-193E-44DA70503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E6A23-3869-508D-482A-45A6D63B5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CN" dirty="0"/>
              <a:t>2 producer </a:t>
            </a:r>
          </a:p>
          <a:p>
            <a:r>
              <a:rPr lang="en-US" dirty="0"/>
              <a:t>M</a:t>
            </a:r>
            <a:r>
              <a:rPr lang="en-CN" dirty="0"/>
              <a:t>ux consumer</a:t>
            </a:r>
          </a:p>
          <a:p>
            <a:r>
              <a:rPr lang="en-CN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F3529-84E9-D19F-C753-7745FAA94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308409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D12D-00E6-EC14-7EA3-3E0454AA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EDE1C-A266-0B26-C53C-973FBE4C0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A5138-E333-A239-63B6-0113B4116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Never</a:t>
            </a:r>
            <a:r>
              <a:rPr lang="zh-CN" altLang="en-US" dirty="0"/>
              <a:t> </a:t>
            </a:r>
            <a:r>
              <a:rPr lang="en-US" altLang="zh-CN" dirty="0"/>
              <a:t>care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previous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producer;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solution.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2E394-6AF7-5C07-6290-34F881FA1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645410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A0DB1-9F78-62B4-DE8C-DE07FDCE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B3086-8AEE-8C93-2279-7082F031D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46315-E3FE-D54D-58A7-92E56EF6B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previous multiple steps of delivery</a:t>
            </a:r>
          </a:p>
          <a:p>
            <a:r>
              <a:rPr lang="en-US" dirty="0"/>
              <a:t>I</a:t>
            </a:r>
            <a:r>
              <a:rPr lang="en-CN" dirty="0"/>
              <a:t>ntuition suggest put in one but even .. not 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713D3-8348-F27E-6061-AE0C498B5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85190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B71B2-174A-0EE2-79B5-2B97C530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14EA1-39F1-2102-7470-23A89DC31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A063F-7286-34D8-E787-675F53A40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643AB-2D0B-0A64-970A-2893220CB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19158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4B854-A2CD-CB97-78A1-7CB4554A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46E03-42DC-A6BF-B4EB-A786C5D00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F0313-F62D-17DC-0FB9-EAF55A447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F2164-3C80-69D9-55A9-BFCC8EC65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660267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3AC1-D61A-E8B9-1A44-F1A58DC8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5B440-F075-C478-C06D-E4C1EC9C9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F1CA6-74BA-6426-574B-7DEC29E0E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266CD-806A-6434-392E-90AB6438F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9462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0D77F-7CFD-9DD8-41F7-E03EE96A4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A9FC1-56AC-EFE1-7366-7D5A3BEA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6BD05-0FED-4806-78A5-B36CF731E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CA95-6CEC-FEDF-B418-D06093030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438428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74B6-EEB0-3756-89B0-714B67A9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8BC7C-1D6D-E4C0-C456-A6A38AF56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F9ECB-03DF-9BD5-8085-2FEEF6C35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A2463-5F4E-AE0B-EBD0-2FF059A12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654390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8FEEA-8411-0417-1A3F-540712774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A0155-7E7A-F610-6371-B5747EE25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89A6C-6634-5732-B3C4-B74E08E36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After</a:t>
            </a:r>
            <a:r>
              <a:rPr lang="zh-CN" altLang="en-US" sz="1600" dirty="0"/>
              <a:t> </a:t>
            </a:r>
            <a:r>
              <a:rPr lang="en-US" altLang="zh-CN" sz="1600" dirty="0"/>
              <a:t>that</a:t>
            </a:r>
            <a:r>
              <a:rPr lang="zh-CN" altLang="en-US" sz="1600" dirty="0"/>
              <a:t> </a:t>
            </a:r>
            <a:r>
              <a:rPr lang="en-US" altLang="zh-CN" sz="1600" dirty="0"/>
              <a:t>we</a:t>
            </a:r>
            <a:r>
              <a:rPr lang="zh-CN" altLang="en-US" sz="1600" dirty="0"/>
              <a:t> </a:t>
            </a:r>
            <a:r>
              <a:rPr lang="en-US" altLang="zh-CN" sz="1600" dirty="0"/>
              <a:t>can</a:t>
            </a:r>
            <a:r>
              <a:rPr lang="zh-CN" altLang="en-US" sz="1600" dirty="0"/>
              <a:t> </a:t>
            </a:r>
            <a:r>
              <a:rPr lang="en-US" altLang="zh-CN" sz="1600" dirty="0"/>
              <a:t>safely</a:t>
            </a:r>
            <a:r>
              <a:rPr lang="zh-CN" altLang="en-US" sz="1600" dirty="0"/>
              <a:t> </a:t>
            </a:r>
            <a:r>
              <a:rPr lang="en-US" altLang="zh-CN" sz="1600" dirty="0"/>
              <a:t>say</a:t>
            </a:r>
            <a:r>
              <a:rPr lang="zh-CN" altLang="en-US" sz="1600" dirty="0"/>
              <a:t> </a:t>
            </a:r>
            <a:r>
              <a:rPr lang="en-US" altLang="zh-CN" sz="1600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76037-EADC-790C-6403-6ACA7EB83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684877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646B-E037-6285-0D99-6D5BF842E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609A4-4A72-15ED-693F-95F88ECF4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5BA89-02B4-FFE5-3276-03F2D2D20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delivery.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problems.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D1A76-69FF-2A8E-F3EF-2A029D5C8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1240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8DED9-AAB5-1F21-4EBB-4F287CAD7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6E25D-F533-05B9-F346-EBBA58ED2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323F7-739B-891B-0ABA-75E1038EB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don’t</a:t>
            </a:r>
            <a:r>
              <a:rPr lang="zh-CN" altLang="en-US" dirty="0"/>
              <a:t> </a:t>
            </a:r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chance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evaluate</a:t>
            </a:r>
            <a:r>
              <a:rPr lang="zh-CN" altLang="en-US" dirty="0"/>
              <a:t> </a:t>
            </a:r>
            <a:r>
              <a:rPr lang="en-US" altLang="zh-CN" dirty="0"/>
              <a:t>c4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3407C-1744-A438-DD39-7F55DCABD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632919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FF972-A3A4-FBF2-F794-4C23057B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38843-CC9D-CA48-A816-6055BFE25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F9767-E313-F318-6BB0-EF2735EF1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develop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algorithm.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borrow.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importance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suppression.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59935-E333-07E1-699E-A77DE6DB0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06738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E07D0-4344-9569-5850-C48BA86BD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DD799-61C0-57CE-4BA6-517E6D7B3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863B6-1C6F-25C4-22A4-C9BE019EC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9E712-81F5-7CCD-D06E-BA630FD5A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615097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2403B-5283-A0A1-EE12-4F1432AF9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C7FA0-4C21-EE1C-78DA-E6EB1254C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1F6F8-28A2-0E3C-D9A8-AB5CA21B1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301DC-D28C-39E3-7B13-7F0BC49B0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726233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377CC-3115-2430-2369-9B6208448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52906-3B17-60EF-37E9-3CF30B8A2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9C720-EBBB-7F8D-6CDE-EDB87E96A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dirty="0"/>
              <a:t>Lack</a:t>
            </a:r>
            <a:r>
              <a:rPr lang="zh-CN" altLang="en-US" dirty="0"/>
              <a:t> </a:t>
            </a:r>
            <a:r>
              <a:rPr lang="en-US" altLang="zh-CN" dirty="0"/>
              <a:t>algo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treat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termination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dirty="0"/>
              <a:t>Instead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terminate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delivery</a:t>
            </a:r>
            <a:r>
              <a:rPr lang="zh-CN" altLang="en-US" dirty="0"/>
              <a:t> 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scan</a:t>
            </a:r>
            <a:r>
              <a:rPr lang="zh-CN" altLang="en-US" dirty="0"/>
              <a:t> </a:t>
            </a:r>
            <a:r>
              <a:rPr lang="en-US" altLang="zh-CN" dirty="0"/>
              <a:t>again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AB126-AE0E-4629-FDAE-16B61C144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3641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C39B3-D558-0CD5-7B95-2ABE1931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9EE5B-65B9-6B5A-521E-4C30E3D5D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79A75-BF1F-D63F-2933-BD39530B6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AFECD-F69C-36B8-BB48-F7C9B3D22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671155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43E84-9BEA-19A1-8814-FB9EC1A09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D2595-2A79-E428-9258-9042BC9A4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DE10F-F7C7-36C4-C91C-4C1CC9232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 producer fires, everything before the producer has already happened and can no longer affect this token.</a:t>
            </a:r>
            <a:br>
              <a:rPr lang="en-US" dirty="0"/>
            </a:br>
            <a:r>
              <a:rPr lang="en-US" dirty="0"/>
              <a:t>So for suppression, we only look at the control-flow paths starting from the producer.</a:t>
            </a:r>
            <a:br>
              <a:rPr lang="en-US" dirty="0"/>
            </a:br>
            <a:r>
              <a:rPr lang="en-US" dirty="0"/>
              <a:t>If a path reaches the consumer, the token should be delivered.</a:t>
            </a:r>
            <a:br>
              <a:rPr lang="en-US" dirty="0"/>
            </a:br>
            <a:r>
              <a:rPr lang="en-US" dirty="0"/>
              <a:t>If a path exits, returns to the producer, or reaches a point where the consumer will not be executed, the token should be suppressed.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Suppression is a local question. After the producer fires, the past control flow is irrelevant for this token. We only need to ask: starting from the producer, will this execution reach the consumer before the token becomes obsolete? If yes, deliver it. If not, suppress it.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03B15-6BDD-9E38-D6FF-B2063F041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92020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3452-E579-A819-3CE2-55299193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DF178-DF0E-E86A-15DA-B1B387792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69CC0-F4C0-D639-82D2-D0E0C64F2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2D01C-52F6-0A23-97F8-D8C3BAB66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72655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C69A-A0C2-E215-9C34-04EDEBE8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EEBC1-4E82-6673-95B5-38DD7739F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69281-3C8D-6D9C-1D55-87E65E9C0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955C5-FDA0-A1D7-9EF8-F2FB618F5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670483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079C8-BA14-01DB-E421-62D731A2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CBEF5-940A-D95D-B75D-66F47150F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26EAE-0626-7F5C-C6A7-D4CA51A07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8C423-1F11-C400-8762-621DCF8B6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36265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BA52D-F758-0F64-F02B-D2F6AD17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B4EE3-143E-919B-8F70-C5C22E047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CB5D4-378B-F4C7-0688-BA45DD357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2C3B9-93D7-0C45-42DC-310E5E8A1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969958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392B-65B2-599E-4D5C-3277ED84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F54BF-8E86-F36C-B9ED-AD3A5EAFC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DEB0F-3CDC-D8C2-F93F-F68FB6E0F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8CB73-7DFF-297F-410C-8A87E2A86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924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09AF5-0DEE-1696-284F-4ABE5C400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76036-CC36-0BEF-DEB3-8755B749F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733F6-8003-AACC-616D-05B6F0EE4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65AE7-7DDB-3A94-90CD-4D085F131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38405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23D35-27F0-86D9-6987-8583D80A5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433BB-33B3-99D5-C8D7-17376A19F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C85A8-3429-B920-B46B-3579D868B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62384-73F1-EE64-814F-6BE243193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056127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57F09-8328-8AC2-03C7-42FCEDB1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112A0-0177-67F4-72E8-FCF4B49B2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7C17B-7F30-EE71-1021-795B0A074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CN" dirty="0"/>
              <a:t>elivery of x calculated by level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If level1 contains c1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A9A14-3CE0-0DA2-6BD7-161E0C42C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84818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60893-9154-4DA2-225B-7174F02E9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36D01-D604-F2D4-49B3-98714FECD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2AA63-203F-A361-3B48-7C913D49E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1C47A-1AB3-3C5D-3698-31F1C012D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2050989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D498-49DA-87A3-C881-3EA9D4F6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4A11F-B3C7-DE74-2865-8172E1131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C5BF1-1650-69E4-F901-598EAFA0E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8C30A-4372-BD70-B357-B82483993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871800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EA16-00C6-BD05-4374-423B05F18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9CA0E-8B0F-1243-9D46-1A1B104D8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F4845-DFD8-0627-0B36-5C2B58B80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43E4D-6633-DF07-53BC-884E66113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764118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89592-71FF-7052-FEE3-4B0E73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46E3A-2016-82DD-F85F-3B20444D0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A195B-7F10-93F4-1782-B4A90A6F2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2F7B5-17B5-7F33-74E8-E0D0A36E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44698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5A0B-602D-AF12-B29E-1F121C42D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F7B5C-115B-BE00-97B1-1C13E1497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91199-9116-7025-034D-143C8D94F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1EAB1-1C77-5226-B007-9EEFE31B9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209803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1652D-4662-363C-AF08-99BA04B2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66665-648E-3BAD-8C6C-9DDEDDE0D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84C69-957A-0015-30FF-334C3F92A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58447-D556-E383-58DA-F0E2CBEAA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31260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DE48E-4B1B-FDC1-4FD1-4FE6FBB1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FEA6C-415C-D8DC-8414-A6F30A73A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CE35B-AEA5-9B07-D9FD-EF6D145E8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9DBD9-8B16-FA2B-D98B-3294125F2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648052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DC24-A320-647A-6B62-FAEEE395F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86E4F-0CAC-493E-1B8D-F0D88B567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542AE-2F0B-BF84-3A3A-4DDAE1041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4C681-9719-D1B8-FF31-1032D3605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958204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1B464-6AF3-03C9-CADD-5AED4292D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10A84-C108-D5C4-90AA-479D09572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5A4F7-BC02-1A7B-C58D-5602C1215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D5D05-6B31-4A7B-0CA4-C03363B26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750642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6BC40-FAD8-DE9B-3AB4-F69995AD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9E8E0-E46D-E9BD-BBEA-8E3324FF5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6DBA6-72C0-FD09-41B6-4F3B8A220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FE010-A375-5E70-08FB-C75F215FF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1739475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76C0C-ED67-92F8-95C4-514058D9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FDA9F-B687-176A-3A98-3EDD3FAA5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53881-C2EA-0536-E3CC-3DDA87B8B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7227C-C5E3-0405-6811-1490F3D1F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9739877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BB5A6-D05E-D5B3-D5B1-F69BA90C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29710-EB4B-A46A-4CD7-44771265F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A47DE-3807-34C8-9A17-BBDDD0573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F9472-89AE-6F29-B691-CD328902A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7607950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0177-F7FC-B6B1-DD18-F8AD616E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B6394-A16F-D4E2-05AB-57EF1987B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2DD55-560E-1861-293F-32A7E6041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9459E-3ECE-DA5C-DA3A-775889E23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3546971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446E6-C44C-3A30-62C0-A89AF605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F5DCA-59CB-4716-B14D-7C243B01D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A3DB1-3797-A841-5270-095CD8657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5E9D0-DD5B-28AA-65A9-0EC63FF80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9956448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492D1-EB43-F7F0-78A1-1BF23C35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ABCA0-BC10-5E7E-2E53-CA2262052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7789C-C77F-825A-962E-3C52B1DAD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D6426-96C5-DE87-1DBD-980824AEC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6095660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F7C9-BD91-6977-A80B-C5ABE69E0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D55F7-6EB7-AB3C-A742-ECD0E8DC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473E1-BBCF-1C48-AC86-85004AE08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34F5D-D4AA-34F6-4345-7F165365F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3270514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7F4A4-5455-1672-F885-7834FA5B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6E04E-C682-E5A1-A437-40F30C9B2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13A93-CCBA-0EFC-D544-487974FB3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D3011-996A-E5DC-8EB4-63000212F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4772378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D688-2FF9-FA0B-EC9C-8098C95A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B11DA-0A11-7E8C-2935-75747B893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64156-9E0C-0BC7-1C09-B19E3139C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22431-B5D1-88AE-BF4A-91EC4F0A1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1998046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71934-78C7-AE07-E69D-BA5D8A5B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4FF5F-4A19-D34A-2285-E7AE82C18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11F87-F0EE-67F5-7995-3FACB769F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04CD0-C8A4-496B-DBD1-AD9028EEC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355290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4B79-719E-21E3-7C46-4EE7B101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0D77D-20CC-7781-F878-7AB3898CF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894B4-1EF1-8819-BB4C-A039D1FBE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6DDAC-AFDB-F2E4-6C77-DAE543E12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7554148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DA584-C0B7-677A-F60E-8EA6FD1AF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42F09-8D94-5CA5-F582-AC1AAF62F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1AD00-C8E2-A355-F2A0-E5FA5A191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3E382-3FDC-D73D-D9CD-35376CA25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3288326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4AEC4-349D-BC91-1FD7-82E793A6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D40AC-53B7-8AA0-5AF9-D2266E8C9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6E14F-4A63-4F52-3FD5-14D451B5E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FDA40-9941-DD4D-31DD-D0C75B2D5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5976211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4A54-8C3F-6486-9647-DE14BAFC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71FD6-95AB-972F-95DA-3BD6FB075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80169-11B3-F50D-292F-9E1A13E12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AB407-28D3-672B-345E-F42E5EB28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6795692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CFE2-7260-C534-B214-91279D112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E378A-9507-23F2-A67A-70E6CEF3B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4169F-9774-0D76-8F4F-54B546C16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0370-FD89-2BB8-16F6-C171B4F13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376954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F0C80-5745-AD79-40BE-20D92959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E974D-64A0-2BDE-A6A4-86FDB4678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C35C6-2E3E-E5E1-E233-2A919F573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3D94C-DEB7-5F80-E928-B826B9246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6727720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7DABE-057B-38E5-96DD-7CA63D75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2F381-081F-B586-C607-AF9B86A25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D35F7-83DE-2169-0787-35F9D827F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C8335-3B5C-5031-8F3A-33730D158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993094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45DD1-6FEA-4F9F-A805-FE3F743CE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7C10D-E1D4-92E4-9728-7F8393B87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9D83D-A34D-19D3-40BB-B9A14E7C3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94942-C9E3-C686-A93D-3CA4D9295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962959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BD848-5E7A-21A7-0543-D27586CE8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FA34C-6B01-07C6-52C9-600A7A1EB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4949A-6463-C170-6960-D1C85E52E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FA738-3381-7402-0BF0-C77666A42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7607046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1BB08-F23E-378A-B2D9-F852986C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AD2B3-61E2-23F3-E958-6460FCA2C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4E75-3764-8094-159C-7D645A49A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24778-AAE8-2CFC-1BD2-8D6356426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072239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B6950-007C-96F2-18A7-23C82203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7B841-B4A8-4B75-824F-7AF6BC425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FFF3A-4098-9400-0281-2596AF7BF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503F3-7FF6-38E3-0402-3C4800BCE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831543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ED9F4-CAF0-1694-5673-204B27AF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22A5B-E8F9-EFA7-8BAE-48C54BDD7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86261-5E84-54D6-34B9-2EB532D31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A9F6C-FB38-C368-DC1A-CD17542EC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255970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17E45-9698-7B55-2712-1FF885DD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7E0E2-D634-6AEF-AE2E-86E281049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F0399-62EB-3569-ED16-633C25400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C7EE5-8704-878F-01FF-575D8316A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991654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CFA17-F825-96D5-E6A7-CE2C1D952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911A5-EB26-D292-8E8D-75983C643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0346A-8950-E1CA-5804-BA98E7B3E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981A-38D7-43A7-5F8B-92B934427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68862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ACF6B-8D38-6AF8-2E47-AF3B9FE4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C4720-C0E3-6B64-CD0A-A96A4B401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6243E-62EA-4A1E-C6A0-FE2801C63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A9CCA-0424-C7FC-531E-6DC98DC38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7565631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83643-7CA0-DA89-F87E-5B8475F3A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5E991-FF6F-CCFA-4E13-9DBC61455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6A1D5-F121-4F38-27E8-F2E122284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EC342-FA41-F50A-E830-BAEFF7ABA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8537391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C4612-11A5-7719-77A2-4EBC7642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F337E-8D04-2DC8-18E7-9AC22C8D2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45120-8CF9-B48D-5934-1DF474A3E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39E75-475A-C9AB-50C4-01FDB72E3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719265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C075-87D6-9082-038E-8770536D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2B6E9-8A5C-305D-9382-FEB5C57EB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FFD2C-C80B-4567-B350-444D6939C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ED8C4-2D4C-7252-526A-DAA875845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2327472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72FF3-64A4-D940-19B9-20C657E3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A687F-683E-7BB8-5177-4FEB002F8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7EE6A-61B7-9AD5-2F09-7091831E5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2C77A-2EE4-1626-335E-C58D4BB51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691463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95F68-1073-7ED9-4A11-F98F1096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33D8A-CEB7-767F-ACC6-2B3386558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86024-8220-B574-87C9-81FF3DE68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23D49-63AD-397E-3AD9-43D5D68E6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814242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E7BCE-9B78-F1E6-FDC5-E6E52CB20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89F93-F26D-909E-F17C-E8CD99672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DFC6B-C063-FFED-DC02-E75505096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91500-C01C-7E42-9BAB-BDBA493A5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8793664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6550A-FA14-0124-6F3F-68B346D0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15D1C-BFCA-5924-B49A-0DF5D8BF8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4B185-A97E-E6B5-F4F4-AB6272B69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28DCD-F082-49E6-56A4-6B3C7AD58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432861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BF3B-9169-CDB7-2126-6D300ED83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F481C-311F-923C-E5BF-B9FA33EC2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A6251-2AB2-6960-409F-F63A8834B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CB576-620A-2C01-6512-5D94E8A57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523191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C0C6-29BF-A623-5022-2B785C8C5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ECEF0-9418-5E00-C8C8-472EEFF69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4A7C4A-FB7D-4CA6-22E3-FA6204CC5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6C5F4-5DFD-1473-44CC-B21CBAB02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004483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1D0B-7863-590A-A35B-57D37806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88D0F-E73D-17AF-EEBA-93C40695B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47666-6206-FA32-D9FD-88D1A282B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5EAF1-A76D-FF38-ABEA-BA2278B79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9164543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E9C5-E2DB-CABB-3B76-4FF2120C7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EDB99-071F-0214-F655-CBE1B83D8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E3BAC-67F7-8AB2-2EAC-67E662F64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2620A-AE2E-5019-37E8-9E0E84913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7534404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D823-AB5E-58B3-7679-33EE845C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1B1C5-7BD8-F01F-F1BD-DCB8DD13D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A4581-DF16-7DC8-6924-F9C48FD7D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9C94F-D2B8-C6F9-16C2-9A15D8C6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0373975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34131-8710-3007-BA5E-81BE8EDA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B6DA8-8927-566A-7F15-022E775AC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FA7C4-D987-19E6-8BBB-3075C41A5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C38D0-E5B2-7D4D-3396-A48BF7EC6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517116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80F33-7795-C9CB-9F83-017BAF19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6D2BB-8DC8-0520-FB32-6F59B1C71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B5191-C42F-A476-16F0-2897B3A8F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C7EC1-A01C-A495-6834-351D6CBAB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2709858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CF9C8-6FE7-5FBC-A169-8D718AE9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19E58-8448-D822-1776-0DD42D3D1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5C274-5EB9-8847-9CAD-99B4ED733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F54FD-0539-F268-09E1-42CD940DC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722940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8176-1460-9B21-E053-1D319358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81CDF-3541-5872-B883-2084050A3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4EBE1-6664-4ACF-49B9-5C754B7D9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BCEB9-45E7-799E-235E-EC05A2AAC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0162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4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96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4575276"/>
            <a:ext cx="10044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D6AC-3BAC-4A50-9479-1E7CD895A648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7200000" cy="216000"/>
          </a:xfrm>
        </p:spPr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5A3C0-7A2F-4A62-9057-882FB8F5659A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923CAD-8964-4A8E-9E9C-0F755B932903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206A-A7FF-4A2F-A4EA-EDA7D9956B8C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B7ECC-AD5B-4AE2-A84F-7ABFC0424E38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21818-B1F9-4DD3-88F2-43FBC3C9BAF5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A20D-9FD8-4251-A734-1127FF21ADB2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EA9-B322-4AC6-9ED4-333F1AAC8416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9B2A-9722-4479-8974-FDB801910172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269E37AB-EE9C-4565-B2FD-B1FC504BEE2A}" type="datetime1">
              <a:rPr lang="de-CH" noProof="0" smtClean="0"/>
              <a:t>01.05.26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>
    <p:wipe dir="r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15.png"/><Relationship Id="rId21" Type="http://schemas.openxmlformats.org/officeDocument/2006/relationships/image" Target="../media/image9.png"/><Relationship Id="rId7" Type="http://schemas.openxmlformats.org/officeDocument/2006/relationships/image" Target="../media/image8.png"/><Relationship Id="rId12" Type="http://schemas.openxmlformats.org/officeDocument/2006/relationships/image" Target="../media/image14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910.pn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19" Type="http://schemas.openxmlformats.org/officeDocument/2006/relationships/image" Target="../media/image22.png"/><Relationship Id="rId9" Type="http://schemas.openxmlformats.org/officeDocument/2006/relationships/image" Target="../media/image11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10.png"/><Relationship Id="rId4" Type="http://schemas.openxmlformats.org/officeDocument/2006/relationships/image" Target="../media/image8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8.png"/><Relationship Id="rId18" Type="http://schemas.openxmlformats.org/officeDocument/2006/relationships/image" Target="../media/image39.png"/><Relationship Id="rId3" Type="http://schemas.openxmlformats.org/officeDocument/2006/relationships/image" Target="../media/image310.png"/><Relationship Id="rId21" Type="http://schemas.openxmlformats.org/officeDocument/2006/relationships/image" Target="../media/image42.png"/><Relationship Id="rId7" Type="http://schemas.openxmlformats.org/officeDocument/2006/relationships/image" Target="../media/image9.png"/><Relationship Id="rId12" Type="http://schemas.openxmlformats.org/officeDocument/2006/relationships/image" Target="../media/image37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8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36.png"/><Relationship Id="rId24" Type="http://schemas.openxmlformats.org/officeDocument/2006/relationships/image" Target="../media/image330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44.png"/><Relationship Id="rId10" Type="http://schemas.openxmlformats.org/officeDocument/2006/relationships/image" Target="../media/image35.png"/><Relationship Id="rId19" Type="http://schemas.openxmlformats.org/officeDocument/2006/relationships/image" Target="../media/image40.png"/><Relationship Id="rId4" Type="http://schemas.openxmlformats.org/officeDocument/2006/relationships/image" Target="../media/image141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8.png"/><Relationship Id="rId18" Type="http://schemas.openxmlformats.org/officeDocument/2006/relationships/image" Target="../media/image39.png"/><Relationship Id="rId3" Type="http://schemas.openxmlformats.org/officeDocument/2006/relationships/image" Target="../media/image310.png"/><Relationship Id="rId21" Type="http://schemas.openxmlformats.org/officeDocument/2006/relationships/image" Target="../media/image42.png"/><Relationship Id="rId7" Type="http://schemas.openxmlformats.org/officeDocument/2006/relationships/image" Target="../media/image9.png"/><Relationship Id="rId12" Type="http://schemas.openxmlformats.org/officeDocument/2006/relationships/image" Target="../media/image37.png"/><Relationship Id="rId17" Type="http://schemas.openxmlformats.org/officeDocument/2006/relationships/image" Target="../media/image19.png"/><Relationship Id="rId25" Type="http://schemas.openxmlformats.org/officeDocument/2006/relationships/image" Target="../media/image33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8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36.png"/><Relationship Id="rId24" Type="http://schemas.openxmlformats.org/officeDocument/2006/relationships/image" Target="../media/image45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44.png"/><Relationship Id="rId10" Type="http://schemas.openxmlformats.org/officeDocument/2006/relationships/image" Target="../media/image35.png"/><Relationship Id="rId19" Type="http://schemas.openxmlformats.org/officeDocument/2006/relationships/image" Target="../media/image40.png"/><Relationship Id="rId4" Type="http://schemas.openxmlformats.org/officeDocument/2006/relationships/image" Target="../media/image141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46.png"/><Relationship Id="rId4" Type="http://schemas.openxmlformats.org/officeDocument/2006/relationships/image" Target="../media/image28.png"/><Relationship Id="rId9" Type="http://schemas.openxmlformats.org/officeDocument/2006/relationships/image" Target="../media/image4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7.png"/><Relationship Id="rId18" Type="http://schemas.openxmlformats.org/officeDocument/2006/relationships/image" Target="../media/image41.png"/><Relationship Id="rId3" Type="http://schemas.openxmlformats.org/officeDocument/2006/relationships/image" Target="../media/image7.png"/><Relationship Id="rId21" Type="http://schemas.openxmlformats.org/officeDocument/2006/relationships/image" Target="../media/image4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24" Type="http://schemas.openxmlformats.org/officeDocument/2006/relationships/image" Target="../media/image141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360.png"/><Relationship Id="rId10" Type="http://schemas.openxmlformats.org/officeDocument/2006/relationships/image" Target="../media/image37.png"/><Relationship Id="rId19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18.png"/><Relationship Id="rId22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7.png"/><Relationship Id="rId18" Type="http://schemas.openxmlformats.org/officeDocument/2006/relationships/image" Target="../media/image41.png"/><Relationship Id="rId3" Type="http://schemas.openxmlformats.org/officeDocument/2006/relationships/image" Target="../media/image7.png"/><Relationship Id="rId21" Type="http://schemas.openxmlformats.org/officeDocument/2006/relationships/image" Target="../media/image4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24" Type="http://schemas.openxmlformats.org/officeDocument/2006/relationships/image" Target="../media/image141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360.png"/><Relationship Id="rId10" Type="http://schemas.openxmlformats.org/officeDocument/2006/relationships/image" Target="../media/image37.png"/><Relationship Id="rId19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18.png"/><Relationship Id="rId22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7.png"/><Relationship Id="rId18" Type="http://schemas.openxmlformats.org/officeDocument/2006/relationships/image" Target="../media/image41.png"/><Relationship Id="rId3" Type="http://schemas.openxmlformats.org/officeDocument/2006/relationships/image" Target="../media/image7.png"/><Relationship Id="rId21" Type="http://schemas.openxmlformats.org/officeDocument/2006/relationships/image" Target="../media/image4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24" Type="http://schemas.openxmlformats.org/officeDocument/2006/relationships/image" Target="../media/image141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360.png"/><Relationship Id="rId10" Type="http://schemas.openxmlformats.org/officeDocument/2006/relationships/image" Target="../media/image37.png"/><Relationship Id="rId19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18.png"/><Relationship Id="rId22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7.png"/><Relationship Id="rId18" Type="http://schemas.openxmlformats.org/officeDocument/2006/relationships/image" Target="../media/image41.png"/><Relationship Id="rId3" Type="http://schemas.openxmlformats.org/officeDocument/2006/relationships/image" Target="../media/image7.png"/><Relationship Id="rId21" Type="http://schemas.openxmlformats.org/officeDocument/2006/relationships/image" Target="../media/image4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24" Type="http://schemas.openxmlformats.org/officeDocument/2006/relationships/image" Target="../media/image141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360.png"/><Relationship Id="rId10" Type="http://schemas.openxmlformats.org/officeDocument/2006/relationships/image" Target="../media/image37.png"/><Relationship Id="rId19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18.png"/><Relationship Id="rId22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7.png"/><Relationship Id="rId18" Type="http://schemas.openxmlformats.org/officeDocument/2006/relationships/image" Target="../media/image41.png"/><Relationship Id="rId3" Type="http://schemas.openxmlformats.org/officeDocument/2006/relationships/image" Target="../media/image7.png"/><Relationship Id="rId21" Type="http://schemas.openxmlformats.org/officeDocument/2006/relationships/image" Target="../media/image4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24" Type="http://schemas.openxmlformats.org/officeDocument/2006/relationships/image" Target="../media/image141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360.png"/><Relationship Id="rId10" Type="http://schemas.openxmlformats.org/officeDocument/2006/relationships/image" Target="../media/image37.png"/><Relationship Id="rId19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18.png"/><Relationship Id="rId22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7.png"/><Relationship Id="rId18" Type="http://schemas.openxmlformats.org/officeDocument/2006/relationships/image" Target="../media/image41.png"/><Relationship Id="rId3" Type="http://schemas.openxmlformats.org/officeDocument/2006/relationships/image" Target="../media/image7.png"/><Relationship Id="rId21" Type="http://schemas.openxmlformats.org/officeDocument/2006/relationships/image" Target="../media/image4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24" Type="http://schemas.openxmlformats.org/officeDocument/2006/relationships/image" Target="../media/image141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360.png"/><Relationship Id="rId10" Type="http://schemas.openxmlformats.org/officeDocument/2006/relationships/image" Target="../media/image37.png"/><Relationship Id="rId19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18.png"/><Relationship Id="rId22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7.png"/><Relationship Id="rId18" Type="http://schemas.openxmlformats.org/officeDocument/2006/relationships/image" Target="../media/image41.png"/><Relationship Id="rId3" Type="http://schemas.openxmlformats.org/officeDocument/2006/relationships/image" Target="../media/image7.png"/><Relationship Id="rId21" Type="http://schemas.openxmlformats.org/officeDocument/2006/relationships/image" Target="../media/image4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24" Type="http://schemas.openxmlformats.org/officeDocument/2006/relationships/image" Target="../media/image141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360.png"/><Relationship Id="rId10" Type="http://schemas.openxmlformats.org/officeDocument/2006/relationships/image" Target="../media/image37.png"/><Relationship Id="rId19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18.png"/><Relationship Id="rId22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7.png"/><Relationship Id="rId18" Type="http://schemas.openxmlformats.org/officeDocument/2006/relationships/image" Target="../media/image41.png"/><Relationship Id="rId3" Type="http://schemas.openxmlformats.org/officeDocument/2006/relationships/image" Target="../media/image7.png"/><Relationship Id="rId21" Type="http://schemas.openxmlformats.org/officeDocument/2006/relationships/image" Target="../media/image4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370.png"/><Relationship Id="rId10" Type="http://schemas.openxmlformats.org/officeDocument/2006/relationships/image" Target="../media/image37.png"/><Relationship Id="rId19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18.png"/><Relationship Id="rId22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7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5" Type="http://schemas.openxmlformats.org/officeDocument/2006/relationships/image" Target="../media/image9.png"/><Relationship Id="rId15" Type="http://schemas.openxmlformats.org/officeDocument/2006/relationships/image" Target="../media/image43.png"/><Relationship Id="rId10" Type="http://schemas.openxmlformats.org/officeDocument/2006/relationships/image" Target="../media/image37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44.png"/><Relationship Id="rId5" Type="http://schemas.openxmlformats.org/officeDocument/2006/relationships/image" Target="../media/image36.png"/><Relationship Id="rId15" Type="http://schemas.openxmlformats.org/officeDocument/2006/relationships/image" Target="../media/image310.png"/><Relationship Id="rId10" Type="http://schemas.openxmlformats.org/officeDocument/2006/relationships/image" Target="../media/image43.png"/><Relationship Id="rId4" Type="http://schemas.openxmlformats.org/officeDocument/2006/relationships/image" Target="../media/image10.png"/><Relationship Id="rId9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7.png"/><Relationship Id="rId18" Type="http://schemas.openxmlformats.org/officeDocument/2006/relationships/image" Target="../media/image41.png"/><Relationship Id="rId3" Type="http://schemas.openxmlformats.org/officeDocument/2006/relationships/image" Target="../media/image7.png"/><Relationship Id="rId21" Type="http://schemas.openxmlformats.org/officeDocument/2006/relationships/image" Target="../media/image4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37.png"/><Relationship Id="rId19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18.png"/><Relationship Id="rId22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3.png"/><Relationship Id="rId3" Type="http://schemas.openxmlformats.org/officeDocument/2006/relationships/image" Target="../media/image16.png"/><Relationship Id="rId7" Type="http://schemas.openxmlformats.org/officeDocument/2006/relationships/image" Target="../media/image39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37.png"/><Relationship Id="rId5" Type="http://schemas.openxmlformats.org/officeDocument/2006/relationships/image" Target="../media/image18.png"/><Relationship Id="rId10" Type="http://schemas.openxmlformats.org/officeDocument/2006/relationships/image" Target="../media/image42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Relationship Id="rId1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3.png"/><Relationship Id="rId3" Type="http://schemas.openxmlformats.org/officeDocument/2006/relationships/image" Target="../media/image16.png"/><Relationship Id="rId7" Type="http://schemas.openxmlformats.org/officeDocument/2006/relationships/image" Target="../media/image39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37.png"/><Relationship Id="rId5" Type="http://schemas.openxmlformats.org/officeDocument/2006/relationships/image" Target="../media/image18.png"/><Relationship Id="rId10" Type="http://schemas.openxmlformats.org/officeDocument/2006/relationships/image" Target="../media/image42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Relationship Id="rId1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svg"/><Relationship Id="rId4" Type="http://schemas.openxmlformats.org/officeDocument/2006/relationships/image" Target="../media/image24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0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51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46.png"/><Relationship Id="rId4" Type="http://schemas.openxmlformats.org/officeDocument/2006/relationships/image" Target="../media/image28.png"/><Relationship Id="rId9" Type="http://schemas.openxmlformats.org/officeDocument/2006/relationships/image" Target="../media/image41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46.png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36.png"/><Relationship Id="rId18" Type="http://schemas.openxmlformats.org/officeDocument/2006/relationships/image" Target="../media/image65.png"/><Relationship Id="rId3" Type="http://schemas.openxmlformats.org/officeDocument/2006/relationships/image" Target="../media/image10.png"/><Relationship Id="rId21" Type="http://schemas.openxmlformats.org/officeDocument/2006/relationships/image" Target="../media/image68.png"/><Relationship Id="rId7" Type="http://schemas.openxmlformats.org/officeDocument/2006/relationships/image" Target="../media/image58.png"/><Relationship Id="rId12" Type="http://schemas.openxmlformats.org/officeDocument/2006/relationships/image" Target="../media/image11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5" Type="http://schemas.openxmlformats.org/officeDocument/2006/relationships/image" Target="../media/image62.png"/><Relationship Id="rId10" Type="http://schemas.openxmlformats.org/officeDocument/2006/relationships/image" Target="../media/image60.png"/><Relationship Id="rId19" Type="http://schemas.openxmlformats.org/officeDocument/2006/relationships/image" Target="../media/image66.png"/><Relationship Id="rId4" Type="http://schemas.openxmlformats.org/officeDocument/2006/relationships/image" Target="../media/image54.png"/><Relationship Id="rId9" Type="http://schemas.openxmlformats.org/officeDocument/2006/relationships/image" Target="../media/image9.png"/><Relationship Id="rId14" Type="http://schemas.openxmlformats.org/officeDocument/2006/relationships/image" Target="../media/image35.png"/><Relationship Id="rId22" Type="http://schemas.openxmlformats.org/officeDocument/2006/relationships/image" Target="../media/image6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36.png"/><Relationship Id="rId18" Type="http://schemas.openxmlformats.org/officeDocument/2006/relationships/image" Target="../media/image65.png"/><Relationship Id="rId3" Type="http://schemas.openxmlformats.org/officeDocument/2006/relationships/image" Target="../media/image10.png"/><Relationship Id="rId21" Type="http://schemas.openxmlformats.org/officeDocument/2006/relationships/image" Target="../media/image68.png"/><Relationship Id="rId7" Type="http://schemas.openxmlformats.org/officeDocument/2006/relationships/image" Target="../media/image58.png"/><Relationship Id="rId12" Type="http://schemas.openxmlformats.org/officeDocument/2006/relationships/image" Target="../media/image11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63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5" Type="http://schemas.openxmlformats.org/officeDocument/2006/relationships/image" Target="../media/image62.png"/><Relationship Id="rId10" Type="http://schemas.openxmlformats.org/officeDocument/2006/relationships/image" Target="../media/image60.png"/><Relationship Id="rId19" Type="http://schemas.openxmlformats.org/officeDocument/2006/relationships/image" Target="../media/image66.png"/><Relationship Id="rId4" Type="http://schemas.openxmlformats.org/officeDocument/2006/relationships/image" Target="../media/image54.png"/><Relationship Id="rId9" Type="http://schemas.openxmlformats.org/officeDocument/2006/relationships/image" Target="../media/image9.png"/><Relationship Id="rId14" Type="http://schemas.openxmlformats.org/officeDocument/2006/relationships/image" Target="../media/image35.png"/><Relationship Id="rId22" Type="http://schemas.openxmlformats.org/officeDocument/2006/relationships/image" Target="../media/image6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71.png"/><Relationship Id="rId3" Type="http://schemas.openxmlformats.org/officeDocument/2006/relationships/image" Target="../media/image66.png"/><Relationship Id="rId21" Type="http://schemas.openxmlformats.org/officeDocument/2006/relationships/image" Target="../media/image74.png"/><Relationship Id="rId7" Type="http://schemas.openxmlformats.org/officeDocument/2006/relationships/image" Target="../media/image58.png"/><Relationship Id="rId12" Type="http://schemas.openxmlformats.org/officeDocument/2006/relationships/image" Target="../media/image70.png"/><Relationship Id="rId17" Type="http://schemas.openxmlformats.org/officeDocument/2006/relationships/image" Target="../media/image69.png"/><Relationship Id="rId2" Type="http://schemas.openxmlformats.org/officeDocument/2006/relationships/notesSlide" Target="../notesSlides/notesSlide47.xml"/><Relationship Id="rId16" Type="http://schemas.openxmlformats.org/officeDocument/2006/relationships/image" Target="../media/image68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35.png"/><Relationship Id="rId24" Type="http://schemas.openxmlformats.org/officeDocument/2006/relationships/image" Target="../media/image76.png"/><Relationship Id="rId5" Type="http://schemas.openxmlformats.org/officeDocument/2006/relationships/image" Target="../media/image56.png"/><Relationship Id="rId15" Type="http://schemas.openxmlformats.org/officeDocument/2006/relationships/image" Target="../media/image62.png"/><Relationship Id="rId23" Type="http://schemas.openxmlformats.org/officeDocument/2006/relationships/image" Target="../media/image75.png"/><Relationship Id="rId10" Type="http://schemas.openxmlformats.org/officeDocument/2006/relationships/image" Target="../media/image36.png"/><Relationship Id="rId19" Type="http://schemas.openxmlformats.org/officeDocument/2006/relationships/image" Target="../media/image72.png"/><Relationship Id="rId4" Type="http://schemas.openxmlformats.org/officeDocument/2006/relationships/image" Target="../media/image54.png"/><Relationship Id="rId9" Type="http://schemas.openxmlformats.org/officeDocument/2006/relationships/image" Target="../media/image11.png"/><Relationship Id="rId14" Type="http://schemas.openxmlformats.org/officeDocument/2006/relationships/image" Target="../media/image65.png"/><Relationship Id="rId22" Type="http://schemas.openxmlformats.org/officeDocument/2006/relationships/image" Target="../media/image74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7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44.png"/><Relationship Id="rId5" Type="http://schemas.openxmlformats.org/officeDocument/2006/relationships/image" Target="../media/image36.png"/><Relationship Id="rId15" Type="http://schemas.openxmlformats.org/officeDocument/2006/relationships/image" Target="../media/image74.png"/><Relationship Id="rId10" Type="http://schemas.openxmlformats.org/officeDocument/2006/relationships/image" Target="../media/image43.png"/><Relationship Id="rId4" Type="http://schemas.openxmlformats.org/officeDocument/2006/relationships/image" Target="../media/image10.png"/><Relationship Id="rId9" Type="http://schemas.openxmlformats.org/officeDocument/2006/relationships/image" Target="../media/image35.png"/><Relationship Id="rId14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69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77.png"/><Relationship Id="rId7" Type="http://schemas.openxmlformats.org/officeDocument/2006/relationships/image" Target="../media/image69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8.png"/><Relationship Id="rId9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44.png"/><Relationship Id="rId18" Type="http://schemas.openxmlformats.org/officeDocument/2006/relationships/image" Target="../media/image35.png"/><Relationship Id="rId3" Type="http://schemas.openxmlformats.org/officeDocument/2006/relationships/image" Target="../media/image77.png"/><Relationship Id="rId7" Type="http://schemas.openxmlformats.org/officeDocument/2006/relationships/image" Target="../media/image48.png"/><Relationship Id="rId12" Type="http://schemas.openxmlformats.org/officeDocument/2006/relationships/image" Target="../media/image43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png"/><Relationship Id="rId11" Type="http://schemas.openxmlformats.org/officeDocument/2006/relationships/image" Target="../media/image38.png"/><Relationship Id="rId5" Type="http://schemas.openxmlformats.org/officeDocument/2006/relationships/image" Target="../media/image73.png"/><Relationship Id="rId15" Type="http://schemas.openxmlformats.org/officeDocument/2006/relationships/image" Target="../media/image10.png"/><Relationship Id="rId10" Type="http://schemas.openxmlformats.org/officeDocument/2006/relationships/image" Target="../media/image37.png"/><Relationship Id="rId19" Type="http://schemas.openxmlformats.org/officeDocument/2006/relationships/image" Target="../media/image47.png"/><Relationship Id="rId4" Type="http://schemas.openxmlformats.org/officeDocument/2006/relationships/image" Target="../media/image78.png"/><Relationship Id="rId9" Type="http://schemas.openxmlformats.org/officeDocument/2006/relationships/image" Target="../media/image42.png"/><Relationship Id="rId1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44.png"/><Relationship Id="rId18" Type="http://schemas.openxmlformats.org/officeDocument/2006/relationships/image" Target="../media/image35.png"/><Relationship Id="rId3" Type="http://schemas.openxmlformats.org/officeDocument/2006/relationships/image" Target="../media/image77.png"/><Relationship Id="rId21" Type="http://schemas.openxmlformats.org/officeDocument/2006/relationships/image" Target="../media/image19.png"/><Relationship Id="rId7" Type="http://schemas.openxmlformats.org/officeDocument/2006/relationships/image" Target="../media/image48.png"/><Relationship Id="rId12" Type="http://schemas.openxmlformats.org/officeDocument/2006/relationships/image" Target="../media/image43.png"/><Relationship Id="rId17" Type="http://schemas.openxmlformats.org/officeDocument/2006/relationships/image" Target="../media/image11.png"/><Relationship Id="rId25" Type="http://schemas.openxmlformats.org/officeDocument/2006/relationships/image" Target="../media/image47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3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png"/><Relationship Id="rId11" Type="http://schemas.openxmlformats.org/officeDocument/2006/relationships/image" Target="../media/image38.png"/><Relationship Id="rId24" Type="http://schemas.openxmlformats.org/officeDocument/2006/relationships/image" Target="../media/image41.png"/><Relationship Id="rId5" Type="http://schemas.openxmlformats.org/officeDocument/2006/relationships/image" Target="../media/image73.png"/><Relationship Id="rId15" Type="http://schemas.openxmlformats.org/officeDocument/2006/relationships/image" Target="../media/image10.png"/><Relationship Id="rId23" Type="http://schemas.openxmlformats.org/officeDocument/2006/relationships/image" Target="../media/image81.png"/><Relationship Id="rId10" Type="http://schemas.openxmlformats.org/officeDocument/2006/relationships/image" Target="../media/image37.png"/><Relationship Id="rId19" Type="http://schemas.openxmlformats.org/officeDocument/2006/relationships/image" Target="../media/image16.png"/><Relationship Id="rId4" Type="http://schemas.openxmlformats.org/officeDocument/2006/relationships/image" Target="../media/image78.png"/><Relationship Id="rId9" Type="http://schemas.openxmlformats.org/officeDocument/2006/relationships/image" Target="../media/image42.png"/><Relationship Id="rId14" Type="http://schemas.openxmlformats.org/officeDocument/2006/relationships/image" Target="../media/image9.png"/><Relationship Id="rId22" Type="http://schemas.openxmlformats.org/officeDocument/2006/relationships/image" Target="../media/image8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7.png"/><Relationship Id="rId18" Type="http://schemas.openxmlformats.org/officeDocument/2006/relationships/image" Target="../media/image41.png"/><Relationship Id="rId3" Type="http://schemas.openxmlformats.org/officeDocument/2006/relationships/image" Target="../media/image7.png"/><Relationship Id="rId21" Type="http://schemas.openxmlformats.org/officeDocument/2006/relationships/image" Target="../media/image4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24" Type="http://schemas.openxmlformats.org/officeDocument/2006/relationships/image" Target="../media/image141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360.png"/><Relationship Id="rId10" Type="http://schemas.openxmlformats.org/officeDocument/2006/relationships/image" Target="../media/image37.png"/><Relationship Id="rId19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36.png"/><Relationship Id="rId14" Type="http://schemas.openxmlformats.org/officeDocument/2006/relationships/image" Target="../media/image18.png"/><Relationship Id="rId22" Type="http://schemas.openxmlformats.org/officeDocument/2006/relationships/image" Target="../media/image4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6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2.png"/><Relationship Id="rId9" Type="http://schemas.openxmlformats.org/officeDocument/2006/relationships/image" Target="../media/image4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0.png"/><Relationship Id="rId18" Type="http://schemas.openxmlformats.org/officeDocument/2006/relationships/image" Target="../media/image87.png"/><Relationship Id="rId3" Type="http://schemas.openxmlformats.org/officeDocument/2006/relationships/image" Target="../media/image770.png"/><Relationship Id="rId7" Type="http://schemas.openxmlformats.org/officeDocument/2006/relationships/image" Target="../media/image73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11" Type="http://schemas.openxmlformats.org/officeDocument/2006/relationships/image" Target="../media/image19.png"/><Relationship Id="rId5" Type="http://schemas.openxmlformats.org/officeDocument/2006/relationships/image" Target="../media/image84.png"/><Relationship Id="rId15" Type="http://schemas.openxmlformats.org/officeDocument/2006/relationships/image" Target="../media/image82.png"/><Relationship Id="rId10" Type="http://schemas.openxmlformats.org/officeDocument/2006/relationships/image" Target="../media/image18.png"/><Relationship Id="rId19" Type="http://schemas.openxmlformats.org/officeDocument/2006/relationships/image" Target="../media/image88.png"/><Relationship Id="rId4" Type="http://schemas.openxmlformats.org/officeDocument/2006/relationships/image" Target="../media/image83.png"/><Relationship Id="rId9" Type="http://schemas.openxmlformats.org/officeDocument/2006/relationships/image" Target="../media/image16.png"/><Relationship Id="rId14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0.png"/><Relationship Id="rId3" Type="http://schemas.openxmlformats.org/officeDocument/2006/relationships/image" Target="../media/image770.png"/><Relationship Id="rId7" Type="http://schemas.openxmlformats.org/officeDocument/2006/relationships/image" Target="../media/image73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11" Type="http://schemas.openxmlformats.org/officeDocument/2006/relationships/image" Target="../media/image19.png"/><Relationship Id="rId5" Type="http://schemas.openxmlformats.org/officeDocument/2006/relationships/image" Target="../media/image84.png"/><Relationship Id="rId15" Type="http://schemas.openxmlformats.org/officeDocument/2006/relationships/image" Target="../media/image82.png"/><Relationship Id="rId10" Type="http://schemas.openxmlformats.org/officeDocument/2006/relationships/image" Target="../media/image18.png"/><Relationship Id="rId4" Type="http://schemas.openxmlformats.org/officeDocument/2006/relationships/image" Target="../media/image83.png"/><Relationship Id="rId9" Type="http://schemas.openxmlformats.org/officeDocument/2006/relationships/image" Target="../media/image16.png"/><Relationship Id="rId14" Type="http://schemas.openxmlformats.org/officeDocument/2006/relationships/image" Target="../media/image4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1.png"/><Relationship Id="rId3" Type="http://schemas.openxmlformats.org/officeDocument/2006/relationships/image" Target="../media/image83.png"/><Relationship Id="rId7" Type="http://schemas.openxmlformats.org/officeDocument/2006/relationships/image" Target="../media/image74.png"/><Relationship Id="rId12" Type="http://schemas.openxmlformats.org/officeDocument/2006/relationships/image" Target="../media/image19.png"/><Relationship Id="rId17" Type="http://schemas.openxmlformats.org/officeDocument/2006/relationships/image" Target="../media/image820.png"/><Relationship Id="rId2" Type="http://schemas.openxmlformats.org/officeDocument/2006/relationships/notesSlide" Target="../notesSlides/notesSlide57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11" Type="http://schemas.openxmlformats.org/officeDocument/2006/relationships/image" Target="../media/image18.png"/><Relationship Id="rId5" Type="http://schemas.openxmlformats.org/officeDocument/2006/relationships/image" Target="../media/image89.png"/><Relationship Id="rId15" Type="http://schemas.openxmlformats.org/officeDocument/2006/relationships/image" Target="../media/image82.png"/><Relationship Id="rId10" Type="http://schemas.openxmlformats.org/officeDocument/2006/relationships/image" Target="../media/image16.png"/><Relationship Id="rId4" Type="http://schemas.openxmlformats.org/officeDocument/2006/relationships/image" Target="../media/image84.png"/><Relationship Id="rId9" Type="http://schemas.openxmlformats.org/officeDocument/2006/relationships/image" Target="../media/image80.png"/><Relationship Id="rId14" Type="http://schemas.openxmlformats.org/officeDocument/2006/relationships/image" Target="../media/image9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1.png"/><Relationship Id="rId18" Type="http://schemas.openxmlformats.org/officeDocument/2006/relationships/image" Target="../media/image81.png"/><Relationship Id="rId3" Type="http://schemas.openxmlformats.org/officeDocument/2006/relationships/image" Target="../media/image83.png"/><Relationship Id="rId7" Type="http://schemas.openxmlformats.org/officeDocument/2006/relationships/image" Target="../media/image74.png"/><Relationship Id="rId12" Type="http://schemas.openxmlformats.org/officeDocument/2006/relationships/image" Target="../media/image19.png"/><Relationship Id="rId17" Type="http://schemas.openxmlformats.org/officeDocument/2006/relationships/image" Target="../media/image820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11" Type="http://schemas.openxmlformats.org/officeDocument/2006/relationships/image" Target="../media/image18.png"/><Relationship Id="rId5" Type="http://schemas.openxmlformats.org/officeDocument/2006/relationships/image" Target="../media/image89.png"/><Relationship Id="rId15" Type="http://schemas.openxmlformats.org/officeDocument/2006/relationships/image" Target="../media/image82.png"/><Relationship Id="rId10" Type="http://schemas.openxmlformats.org/officeDocument/2006/relationships/image" Target="../media/image16.png"/><Relationship Id="rId4" Type="http://schemas.openxmlformats.org/officeDocument/2006/relationships/image" Target="../media/image84.png"/><Relationship Id="rId9" Type="http://schemas.openxmlformats.org/officeDocument/2006/relationships/image" Target="../media/image80.png"/><Relationship Id="rId14" Type="http://schemas.openxmlformats.org/officeDocument/2006/relationships/image" Target="../media/image9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1.png"/><Relationship Id="rId18" Type="http://schemas.openxmlformats.org/officeDocument/2006/relationships/image" Target="../media/image43.png"/><Relationship Id="rId3" Type="http://schemas.openxmlformats.org/officeDocument/2006/relationships/image" Target="../media/image83.png"/><Relationship Id="rId21" Type="http://schemas.openxmlformats.org/officeDocument/2006/relationships/image" Target="../media/image47.png"/><Relationship Id="rId7" Type="http://schemas.openxmlformats.org/officeDocument/2006/relationships/image" Target="../media/image74.png"/><Relationship Id="rId12" Type="http://schemas.openxmlformats.org/officeDocument/2006/relationships/image" Target="../media/image19.png"/><Relationship Id="rId17" Type="http://schemas.openxmlformats.org/officeDocument/2006/relationships/image" Target="../media/image820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41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11" Type="http://schemas.openxmlformats.org/officeDocument/2006/relationships/image" Target="../media/image18.png"/><Relationship Id="rId5" Type="http://schemas.openxmlformats.org/officeDocument/2006/relationships/image" Target="../media/image89.png"/><Relationship Id="rId15" Type="http://schemas.openxmlformats.org/officeDocument/2006/relationships/image" Target="../media/image82.png"/><Relationship Id="rId10" Type="http://schemas.openxmlformats.org/officeDocument/2006/relationships/image" Target="../media/image16.png"/><Relationship Id="rId19" Type="http://schemas.openxmlformats.org/officeDocument/2006/relationships/image" Target="../media/image44.png"/><Relationship Id="rId4" Type="http://schemas.openxmlformats.org/officeDocument/2006/relationships/image" Target="../media/image84.png"/><Relationship Id="rId9" Type="http://schemas.openxmlformats.org/officeDocument/2006/relationships/image" Target="../media/image80.png"/><Relationship Id="rId14" Type="http://schemas.openxmlformats.org/officeDocument/2006/relationships/image" Target="../media/image92.png"/><Relationship Id="rId22" Type="http://schemas.openxmlformats.org/officeDocument/2006/relationships/image" Target="../media/image4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3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5" Type="http://schemas.openxmlformats.org/officeDocument/2006/relationships/image" Target="../media/image89.png"/><Relationship Id="rId4" Type="http://schemas.openxmlformats.org/officeDocument/2006/relationships/image" Target="../media/image84.png"/><Relationship Id="rId9" Type="http://schemas.openxmlformats.org/officeDocument/2006/relationships/image" Target="../media/image9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81.png"/><Relationship Id="rId3" Type="http://schemas.openxmlformats.org/officeDocument/2006/relationships/image" Target="../media/image80.png"/><Relationship Id="rId21" Type="http://schemas.openxmlformats.org/officeDocument/2006/relationships/image" Target="../media/image860.png"/><Relationship Id="rId7" Type="http://schemas.openxmlformats.org/officeDocument/2006/relationships/image" Target="../media/image91.png"/><Relationship Id="rId12" Type="http://schemas.openxmlformats.org/officeDocument/2006/relationships/image" Target="../media/image44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61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43.png"/><Relationship Id="rId5" Type="http://schemas.openxmlformats.org/officeDocument/2006/relationships/image" Target="../media/image18.png"/><Relationship Id="rId15" Type="http://schemas.openxmlformats.org/officeDocument/2006/relationships/image" Target="../media/image84.png"/><Relationship Id="rId10" Type="http://schemas.openxmlformats.org/officeDocument/2006/relationships/image" Target="../media/image41.png"/><Relationship Id="rId19" Type="http://schemas.openxmlformats.org/officeDocument/2006/relationships/image" Target="../media/image861.png"/><Relationship Id="rId4" Type="http://schemas.openxmlformats.org/officeDocument/2006/relationships/image" Target="../media/image16.png"/><Relationship Id="rId9" Type="http://schemas.openxmlformats.org/officeDocument/2006/relationships/image" Target="../media/image82.png"/><Relationship Id="rId14" Type="http://schemas.openxmlformats.org/officeDocument/2006/relationships/image" Target="../media/image83.png"/><Relationship Id="rId22" Type="http://schemas.openxmlformats.org/officeDocument/2006/relationships/image" Target="../media/image42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81.png"/><Relationship Id="rId3" Type="http://schemas.openxmlformats.org/officeDocument/2006/relationships/image" Target="../media/image80.png"/><Relationship Id="rId7" Type="http://schemas.openxmlformats.org/officeDocument/2006/relationships/image" Target="../media/image91.png"/><Relationship Id="rId12" Type="http://schemas.openxmlformats.org/officeDocument/2006/relationships/image" Target="../media/image44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73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43.png"/><Relationship Id="rId5" Type="http://schemas.openxmlformats.org/officeDocument/2006/relationships/image" Target="../media/image18.png"/><Relationship Id="rId15" Type="http://schemas.openxmlformats.org/officeDocument/2006/relationships/image" Target="../media/image84.png"/><Relationship Id="rId10" Type="http://schemas.openxmlformats.org/officeDocument/2006/relationships/image" Target="../media/image41.png"/><Relationship Id="rId19" Type="http://schemas.openxmlformats.org/officeDocument/2006/relationships/image" Target="../media/image861.png"/><Relationship Id="rId4" Type="http://schemas.openxmlformats.org/officeDocument/2006/relationships/image" Target="../media/image16.png"/><Relationship Id="rId9" Type="http://schemas.openxmlformats.org/officeDocument/2006/relationships/image" Target="../media/image82.png"/><Relationship Id="rId14" Type="http://schemas.openxmlformats.org/officeDocument/2006/relationships/image" Target="../media/image83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3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5" Type="http://schemas.openxmlformats.org/officeDocument/2006/relationships/image" Target="../media/image89.png"/><Relationship Id="rId4" Type="http://schemas.openxmlformats.org/officeDocument/2006/relationships/image" Target="../media/image84.png"/><Relationship Id="rId9" Type="http://schemas.openxmlformats.org/officeDocument/2006/relationships/image" Target="../media/image9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81.png"/><Relationship Id="rId3" Type="http://schemas.openxmlformats.org/officeDocument/2006/relationships/image" Target="../media/image80.png"/><Relationship Id="rId7" Type="http://schemas.openxmlformats.org/officeDocument/2006/relationships/image" Target="../media/image91.png"/><Relationship Id="rId12" Type="http://schemas.openxmlformats.org/officeDocument/2006/relationships/image" Target="../media/image44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64.xml"/><Relationship Id="rId16" Type="http://schemas.openxmlformats.org/officeDocument/2006/relationships/image" Target="../media/image73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43.png"/><Relationship Id="rId5" Type="http://schemas.openxmlformats.org/officeDocument/2006/relationships/image" Target="../media/image18.png"/><Relationship Id="rId15" Type="http://schemas.openxmlformats.org/officeDocument/2006/relationships/image" Target="../media/image84.png"/><Relationship Id="rId10" Type="http://schemas.openxmlformats.org/officeDocument/2006/relationships/image" Target="../media/image41.png"/><Relationship Id="rId19" Type="http://schemas.openxmlformats.org/officeDocument/2006/relationships/image" Target="../media/image861.png"/><Relationship Id="rId4" Type="http://schemas.openxmlformats.org/officeDocument/2006/relationships/image" Target="../media/image16.png"/><Relationship Id="rId9" Type="http://schemas.openxmlformats.org/officeDocument/2006/relationships/image" Target="../media/image82.png"/><Relationship Id="rId14" Type="http://schemas.openxmlformats.org/officeDocument/2006/relationships/image" Target="../media/image8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97.png"/><Relationship Id="rId3" Type="http://schemas.openxmlformats.org/officeDocument/2006/relationships/image" Target="../media/image84.png"/><Relationship Id="rId7" Type="http://schemas.openxmlformats.org/officeDocument/2006/relationships/image" Target="../media/image73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65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6.png"/><Relationship Id="rId11" Type="http://schemas.openxmlformats.org/officeDocument/2006/relationships/image" Target="../media/image18.png"/><Relationship Id="rId5" Type="http://schemas.openxmlformats.org/officeDocument/2006/relationships/image" Target="../media/image95.png"/><Relationship Id="rId15" Type="http://schemas.openxmlformats.org/officeDocument/2006/relationships/image" Target="../media/image41.png"/><Relationship Id="rId10" Type="http://schemas.openxmlformats.org/officeDocument/2006/relationships/image" Target="../media/image40.png"/><Relationship Id="rId4" Type="http://schemas.openxmlformats.org/officeDocument/2006/relationships/image" Target="../media/image94.png"/><Relationship Id="rId9" Type="http://schemas.openxmlformats.org/officeDocument/2006/relationships/image" Target="../media/image16.png"/><Relationship Id="rId14" Type="http://schemas.openxmlformats.org/officeDocument/2006/relationships/image" Target="../media/image98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4.png"/><Relationship Id="rId18" Type="http://schemas.openxmlformats.org/officeDocument/2006/relationships/image" Target="../media/image73.png"/><Relationship Id="rId3" Type="http://schemas.openxmlformats.org/officeDocument/2006/relationships/image" Target="../media/image16.png"/><Relationship Id="rId21" Type="http://schemas.openxmlformats.org/officeDocument/2006/relationships/image" Target="../media/image108.png"/><Relationship Id="rId7" Type="http://schemas.openxmlformats.org/officeDocument/2006/relationships/image" Target="../media/image97.png"/><Relationship Id="rId12" Type="http://schemas.openxmlformats.org/officeDocument/2006/relationships/image" Target="../media/image103.png"/><Relationship Id="rId17" Type="http://schemas.openxmlformats.org/officeDocument/2006/relationships/image" Target="../media/image106.png"/><Relationship Id="rId2" Type="http://schemas.openxmlformats.org/officeDocument/2006/relationships/notesSlide" Target="../notesSlides/notesSlide66.xml"/><Relationship Id="rId16" Type="http://schemas.openxmlformats.org/officeDocument/2006/relationships/image" Target="../media/image105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102.png"/><Relationship Id="rId5" Type="http://schemas.openxmlformats.org/officeDocument/2006/relationships/image" Target="../media/image18.png"/><Relationship Id="rId15" Type="http://schemas.openxmlformats.org/officeDocument/2006/relationships/image" Target="../media/image94.png"/><Relationship Id="rId10" Type="http://schemas.openxmlformats.org/officeDocument/2006/relationships/image" Target="../media/image101.png"/><Relationship Id="rId19" Type="http://schemas.openxmlformats.org/officeDocument/2006/relationships/image" Target="../media/image74.png"/><Relationship Id="rId4" Type="http://schemas.openxmlformats.org/officeDocument/2006/relationships/image" Target="../media/image40.png"/><Relationship Id="rId9" Type="http://schemas.openxmlformats.org/officeDocument/2006/relationships/image" Target="../media/image41.png"/><Relationship Id="rId14" Type="http://schemas.openxmlformats.org/officeDocument/2006/relationships/image" Target="../media/image84.png"/><Relationship Id="rId22" Type="http://schemas.openxmlformats.org/officeDocument/2006/relationships/image" Target="../media/image10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26" Type="http://schemas.openxmlformats.org/officeDocument/2006/relationships/image" Target="../media/image101.png"/><Relationship Id="rId3" Type="http://schemas.openxmlformats.org/officeDocument/2006/relationships/image" Target="../media/image48.png"/><Relationship Id="rId21" Type="http://schemas.openxmlformats.org/officeDocument/2006/relationships/image" Target="../media/image18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5" Type="http://schemas.openxmlformats.org/officeDocument/2006/relationships/image" Target="../media/image41.png"/><Relationship Id="rId2" Type="http://schemas.openxmlformats.org/officeDocument/2006/relationships/notesSlide" Target="../notesSlides/notesSlide67.xml"/><Relationship Id="rId16" Type="http://schemas.openxmlformats.org/officeDocument/2006/relationships/image" Target="../media/image120.png"/><Relationship Id="rId20" Type="http://schemas.openxmlformats.org/officeDocument/2006/relationships/image" Target="../media/image40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11" Type="http://schemas.openxmlformats.org/officeDocument/2006/relationships/image" Target="../media/image115.png"/><Relationship Id="rId24" Type="http://schemas.openxmlformats.org/officeDocument/2006/relationships/image" Target="../media/image100.png"/><Relationship Id="rId5" Type="http://schemas.openxmlformats.org/officeDocument/2006/relationships/image" Target="../media/image43.png"/><Relationship Id="rId15" Type="http://schemas.openxmlformats.org/officeDocument/2006/relationships/image" Target="../media/image119.png"/><Relationship Id="rId23" Type="http://schemas.openxmlformats.org/officeDocument/2006/relationships/image" Target="../media/image97.png"/><Relationship Id="rId28" Type="http://schemas.openxmlformats.org/officeDocument/2006/relationships/image" Target="../media/image103.png"/><Relationship Id="rId10" Type="http://schemas.openxmlformats.org/officeDocument/2006/relationships/image" Target="../media/image114.png"/><Relationship Id="rId19" Type="http://schemas.openxmlformats.org/officeDocument/2006/relationships/image" Target="../media/image16.png"/><Relationship Id="rId4" Type="http://schemas.openxmlformats.org/officeDocument/2006/relationships/image" Target="../media/image110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9.png"/><Relationship Id="rId27" Type="http://schemas.openxmlformats.org/officeDocument/2006/relationships/image" Target="../media/image102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26" Type="http://schemas.openxmlformats.org/officeDocument/2006/relationships/image" Target="../media/image101.png"/><Relationship Id="rId3" Type="http://schemas.openxmlformats.org/officeDocument/2006/relationships/image" Target="../media/image48.png"/><Relationship Id="rId21" Type="http://schemas.openxmlformats.org/officeDocument/2006/relationships/image" Target="../media/image18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5" Type="http://schemas.openxmlformats.org/officeDocument/2006/relationships/image" Target="../media/image41.png"/><Relationship Id="rId2" Type="http://schemas.openxmlformats.org/officeDocument/2006/relationships/notesSlide" Target="../notesSlides/notesSlide68.xml"/><Relationship Id="rId16" Type="http://schemas.openxmlformats.org/officeDocument/2006/relationships/image" Target="../media/image120.png"/><Relationship Id="rId20" Type="http://schemas.openxmlformats.org/officeDocument/2006/relationships/image" Target="../media/image40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11" Type="http://schemas.openxmlformats.org/officeDocument/2006/relationships/image" Target="../media/image115.png"/><Relationship Id="rId24" Type="http://schemas.openxmlformats.org/officeDocument/2006/relationships/image" Target="../media/image100.png"/><Relationship Id="rId5" Type="http://schemas.openxmlformats.org/officeDocument/2006/relationships/image" Target="../media/image43.png"/><Relationship Id="rId15" Type="http://schemas.openxmlformats.org/officeDocument/2006/relationships/image" Target="../media/image119.png"/><Relationship Id="rId23" Type="http://schemas.openxmlformats.org/officeDocument/2006/relationships/image" Target="../media/image97.png"/><Relationship Id="rId28" Type="http://schemas.openxmlformats.org/officeDocument/2006/relationships/image" Target="../media/image103.png"/><Relationship Id="rId10" Type="http://schemas.openxmlformats.org/officeDocument/2006/relationships/image" Target="../media/image114.png"/><Relationship Id="rId19" Type="http://schemas.openxmlformats.org/officeDocument/2006/relationships/image" Target="../media/image16.png"/><Relationship Id="rId4" Type="http://schemas.openxmlformats.org/officeDocument/2006/relationships/image" Target="../media/image110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9.png"/><Relationship Id="rId27" Type="http://schemas.openxmlformats.org/officeDocument/2006/relationships/image" Target="../media/image10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4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9.png"/><Relationship Id="rId3" Type="http://schemas.openxmlformats.org/officeDocument/2006/relationships/image" Target="../media/image125.png"/><Relationship Id="rId7" Type="http://schemas.openxmlformats.org/officeDocument/2006/relationships/image" Target="../media/image126.png"/><Relationship Id="rId12" Type="http://schemas.openxmlformats.org/officeDocument/2006/relationships/image" Target="../media/image18.png"/><Relationship Id="rId17" Type="http://schemas.openxmlformats.org/officeDocument/2006/relationships/image" Target="../media/image133.png"/><Relationship Id="rId2" Type="http://schemas.openxmlformats.org/officeDocument/2006/relationships/notesSlide" Target="../notesSlides/notesSlide72.xml"/><Relationship Id="rId16" Type="http://schemas.openxmlformats.org/officeDocument/2006/relationships/image" Target="../media/image1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11" Type="http://schemas.openxmlformats.org/officeDocument/2006/relationships/image" Target="../media/image16.png"/><Relationship Id="rId5" Type="http://schemas.openxmlformats.org/officeDocument/2006/relationships/image" Target="../media/image44.png"/><Relationship Id="rId15" Type="http://schemas.openxmlformats.org/officeDocument/2006/relationships/image" Target="../media/image131.png"/><Relationship Id="rId10" Type="http://schemas.openxmlformats.org/officeDocument/2006/relationships/image" Target="../media/image129.png"/><Relationship Id="rId4" Type="http://schemas.openxmlformats.org/officeDocument/2006/relationships/image" Target="../media/image43.png"/><Relationship Id="rId9" Type="http://schemas.openxmlformats.org/officeDocument/2006/relationships/image" Target="../media/image128.png"/><Relationship Id="rId14" Type="http://schemas.openxmlformats.org/officeDocument/2006/relationships/image" Target="../media/image13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81.png"/><Relationship Id="rId3" Type="http://schemas.openxmlformats.org/officeDocument/2006/relationships/image" Target="../media/image134.png"/><Relationship Id="rId7" Type="http://schemas.openxmlformats.org/officeDocument/2006/relationships/image" Target="../media/image38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11" Type="http://schemas.openxmlformats.org/officeDocument/2006/relationships/image" Target="../media/image18.png"/><Relationship Id="rId5" Type="http://schemas.openxmlformats.org/officeDocument/2006/relationships/image" Target="../media/image42.png"/><Relationship Id="rId15" Type="http://schemas.openxmlformats.org/officeDocument/2006/relationships/image" Target="../media/image136.png"/><Relationship Id="rId10" Type="http://schemas.openxmlformats.org/officeDocument/2006/relationships/image" Target="../media/image16.png"/><Relationship Id="rId4" Type="http://schemas.openxmlformats.org/officeDocument/2006/relationships/image" Target="../media/image135.svg"/><Relationship Id="rId9" Type="http://schemas.openxmlformats.org/officeDocument/2006/relationships/image" Target="../media/image44.png"/><Relationship Id="rId14" Type="http://schemas.openxmlformats.org/officeDocument/2006/relationships/image" Target="../media/image4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sv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10.png"/><Relationship Id="rId4" Type="http://schemas.openxmlformats.org/officeDocument/2006/relationships/image" Target="../media/image134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sv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10.png"/><Relationship Id="rId4" Type="http://schemas.openxmlformats.org/officeDocument/2006/relationships/image" Target="../media/image810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97.png"/><Relationship Id="rId3" Type="http://schemas.openxmlformats.org/officeDocument/2006/relationships/image" Target="../media/image84.png"/><Relationship Id="rId7" Type="http://schemas.openxmlformats.org/officeDocument/2006/relationships/image" Target="../media/image73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8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6.png"/><Relationship Id="rId11" Type="http://schemas.openxmlformats.org/officeDocument/2006/relationships/image" Target="../media/image18.png"/><Relationship Id="rId5" Type="http://schemas.openxmlformats.org/officeDocument/2006/relationships/image" Target="../media/image95.png"/><Relationship Id="rId15" Type="http://schemas.openxmlformats.org/officeDocument/2006/relationships/image" Target="../media/image41.png"/><Relationship Id="rId10" Type="http://schemas.openxmlformats.org/officeDocument/2006/relationships/image" Target="../media/image40.png"/><Relationship Id="rId4" Type="http://schemas.openxmlformats.org/officeDocument/2006/relationships/image" Target="../media/image94.png"/><Relationship Id="rId9" Type="http://schemas.openxmlformats.org/officeDocument/2006/relationships/image" Target="../media/image16.png"/><Relationship Id="rId14" Type="http://schemas.openxmlformats.org/officeDocument/2006/relationships/image" Target="../media/image98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97.png"/><Relationship Id="rId3" Type="http://schemas.openxmlformats.org/officeDocument/2006/relationships/image" Target="../media/image84.png"/><Relationship Id="rId7" Type="http://schemas.openxmlformats.org/officeDocument/2006/relationships/image" Target="../media/image73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9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6.png"/><Relationship Id="rId11" Type="http://schemas.openxmlformats.org/officeDocument/2006/relationships/image" Target="../media/image18.png"/><Relationship Id="rId5" Type="http://schemas.openxmlformats.org/officeDocument/2006/relationships/image" Target="../media/image95.png"/><Relationship Id="rId15" Type="http://schemas.openxmlformats.org/officeDocument/2006/relationships/image" Target="../media/image41.png"/><Relationship Id="rId10" Type="http://schemas.openxmlformats.org/officeDocument/2006/relationships/image" Target="../media/image40.png"/><Relationship Id="rId4" Type="http://schemas.openxmlformats.org/officeDocument/2006/relationships/image" Target="../media/image94.png"/><Relationship Id="rId9" Type="http://schemas.openxmlformats.org/officeDocument/2006/relationships/image" Target="../media/image16.png"/><Relationship Id="rId14" Type="http://schemas.openxmlformats.org/officeDocument/2006/relationships/image" Target="../media/image98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4.png"/><Relationship Id="rId18" Type="http://schemas.openxmlformats.org/officeDocument/2006/relationships/image" Target="../media/image73.png"/><Relationship Id="rId3" Type="http://schemas.openxmlformats.org/officeDocument/2006/relationships/image" Target="../media/image16.png"/><Relationship Id="rId21" Type="http://schemas.openxmlformats.org/officeDocument/2006/relationships/image" Target="../media/image108.png"/><Relationship Id="rId7" Type="http://schemas.openxmlformats.org/officeDocument/2006/relationships/image" Target="../media/image97.png"/><Relationship Id="rId12" Type="http://schemas.openxmlformats.org/officeDocument/2006/relationships/image" Target="../media/image103.png"/><Relationship Id="rId17" Type="http://schemas.openxmlformats.org/officeDocument/2006/relationships/image" Target="../media/image106.png"/><Relationship Id="rId2" Type="http://schemas.openxmlformats.org/officeDocument/2006/relationships/notesSlide" Target="../notesSlides/notesSlide80.xml"/><Relationship Id="rId16" Type="http://schemas.openxmlformats.org/officeDocument/2006/relationships/image" Target="../media/image105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102.png"/><Relationship Id="rId5" Type="http://schemas.openxmlformats.org/officeDocument/2006/relationships/image" Target="../media/image18.png"/><Relationship Id="rId15" Type="http://schemas.openxmlformats.org/officeDocument/2006/relationships/image" Target="../media/image94.png"/><Relationship Id="rId10" Type="http://schemas.openxmlformats.org/officeDocument/2006/relationships/image" Target="../media/image101.png"/><Relationship Id="rId19" Type="http://schemas.openxmlformats.org/officeDocument/2006/relationships/image" Target="../media/image74.png"/><Relationship Id="rId4" Type="http://schemas.openxmlformats.org/officeDocument/2006/relationships/image" Target="../media/image40.png"/><Relationship Id="rId9" Type="http://schemas.openxmlformats.org/officeDocument/2006/relationships/image" Target="../media/image41.png"/><Relationship Id="rId14" Type="http://schemas.openxmlformats.org/officeDocument/2006/relationships/image" Target="../media/image84.png"/><Relationship Id="rId22" Type="http://schemas.openxmlformats.org/officeDocument/2006/relationships/image" Target="../media/image109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26" Type="http://schemas.openxmlformats.org/officeDocument/2006/relationships/image" Target="../media/image101.png"/><Relationship Id="rId3" Type="http://schemas.openxmlformats.org/officeDocument/2006/relationships/image" Target="../media/image48.png"/><Relationship Id="rId21" Type="http://schemas.openxmlformats.org/officeDocument/2006/relationships/image" Target="../media/image18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5" Type="http://schemas.openxmlformats.org/officeDocument/2006/relationships/image" Target="../media/image41.png"/><Relationship Id="rId2" Type="http://schemas.openxmlformats.org/officeDocument/2006/relationships/notesSlide" Target="../notesSlides/notesSlide81.xml"/><Relationship Id="rId16" Type="http://schemas.openxmlformats.org/officeDocument/2006/relationships/image" Target="../media/image120.png"/><Relationship Id="rId20" Type="http://schemas.openxmlformats.org/officeDocument/2006/relationships/image" Target="../media/image40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11" Type="http://schemas.openxmlformats.org/officeDocument/2006/relationships/image" Target="../media/image115.png"/><Relationship Id="rId24" Type="http://schemas.openxmlformats.org/officeDocument/2006/relationships/image" Target="../media/image100.png"/><Relationship Id="rId5" Type="http://schemas.openxmlformats.org/officeDocument/2006/relationships/image" Target="../media/image43.png"/><Relationship Id="rId15" Type="http://schemas.openxmlformats.org/officeDocument/2006/relationships/image" Target="../media/image119.png"/><Relationship Id="rId23" Type="http://schemas.openxmlformats.org/officeDocument/2006/relationships/image" Target="../media/image97.png"/><Relationship Id="rId28" Type="http://schemas.openxmlformats.org/officeDocument/2006/relationships/image" Target="../media/image103.png"/><Relationship Id="rId10" Type="http://schemas.openxmlformats.org/officeDocument/2006/relationships/image" Target="../media/image114.png"/><Relationship Id="rId19" Type="http://schemas.openxmlformats.org/officeDocument/2006/relationships/image" Target="../media/image16.png"/><Relationship Id="rId4" Type="http://schemas.openxmlformats.org/officeDocument/2006/relationships/image" Target="../media/image110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9.png"/><Relationship Id="rId27" Type="http://schemas.openxmlformats.org/officeDocument/2006/relationships/image" Target="../media/image102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91.png"/><Relationship Id="rId3" Type="http://schemas.openxmlformats.org/officeDocument/2006/relationships/image" Target="../media/image42.png"/><Relationship Id="rId7" Type="http://schemas.openxmlformats.org/officeDocument/2006/relationships/image" Target="../media/image43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11" Type="http://schemas.openxmlformats.org/officeDocument/2006/relationships/image" Target="../media/image81.png"/><Relationship Id="rId5" Type="http://schemas.openxmlformats.org/officeDocument/2006/relationships/image" Target="../media/image38.png"/><Relationship Id="rId10" Type="http://schemas.openxmlformats.org/officeDocument/2006/relationships/image" Target="../media/image110.png"/><Relationship Id="rId4" Type="http://schemas.openxmlformats.org/officeDocument/2006/relationships/image" Target="../media/image37.png"/><Relationship Id="rId9" Type="http://schemas.openxmlformats.org/officeDocument/2006/relationships/image" Target="../media/image79.png"/><Relationship Id="rId14" Type="http://schemas.openxmlformats.org/officeDocument/2006/relationships/image" Target="../media/image82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3" Type="http://schemas.openxmlformats.org/officeDocument/2006/relationships/image" Target="../media/image139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42.png"/><Relationship Id="rId15" Type="http://schemas.openxmlformats.org/officeDocument/2006/relationships/image" Target="../media/image152.png"/><Relationship Id="rId10" Type="http://schemas.openxmlformats.org/officeDocument/2006/relationships/image" Target="../media/image147.png"/><Relationship Id="rId4" Type="http://schemas.openxmlformats.org/officeDocument/2006/relationships/image" Target="../media/image140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9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36.png"/><Relationship Id="rId4" Type="http://schemas.openxmlformats.org/officeDocument/2006/relationships/image" Target="../media/image10.png"/><Relationship Id="rId9" Type="http://schemas.openxmlformats.org/officeDocument/2006/relationships/image" Target="../media/image3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sv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sv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sv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sv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153.svg"/><Relationship Id="rId3" Type="http://schemas.openxmlformats.org/officeDocument/2006/relationships/image" Target="../media/image66.png"/><Relationship Id="rId7" Type="http://schemas.openxmlformats.org/officeDocument/2006/relationships/image" Target="../media/image58.png"/><Relationship Id="rId12" Type="http://schemas.openxmlformats.org/officeDocument/2006/relationships/image" Target="../media/image70.png"/><Relationship Id="rId17" Type="http://schemas.openxmlformats.org/officeDocument/2006/relationships/image" Target="../media/image69.png"/><Relationship Id="rId2" Type="http://schemas.openxmlformats.org/officeDocument/2006/relationships/notesSlide" Target="../notesSlides/notesSlide96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35.png"/><Relationship Id="rId5" Type="http://schemas.openxmlformats.org/officeDocument/2006/relationships/image" Target="../media/image56.png"/><Relationship Id="rId15" Type="http://schemas.openxmlformats.org/officeDocument/2006/relationships/image" Target="../media/image62.png"/><Relationship Id="rId10" Type="http://schemas.openxmlformats.org/officeDocument/2006/relationships/image" Target="../media/image36.png"/><Relationship Id="rId4" Type="http://schemas.openxmlformats.org/officeDocument/2006/relationships/image" Target="../media/image54.png"/><Relationship Id="rId9" Type="http://schemas.openxmlformats.org/officeDocument/2006/relationships/image" Target="../media/image11.png"/><Relationship Id="rId14" Type="http://schemas.openxmlformats.org/officeDocument/2006/relationships/image" Target="../media/image65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0.png"/><Relationship Id="rId3" Type="http://schemas.openxmlformats.org/officeDocument/2006/relationships/image" Target="../media/image770.png"/><Relationship Id="rId7" Type="http://schemas.openxmlformats.org/officeDocument/2006/relationships/image" Target="../media/image73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11" Type="http://schemas.openxmlformats.org/officeDocument/2006/relationships/image" Target="../media/image19.png"/><Relationship Id="rId5" Type="http://schemas.openxmlformats.org/officeDocument/2006/relationships/image" Target="../media/image84.png"/><Relationship Id="rId15" Type="http://schemas.openxmlformats.org/officeDocument/2006/relationships/image" Target="../media/image82.png"/><Relationship Id="rId10" Type="http://schemas.openxmlformats.org/officeDocument/2006/relationships/image" Target="../media/image18.png"/><Relationship Id="rId4" Type="http://schemas.openxmlformats.org/officeDocument/2006/relationships/image" Target="../media/image83.png"/><Relationship Id="rId9" Type="http://schemas.openxmlformats.org/officeDocument/2006/relationships/image" Target="../media/image16.png"/><Relationship Id="rId14" Type="http://schemas.openxmlformats.org/officeDocument/2006/relationships/image" Target="../media/image41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0.png"/><Relationship Id="rId3" Type="http://schemas.openxmlformats.org/officeDocument/2006/relationships/image" Target="../media/image770.png"/><Relationship Id="rId7" Type="http://schemas.openxmlformats.org/officeDocument/2006/relationships/image" Target="../media/image73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11" Type="http://schemas.openxmlformats.org/officeDocument/2006/relationships/image" Target="../media/image19.png"/><Relationship Id="rId5" Type="http://schemas.openxmlformats.org/officeDocument/2006/relationships/image" Target="../media/image84.png"/><Relationship Id="rId15" Type="http://schemas.openxmlformats.org/officeDocument/2006/relationships/image" Target="../media/image82.png"/><Relationship Id="rId10" Type="http://schemas.openxmlformats.org/officeDocument/2006/relationships/image" Target="../media/image18.png"/><Relationship Id="rId4" Type="http://schemas.openxmlformats.org/officeDocument/2006/relationships/image" Target="../media/image83.png"/><Relationship Id="rId9" Type="http://schemas.openxmlformats.org/officeDocument/2006/relationships/image" Target="../media/image16.png"/><Relationship Id="rId14" Type="http://schemas.openxmlformats.org/officeDocument/2006/relationships/image" Target="../media/image41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4.png"/><Relationship Id="rId18" Type="http://schemas.openxmlformats.org/officeDocument/2006/relationships/image" Target="../media/image17.png"/><Relationship Id="rId3" Type="http://schemas.openxmlformats.org/officeDocument/2006/relationships/image" Target="../media/image7.png"/><Relationship Id="rId21" Type="http://schemas.openxmlformats.org/officeDocument/2006/relationships/image" Target="../media/image20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5" Type="http://schemas.openxmlformats.org/officeDocument/2006/relationships/image" Target="../media/image39.png"/><Relationship Id="rId2" Type="http://schemas.openxmlformats.org/officeDocument/2006/relationships/notesSlide" Target="../notesSlides/notesSlide99.xml"/><Relationship Id="rId16" Type="http://schemas.openxmlformats.org/officeDocument/2006/relationships/image" Target="../media/image156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4.png"/><Relationship Id="rId11" Type="http://schemas.openxmlformats.org/officeDocument/2006/relationships/image" Target="../media/image12.png"/><Relationship Id="rId24" Type="http://schemas.openxmlformats.org/officeDocument/2006/relationships/image" Target="../media/image22.png"/><Relationship Id="rId5" Type="http://schemas.openxmlformats.org/officeDocument/2006/relationships/image" Target="../media/image9.png"/><Relationship Id="rId15" Type="http://schemas.openxmlformats.org/officeDocument/2006/relationships/image" Target="../media/image59.png"/><Relationship Id="rId23" Type="http://schemas.openxmlformats.org/officeDocument/2006/relationships/image" Target="../media/image21.png"/><Relationship Id="rId10" Type="http://schemas.openxmlformats.org/officeDocument/2006/relationships/image" Target="../media/image36.png"/><Relationship Id="rId19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55.png"/><Relationship Id="rId14" Type="http://schemas.openxmlformats.org/officeDocument/2006/relationships/image" Target="../media/image11.png"/><Relationship Id="rId22" Type="http://schemas.openxmlformats.org/officeDocument/2006/relationships/image" Target="../media/image4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sv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" r="118"/>
          <a:stretch/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590800"/>
            <a:ext cx="7784124" cy="2719754"/>
          </a:xfrm>
          <a:solidFill>
            <a:schemeClr val="accent6"/>
          </a:solidFill>
        </p:spPr>
        <p:txBody>
          <a:bodyPr/>
          <a:lstStyle/>
          <a:p>
            <a:r>
              <a:rPr lang="en-US" altLang="zh-CN" dirty="0"/>
              <a:t>A Systematic Approach to Robust Fast Token Delivery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4251522"/>
            <a:ext cx="4876807" cy="849680"/>
          </a:xfrm>
        </p:spPr>
        <p:txBody>
          <a:bodyPr/>
          <a:lstStyle/>
          <a:p>
            <a:r>
              <a:rPr lang="en-US" altLang="zh-CN" b="1" dirty="0"/>
              <a:t>Yuan</a:t>
            </a:r>
            <a:r>
              <a:rPr lang="zh-CN" altLang="en-US" b="1" dirty="0"/>
              <a:t> </a:t>
            </a:r>
            <a:r>
              <a:rPr lang="en-US" altLang="zh-CN" b="1" dirty="0"/>
              <a:t>Qin</a:t>
            </a:r>
            <a:endParaRPr lang="de-DE" b="1" dirty="0"/>
          </a:p>
          <a:p>
            <a:r>
              <a:rPr lang="en-US" altLang="zh-CN" dirty="0"/>
              <a:t>30.04</a:t>
            </a:r>
            <a:r>
              <a:rPr lang="de-DE" dirty="0"/>
              <a:t>.</a:t>
            </a:r>
            <a:r>
              <a:rPr lang="en-US" altLang="zh-CN" dirty="0"/>
              <a:t>2026</a:t>
            </a:r>
          </a:p>
          <a:p>
            <a:r>
              <a:rPr lang="en-US" altLang="zh-CN" dirty="0"/>
              <a:t>Supervisor:</a:t>
            </a:r>
            <a:r>
              <a:rPr lang="zh-CN" altLang="en-US" dirty="0"/>
              <a:t> </a:t>
            </a:r>
            <a:r>
              <a:rPr lang="en-US" altLang="zh-CN" dirty="0"/>
              <a:t>L.</a:t>
            </a:r>
            <a:r>
              <a:rPr lang="zh-CN" altLang="en-US" dirty="0"/>
              <a:t> </a:t>
            </a:r>
            <a:r>
              <a:rPr lang="en-US" altLang="zh-CN" dirty="0"/>
              <a:t>Josipovic,</a:t>
            </a:r>
            <a:r>
              <a:rPr lang="zh-CN" altLang="en-US" dirty="0"/>
              <a:t> </a:t>
            </a:r>
            <a:r>
              <a:rPr lang="en-US" altLang="zh-CN" dirty="0"/>
              <a:t>P. </a:t>
            </a:r>
            <a:r>
              <a:rPr lang="en-US" altLang="zh-CN" dirty="0" err="1"/>
              <a:t>Ienne</a:t>
            </a:r>
            <a:r>
              <a:rPr lang="en-US" altLang="zh-CN" dirty="0"/>
              <a:t>, A. </a:t>
            </a:r>
            <a:r>
              <a:rPr lang="en-US" altLang="zh-CN" dirty="0" err="1"/>
              <a:t>Elakhras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97045-78A6-8BE9-0C65-66D979E32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4B9832-BBA6-7609-DA2A-FD2557B5F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A8CB7-1368-35E2-2EBA-FC80BF61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8DB715CA-B2A5-A495-5535-47742D0EE354}"/>
              </a:ext>
            </a:extLst>
          </p:cNvPr>
          <p:cNvSpPr/>
          <p:nvPr/>
        </p:nvSpPr>
        <p:spPr>
          <a:xfrm>
            <a:off x="853440" y="1365504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F0CE1B9-DF13-0745-B266-796FD0214B2A}"/>
              </a:ext>
            </a:extLst>
          </p:cNvPr>
          <p:cNvSpPr/>
          <p:nvPr/>
        </p:nvSpPr>
        <p:spPr>
          <a:xfrm>
            <a:off x="853440" y="1365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ED82182-E9EA-F26C-F241-CE6DCD000492}"/>
              </a:ext>
            </a:extLst>
          </p:cNvPr>
          <p:cNvSpPr/>
          <p:nvPr/>
        </p:nvSpPr>
        <p:spPr>
          <a:xfrm>
            <a:off x="1524000" y="1341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r>
              <a:rPr lang="en-US" altLang="zh-CN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zh-CN" alt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r>
              <a:rPr lang="zh-CN" alt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r>
              <a:rPr lang="zh-CN" alt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5E71BBA-A8E2-A8A1-2882-9DF9760011F3}"/>
              </a:ext>
            </a:extLst>
          </p:cNvPr>
          <p:cNvSpPr/>
          <p:nvPr/>
        </p:nvSpPr>
        <p:spPr>
          <a:xfrm>
            <a:off x="853440" y="2072640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81629C0-6D12-5494-B6DF-F95141208F1A}"/>
              </a:ext>
            </a:extLst>
          </p:cNvPr>
          <p:cNvSpPr/>
          <p:nvPr/>
        </p:nvSpPr>
        <p:spPr>
          <a:xfrm>
            <a:off x="853440" y="2072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C6F396C-C7FB-1D18-FC1F-7BA3EB83192B}"/>
              </a:ext>
            </a:extLst>
          </p:cNvPr>
          <p:cNvSpPr/>
          <p:nvPr/>
        </p:nvSpPr>
        <p:spPr>
          <a:xfrm>
            <a:off x="853440" y="2779776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BE819FE-B6A3-6F96-9C80-F2ED171FD515}"/>
              </a:ext>
            </a:extLst>
          </p:cNvPr>
          <p:cNvSpPr/>
          <p:nvPr/>
        </p:nvSpPr>
        <p:spPr>
          <a:xfrm>
            <a:off x="853440" y="2779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FF8805D-64C8-E88A-AD4A-0B9B1BF6E745}"/>
              </a:ext>
            </a:extLst>
          </p:cNvPr>
          <p:cNvSpPr/>
          <p:nvPr/>
        </p:nvSpPr>
        <p:spPr>
          <a:xfrm>
            <a:off x="1524000" y="2043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7FFE85D-36D5-1243-5D49-A6C31AA0A510}"/>
              </a:ext>
            </a:extLst>
          </p:cNvPr>
          <p:cNvSpPr/>
          <p:nvPr/>
        </p:nvSpPr>
        <p:spPr>
          <a:xfrm>
            <a:off x="853440" y="3486912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4EC0DA4-7E12-6F1E-E7F9-364D5400F12C}"/>
              </a:ext>
            </a:extLst>
          </p:cNvPr>
          <p:cNvSpPr/>
          <p:nvPr/>
        </p:nvSpPr>
        <p:spPr>
          <a:xfrm>
            <a:off x="853440" y="3486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8E59C11-A833-3527-ECA4-7CDDF9CA6975}"/>
              </a:ext>
            </a:extLst>
          </p:cNvPr>
          <p:cNvSpPr/>
          <p:nvPr/>
        </p:nvSpPr>
        <p:spPr>
          <a:xfrm>
            <a:off x="1524000" y="2750256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Fast Token Delivery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F6042C49-E7B6-4AB1-4415-D335BD35B3EF}"/>
              </a:ext>
            </a:extLst>
          </p:cNvPr>
          <p:cNvSpPr/>
          <p:nvPr/>
        </p:nvSpPr>
        <p:spPr>
          <a:xfrm>
            <a:off x="853440" y="4194048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3544F1B0-A95E-F6CD-72A3-056BF79DB85C}"/>
              </a:ext>
            </a:extLst>
          </p:cNvPr>
          <p:cNvSpPr/>
          <p:nvPr/>
        </p:nvSpPr>
        <p:spPr>
          <a:xfrm>
            <a:off x="853440" y="4194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3D56C5F6-63FA-BA20-9A69-102FD02A55B4}"/>
              </a:ext>
            </a:extLst>
          </p:cNvPr>
          <p:cNvSpPr/>
          <p:nvPr/>
        </p:nvSpPr>
        <p:spPr>
          <a:xfrm>
            <a:off x="1524000" y="3457392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Suppression Algorithm (Core Contribution)</a:t>
            </a:r>
            <a:endParaRPr lang="en-US" sz="20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D3E346BF-E164-0C1B-EB09-58066C535FB2}"/>
              </a:ext>
            </a:extLst>
          </p:cNvPr>
          <p:cNvSpPr/>
          <p:nvPr/>
        </p:nvSpPr>
        <p:spPr>
          <a:xfrm>
            <a:off x="1524000" y="4164528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0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EFDE9921-E600-DE93-4CD9-C11339C78AA6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CE34129C-4C0C-B09E-B06B-35CAE2FBBC83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</p:spTree>
    <p:extLst>
      <p:ext uri="{BB962C8B-B14F-4D97-AF65-F5344CB8AC3E}">
        <p14:creationId xmlns:p14="http://schemas.microsoft.com/office/powerpoint/2010/main" val="1842518216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AE7-7C5A-BDDE-5A5D-A6650B57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2FF06F-3D13-926F-3577-D88E2E1E0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62B958-A69A-05BF-5477-F1298B20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409B883-EEAD-2B28-6403-ED8574625E45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D4A0831F-70F2-2E29-3226-ECBDADA6118C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453D4D-4B42-4B19-5F1B-5722FD9220BE}"/>
              </a:ext>
            </a:extLst>
          </p:cNvPr>
          <p:cNvSpPr txBox="1"/>
          <p:nvPr/>
        </p:nvSpPr>
        <p:spPr>
          <a:xfrm>
            <a:off x="1960106" y="5992762"/>
            <a:ext cx="82717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L. Josipović, R. Ghosal, and P. Ienne, “Dynamically scheduled high-level synthesis,” in</a:t>
            </a:r>
            <a:r>
              <a:rPr lang="zh-CN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Proceedings of the 26th ACM/SIGDA International Symposium on Field Programmable</a:t>
            </a:r>
            <a:r>
              <a:rPr lang="zh-CN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Gate Arrays, Monterey, CA, Feb. 2018, pp. 127–36.</a:t>
            </a:r>
          </a:p>
          <a:p>
            <a:pPr>
              <a:spcBef>
                <a:spcPts val="600"/>
              </a:spcBef>
            </a:pPr>
            <a:r>
              <a:rPr lang="en-US" altLang="zh-CN" sz="1100" baseline="30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A. </a:t>
            </a:r>
            <a:r>
              <a:rPr 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Elakhras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A. Guerrieri, L. Josipović, and P. Ienne, “Unleashing parallelism in elastic</a:t>
            </a:r>
            <a:r>
              <a:rPr lang="zh-CN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circuits with faster token delivery,” in 2022 32nd International Conference on Field-</a:t>
            </a:r>
            <a:r>
              <a:rPr lang="zh-CN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Programmable Logic and Applications (FPL). IEEE, 2022, pp. 253–261.</a:t>
            </a:r>
          </a:p>
          <a:p>
            <a:endParaRPr lang="en-CN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84A734-5C69-656A-0DC4-EF0926E27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53"/>
          <a:stretch>
            <a:fillRect/>
          </a:stretch>
        </p:blipFill>
        <p:spPr>
          <a:xfrm>
            <a:off x="3321992" y="900335"/>
            <a:ext cx="6445078" cy="49114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CDF66DD-9D51-A6BA-DCB7-D00B8CDC3369}"/>
              </a:ext>
            </a:extLst>
          </p:cNvPr>
          <p:cNvSpPr/>
          <p:nvPr/>
        </p:nvSpPr>
        <p:spPr>
          <a:xfrm>
            <a:off x="3384114" y="968431"/>
            <a:ext cx="894566" cy="2171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6D0A3-8BB3-5C05-A350-B6F27F1E81B1}"/>
              </a:ext>
            </a:extLst>
          </p:cNvPr>
          <p:cNvSpPr/>
          <p:nvPr/>
        </p:nvSpPr>
        <p:spPr>
          <a:xfrm>
            <a:off x="5757892" y="1009844"/>
            <a:ext cx="570157" cy="2171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20DD14-28D5-41EA-CCFE-5AF956F0A88E}"/>
              </a:ext>
            </a:extLst>
          </p:cNvPr>
          <p:cNvSpPr/>
          <p:nvPr/>
        </p:nvSpPr>
        <p:spPr>
          <a:xfrm>
            <a:off x="3384114" y="2514635"/>
            <a:ext cx="894566" cy="2171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981D17-C42D-04D6-788F-94D69641A062}"/>
              </a:ext>
            </a:extLst>
          </p:cNvPr>
          <p:cNvSpPr/>
          <p:nvPr/>
        </p:nvSpPr>
        <p:spPr>
          <a:xfrm>
            <a:off x="5786465" y="5621375"/>
            <a:ext cx="570157" cy="2204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D278D01-CE18-5843-85E9-93195DD6DAC1}"/>
              </a:ext>
            </a:extLst>
          </p:cNvPr>
          <p:cNvSpPr/>
          <p:nvPr/>
        </p:nvSpPr>
        <p:spPr>
          <a:xfrm>
            <a:off x="4106750" y="3062898"/>
            <a:ext cx="322161" cy="1754215"/>
          </a:xfrm>
          <a:custGeom>
            <a:avLst/>
            <a:gdLst>
              <a:gd name="csX0" fmla="*/ 361950 w 372593"/>
              <a:gd name="csY0" fmla="*/ 0 h 2028825"/>
              <a:gd name="csX1" fmla="*/ 333375 w 372593"/>
              <a:gd name="csY1" fmla="*/ 390525 h 2028825"/>
              <a:gd name="csX2" fmla="*/ 314325 w 372593"/>
              <a:gd name="csY2" fmla="*/ 428625 h 2028825"/>
              <a:gd name="csX3" fmla="*/ 295275 w 372593"/>
              <a:gd name="csY3" fmla="*/ 457200 h 2028825"/>
              <a:gd name="csX4" fmla="*/ 285750 w 372593"/>
              <a:gd name="csY4" fmla="*/ 485775 h 2028825"/>
              <a:gd name="csX5" fmla="*/ 257175 w 372593"/>
              <a:gd name="csY5" fmla="*/ 514350 h 2028825"/>
              <a:gd name="csX6" fmla="*/ 219075 w 372593"/>
              <a:gd name="csY6" fmla="*/ 571500 h 2028825"/>
              <a:gd name="csX7" fmla="*/ 180975 w 372593"/>
              <a:gd name="csY7" fmla="*/ 628650 h 2028825"/>
              <a:gd name="csX8" fmla="*/ 161925 w 372593"/>
              <a:gd name="csY8" fmla="*/ 657225 h 2028825"/>
              <a:gd name="csX9" fmla="*/ 95250 w 372593"/>
              <a:gd name="csY9" fmla="*/ 742950 h 2028825"/>
              <a:gd name="csX10" fmla="*/ 66675 w 372593"/>
              <a:gd name="csY10" fmla="*/ 800100 h 2028825"/>
              <a:gd name="csX11" fmla="*/ 57150 w 372593"/>
              <a:gd name="csY11" fmla="*/ 828675 h 2028825"/>
              <a:gd name="csX12" fmla="*/ 38100 w 372593"/>
              <a:gd name="csY12" fmla="*/ 857250 h 2028825"/>
              <a:gd name="csX13" fmla="*/ 19050 w 372593"/>
              <a:gd name="csY13" fmla="*/ 914400 h 2028825"/>
              <a:gd name="csX14" fmla="*/ 0 w 372593"/>
              <a:gd name="csY14" fmla="*/ 1000125 h 2028825"/>
              <a:gd name="csX15" fmla="*/ 9525 w 372593"/>
              <a:gd name="csY15" fmla="*/ 1123950 h 2028825"/>
              <a:gd name="csX16" fmla="*/ 38100 w 372593"/>
              <a:gd name="csY16" fmla="*/ 1190625 h 2028825"/>
              <a:gd name="csX17" fmla="*/ 57150 w 372593"/>
              <a:gd name="csY17" fmla="*/ 1247775 h 2028825"/>
              <a:gd name="csX18" fmla="*/ 85725 w 372593"/>
              <a:gd name="csY18" fmla="*/ 1304925 h 2028825"/>
              <a:gd name="csX19" fmla="*/ 104775 w 372593"/>
              <a:gd name="csY19" fmla="*/ 1333500 h 2028825"/>
              <a:gd name="csX20" fmla="*/ 123825 w 372593"/>
              <a:gd name="csY20" fmla="*/ 1371600 h 2028825"/>
              <a:gd name="csX21" fmla="*/ 209550 w 372593"/>
              <a:gd name="csY21" fmla="*/ 1476375 h 2028825"/>
              <a:gd name="csX22" fmla="*/ 228600 w 372593"/>
              <a:gd name="csY22" fmla="*/ 1504950 h 2028825"/>
              <a:gd name="csX23" fmla="*/ 257175 w 372593"/>
              <a:gd name="csY23" fmla="*/ 1533525 h 2028825"/>
              <a:gd name="csX24" fmla="*/ 285750 w 372593"/>
              <a:gd name="csY24" fmla="*/ 1571625 h 2028825"/>
              <a:gd name="csX25" fmla="*/ 323850 w 372593"/>
              <a:gd name="csY25" fmla="*/ 1638300 h 2028825"/>
              <a:gd name="csX26" fmla="*/ 342900 w 372593"/>
              <a:gd name="csY26" fmla="*/ 1695450 h 2028825"/>
              <a:gd name="csX27" fmla="*/ 352425 w 372593"/>
              <a:gd name="csY27" fmla="*/ 1724025 h 2028825"/>
              <a:gd name="csX28" fmla="*/ 371475 w 372593"/>
              <a:gd name="csY28" fmla="*/ 1809750 h 2028825"/>
              <a:gd name="csX29" fmla="*/ 371475 w 372593"/>
              <a:gd name="csY29" fmla="*/ 2028825 h 2028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372593" h="2028825">
                <a:moveTo>
                  <a:pt x="361950" y="0"/>
                </a:moveTo>
                <a:cubicBezTo>
                  <a:pt x="360945" y="35167"/>
                  <a:pt x="385938" y="285400"/>
                  <a:pt x="333375" y="390525"/>
                </a:cubicBezTo>
                <a:cubicBezTo>
                  <a:pt x="327025" y="403225"/>
                  <a:pt x="321370" y="416297"/>
                  <a:pt x="314325" y="428625"/>
                </a:cubicBezTo>
                <a:cubicBezTo>
                  <a:pt x="308645" y="438564"/>
                  <a:pt x="300395" y="446961"/>
                  <a:pt x="295275" y="457200"/>
                </a:cubicBezTo>
                <a:cubicBezTo>
                  <a:pt x="290785" y="466180"/>
                  <a:pt x="291319" y="477421"/>
                  <a:pt x="285750" y="485775"/>
                </a:cubicBezTo>
                <a:cubicBezTo>
                  <a:pt x="278278" y="496983"/>
                  <a:pt x="265445" y="503717"/>
                  <a:pt x="257175" y="514350"/>
                </a:cubicBezTo>
                <a:cubicBezTo>
                  <a:pt x="243119" y="532422"/>
                  <a:pt x="231775" y="552450"/>
                  <a:pt x="219075" y="571500"/>
                </a:cubicBezTo>
                <a:lnTo>
                  <a:pt x="180975" y="628650"/>
                </a:lnTo>
                <a:cubicBezTo>
                  <a:pt x="174625" y="638175"/>
                  <a:pt x="170020" y="649130"/>
                  <a:pt x="161925" y="657225"/>
                </a:cubicBezTo>
                <a:cubicBezTo>
                  <a:pt x="137270" y="681880"/>
                  <a:pt x="106643" y="708771"/>
                  <a:pt x="95250" y="742950"/>
                </a:cubicBezTo>
                <a:cubicBezTo>
                  <a:pt x="71309" y="814774"/>
                  <a:pt x="103604" y="726242"/>
                  <a:pt x="66675" y="800100"/>
                </a:cubicBezTo>
                <a:cubicBezTo>
                  <a:pt x="62185" y="809080"/>
                  <a:pt x="61640" y="819695"/>
                  <a:pt x="57150" y="828675"/>
                </a:cubicBezTo>
                <a:cubicBezTo>
                  <a:pt x="52030" y="838914"/>
                  <a:pt x="42749" y="846789"/>
                  <a:pt x="38100" y="857250"/>
                </a:cubicBezTo>
                <a:cubicBezTo>
                  <a:pt x="29945" y="875600"/>
                  <a:pt x="23920" y="894919"/>
                  <a:pt x="19050" y="914400"/>
                </a:cubicBezTo>
                <a:cubicBezTo>
                  <a:pt x="5598" y="968206"/>
                  <a:pt x="12092" y="939663"/>
                  <a:pt x="0" y="1000125"/>
                </a:cubicBezTo>
                <a:cubicBezTo>
                  <a:pt x="3175" y="1041400"/>
                  <a:pt x="4390" y="1082873"/>
                  <a:pt x="9525" y="1123950"/>
                </a:cubicBezTo>
                <a:cubicBezTo>
                  <a:pt x="12312" y="1146249"/>
                  <a:pt x="30438" y="1171471"/>
                  <a:pt x="38100" y="1190625"/>
                </a:cubicBezTo>
                <a:cubicBezTo>
                  <a:pt x="45558" y="1209269"/>
                  <a:pt x="46011" y="1231067"/>
                  <a:pt x="57150" y="1247775"/>
                </a:cubicBezTo>
                <a:cubicBezTo>
                  <a:pt x="111745" y="1329667"/>
                  <a:pt x="46290" y="1226055"/>
                  <a:pt x="85725" y="1304925"/>
                </a:cubicBezTo>
                <a:cubicBezTo>
                  <a:pt x="90845" y="1315164"/>
                  <a:pt x="99095" y="1323561"/>
                  <a:pt x="104775" y="1333500"/>
                </a:cubicBezTo>
                <a:cubicBezTo>
                  <a:pt x="111820" y="1345828"/>
                  <a:pt x="115949" y="1359786"/>
                  <a:pt x="123825" y="1371600"/>
                </a:cubicBezTo>
                <a:cubicBezTo>
                  <a:pt x="232996" y="1535357"/>
                  <a:pt x="139883" y="1392774"/>
                  <a:pt x="209550" y="1476375"/>
                </a:cubicBezTo>
                <a:cubicBezTo>
                  <a:pt x="216879" y="1485169"/>
                  <a:pt x="221271" y="1496156"/>
                  <a:pt x="228600" y="1504950"/>
                </a:cubicBezTo>
                <a:cubicBezTo>
                  <a:pt x="237224" y="1515298"/>
                  <a:pt x="248409" y="1523298"/>
                  <a:pt x="257175" y="1533525"/>
                </a:cubicBezTo>
                <a:cubicBezTo>
                  <a:pt x="267506" y="1545578"/>
                  <a:pt x="276523" y="1558707"/>
                  <a:pt x="285750" y="1571625"/>
                </a:cubicBezTo>
                <a:cubicBezTo>
                  <a:pt x="301371" y="1593494"/>
                  <a:pt x="313703" y="1612932"/>
                  <a:pt x="323850" y="1638300"/>
                </a:cubicBezTo>
                <a:cubicBezTo>
                  <a:pt x="331308" y="1656944"/>
                  <a:pt x="336550" y="1676400"/>
                  <a:pt x="342900" y="1695450"/>
                </a:cubicBezTo>
                <a:lnTo>
                  <a:pt x="352425" y="1724025"/>
                </a:lnTo>
                <a:cubicBezTo>
                  <a:pt x="362918" y="1755503"/>
                  <a:pt x="370186" y="1772355"/>
                  <a:pt x="371475" y="1809750"/>
                </a:cubicBezTo>
                <a:cubicBezTo>
                  <a:pt x="373992" y="1882732"/>
                  <a:pt x="371475" y="1955800"/>
                  <a:pt x="371475" y="2028825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2FBF2A2-B43F-1A83-7EDF-BF0F228DDB05}"/>
              </a:ext>
            </a:extLst>
          </p:cNvPr>
          <p:cNvSpPr/>
          <p:nvPr/>
        </p:nvSpPr>
        <p:spPr>
          <a:xfrm>
            <a:off x="5455691" y="1242797"/>
            <a:ext cx="751183" cy="4620256"/>
          </a:xfrm>
          <a:custGeom>
            <a:avLst/>
            <a:gdLst>
              <a:gd name="csX0" fmla="*/ 678266 w 868776"/>
              <a:gd name="csY0" fmla="*/ 0 h 5343525"/>
              <a:gd name="csX1" fmla="*/ 687791 w 868776"/>
              <a:gd name="csY1" fmla="*/ 161925 h 5343525"/>
              <a:gd name="csX2" fmla="*/ 697316 w 868776"/>
              <a:gd name="csY2" fmla="*/ 352425 h 5343525"/>
              <a:gd name="csX3" fmla="*/ 725891 w 868776"/>
              <a:gd name="csY3" fmla="*/ 371475 h 5343525"/>
              <a:gd name="csX4" fmla="*/ 792566 w 868776"/>
              <a:gd name="csY4" fmla="*/ 390525 h 5343525"/>
              <a:gd name="csX5" fmla="*/ 821141 w 868776"/>
              <a:gd name="csY5" fmla="*/ 400050 h 5343525"/>
              <a:gd name="csX6" fmla="*/ 840191 w 868776"/>
              <a:gd name="csY6" fmla="*/ 428625 h 5343525"/>
              <a:gd name="csX7" fmla="*/ 859241 w 868776"/>
              <a:gd name="csY7" fmla="*/ 485775 h 5343525"/>
              <a:gd name="csX8" fmla="*/ 868766 w 868776"/>
              <a:gd name="csY8" fmla="*/ 581025 h 5343525"/>
              <a:gd name="csX9" fmla="*/ 849716 w 868776"/>
              <a:gd name="csY9" fmla="*/ 781050 h 5343525"/>
              <a:gd name="csX10" fmla="*/ 840191 w 868776"/>
              <a:gd name="csY10" fmla="*/ 809625 h 5343525"/>
              <a:gd name="csX11" fmla="*/ 821141 w 868776"/>
              <a:gd name="csY11" fmla="*/ 838200 h 5343525"/>
              <a:gd name="csX12" fmla="*/ 763991 w 868776"/>
              <a:gd name="csY12" fmla="*/ 876300 h 5343525"/>
              <a:gd name="csX13" fmla="*/ 706841 w 868776"/>
              <a:gd name="csY13" fmla="*/ 923925 h 5343525"/>
              <a:gd name="csX14" fmla="*/ 697316 w 868776"/>
              <a:gd name="csY14" fmla="*/ 952500 h 5343525"/>
              <a:gd name="csX15" fmla="*/ 678266 w 868776"/>
              <a:gd name="csY15" fmla="*/ 981075 h 5343525"/>
              <a:gd name="csX16" fmla="*/ 659216 w 868776"/>
              <a:gd name="csY16" fmla="*/ 1038225 h 5343525"/>
              <a:gd name="csX17" fmla="*/ 668741 w 868776"/>
              <a:gd name="csY17" fmla="*/ 1266825 h 5343525"/>
              <a:gd name="csX18" fmla="*/ 678266 w 868776"/>
              <a:gd name="csY18" fmla="*/ 1304925 h 5343525"/>
              <a:gd name="csX19" fmla="*/ 668741 w 868776"/>
              <a:gd name="csY19" fmla="*/ 1343025 h 5343525"/>
              <a:gd name="csX20" fmla="*/ 640166 w 868776"/>
              <a:gd name="csY20" fmla="*/ 1400175 h 5343525"/>
              <a:gd name="csX21" fmla="*/ 583016 w 868776"/>
              <a:gd name="csY21" fmla="*/ 1438275 h 5343525"/>
              <a:gd name="csX22" fmla="*/ 554441 w 868776"/>
              <a:gd name="csY22" fmla="*/ 1495425 h 5343525"/>
              <a:gd name="csX23" fmla="*/ 535391 w 868776"/>
              <a:gd name="csY23" fmla="*/ 1524000 h 5343525"/>
              <a:gd name="csX24" fmla="*/ 525866 w 868776"/>
              <a:gd name="csY24" fmla="*/ 1571625 h 5343525"/>
              <a:gd name="csX25" fmla="*/ 487766 w 868776"/>
              <a:gd name="csY25" fmla="*/ 1714500 h 5343525"/>
              <a:gd name="csX26" fmla="*/ 382991 w 868776"/>
              <a:gd name="csY26" fmla="*/ 1704975 h 5343525"/>
              <a:gd name="csX27" fmla="*/ 11516 w 868776"/>
              <a:gd name="csY27" fmla="*/ 1724025 h 5343525"/>
              <a:gd name="csX28" fmla="*/ 11516 w 868776"/>
              <a:gd name="csY28" fmla="*/ 1876425 h 5343525"/>
              <a:gd name="csX29" fmla="*/ 30566 w 868776"/>
              <a:gd name="csY29" fmla="*/ 1990725 h 5343525"/>
              <a:gd name="csX30" fmla="*/ 97241 w 868776"/>
              <a:gd name="csY30" fmla="*/ 2028825 h 5343525"/>
              <a:gd name="csX31" fmla="*/ 154391 w 868776"/>
              <a:gd name="csY31" fmla="*/ 2047875 h 5343525"/>
              <a:gd name="csX32" fmla="*/ 154391 w 868776"/>
              <a:gd name="csY32" fmla="*/ 2181225 h 5343525"/>
              <a:gd name="csX33" fmla="*/ 163916 w 868776"/>
              <a:gd name="csY33" fmla="*/ 2219325 h 5343525"/>
              <a:gd name="csX34" fmla="*/ 221066 w 868776"/>
              <a:gd name="csY34" fmla="*/ 2228850 h 5343525"/>
              <a:gd name="csX35" fmla="*/ 211541 w 868776"/>
              <a:gd name="csY35" fmla="*/ 2352675 h 5343525"/>
              <a:gd name="csX36" fmla="*/ 192491 w 868776"/>
              <a:gd name="csY36" fmla="*/ 2428875 h 5343525"/>
              <a:gd name="csX37" fmla="*/ 182966 w 868776"/>
              <a:gd name="csY37" fmla="*/ 2486025 h 5343525"/>
              <a:gd name="csX38" fmla="*/ 192491 w 868776"/>
              <a:gd name="csY38" fmla="*/ 2609850 h 5343525"/>
              <a:gd name="csX39" fmla="*/ 221066 w 868776"/>
              <a:gd name="csY39" fmla="*/ 2638425 h 5343525"/>
              <a:gd name="csX40" fmla="*/ 278216 w 868776"/>
              <a:gd name="csY40" fmla="*/ 2657475 h 5343525"/>
              <a:gd name="csX41" fmla="*/ 306791 w 868776"/>
              <a:gd name="csY41" fmla="*/ 2676525 h 5343525"/>
              <a:gd name="csX42" fmla="*/ 325841 w 868776"/>
              <a:gd name="csY42" fmla="*/ 2733675 h 5343525"/>
              <a:gd name="csX43" fmla="*/ 335366 w 868776"/>
              <a:gd name="csY43" fmla="*/ 2762250 h 5343525"/>
              <a:gd name="csX44" fmla="*/ 354416 w 868776"/>
              <a:gd name="csY44" fmla="*/ 2847975 h 5343525"/>
              <a:gd name="csX45" fmla="*/ 411566 w 868776"/>
              <a:gd name="csY45" fmla="*/ 2876550 h 5343525"/>
              <a:gd name="csX46" fmla="*/ 535391 w 868776"/>
              <a:gd name="csY46" fmla="*/ 2905125 h 5343525"/>
              <a:gd name="csX47" fmla="*/ 563966 w 868776"/>
              <a:gd name="csY47" fmla="*/ 3086100 h 5343525"/>
              <a:gd name="csX48" fmla="*/ 573491 w 868776"/>
              <a:gd name="csY48" fmla="*/ 3419475 h 5343525"/>
              <a:gd name="csX49" fmla="*/ 621116 w 868776"/>
              <a:gd name="csY49" fmla="*/ 3467100 h 5343525"/>
              <a:gd name="csX50" fmla="*/ 678266 w 868776"/>
              <a:gd name="csY50" fmla="*/ 3486150 h 5343525"/>
              <a:gd name="csX51" fmla="*/ 735416 w 868776"/>
              <a:gd name="csY51" fmla="*/ 3514725 h 5343525"/>
              <a:gd name="csX52" fmla="*/ 725891 w 868776"/>
              <a:gd name="csY52" fmla="*/ 3581400 h 5343525"/>
              <a:gd name="csX53" fmla="*/ 716366 w 868776"/>
              <a:gd name="csY53" fmla="*/ 3619500 h 5343525"/>
              <a:gd name="csX54" fmla="*/ 706841 w 868776"/>
              <a:gd name="csY54" fmla="*/ 3781425 h 5343525"/>
              <a:gd name="csX55" fmla="*/ 697316 w 868776"/>
              <a:gd name="csY55" fmla="*/ 3857625 h 5343525"/>
              <a:gd name="csX56" fmla="*/ 716366 w 868776"/>
              <a:gd name="csY56" fmla="*/ 3952875 h 5343525"/>
              <a:gd name="csX57" fmla="*/ 725891 w 868776"/>
              <a:gd name="csY57" fmla="*/ 4000500 h 5343525"/>
              <a:gd name="csX58" fmla="*/ 821141 w 868776"/>
              <a:gd name="csY58" fmla="*/ 4010025 h 5343525"/>
              <a:gd name="csX59" fmla="*/ 849716 w 868776"/>
              <a:gd name="csY59" fmla="*/ 4019550 h 5343525"/>
              <a:gd name="csX60" fmla="*/ 859241 w 868776"/>
              <a:gd name="csY60" fmla="*/ 4067175 h 5343525"/>
              <a:gd name="csX61" fmla="*/ 868766 w 868776"/>
              <a:gd name="csY61" fmla="*/ 4210050 h 5343525"/>
              <a:gd name="csX62" fmla="*/ 859241 w 868776"/>
              <a:gd name="csY62" fmla="*/ 4524375 h 5343525"/>
              <a:gd name="csX63" fmla="*/ 830666 w 868776"/>
              <a:gd name="csY63" fmla="*/ 4610100 h 5343525"/>
              <a:gd name="csX64" fmla="*/ 802091 w 868776"/>
              <a:gd name="csY64" fmla="*/ 4619625 h 5343525"/>
              <a:gd name="csX65" fmla="*/ 773516 w 868776"/>
              <a:gd name="csY65" fmla="*/ 4638675 h 5343525"/>
              <a:gd name="csX66" fmla="*/ 716366 w 868776"/>
              <a:gd name="csY66" fmla="*/ 4667250 h 5343525"/>
              <a:gd name="csX67" fmla="*/ 697316 w 868776"/>
              <a:gd name="csY67" fmla="*/ 4695825 h 5343525"/>
              <a:gd name="csX68" fmla="*/ 687791 w 868776"/>
              <a:gd name="csY68" fmla="*/ 4724400 h 5343525"/>
              <a:gd name="csX69" fmla="*/ 678266 w 868776"/>
              <a:gd name="csY69" fmla="*/ 5067300 h 5343525"/>
              <a:gd name="csX70" fmla="*/ 668741 w 868776"/>
              <a:gd name="csY70" fmla="*/ 5153025 h 5343525"/>
              <a:gd name="csX71" fmla="*/ 668741 w 868776"/>
              <a:gd name="csY71" fmla="*/ 5343525 h 5343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868776" h="5343525">
                <a:moveTo>
                  <a:pt x="678266" y="0"/>
                </a:moveTo>
                <a:cubicBezTo>
                  <a:pt x="681441" y="53975"/>
                  <a:pt x="684873" y="107936"/>
                  <a:pt x="687791" y="161925"/>
                </a:cubicBezTo>
                <a:cubicBezTo>
                  <a:pt x="691223" y="225412"/>
                  <a:pt x="685943" y="289871"/>
                  <a:pt x="697316" y="352425"/>
                </a:cubicBezTo>
                <a:cubicBezTo>
                  <a:pt x="699364" y="363688"/>
                  <a:pt x="715652" y="366355"/>
                  <a:pt x="725891" y="371475"/>
                </a:cubicBezTo>
                <a:cubicBezTo>
                  <a:pt x="741116" y="379088"/>
                  <a:pt x="778324" y="386456"/>
                  <a:pt x="792566" y="390525"/>
                </a:cubicBezTo>
                <a:cubicBezTo>
                  <a:pt x="802220" y="393283"/>
                  <a:pt x="811616" y="396875"/>
                  <a:pt x="821141" y="400050"/>
                </a:cubicBezTo>
                <a:cubicBezTo>
                  <a:pt x="827491" y="409575"/>
                  <a:pt x="835542" y="418164"/>
                  <a:pt x="840191" y="428625"/>
                </a:cubicBezTo>
                <a:cubicBezTo>
                  <a:pt x="848346" y="446975"/>
                  <a:pt x="859241" y="485775"/>
                  <a:pt x="859241" y="485775"/>
                </a:cubicBezTo>
                <a:cubicBezTo>
                  <a:pt x="862416" y="517525"/>
                  <a:pt x="868766" y="549117"/>
                  <a:pt x="868766" y="581025"/>
                </a:cubicBezTo>
                <a:cubicBezTo>
                  <a:pt x="868766" y="673239"/>
                  <a:pt x="869862" y="710538"/>
                  <a:pt x="849716" y="781050"/>
                </a:cubicBezTo>
                <a:cubicBezTo>
                  <a:pt x="846958" y="790704"/>
                  <a:pt x="844681" y="800645"/>
                  <a:pt x="840191" y="809625"/>
                </a:cubicBezTo>
                <a:cubicBezTo>
                  <a:pt x="835071" y="819864"/>
                  <a:pt x="829756" y="830662"/>
                  <a:pt x="821141" y="838200"/>
                </a:cubicBezTo>
                <a:cubicBezTo>
                  <a:pt x="803911" y="853277"/>
                  <a:pt x="780180" y="860111"/>
                  <a:pt x="763991" y="876300"/>
                </a:cubicBezTo>
                <a:cubicBezTo>
                  <a:pt x="727321" y="912970"/>
                  <a:pt x="746624" y="897403"/>
                  <a:pt x="706841" y="923925"/>
                </a:cubicBezTo>
                <a:cubicBezTo>
                  <a:pt x="703666" y="933450"/>
                  <a:pt x="701806" y="943520"/>
                  <a:pt x="697316" y="952500"/>
                </a:cubicBezTo>
                <a:cubicBezTo>
                  <a:pt x="692196" y="962739"/>
                  <a:pt x="682915" y="970614"/>
                  <a:pt x="678266" y="981075"/>
                </a:cubicBezTo>
                <a:cubicBezTo>
                  <a:pt x="670111" y="999425"/>
                  <a:pt x="659216" y="1038225"/>
                  <a:pt x="659216" y="1038225"/>
                </a:cubicBezTo>
                <a:cubicBezTo>
                  <a:pt x="662391" y="1114425"/>
                  <a:pt x="663307" y="1190753"/>
                  <a:pt x="668741" y="1266825"/>
                </a:cubicBezTo>
                <a:cubicBezTo>
                  <a:pt x="669674" y="1279883"/>
                  <a:pt x="678266" y="1291834"/>
                  <a:pt x="678266" y="1304925"/>
                </a:cubicBezTo>
                <a:cubicBezTo>
                  <a:pt x="678266" y="1318016"/>
                  <a:pt x="672337" y="1330438"/>
                  <a:pt x="668741" y="1343025"/>
                </a:cubicBezTo>
                <a:cubicBezTo>
                  <a:pt x="663241" y="1362276"/>
                  <a:pt x="656069" y="1386260"/>
                  <a:pt x="640166" y="1400175"/>
                </a:cubicBezTo>
                <a:cubicBezTo>
                  <a:pt x="622936" y="1415252"/>
                  <a:pt x="583016" y="1438275"/>
                  <a:pt x="583016" y="1438275"/>
                </a:cubicBezTo>
                <a:cubicBezTo>
                  <a:pt x="528421" y="1520167"/>
                  <a:pt x="593876" y="1416555"/>
                  <a:pt x="554441" y="1495425"/>
                </a:cubicBezTo>
                <a:cubicBezTo>
                  <a:pt x="549321" y="1505664"/>
                  <a:pt x="541741" y="1514475"/>
                  <a:pt x="535391" y="1524000"/>
                </a:cubicBezTo>
                <a:cubicBezTo>
                  <a:pt x="532216" y="1539875"/>
                  <a:pt x="527561" y="1555525"/>
                  <a:pt x="525866" y="1571625"/>
                </a:cubicBezTo>
                <a:cubicBezTo>
                  <a:pt x="510599" y="1716665"/>
                  <a:pt x="559750" y="1690505"/>
                  <a:pt x="487766" y="1714500"/>
                </a:cubicBezTo>
                <a:cubicBezTo>
                  <a:pt x="452841" y="1711325"/>
                  <a:pt x="418060" y="1704975"/>
                  <a:pt x="382991" y="1704975"/>
                </a:cubicBezTo>
                <a:cubicBezTo>
                  <a:pt x="199788" y="1704975"/>
                  <a:pt x="158150" y="1710695"/>
                  <a:pt x="11516" y="1724025"/>
                </a:cubicBezTo>
                <a:cubicBezTo>
                  <a:pt x="-6763" y="1797139"/>
                  <a:pt x="-612" y="1755143"/>
                  <a:pt x="11516" y="1876425"/>
                </a:cubicBezTo>
                <a:cubicBezTo>
                  <a:pt x="13068" y="1891949"/>
                  <a:pt x="19740" y="1965465"/>
                  <a:pt x="30566" y="1990725"/>
                </a:cubicBezTo>
                <a:cubicBezTo>
                  <a:pt x="48729" y="2033106"/>
                  <a:pt x="52345" y="2016581"/>
                  <a:pt x="97241" y="2028825"/>
                </a:cubicBezTo>
                <a:cubicBezTo>
                  <a:pt x="116614" y="2034109"/>
                  <a:pt x="154391" y="2047875"/>
                  <a:pt x="154391" y="2047875"/>
                </a:cubicBezTo>
                <a:cubicBezTo>
                  <a:pt x="177993" y="2118681"/>
                  <a:pt x="154391" y="2035149"/>
                  <a:pt x="154391" y="2181225"/>
                </a:cubicBezTo>
                <a:cubicBezTo>
                  <a:pt x="154391" y="2194316"/>
                  <a:pt x="153264" y="2211716"/>
                  <a:pt x="163916" y="2219325"/>
                </a:cubicBezTo>
                <a:cubicBezTo>
                  <a:pt x="179631" y="2230550"/>
                  <a:pt x="202016" y="2225675"/>
                  <a:pt x="221066" y="2228850"/>
                </a:cubicBezTo>
                <a:cubicBezTo>
                  <a:pt x="217891" y="2270125"/>
                  <a:pt x="217395" y="2311694"/>
                  <a:pt x="211541" y="2352675"/>
                </a:cubicBezTo>
                <a:cubicBezTo>
                  <a:pt x="207838" y="2378594"/>
                  <a:pt x="196795" y="2403050"/>
                  <a:pt x="192491" y="2428875"/>
                </a:cubicBezTo>
                <a:lnTo>
                  <a:pt x="182966" y="2486025"/>
                </a:lnTo>
                <a:cubicBezTo>
                  <a:pt x="186141" y="2527300"/>
                  <a:pt x="182451" y="2569689"/>
                  <a:pt x="192491" y="2609850"/>
                </a:cubicBezTo>
                <a:cubicBezTo>
                  <a:pt x="195758" y="2622918"/>
                  <a:pt x="209291" y="2631883"/>
                  <a:pt x="221066" y="2638425"/>
                </a:cubicBezTo>
                <a:cubicBezTo>
                  <a:pt x="238619" y="2648177"/>
                  <a:pt x="259166" y="2651125"/>
                  <a:pt x="278216" y="2657475"/>
                </a:cubicBezTo>
                <a:cubicBezTo>
                  <a:pt x="289076" y="2661095"/>
                  <a:pt x="297266" y="2670175"/>
                  <a:pt x="306791" y="2676525"/>
                </a:cubicBezTo>
                <a:lnTo>
                  <a:pt x="325841" y="2733675"/>
                </a:lnTo>
                <a:cubicBezTo>
                  <a:pt x="329016" y="2743200"/>
                  <a:pt x="333715" y="2752346"/>
                  <a:pt x="335366" y="2762250"/>
                </a:cubicBezTo>
                <a:cubicBezTo>
                  <a:pt x="335463" y="2762835"/>
                  <a:pt x="344543" y="2835634"/>
                  <a:pt x="354416" y="2847975"/>
                </a:cubicBezTo>
                <a:cubicBezTo>
                  <a:pt x="365685" y="2862061"/>
                  <a:pt x="394636" y="2872643"/>
                  <a:pt x="411566" y="2876550"/>
                </a:cubicBezTo>
                <a:cubicBezTo>
                  <a:pt x="548190" y="2908079"/>
                  <a:pt x="466322" y="2882102"/>
                  <a:pt x="535391" y="2905125"/>
                </a:cubicBezTo>
                <a:cubicBezTo>
                  <a:pt x="567532" y="3001548"/>
                  <a:pt x="552901" y="2942254"/>
                  <a:pt x="563966" y="3086100"/>
                </a:cubicBezTo>
                <a:cubicBezTo>
                  <a:pt x="567141" y="3197225"/>
                  <a:pt x="564742" y="3308649"/>
                  <a:pt x="573491" y="3419475"/>
                </a:cubicBezTo>
                <a:cubicBezTo>
                  <a:pt x="574992" y="3438487"/>
                  <a:pt x="606915" y="3460788"/>
                  <a:pt x="621116" y="3467100"/>
                </a:cubicBezTo>
                <a:cubicBezTo>
                  <a:pt x="639466" y="3475255"/>
                  <a:pt x="661558" y="3475011"/>
                  <a:pt x="678266" y="3486150"/>
                </a:cubicBezTo>
                <a:cubicBezTo>
                  <a:pt x="715195" y="3510769"/>
                  <a:pt x="695981" y="3501580"/>
                  <a:pt x="735416" y="3514725"/>
                </a:cubicBezTo>
                <a:cubicBezTo>
                  <a:pt x="732241" y="3536950"/>
                  <a:pt x="729907" y="3559311"/>
                  <a:pt x="725891" y="3581400"/>
                </a:cubicBezTo>
                <a:cubicBezTo>
                  <a:pt x="723549" y="3594280"/>
                  <a:pt x="717607" y="3606468"/>
                  <a:pt x="716366" y="3619500"/>
                </a:cubicBezTo>
                <a:cubicBezTo>
                  <a:pt x="711240" y="3673325"/>
                  <a:pt x="711153" y="3727529"/>
                  <a:pt x="706841" y="3781425"/>
                </a:cubicBezTo>
                <a:cubicBezTo>
                  <a:pt x="704800" y="3806941"/>
                  <a:pt x="700491" y="3832225"/>
                  <a:pt x="697316" y="3857625"/>
                </a:cubicBezTo>
                <a:cubicBezTo>
                  <a:pt x="714163" y="3925015"/>
                  <a:pt x="700797" y="3867243"/>
                  <a:pt x="716366" y="3952875"/>
                </a:cubicBezTo>
                <a:cubicBezTo>
                  <a:pt x="719262" y="3968803"/>
                  <a:pt x="711678" y="3992748"/>
                  <a:pt x="725891" y="4000500"/>
                </a:cubicBezTo>
                <a:cubicBezTo>
                  <a:pt x="753903" y="4015779"/>
                  <a:pt x="789391" y="4006850"/>
                  <a:pt x="821141" y="4010025"/>
                </a:cubicBezTo>
                <a:cubicBezTo>
                  <a:pt x="830666" y="4013200"/>
                  <a:pt x="844147" y="4011196"/>
                  <a:pt x="849716" y="4019550"/>
                </a:cubicBezTo>
                <a:cubicBezTo>
                  <a:pt x="858696" y="4033020"/>
                  <a:pt x="857630" y="4051066"/>
                  <a:pt x="859241" y="4067175"/>
                </a:cubicBezTo>
                <a:cubicBezTo>
                  <a:pt x="863990" y="4114669"/>
                  <a:pt x="865591" y="4162425"/>
                  <a:pt x="868766" y="4210050"/>
                </a:cubicBezTo>
                <a:cubicBezTo>
                  <a:pt x="865591" y="4314825"/>
                  <a:pt x="864609" y="4419689"/>
                  <a:pt x="859241" y="4524375"/>
                </a:cubicBezTo>
                <a:cubicBezTo>
                  <a:pt x="857949" y="4549577"/>
                  <a:pt x="854433" y="4591086"/>
                  <a:pt x="830666" y="4610100"/>
                </a:cubicBezTo>
                <a:cubicBezTo>
                  <a:pt x="822826" y="4616372"/>
                  <a:pt x="811071" y="4615135"/>
                  <a:pt x="802091" y="4619625"/>
                </a:cubicBezTo>
                <a:cubicBezTo>
                  <a:pt x="791852" y="4624745"/>
                  <a:pt x="783755" y="4633555"/>
                  <a:pt x="773516" y="4638675"/>
                </a:cubicBezTo>
                <a:cubicBezTo>
                  <a:pt x="694646" y="4678110"/>
                  <a:pt x="798258" y="4612655"/>
                  <a:pt x="716366" y="4667250"/>
                </a:cubicBezTo>
                <a:cubicBezTo>
                  <a:pt x="710016" y="4676775"/>
                  <a:pt x="702436" y="4685586"/>
                  <a:pt x="697316" y="4695825"/>
                </a:cubicBezTo>
                <a:cubicBezTo>
                  <a:pt x="692826" y="4704805"/>
                  <a:pt x="688305" y="4714373"/>
                  <a:pt x="687791" y="4724400"/>
                </a:cubicBezTo>
                <a:cubicBezTo>
                  <a:pt x="681935" y="4838594"/>
                  <a:pt x="683343" y="4953069"/>
                  <a:pt x="678266" y="5067300"/>
                </a:cubicBezTo>
                <a:cubicBezTo>
                  <a:pt x="676989" y="5096022"/>
                  <a:pt x="669732" y="5124291"/>
                  <a:pt x="668741" y="5153025"/>
                </a:cubicBezTo>
                <a:cubicBezTo>
                  <a:pt x="666553" y="5216487"/>
                  <a:pt x="668741" y="5280025"/>
                  <a:pt x="668741" y="5343525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22D38058-AD49-B587-EAB3-3BCB8CA08106}"/>
              </a:ext>
            </a:extLst>
          </p:cNvPr>
          <p:cNvSpPr/>
          <p:nvPr/>
        </p:nvSpPr>
        <p:spPr>
          <a:xfrm rot="2541965">
            <a:off x="2424929" y="2657733"/>
            <a:ext cx="2652074" cy="2439025"/>
          </a:xfrm>
          <a:prstGeom prst="arc">
            <a:avLst>
              <a:gd name="adj1" fmla="val 16583895"/>
              <a:gd name="adj2" fmla="val 581795"/>
            </a:avLst>
          </a:prstGeom>
          <a:ln w="952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A281A7FB-E37B-BAC5-16E9-F883244DB62E}"/>
              </a:ext>
            </a:extLst>
          </p:cNvPr>
          <p:cNvSpPr/>
          <p:nvPr/>
        </p:nvSpPr>
        <p:spPr>
          <a:xfrm>
            <a:off x="8476096" y="1067040"/>
            <a:ext cx="1181730" cy="4596092"/>
          </a:xfrm>
          <a:custGeom>
            <a:avLst/>
            <a:gdLst>
              <a:gd name="csX0" fmla="*/ 146 w 1366721"/>
              <a:gd name="csY0" fmla="*/ 0 h 5315578"/>
              <a:gd name="csX1" fmla="*/ 50387 w 1366721"/>
              <a:gd name="csY1" fmla="*/ 10049 h 5315578"/>
              <a:gd name="csX2" fmla="*/ 432225 w 1366721"/>
              <a:gd name="csY2" fmla="*/ 20097 h 5315578"/>
              <a:gd name="csX3" fmla="*/ 442273 w 1366721"/>
              <a:gd name="csY3" fmla="*/ 130629 h 5315578"/>
              <a:gd name="csX4" fmla="*/ 482466 w 1366721"/>
              <a:gd name="csY4" fmla="*/ 241161 h 5315578"/>
              <a:gd name="csX5" fmla="*/ 512611 w 1366721"/>
              <a:gd name="csY5" fmla="*/ 271306 h 5315578"/>
              <a:gd name="csX6" fmla="*/ 552805 w 1366721"/>
              <a:gd name="csY6" fmla="*/ 281354 h 5315578"/>
              <a:gd name="csX7" fmla="*/ 582950 w 1366721"/>
              <a:gd name="csY7" fmla="*/ 301451 h 5315578"/>
              <a:gd name="csX8" fmla="*/ 643240 w 1366721"/>
              <a:gd name="csY8" fmla="*/ 321547 h 5315578"/>
              <a:gd name="csX9" fmla="*/ 673385 w 1366721"/>
              <a:gd name="csY9" fmla="*/ 331596 h 5315578"/>
              <a:gd name="csX10" fmla="*/ 703530 w 1366721"/>
              <a:gd name="csY10" fmla="*/ 341644 h 5315578"/>
              <a:gd name="csX11" fmla="*/ 733675 w 1366721"/>
              <a:gd name="csY11" fmla="*/ 351693 h 5315578"/>
              <a:gd name="csX12" fmla="*/ 1145658 w 1366721"/>
              <a:gd name="csY12" fmla="*/ 371789 h 5315578"/>
              <a:gd name="csX13" fmla="*/ 1205948 w 1366721"/>
              <a:gd name="csY13" fmla="*/ 381838 h 5315578"/>
              <a:gd name="csX14" fmla="*/ 1215996 w 1366721"/>
              <a:gd name="csY14" fmla="*/ 411983 h 5315578"/>
              <a:gd name="csX15" fmla="*/ 1266238 w 1366721"/>
              <a:gd name="csY15" fmla="*/ 472273 h 5315578"/>
              <a:gd name="csX16" fmla="*/ 1276286 w 1366721"/>
              <a:gd name="csY16" fmla="*/ 552660 h 5315578"/>
              <a:gd name="csX17" fmla="*/ 1256189 w 1366721"/>
              <a:gd name="csY17" fmla="*/ 904352 h 5315578"/>
              <a:gd name="csX18" fmla="*/ 1266238 w 1366721"/>
              <a:gd name="csY18" fmla="*/ 1225899 h 5315578"/>
              <a:gd name="csX19" fmla="*/ 1286335 w 1366721"/>
              <a:gd name="csY19" fmla="*/ 1396721 h 5315578"/>
              <a:gd name="csX20" fmla="*/ 1296383 w 1366721"/>
              <a:gd name="csY20" fmla="*/ 1487156 h 5315578"/>
              <a:gd name="csX21" fmla="*/ 1306431 w 1366721"/>
              <a:gd name="csY21" fmla="*/ 1798655 h 5315578"/>
              <a:gd name="csX22" fmla="*/ 1316480 w 1366721"/>
              <a:gd name="csY22" fmla="*/ 1868994 h 5315578"/>
              <a:gd name="csX23" fmla="*/ 1326528 w 1366721"/>
              <a:gd name="csY23" fmla="*/ 2009671 h 5315578"/>
              <a:gd name="csX24" fmla="*/ 1336576 w 1366721"/>
              <a:gd name="csY24" fmla="*/ 2411605 h 5315578"/>
              <a:gd name="csX25" fmla="*/ 1366721 w 1366721"/>
              <a:gd name="csY25" fmla="*/ 2723104 h 5315578"/>
              <a:gd name="csX26" fmla="*/ 1356673 w 1366721"/>
              <a:gd name="csY26" fmla="*/ 3195376 h 5315578"/>
              <a:gd name="csX27" fmla="*/ 1346625 w 1366721"/>
              <a:gd name="csY27" fmla="*/ 3285811 h 5315578"/>
              <a:gd name="csX28" fmla="*/ 1336576 w 1366721"/>
              <a:gd name="csY28" fmla="*/ 3386295 h 5315578"/>
              <a:gd name="csX29" fmla="*/ 1326528 w 1366721"/>
              <a:gd name="csY29" fmla="*/ 3506875 h 5315578"/>
              <a:gd name="csX30" fmla="*/ 1306431 w 1366721"/>
              <a:gd name="csY30" fmla="*/ 3647552 h 5315578"/>
              <a:gd name="csX31" fmla="*/ 1286335 w 1366721"/>
              <a:gd name="csY31" fmla="*/ 3808325 h 5315578"/>
              <a:gd name="csX32" fmla="*/ 1276286 w 1366721"/>
              <a:gd name="csY32" fmla="*/ 3878664 h 5315578"/>
              <a:gd name="csX33" fmla="*/ 1266238 w 1366721"/>
              <a:gd name="csY33" fmla="*/ 3979147 h 5315578"/>
              <a:gd name="csX34" fmla="*/ 1246141 w 1366721"/>
              <a:gd name="csY34" fmla="*/ 4039438 h 5315578"/>
              <a:gd name="csX35" fmla="*/ 1226044 w 1366721"/>
              <a:gd name="csY35" fmla="*/ 4149969 h 5315578"/>
              <a:gd name="csX36" fmla="*/ 1215996 w 1366721"/>
              <a:gd name="csY36" fmla="*/ 4230356 h 5315578"/>
              <a:gd name="csX37" fmla="*/ 1185851 w 1366721"/>
              <a:gd name="csY37" fmla="*/ 4592097 h 5315578"/>
              <a:gd name="csX38" fmla="*/ 1175803 w 1366721"/>
              <a:gd name="csY38" fmla="*/ 4642339 h 5315578"/>
              <a:gd name="csX39" fmla="*/ 1135609 w 1366721"/>
              <a:gd name="csY39" fmla="*/ 5154805 h 5315578"/>
              <a:gd name="csX40" fmla="*/ 1075319 w 1366721"/>
              <a:gd name="csY40" fmla="*/ 5164853 h 5315578"/>
              <a:gd name="csX41" fmla="*/ 663337 w 1366721"/>
              <a:gd name="csY41" fmla="*/ 5154805 h 5315578"/>
              <a:gd name="csX42" fmla="*/ 572902 w 1366721"/>
              <a:gd name="csY42" fmla="*/ 5144756 h 5315578"/>
              <a:gd name="csX43" fmla="*/ 452321 w 1366721"/>
              <a:gd name="csY43" fmla="*/ 5124660 h 5315578"/>
              <a:gd name="csX44" fmla="*/ 381983 w 1366721"/>
              <a:gd name="csY44" fmla="*/ 5104563 h 5315578"/>
              <a:gd name="csX45" fmla="*/ 341789 w 1366721"/>
              <a:gd name="csY45" fmla="*/ 5094515 h 5315578"/>
              <a:gd name="csX46" fmla="*/ 231258 w 1366721"/>
              <a:gd name="csY46" fmla="*/ 5074418 h 5315578"/>
              <a:gd name="csX47" fmla="*/ 80532 w 1366721"/>
              <a:gd name="csY47" fmla="*/ 5134708 h 5315578"/>
              <a:gd name="csX48" fmla="*/ 40339 w 1366721"/>
              <a:gd name="csY48" fmla="*/ 5194998 h 5315578"/>
              <a:gd name="csX49" fmla="*/ 20242 w 1366721"/>
              <a:gd name="csY49" fmla="*/ 5225143 h 5315578"/>
              <a:gd name="csX50" fmla="*/ 146 w 1366721"/>
              <a:gd name="csY50" fmla="*/ 5315578 h 5315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366721" h="5315578">
                <a:moveTo>
                  <a:pt x="146" y="0"/>
                </a:moveTo>
                <a:cubicBezTo>
                  <a:pt x="16893" y="3350"/>
                  <a:pt x="33327" y="9255"/>
                  <a:pt x="50387" y="10049"/>
                </a:cubicBezTo>
                <a:cubicBezTo>
                  <a:pt x="177573" y="15965"/>
                  <a:pt x="310532" y="-17347"/>
                  <a:pt x="432225" y="20097"/>
                </a:cubicBezTo>
                <a:cubicBezTo>
                  <a:pt x="467585" y="30977"/>
                  <a:pt x="436503" y="94086"/>
                  <a:pt x="442273" y="130629"/>
                </a:cubicBezTo>
                <a:cubicBezTo>
                  <a:pt x="450098" y="180187"/>
                  <a:pt x="453696" y="206636"/>
                  <a:pt x="482466" y="241161"/>
                </a:cubicBezTo>
                <a:cubicBezTo>
                  <a:pt x="491563" y="252078"/>
                  <a:pt x="500273" y="264256"/>
                  <a:pt x="512611" y="271306"/>
                </a:cubicBezTo>
                <a:cubicBezTo>
                  <a:pt x="524602" y="278158"/>
                  <a:pt x="539407" y="278005"/>
                  <a:pt x="552805" y="281354"/>
                </a:cubicBezTo>
                <a:cubicBezTo>
                  <a:pt x="562853" y="288053"/>
                  <a:pt x="571914" y="296546"/>
                  <a:pt x="582950" y="301451"/>
                </a:cubicBezTo>
                <a:cubicBezTo>
                  <a:pt x="602308" y="310054"/>
                  <a:pt x="623143" y="314848"/>
                  <a:pt x="643240" y="321547"/>
                </a:cubicBezTo>
                <a:lnTo>
                  <a:pt x="673385" y="331596"/>
                </a:lnTo>
                <a:lnTo>
                  <a:pt x="703530" y="341644"/>
                </a:lnTo>
                <a:cubicBezTo>
                  <a:pt x="713578" y="344994"/>
                  <a:pt x="723227" y="349952"/>
                  <a:pt x="733675" y="351693"/>
                </a:cubicBezTo>
                <a:cubicBezTo>
                  <a:pt x="909648" y="381021"/>
                  <a:pt x="773599" y="361159"/>
                  <a:pt x="1145658" y="371789"/>
                </a:cubicBezTo>
                <a:cubicBezTo>
                  <a:pt x="1165755" y="375139"/>
                  <a:pt x="1188259" y="371730"/>
                  <a:pt x="1205948" y="381838"/>
                </a:cubicBezTo>
                <a:cubicBezTo>
                  <a:pt x="1215144" y="387093"/>
                  <a:pt x="1211259" y="402509"/>
                  <a:pt x="1215996" y="411983"/>
                </a:cubicBezTo>
                <a:cubicBezTo>
                  <a:pt x="1229985" y="439961"/>
                  <a:pt x="1244016" y="450051"/>
                  <a:pt x="1266238" y="472273"/>
                </a:cubicBezTo>
                <a:cubicBezTo>
                  <a:pt x="1269587" y="499069"/>
                  <a:pt x="1276286" y="525656"/>
                  <a:pt x="1276286" y="552660"/>
                </a:cubicBezTo>
                <a:cubicBezTo>
                  <a:pt x="1276286" y="818098"/>
                  <a:pt x="1284153" y="764541"/>
                  <a:pt x="1256189" y="904352"/>
                </a:cubicBezTo>
                <a:cubicBezTo>
                  <a:pt x="1259539" y="1011534"/>
                  <a:pt x="1261137" y="1118786"/>
                  <a:pt x="1266238" y="1225899"/>
                </a:cubicBezTo>
                <a:cubicBezTo>
                  <a:pt x="1269767" y="1300000"/>
                  <a:pt x="1277770" y="1328204"/>
                  <a:pt x="1286335" y="1396721"/>
                </a:cubicBezTo>
                <a:cubicBezTo>
                  <a:pt x="1290097" y="1426817"/>
                  <a:pt x="1293034" y="1457011"/>
                  <a:pt x="1296383" y="1487156"/>
                </a:cubicBezTo>
                <a:cubicBezTo>
                  <a:pt x="1299732" y="1590989"/>
                  <a:pt x="1300971" y="1694912"/>
                  <a:pt x="1306431" y="1798655"/>
                </a:cubicBezTo>
                <a:cubicBezTo>
                  <a:pt x="1307676" y="1822307"/>
                  <a:pt x="1314234" y="1845416"/>
                  <a:pt x="1316480" y="1868994"/>
                </a:cubicBezTo>
                <a:cubicBezTo>
                  <a:pt x="1320937" y="1915794"/>
                  <a:pt x="1323179" y="1962779"/>
                  <a:pt x="1326528" y="2009671"/>
                </a:cubicBezTo>
                <a:cubicBezTo>
                  <a:pt x="1329877" y="2143649"/>
                  <a:pt x="1330099" y="2277742"/>
                  <a:pt x="1336576" y="2411605"/>
                </a:cubicBezTo>
                <a:cubicBezTo>
                  <a:pt x="1340491" y="2492513"/>
                  <a:pt x="1356261" y="2628964"/>
                  <a:pt x="1366721" y="2723104"/>
                </a:cubicBezTo>
                <a:cubicBezTo>
                  <a:pt x="1363372" y="2880528"/>
                  <a:pt x="1362293" y="3038017"/>
                  <a:pt x="1356673" y="3195376"/>
                </a:cubicBezTo>
                <a:cubicBezTo>
                  <a:pt x="1355590" y="3225687"/>
                  <a:pt x="1349800" y="3255647"/>
                  <a:pt x="1346625" y="3285811"/>
                </a:cubicBezTo>
                <a:cubicBezTo>
                  <a:pt x="1343101" y="3319288"/>
                  <a:pt x="1339624" y="3352772"/>
                  <a:pt x="1336576" y="3386295"/>
                </a:cubicBezTo>
                <a:cubicBezTo>
                  <a:pt x="1332924" y="3426462"/>
                  <a:pt x="1330541" y="3466743"/>
                  <a:pt x="1326528" y="3506875"/>
                </a:cubicBezTo>
                <a:cubicBezTo>
                  <a:pt x="1313780" y="3634361"/>
                  <a:pt x="1321050" y="3540343"/>
                  <a:pt x="1306431" y="3647552"/>
                </a:cubicBezTo>
                <a:cubicBezTo>
                  <a:pt x="1299134" y="3701065"/>
                  <a:pt x="1293973" y="3754860"/>
                  <a:pt x="1286335" y="3808325"/>
                </a:cubicBezTo>
                <a:cubicBezTo>
                  <a:pt x="1282985" y="3831771"/>
                  <a:pt x="1279053" y="3855142"/>
                  <a:pt x="1276286" y="3878664"/>
                </a:cubicBezTo>
                <a:cubicBezTo>
                  <a:pt x="1272353" y="3912095"/>
                  <a:pt x="1272441" y="3946062"/>
                  <a:pt x="1266238" y="3979147"/>
                </a:cubicBezTo>
                <a:cubicBezTo>
                  <a:pt x="1262334" y="3999968"/>
                  <a:pt x="1251715" y="4019000"/>
                  <a:pt x="1246141" y="4039438"/>
                </a:cubicBezTo>
                <a:cubicBezTo>
                  <a:pt x="1240950" y="4058473"/>
                  <a:pt x="1228341" y="4133893"/>
                  <a:pt x="1226044" y="4149969"/>
                </a:cubicBezTo>
                <a:cubicBezTo>
                  <a:pt x="1222225" y="4176702"/>
                  <a:pt x="1218239" y="4203445"/>
                  <a:pt x="1215996" y="4230356"/>
                </a:cubicBezTo>
                <a:cubicBezTo>
                  <a:pt x="1206585" y="4343291"/>
                  <a:pt x="1203939" y="4474519"/>
                  <a:pt x="1185851" y="4592097"/>
                </a:cubicBezTo>
                <a:cubicBezTo>
                  <a:pt x="1183254" y="4608977"/>
                  <a:pt x="1179152" y="4625592"/>
                  <a:pt x="1175803" y="4642339"/>
                </a:cubicBezTo>
                <a:cubicBezTo>
                  <a:pt x="1172217" y="4821609"/>
                  <a:pt x="1324241" y="5112886"/>
                  <a:pt x="1135609" y="5154805"/>
                </a:cubicBezTo>
                <a:cubicBezTo>
                  <a:pt x="1115720" y="5159225"/>
                  <a:pt x="1095416" y="5161504"/>
                  <a:pt x="1075319" y="5164853"/>
                </a:cubicBezTo>
                <a:lnTo>
                  <a:pt x="663337" y="5154805"/>
                </a:lnTo>
                <a:cubicBezTo>
                  <a:pt x="633031" y="5153593"/>
                  <a:pt x="602998" y="5148518"/>
                  <a:pt x="572902" y="5144756"/>
                </a:cubicBezTo>
                <a:cubicBezTo>
                  <a:pt x="524972" y="5138765"/>
                  <a:pt x="497436" y="5134686"/>
                  <a:pt x="452321" y="5124660"/>
                </a:cubicBezTo>
                <a:cubicBezTo>
                  <a:pt x="381648" y="5108955"/>
                  <a:pt x="440725" y="5121346"/>
                  <a:pt x="381983" y="5104563"/>
                </a:cubicBezTo>
                <a:cubicBezTo>
                  <a:pt x="368704" y="5100769"/>
                  <a:pt x="355270" y="5097511"/>
                  <a:pt x="341789" y="5094515"/>
                </a:cubicBezTo>
                <a:cubicBezTo>
                  <a:pt x="299637" y="5085148"/>
                  <a:pt x="274911" y="5081693"/>
                  <a:pt x="231258" y="5074418"/>
                </a:cubicBezTo>
                <a:cubicBezTo>
                  <a:pt x="99220" y="5118430"/>
                  <a:pt x="145929" y="5091109"/>
                  <a:pt x="80532" y="5134708"/>
                </a:cubicBezTo>
                <a:lnTo>
                  <a:pt x="40339" y="5194998"/>
                </a:lnTo>
                <a:lnTo>
                  <a:pt x="20242" y="5225143"/>
                </a:lnTo>
                <a:cubicBezTo>
                  <a:pt x="-3031" y="5294966"/>
                  <a:pt x="146" y="5264249"/>
                  <a:pt x="146" y="5315578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238B8F-B851-0F63-E686-8DF1117796FC}"/>
              </a:ext>
            </a:extLst>
          </p:cNvPr>
          <p:cNvSpPr/>
          <p:nvPr/>
        </p:nvSpPr>
        <p:spPr>
          <a:xfrm>
            <a:off x="8156867" y="958486"/>
            <a:ext cx="570157" cy="2171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9A2F64-97F3-0695-B43F-395ED472B295}"/>
              </a:ext>
            </a:extLst>
          </p:cNvPr>
          <p:cNvSpPr/>
          <p:nvPr/>
        </p:nvSpPr>
        <p:spPr>
          <a:xfrm>
            <a:off x="8102554" y="5594082"/>
            <a:ext cx="570157" cy="2171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F09EB4-474E-444D-70DB-31C9FFA80BD4}"/>
              </a:ext>
            </a:extLst>
          </p:cNvPr>
          <p:cNvSpPr txBox="1"/>
          <p:nvPr/>
        </p:nvSpPr>
        <p:spPr>
          <a:xfrm>
            <a:off x="5118769" y="887513"/>
            <a:ext cx="335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en-CN" sz="1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5B9ACC-41A6-F178-C230-D048120D5B8B}"/>
              </a:ext>
            </a:extLst>
          </p:cNvPr>
          <p:cNvSpPr txBox="1"/>
          <p:nvPr/>
        </p:nvSpPr>
        <p:spPr>
          <a:xfrm>
            <a:off x="7442920" y="871054"/>
            <a:ext cx="335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CN" sz="1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D8D1C-C9E4-15E5-545A-4E9D73DAA582}"/>
              </a:ext>
            </a:extLst>
          </p:cNvPr>
          <p:cNvSpPr txBox="1"/>
          <p:nvPr/>
        </p:nvSpPr>
        <p:spPr>
          <a:xfrm>
            <a:off x="-1339702" y="47208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8222336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10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656BA-F492-61E1-C851-19567FF6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389DCD-8A59-95C3-9F80-71C73124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9992D6-35A1-4FB9-A843-43BA34961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1A2A233-6F8E-BDD7-C3E0-136998AD3A81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5DB6C09F-090A-BCCF-EA42-33B872773E3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35A7B8C-48FE-325A-E2B1-3950656F250E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DACB0547-DC13-9E5B-97D1-ECAA3AEE40C2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A5D5CA2E-41F2-8F6E-275B-0F6B84D01078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EEB14674-462C-59CD-D8B6-A301B43241A4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20A867B6-571E-7573-AFD8-B5729CA7B05C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A2654B7D-A998-0FD2-E0A3-0859A112247C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28E50876-1FC0-2F01-F0EF-64FAB6A09ABF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805AC066-5AB4-9A8B-6EBF-2C43B1DFB2A1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1473697F-3201-0F2A-111F-B1EC86185D63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0D3E1B71-5E7A-7DCD-76BA-7340D07C5CBD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93FF5D4B-DE7A-C404-AFD6-FF733AB77E73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8AE7168B-A207-7069-20D0-FC7CFC56069B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03A467C1-045B-E74C-58E5-38C75B776900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68F1C32-EAEF-C3DC-071A-8F731CFE81A3}"/>
              </a:ext>
            </a:extLst>
          </p:cNvPr>
          <p:cNvSpPr/>
          <p:nvPr/>
        </p:nvSpPr>
        <p:spPr>
          <a:xfrm>
            <a:off x="3805801" y="1567383"/>
            <a:ext cx="7911557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140" name="Graphic 139">
            <a:extLst>
              <a:ext uri="{FF2B5EF4-FFF2-40B4-BE49-F238E27FC236}">
                <a16:creationId xmlns:a16="http://schemas.microsoft.com/office/drawing/2014/main" id="{E5430E52-0B0D-E20C-3D6F-45AACF0149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4630" y="3548507"/>
            <a:ext cx="1993900" cy="2184400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55579455-D49C-F644-62A4-48CC30CF2932}"/>
              </a:ext>
            </a:extLst>
          </p:cNvPr>
          <p:cNvSpPr txBox="1"/>
          <p:nvPr/>
        </p:nvSpPr>
        <p:spPr>
          <a:xfrm>
            <a:off x="1503913" y="294873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F489CC-0579-1093-5D41-0855862EE657}"/>
              </a:ext>
            </a:extLst>
          </p:cNvPr>
          <p:cNvGrpSpPr/>
          <p:nvPr/>
        </p:nvGrpSpPr>
        <p:grpSpPr>
          <a:xfrm>
            <a:off x="3226128" y="2948737"/>
            <a:ext cx="2333625" cy="3151157"/>
            <a:chOff x="3226128" y="2948737"/>
            <a:chExt cx="2333625" cy="3151157"/>
          </a:xfrm>
        </p:grpSpPr>
        <p:grpSp>
          <p:nvGrpSpPr>
            <p:cNvPr id="3" name="Graphic 10">
              <a:extLst>
                <a:ext uri="{FF2B5EF4-FFF2-40B4-BE49-F238E27FC236}">
                  <a16:creationId xmlns:a16="http://schemas.microsoft.com/office/drawing/2014/main" id="{E006D8A9-54E1-42A0-A1B4-3FE323D731E0}"/>
                </a:ext>
              </a:extLst>
            </p:cNvPr>
            <p:cNvGrpSpPr/>
            <p:nvPr/>
          </p:nvGrpSpPr>
          <p:grpSpPr>
            <a:xfrm>
              <a:off x="3723237" y="3339803"/>
              <a:ext cx="732853" cy="601714"/>
              <a:chOff x="3723237" y="3339803"/>
              <a:chExt cx="732853" cy="601714"/>
            </a:xfrm>
          </p:grpSpPr>
          <p:grpSp>
            <p:nvGrpSpPr>
              <p:cNvPr id="34" name="Graphic 10">
                <a:extLst>
                  <a:ext uri="{FF2B5EF4-FFF2-40B4-BE49-F238E27FC236}">
                    <a16:creationId xmlns:a16="http://schemas.microsoft.com/office/drawing/2014/main" id="{39BEC9D5-45CB-CAAF-A8FF-32487ED0B859}"/>
                  </a:ext>
                </a:extLst>
              </p:cNvPr>
              <p:cNvGrpSpPr/>
              <p:nvPr/>
            </p:nvGrpSpPr>
            <p:grpSpPr>
              <a:xfrm>
                <a:off x="3723237" y="3339803"/>
                <a:ext cx="732853" cy="601714"/>
                <a:chOff x="3723237" y="3339803"/>
                <a:chExt cx="732853" cy="601714"/>
              </a:xfrm>
            </p:grpSpPr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BCCF8338-F110-8A85-59CC-5CB2535CC727}"/>
                    </a:ext>
                  </a:extLst>
                </p:cNvPr>
                <p:cNvSpPr/>
                <p:nvPr/>
              </p:nvSpPr>
              <p:spPr>
                <a:xfrm>
                  <a:off x="3723237" y="3339803"/>
                  <a:ext cx="688752" cy="565497"/>
                </a:xfrm>
                <a:custGeom>
                  <a:avLst/>
                  <a:gdLst>
                    <a:gd name="csX0" fmla="*/ 0 w 688752"/>
                    <a:gd name="csY0" fmla="*/ 0 h 565497"/>
                    <a:gd name="csX1" fmla="*/ 688753 w 688752"/>
                    <a:gd name="csY1" fmla="*/ 565498 h 5654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88752" h="565497">
                      <a:moveTo>
                        <a:pt x="0" y="0"/>
                      </a:moveTo>
                      <a:lnTo>
                        <a:pt x="688753" y="565498"/>
                      </a:lnTo>
                    </a:path>
                  </a:pathLst>
                </a:custGeom>
                <a:noFill/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7DD0F21F-6481-604C-EB08-9F98CC220538}"/>
                    </a:ext>
                  </a:extLst>
                </p:cNvPr>
                <p:cNvSpPr/>
                <p:nvPr/>
              </p:nvSpPr>
              <p:spPr>
                <a:xfrm>
                  <a:off x="4373033" y="3863856"/>
                  <a:ext cx="83058" cy="77662"/>
                </a:xfrm>
                <a:custGeom>
                  <a:avLst/>
                  <a:gdLst>
                    <a:gd name="csX0" fmla="*/ 83058 w 83058"/>
                    <a:gd name="csY0" fmla="*/ 77662 h 77662"/>
                    <a:gd name="csX1" fmla="*/ 0 w 83058"/>
                    <a:gd name="csY1" fmla="*/ 58651 h 77662"/>
                    <a:gd name="csX2" fmla="*/ 38957 w 83058"/>
                    <a:gd name="csY2" fmla="*/ 41445 h 77662"/>
                    <a:gd name="csX3" fmla="*/ 48387 w 83058"/>
                    <a:gd name="csY3" fmla="*/ 0 h 776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3058" h="77662">
                      <a:moveTo>
                        <a:pt x="83058" y="77662"/>
                      </a:moveTo>
                      <a:lnTo>
                        <a:pt x="0" y="58651"/>
                      </a:lnTo>
                      <a:lnTo>
                        <a:pt x="38957" y="41445"/>
                      </a:lnTo>
                      <a:lnTo>
                        <a:pt x="483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3BD47FF-0760-32FB-D012-77263356B0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3840" y="3495318"/>
                <a:ext cx="85725" cy="206750"/>
              </a:xfrm>
              <a:custGeom>
                <a:avLst/>
                <a:gdLst>
                  <a:gd name="csX0" fmla="*/ 0 w 85725"/>
                  <a:gd name="csY0" fmla="*/ 0 h 206750"/>
                  <a:gd name="csX1" fmla="*/ 85725 w 85725"/>
                  <a:gd name="csY1" fmla="*/ 0 h 206750"/>
                  <a:gd name="csX2" fmla="*/ 85725 w 85725"/>
                  <a:gd name="csY2" fmla="*/ 206750 h 206750"/>
                  <a:gd name="csX3" fmla="*/ 0 w 85725"/>
                  <a:gd name="csY3" fmla="*/ 206750 h 206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206750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206750"/>
                    </a:lnTo>
                    <a:lnTo>
                      <a:pt x="0" y="206750"/>
                    </a:lnTo>
                    <a:close/>
                  </a:path>
                </a:pathLst>
              </a:custGeom>
            </p:spPr>
          </p:pic>
        </p:grpSp>
        <p:grpSp>
          <p:nvGrpSpPr>
            <p:cNvPr id="5" name="Graphic 10">
              <a:extLst>
                <a:ext uri="{FF2B5EF4-FFF2-40B4-BE49-F238E27FC236}">
                  <a16:creationId xmlns:a16="http://schemas.microsoft.com/office/drawing/2014/main" id="{4D6DA793-47F0-A7CE-E548-316DE931DB72}"/>
                </a:ext>
              </a:extLst>
            </p:cNvPr>
            <p:cNvGrpSpPr/>
            <p:nvPr/>
          </p:nvGrpSpPr>
          <p:grpSpPr>
            <a:xfrm>
              <a:off x="3588554" y="3395507"/>
              <a:ext cx="281654" cy="1908565"/>
              <a:chOff x="3588554" y="3395507"/>
              <a:chExt cx="281654" cy="1908565"/>
            </a:xfrm>
          </p:grpSpPr>
          <p:grpSp>
            <p:nvGrpSpPr>
              <p:cNvPr id="30" name="Graphic 10">
                <a:extLst>
                  <a:ext uri="{FF2B5EF4-FFF2-40B4-BE49-F238E27FC236}">
                    <a16:creationId xmlns:a16="http://schemas.microsoft.com/office/drawing/2014/main" id="{44CDBDE4-E2B9-3684-4839-32393A8E439A}"/>
                  </a:ext>
                </a:extLst>
              </p:cNvPr>
              <p:cNvGrpSpPr/>
              <p:nvPr/>
            </p:nvGrpSpPr>
            <p:grpSpPr>
              <a:xfrm>
                <a:off x="3588554" y="3395507"/>
                <a:ext cx="281654" cy="1908565"/>
                <a:chOff x="3588554" y="3395507"/>
                <a:chExt cx="281654" cy="1908565"/>
              </a:xfrm>
            </p:grpSpPr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D307007C-3165-0633-DFF1-068CF73D4779}"/>
                    </a:ext>
                  </a:extLst>
                </p:cNvPr>
                <p:cNvSpPr/>
                <p:nvPr/>
              </p:nvSpPr>
              <p:spPr>
                <a:xfrm>
                  <a:off x="3588554" y="3395507"/>
                  <a:ext cx="246411" cy="1852101"/>
                </a:xfrm>
                <a:custGeom>
                  <a:avLst/>
                  <a:gdLst>
                    <a:gd name="csX0" fmla="*/ 0 w 246411"/>
                    <a:gd name="csY0" fmla="*/ 0 h 1852101"/>
                    <a:gd name="csX1" fmla="*/ 246412 w 246411"/>
                    <a:gd name="csY1" fmla="*/ 1852102 h 18521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6411" h="1852101">
                      <a:moveTo>
                        <a:pt x="0" y="0"/>
                      </a:moveTo>
                      <a:lnTo>
                        <a:pt x="246412" y="1852102"/>
                      </a:lnTo>
                    </a:path>
                  </a:pathLst>
                </a:custGeom>
                <a:noFill/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EB44E8DC-7BBB-4C66-14C8-4E9088FEE168}"/>
                    </a:ext>
                  </a:extLst>
                </p:cNvPr>
                <p:cNvSpPr/>
                <p:nvPr/>
              </p:nvSpPr>
              <p:spPr>
                <a:xfrm>
                  <a:off x="3794675" y="5223749"/>
                  <a:ext cx="75533" cy="80323"/>
                </a:xfrm>
                <a:custGeom>
                  <a:avLst/>
                  <a:gdLst>
                    <a:gd name="csX0" fmla="*/ 47816 w 75533"/>
                    <a:gd name="csY0" fmla="*/ 80324 h 80323"/>
                    <a:gd name="csX1" fmla="*/ 0 w 75533"/>
                    <a:gd name="csY1" fmla="*/ 9981 h 80323"/>
                    <a:gd name="csX2" fmla="*/ 40291 w 75533"/>
                    <a:gd name="csY2" fmla="*/ 23859 h 80323"/>
                    <a:gd name="csX3" fmla="*/ 75533 w 75533"/>
                    <a:gd name="csY3" fmla="*/ 0 h 803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533" h="80323">
                      <a:moveTo>
                        <a:pt x="47816" y="80324"/>
                      </a:moveTo>
                      <a:lnTo>
                        <a:pt x="0" y="9981"/>
                      </a:lnTo>
                      <a:lnTo>
                        <a:pt x="40291" y="23859"/>
                      </a:lnTo>
                      <a:lnTo>
                        <a:pt x="7553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F28B922F-6003-FB4F-F8A3-59B6A7B93E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69040" y="4274790"/>
                <a:ext cx="85725" cy="206750"/>
              </a:xfrm>
              <a:custGeom>
                <a:avLst/>
                <a:gdLst>
                  <a:gd name="csX0" fmla="*/ 0 w 85725"/>
                  <a:gd name="csY0" fmla="*/ 0 h 206750"/>
                  <a:gd name="csX1" fmla="*/ 85725 w 85725"/>
                  <a:gd name="csY1" fmla="*/ 0 h 206750"/>
                  <a:gd name="csX2" fmla="*/ 85725 w 85725"/>
                  <a:gd name="csY2" fmla="*/ 206750 h 206750"/>
                  <a:gd name="csX3" fmla="*/ 0 w 85725"/>
                  <a:gd name="csY3" fmla="*/ 206750 h 206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206750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206750"/>
                    </a:lnTo>
                    <a:lnTo>
                      <a:pt x="0" y="206750"/>
                    </a:lnTo>
                    <a:close/>
                  </a:path>
                </a:pathLst>
              </a:custGeom>
            </p:spPr>
          </p:pic>
        </p:grpSp>
        <p:grpSp>
          <p:nvGrpSpPr>
            <p:cNvPr id="7" name="Graphic 10">
              <a:extLst>
                <a:ext uri="{FF2B5EF4-FFF2-40B4-BE49-F238E27FC236}">
                  <a16:creationId xmlns:a16="http://schemas.microsoft.com/office/drawing/2014/main" id="{1DA5B0D1-8515-D238-6946-92032C3AAF5E}"/>
                </a:ext>
              </a:extLst>
            </p:cNvPr>
            <p:cNvGrpSpPr/>
            <p:nvPr/>
          </p:nvGrpSpPr>
          <p:grpSpPr>
            <a:xfrm>
              <a:off x="3398054" y="3015277"/>
              <a:ext cx="381000" cy="380230"/>
              <a:chOff x="3398054" y="3015277"/>
              <a:chExt cx="381000" cy="380230"/>
            </a:xfrm>
            <a:solidFill>
              <a:srgbClr val="FFFFFF"/>
            </a:solidFill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60DA228-F549-BBA1-5C92-E3FA8F9E9487}"/>
                  </a:ext>
                </a:extLst>
              </p:cNvPr>
              <p:cNvSpPr/>
              <p:nvPr/>
            </p:nvSpPr>
            <p:spPr>
              <a:xfrm>
                <a:off x="3398054" y="3015277"/>
                <a:ext cx="381000" cy="380230"/>
              </a:xfrm>
              <a:prstGeom prst="ellipse">
                <a:avLst/>
              </a:pr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EE851FCF-906F-9B03-0052-C85C065D11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07103" y="3096076"/>
                <a:ext cx="361950" cy="275666"/>
              </a:xfrm>
              <a:custGeom>
                <a:avLst/>
                <a:gdLst>
                  <a:gd name="csX0" fmla="*/ 0 w 361950"/>
                  <a:gd name="csY0" fmla="*/ 0 h 275666"/>
                  <a:gd name="csX1" fmla="*/ 361950 w 361950"/>
                  <a:gd name="csY1" fmla="*/ 0 h 275666"/>
                  <a:gd name="csX2" fmla="*/ 361950 w 361950"/>
                  <a:gd name="csY2" fmla="*/ 275667 h 275666"/>
                  <a:gd name="csX3" fmla="*/ 0 w 361950"/>
                  <a:gd name="csY3" fmla="*/ 275667 h 2756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950" h="275666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275667"/>
                    </a:lnTo>
                    <a:lnTo>
                      <a:pt x="0" y="275667"/>
                    </a:lnTo>
                    <a:close/>
                  </a:path>
                </a:pathLst>
              </a:custGeom>
            </p:spPr>
          </p:pic>
        </p:grpSp>
        <p:grpSp>
          <p:nvGrpSpPr>
            <p:cNvPr id="8" name="Graphic 10">
              <a:extLst>
                <a:ext uri="{FF2B5EF4-FFF2-40B4-BE49-F238E27FC236}">
                  <a16:creationId xmlns:a16="http://schemas.microsoft.com/office/drawing/2014/main" id="{6C62B6C6-D7F6-2FA7-7F61-30274018E52A}"/>
                </a:ext>
              </a:extLst>
            </p:cNvPr>
            <p:cNvGrpSpPr/>
            <p:nvPr/>
          </p:nvGrpSpPr>
          <p:grpSpPr>
            <a:xfrm>
              <a:off x="4416753" y="3899312"/>
              <a:ext cx="381000" cy="380230"/>
              <a:chOff x="4416753" y="3899312"/>
              <a:chExt cx="381000" cy="380230"/>
            </a:xfrm>
            <a:solidFill>
              <a:srgbClr val="FFFFFF"/>
            </a:solidFill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49FA46B-2E20-DF0E-81F5-554B1DEFB693}"/>
                  </a:ext>
                </a:extLst>
              </p:cNvPr>
              <p:cNvSpPr/>
              <p:nvPr/>
            </p:nvSpPr>
            <p:spPr>
              <a:xfrm>
                <a:off x="4416753" y="3899312"/>
                <a:ext cx="381000" cy="380230"/>
              </a:xfrm>
              <a:prstGeom prst="ellipse">
                <a:avLst/>
              </a:pr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E50DEFB6-3432-9D11-96BA-618952428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26278" y="3980111"/>
                <a:ext cx="361950" cy="275666"/>
              </a:xfrm>
              <a:custGeom>
                <a:avLst/>
                <a:gdLst>
                  <a:gd name="csX0" fmla="*/ 0 w 361950"/>
                  <a:gd name="csY0" fmla="*/ 0 h 275666"/>
                  <a:gd name="csX1" fmla="*/ 361950 w 361950"/>
                  <a:gd name="csY1" fmla="*/ 0 h 275666"/>
                  <a:gd name="csX2" fmla="*/ 361950 w 361950"/>
                  <a:gd name="csY2" fmla="*/ 275667 h 275666"/>
                  <a:gd name="csX3" fmla="*/ 0 w 361950"/>
                  <a:gd name="csY3" fmla="*/ 275667 h 2756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950" h="275666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275667"/>
                    </a:lnTo>
                    <a:lnTo>
                      <a:pt x="0" y="275667"/>
                    </a:lnTo>
                    <a:close/>
                  </a:path>
                </a:pathLst>
              </a:custGeom>
            </p:spPr>
          </p:pic>
        </p:grpSp>
        <p:grpSp>
          <p:nvGrpSpPr>
            <p:cNvPr id="9" name="Graphic 10">
              <a:extLst>
                <a:ext uri="{FF2B5EF4-FFF2-40B4-BE49-F238E27FC236}">
                  <a16:creationId xmlns:a16="http://schemas.microsoft.com/office/drawing/2014/main" id="{B1CF5CB0-7AE5-4DFB-CFE0-484FB6053888}"/>
                </a:ext>
              </a:extLst>
            </p:cNvPr>
            <p:cNvGrpSpPr/>
            <p:nvPr/>
          </p:nvGrpSpPr>
          <p:grpSpPr>
            <a:xfrm>
              <a:off x="3654753" y="5325176"/>
              <a:ext cx="381000" cy="380230"/>
              <a:chOff x="3654753" y="5325176"/>
              <a:chExt cx="381000" cy="380230"/>
            </a:xfrm>
            <a:solidFill>
              <a:srgbClr val="FFFFFF"/>
            </a:solidFill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2EE14A4-EC43-62E9-4A9B-32CE980A8D43}"/>
                  </a:ext>
                </a:extLst>
              </p:cNvPr>
              <p:cNvSpPr/>
              <p:nvPr/>
            </p:nvSpPr>
            <p:spPr>
              <a:xfrm>
                <a:off x="3654753" y="5325176"/>
                <a:ext cx="381000" cy="380230"/>
              </a:xfrm>
              <a:prstGeom prst="ellipse">
                <a:avLst/>
              </a:pr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BF479647-F0EA-CF3F-EC8A-0BCFE1FFA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64278" y="5405975"/>
                <a:ext cx="361950" cy="275666"/>
              </a:xfrm>
              <a:custGeom>
                <a:avLst/>
                <a:gdLst>
                  <a:gd name="csX0" fmla="*/ 0 w 361950"/>
                  <a:gd name="csY0" fmla="*/ 0 h 275666"/>
                  <a:gd name="csX1" fmla="*/ 361950 w 361950"/>
                  <a:gd name="csY1" fmla="*/ 0 h 275666"/>
                  <a:gd name="csX2" fmla="*/ 361950 w 361950"/>
                  <a:gd name="csY2" fmla="*/ 275667 h 275666"/>
                  <a:gd name="csX3" fmla="*/ 0 w 361950"/>
                  <a:gd name="csY3" fmla="*/ 275667 h 2756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950" h="275666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275667"/>
                    </a:lnTo>
                    <a:lnTo>
                      <a:pt x="0" y="275667"/>
                    </a:lnTo>
                    <a:close/>
                  </a:path>
                </a:pathLst>
              </a:custGeom>
            </p:spPr>
          </p:pic>
        </p:grpSp>
        <p:grpSp>
          <p:nvGrpSpPr>
            <p:cNvPr id="10" name="Graphic 10">
              <a:extLst>
                <a:ext uri="{FF2B5EF4-FFF2-40B4-BE49-F238E27FC236}">
                  <a16:creationId xmlns:a16="http://schemas.microsoft.com/office/drawing/2014/main" id="{39B786AB-344E-FC08-6678-14E369C42D5A}"/>
                </a:ext>
              </a:extLst>
            </p:cNvPr>
            <p:cNvGrpSpPr/>
            <p:nvPr/>
          </p:nvGrpSpPr>
          <p:grpSpPr>
            <a:xfrm>
              <a:off x="3917357" y="4281824"/>
              <a:ext cx="612171" cy="1044017"/>
              <a:chOff x="3917357" y="4281824"/>
              <a:chExt cx="612171" cy="1044017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AD2B436-9830-7E21-7033-CE3BA0C7DA21}"/>
                  </a:ext>
                </a:extLst>
              </p:cNvPr>
              <p:cNvSpPr/>
              <p:nvPr/>
            </p:nvSpPr>
            <p:spPr>
              <a:xfrm>
                <a:off x="3946217" y="4281824"/>
                <a:ext cx="583310" cy="994777"/>
              </a:xfrm>
              <a:custGeom>
                <a:avLst/>
                <a:gdLst>
                  <a:gd name="csX0" fmla="*/ 583311 w 583310"/>
                  <a:gd name="csY0" fmla="*/ 0 h 994777"/>
                  <a:gd name="csX1" fmla="*/ 0 w 583310"/>
                  <a:gd name="csY1" fmla="*/ 994778 h 9947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83310" h="994777">
                    <a:moveTo>
                      <a:pt x="583311" y="0"/>
                    </a:moveTo>
                    <a:lnTo>
                      <a:pt x="0" y="994778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0A4323B4-976C-C49E-4735-4986FEB9DE22}"/>
                  </a:ext>
                </a:extLst>
              </p:cNvPr>
              <p:cNvSpPr/>
              <p:nvPr/>
            </p:nvSpPr>
            <p:spPr>
              <a:xfrm>
                <a:off x="3917357" y="5241050"/>
                <a:ext cx="71342" cy="84791"/>
              </a:xfrm>
              <a:custGeom>
                <a:avLst/>
                <a:gdLst>
                  <a:gd name="csX0" fmla="*/ 0 w 71342"/>
                  <a:gd name="csY0" fmla="*/ 84791 h 84791"/>
                  <a:gd name="csX1" fmla="*/ 5620 w 71342"/>
                  <a:gd name="csY1" fmla="*/ 0 h 84791"/>
                  <a:gd name="csX2" fmla="*/ 28861 w 71342"/>
                  <a:gd name="csY2" fmla="*/ 35552 h 84791"/>
                  <a:gd name="csX3" fmla="*/ 71342 w 71342"/>
                  <a:gd name="csY3" fmla="*/ 38403 h 847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1342" h="84791">
                    <a:moveTo>
                      <a:pt x="0" y="84791"/>
                    </a:moveTo>
                    <a:lnTo>
                      <a:pt x="5620" y="0"/>
                    </a:lnTo>
                    <a:lnTo>
                      <a:pt x="28861" y="35552"/>
                    </a:lnTo>
                    <a:lnTo>
                      <a:pt x="71342" y="38403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1" name="Graphic 10">
              <a:extLst>
                <a:ext uri="{FF2B5EF4-FFF2-40B4-BE49-F238E27FC236}">
                  <a16:creationId xmlns:a16="http://schemas.microsoft.com/office/drawing/2014/main" id="{E8095F95-8F9B-8E20-C77C-73B6208BE2B2}"/>
                </a:ext>
              </a:extLst>
            </p:cNvPr>
            <p:cNvGrpSpPr/>
            <p:nvPr/>
          </p:nvGrpSpPr>
          <p:grpSpPr>
            <a:xfrm>
              <a:off x="3779054" y="2948737"/>
              <a:ext cx="762000" cy="394488"/>
              <a:chOff x="3779054" y="2948737"/>
              <a:chExt cx="762000" cy="394488"/>
            </a:xfrm>
            <a:no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1117DD4-A261-440C-1F42-CEAA1FAC959B}"/>
                  </a:ext>
                </a:extLst>
              </p:cNvPr>
              <p:cNvSpPr/>
              <p:nvPr/>
            </p:nvSpPr>
            <p:spPr>
              <a:xfrm>
                <a:off x="3779054" y="2948737"/>
                <a:ext cx="76200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8594FFB-B175-F25F-21B9-54AC86B955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73828" y="2996265"/>
                <a:ext cx="571500" cy="346960"/>
              </a:xfrm>
              <a:custGeom>
                <a:avLst/>
                <a:gdLst>
                  <a:gd name="csX0" fmla="*/ 0 w 571500"/>
                  <a:gd name="csY0" fmla="*/ 0 h 346960"/>
                  <a:gd name="csX1" fmla="*/ 571500 w 571500"/>
                  <a:gd name="csY1" fmla="*/ 0 h 346960"/>
                  <a:gd name="csX2" fmla="*/ 571500 w 571500"/>
                  <a:gd name="csY2" fmla="*/ 346960 h 346960"/>
                  <a:gd name="csX3" fmla="*/ 0 w 571500"/>
                  <a:gd name="csY3" fmla="*/ 346960 h 346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1500" h="34696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346960"/>
                    </a:lnTo>
                    <a:lnTo>
                      <a:pt x="0" y="34696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" name="Graphic 10">
              <a:extLst>
                <a:ext uri="{FF2B5EF4-FFF2-40B4-BE49-F238E27FC236}">
                  <a16:creationId xmlns:a16="http://schemas.microsoft.com/office/drawing/2014/main" id="{2ECC42F6-C32B-B30F-3DE6-53B941D9456D}"/>
                </a:ext>
              </a:extLst>
            </p:cNvPr>
            <p:cNvGrpSpPr/>
            <p:nvPr/>
          </p:nvGrpSpPr>
          <p:grpSpPr>
            <a:xfrm>
              <a:off x="4797753" y="3804255"/>
              <a:ext cx="762000" cy="394488"/>
              <a:chOff x="4797753" y="3804255"/>
              <a:chExt cx="762000" cy="394488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3C8F274-8E33-BD45-C89C-3785AC74884B}"/>
                  </a:ext>
                </a:extLst>
              </p:cNvPr>
              <p:cNvSpPr/>
              <p:nvPr/>
            </p:nvSpPr>
            <p:spPr>
              <a:xfrm>
                <a:off x="4797753" y="3804255"/>
                <a:ext cx="76200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176D33FB-612C-3F06-46F1-C247645FEF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93003" y="3851783"/>
                <a:ext cx="571500" cy="346960"/>
              </a:xfrm>
              <a:custGeom>
                <a:avLst/>
                <a:gdLst>
                  <a:gd name="csX0" fmla="*/ 0 w 571500"/>
                  <a:gd name="csY0" fmla="*/ 0 h 346960"/>
                  <a:gd name="csX1" fmla="*/ 571500 w 571500"/>
                  <a:gd name="csY1" fmla="*/ 0 h 346960"/>
                  <a:gd name="csX2" fmla="*/ 571500 w 571500"/>
                  <a:gd name="csY2" fmla="*/ 346960 h 346960"/>
                  <a:gd name="csX3" fmla="*/ 0 w 571500"/>
                  <a:gd name="csY3" fmla="*/ 346960 h 346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1500" h="34696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346960"/>
                    </a:lnTo>
                    <a:lnTo>
                      <a:pt x="0" y="346960"/>
                    </a:lnTo>
                    <a:close/>
                  </a:path>
                </a:pathLst>
              </a:custGeom>
            </p:spPr>
          </p:pic>
        </p:grpSp>
        <p:grpSp>
          <p:nvGrpSpPr>
            <p:cNvPr id="14" name="Graphic 10">
              <a:extLst>
                <a:ext uri="{FF2B5EF4-FFF2-40B4-BE49-F238E27FC236}">
                  <a16:creationId xmlns:a16="http://schemas.microsoft.com/office/drawing/2014/main" id="{80CA10B6-EE45-EDE1-A32A-2C6CD9AD367E}"/>
                </a:ext>
              </a:extLst>
            </p:cNvPr>
            <p:cNvGrpSpPr/>
            <p:nvPr/>
          </p:nvGrpSpPr>
          <p:grpSpPr>
            <a:xfrm>
              <a:off x="3226128" y="5705406"/>
              <a:ext cx="2000250" cy="394488"/>
              <a:chOff x="3226128" y="5705406"/>
              <a:chExt cx="2000250" cy="394488"/>
            </a:xfrm>
            <a:noFill/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E454BDC-0CCA-9EB0-81C9-20367BAB0B1E}"/>
                  </a:ext>
                </a:extLst>
              </p:cNvPr>
              <p:cNvSpPr/>
              <p:nvPr/>
            </p:nvSpPr>
            <p:spPr>
              <a:xfrm>
                <a:off x="3226128" y="5705406"/>
                <a:ext cx="200025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9C51BC42-ABFC-7B9D-BA8C-5D8A94650D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1890" y="5752935"/>
                <a:ext cx="1228725" cy="346960"/>
              </a:xfrm>
              <a:custGeom>
                <a:avLst/>
                <a:gdLst>
                  <a:gd name="csX0" fmla="*/ 0 w 1228725"/>
                  <a:gd name="csY0" fmla="*/ 0 h 346960"/>
                  <a:gd name="csX1" fmla="*/ 1228725 w 1228725"/>
                  <a:gd name="csY1" fmla="*/ 0 h 346960"/>
                  <a:gd name="csX2" fmla="*/ 1228725 w 1228725"/>
                  <a:gd name="csY2" fmla="*/ 346960 h 346960"/>
                  <a:gd name="csX3" fmla="*/ 0 w 1228725"/>
                  <a:gd name="csY3" fmla="*/ 346960 h 346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28725" h="346960">
                    <a:moveTo>
                      <a:pt x="0" y="0"/>
                    </a:moveTo>
                    <a:lnTo>
                      <a:pt x="1228725" y="0"/>
                    </a:lnTo>
                    <a:lnTo>
                      <a:pt x="1228725" y="346960"/>
                    </a:lnTo>
                    <a:lnTo>
                      <a:pt x="0" y="34696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A8F6DF6-8EE1-FD6C-E5A0-08B02A99DF6A}"/>
              </a:ext>
            </a:extLst>
          </p:cNvPr>
          <p:cNvSpPr txBox="1"/>
          <p:nvPr/>
        </p:nvSpPr>
        <p:spPr>
          <a:xfrm>
            <a:off x="3636274" y="612689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03163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41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1BFBF-B1E0-9B95-37C8-4D5E347B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58898F-45F9-4F3A-73C7-1EC5D2BC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63F1BE-34DC-092B-019D-363E2D7E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B02C926A-91FC-721E-A543-3B960549B83F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CF8D3723-B147-33D4-D5C9-3EB388AE5D7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A06F87A-87D9-FFC0-5FFE-4CE4698FE6CF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965274B3-0310-9C7D-C5B0-7C7F8975D8F2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65D284B5-5B4A-C770-BD60-3E16AE25D9BE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D7F9F2F6-38AD-6F53-EE37-B14C297FDA18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BBB9008E-F4DE-6030-67F8-92B170E7302F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48B4F4D2-99EE-EAB3-F261-A4EB2CFF5B5F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CB73B231-A804-805A-41A9-70EC43755126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0ACAB635-D82C-A0F1-8D7B-09AC5023D9F1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F87ED3CB-FCEF-09B5-9EA2-CA716F51DC2B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8DFF3C9B-3DA1-BA18-7A87-55F5CD05B85C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A9A51427-BAEF-C7C0-23EC-441EB737C84E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3E99FFF5-1B3A-E89E-4D9D-34B39ED1B242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6033CBDA-AA54-A18B-4683-C96E6862C14D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BEB639E-2F17-EFDC-7538-FDD8623EFD42}"/>
              </a:ext>
            </a:extLst>
          </p:cNvPr>
          <p:cNvSpPr/>
          <p:nvPr/>
        </p:nvSpPr>
        <p:spPr>
          <a:xfrm>
            <a:off x="3795168" y="1556262"/>
            <a:ext cx="7911557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0EBD92-44AC-47BF-F3A6-97ACD5C96103}"/>
              </a:ext>
            </a:extLst>
          </p:cNvPr>
          <p:cNvSpPr txBox="1"/>
          <p:nvPr/>
        </p:nvSpPr>
        <p:spPr>
          <a:xfrm>
            <a:off x="1503913" y="294873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B60C32-6F93-34C8-E558-3937019517D5}"/>
                  </a:ext>
                </a:extLst>
              </p:cNvPr>
              <p:cNvSpPr txBox="1"/>
              <p:nvPr/>
            </p:nvSpPr>
            <p:spPr>
              <a:xfrm>
                <a:off x="1503913" y="3875302"/>
                <a:ext cx="11192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𝑔𝑎𝑡𝑒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B60C32-6F93-34C8-E558-393701951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913" y="3875302"/>
                <a:ext cx="1119281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3AE4EB-DB68-C761-599D-6F0F3DF5C142}"/>
                  </a:ext>
                </a:extLst>
              </p:cNvPr>
              <p:cNvSpPr txBox="1"/>
              <p:nvPr/>
            </p:nvSpPr>
            <p:spPr>
              <a:xfrm>
                <a:off x="1503913" y="4271376"/>
                <a:ext cx="1124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𝑔𝑎𝑡𝑒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3AE4EB-DB68-C761-599D-6F0F3DF5C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913" y="4271376"/>
                <a:ext cx="1124090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39F94A9-BA22-18E0-158C-1722655C81A3}"/>
              </a:ext>
            </a:extLst>
          </p:cNvPr>
          <p:cNvSpPr/>
          <p:nvPr/>
        </p:nvSpPr>
        <p:spPr>
          <a:xfrm>
            <a:off x="1390097" y="4292249"/>
            <a:ext cx="1475023" cy="369332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41BACF6-2464-1A75-2F3B-7BD78ABBF30B}"/>
              </a:ext>
            </a:extLst>
          </p:cNvPr>
          <p:cNvGrpSpPr/>
          <p:nvPr/>
        </p:nvGrpSpPr>
        <p:grpSpPr>
          <a:xfrm>
            <a:off x="3226128" y="2948737"/>
            <a:ext cx="2333625" cy="3151157"/>
            <a:chOff x="3226128" y="2948737"/>
            <a:chExt cx="2333625" cy="3151157"/>
          </a:xfrm>
        </p:grpSpPr>
        <p:grpSp>
          <p:nvGrpSpPr>
            <p:cNvPr id="16" name="Graphic 10">
              <a:extLst>
                <a:ext uri="{FF2B5EF4-FFF2-40B4-BE49-F238E27FC236}">
                  <a16:creationId xmlns:a16="http://schemas.microsoft.com/office/drawing/2014/main" id="{27E95ABF-CF09-8DAC-4110-C748659D82B4}"/>
                </a:ext>
              </a:extLst>
            </p:cNvPr>
            <p:cNvGrpSpPr/>
            <p:nvPr/>
          </p:nvGrpSpPr>
          <p:grpSpPr>
            <a:xfrm>
              <a:off x="3723237" y="3339803"/>
              <a:ext cx="732853" cy="601714"/>
              <a:chOff x="3723237" y="3339803"/>
              <a:chExt cx="732853" cy="601714"/>
            </a:xfrm>
          </p:grpSpPr>
          <p:grpSp>
            <p:nvGrpSpPr>
              <p:cNvPr id="17" name="Graphic 10">
                <a:extLst>
                  <a:ext uri="{FF2B5EF4-FFF2-40B4-BE49-F238E27FC236}">
                    <a16:creationId xmlns:a16="http://schemas.microsoft.com/office/drawing/2014/main" id="{A8858EDB-BA80-7470-A4AA-C5078EB8BEA5}"/>
                  </a:ext>
                </a:extLst>
              </p:cNvPr>
              <p:cNvGrpSpPr/>
              <p:nvPr/>
            </p:nvGrpSpPr>
            <p:grpSpPr>
              <a:xfrm>
                <a:off x="3723237" y="3339803"/>
                <a:ext cx="732853" cy="601714"/>
                <a:chOff x="3723237" y="3339803"/>
                <a:chExt cx="732853" cy="601714"/>
              </a:xfrm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12C6108E-9C88-3650-BBAB-8924BFF1C0A2}"/>
                    </a:ext>
                  </a:extLst>
                </p:cNvPr>
                <p:cNvSpPr/>
                <p:nvPr/>
              </p:nvSpPr>
              <p:spPr>
                <a:xfrm>
                  <a:off x="3723237" y="3339803"/>
                  <a:ext cx="688752" cy="565497"/>
                </a:xfrm>
                <a:custGeom>
                  <a:avLst/>
                  <a:gdLst>
                    <a:gd name="csX0" fmla="*/ 0 w 688752"/>
                    <a:gd name="csY0" fmla="*/ 0 h 565497"/>
                    <a:gd name="csX1" fmla="*/ 688753 w 688752"/>
                    <a:gd name="csY1" fmla="*/ 565498 h 5654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88752" h="565497">
                      <a:moveTo>
                        <a:pt x="0" y="0"/>
                      </a:moveTo>
                      <a:lnTo>
                        <a:pt x="688753" y="565498"/>
                      </a:lnTo>
                    </a:path>
                  </a:pathLst>
                </a:custGeom>
                <a:noFill/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5EAF0024-EA84-B154-A6ED-7E2EC707EF95}"/>
                    </a:ext>
                  </a:extLst>
                </p:cNvPr>
                <p:cNvSpPr/>
                <p:nvPr/>
              </p:nvSpPr>
              <p:spPr>
                <a:xfrm>
                  <a:off x="4373033" y="3863856"/>
                  <a:ext cx="83058" cy="77662"/>
                </a:xfrm>
                <a:custGeom>
                  <a:avLst/>
                  <a:gdLst>
                    <a:gd name="csX0" fmla="*/ 83058 w 83058"/>
                    <a:gd name="csY0" fmla="*/ 77662 h 77662"/>
                    <a:gd name="csX1" fmla="*/ 0 w 83058"/>
                    <a:gd name="csY1" fmla="*/ 58651 h 77662"/>
                    <a:gd name="csX2" fmla="*/ 38957 w 83058"/>
                    <a:gd name="csY2" fmla="*/ 41445 h 77662"/>
                    <a:gd name="csX3" fmla="*/ 48387 w 83058"/>
                    <a:gd name="csY3" fmla="*/ 0 h 776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3058" h="77662">
                      <a:moveTo>
                        <a:pt x="83058" y="77662"/>
                      </a:moveTo>
                      <a:lnTo>
                        <a:pt x="0" y="58651"/>
                      </a:lnTo>
                      <a:lnTo>
                        <a:pt x="38957" y="41445"/>
                      </a:lnTo>
                      <a:lnTo>
                        <a:pt x="483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E31D204E-610F-A181-737A-346F82B12D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73840" y="3495318"/>
                <a:ext cx="85725" cy="206750"/>
              </a:xfrm>
              <a:custGeom>
                <a:avLst/>
                <a:gdLst>
                  <a:gd name="csX0" fmla="*/ 0 w 85725"/>
                  <a:gd name="csY0" fmla="*/ 0 h 206750"/>
                  <a:gd name="csX1" fmla="*/ 85725 w 85725"/>
                  <a:gd name="csY1" fmla="*/ 0 h 206750"/>
                  <a:gd name="csX2" fmla="*/ 85725 w 85725"/>
                  <a:gd name="csY2" fmla="*/ 206750 h 206750"/>
                  <a:gd name="csX3" fmla="*/ 0 w 85725"/>
                  <a:gd name="csY3" fmla="*/ 206750 h 206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206750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206750"/>
                    </a:lnTo>
                    <a:lnTo>
                      <a:pt x="0" y="2067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2" name="Graphic 10">
              <a:extLst>
                <a:ext uri="{FF2B5EF4-FFF2-40B4-BE49-F238E27FC236}">
                  <a16:creationId xmlns:a16="http://schemas.microsoft.com/office/drawing/2014/main" id="{0CA3D508-69B6-D8B8-8A9C-226FCA48460F}"/>
                </a:ext>
              </a:extLst>
            </p:cNvPr>
            <p:cNvGrpSpPr/>
            <p:nvPr/>
          </p:nvGrpSpPr>
          <p:grpSpPr>
            <a:xfrm>
              <a:off x="3588554" y="3395507"/>
              <a:ext cx="281654" cy="1908565"/>
              <a:chOff x="3588554" y="3395507"/>
              <a:chExt cx="281654" cy="1908565"/>
            </a:xfrm>
          </p:grpSpPr>
          <p:grpSp>
            <p:nvGrpSpPr>
              <p:cNvPr id="23" name="Graphic 10">
                <a:extLst>
                  <a:ext uri="{FF2B5EF4-FFF2-40B4-BE49-F238E27FC236}">
                    <a16:creationId xmlns:a16="http://schemas.microsoft.com/office/drawing/2014/main" id="{8D22C49C-36B3-DB96-B07B-378AB491D51D}"/>
                  </a:ext>
                </a:extLst>
              </p:cNvPr>
              <p:cNvGrpSpPr/>
              <p:nvPr/>
            </p:nvGrpSpPr>
            <p:grpSpPr>
              <a:xfrm>
                <a:off x="3588554" y="3395507"/>
                <a:ext cx="281654" cy="1908565"/>
                <a:chOff x="3588554" y="3395507"/>
                <a:chExt cx="281654" cy="1908565"/>
              </a:xfrm>
            </p:grpSpPr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0B1AD0E4-E6F6-4C68-5A9A-80091F6DD672}"/>
                    </a:ext>
                  </a:extLst>
                </p:cNvPr>
                <p:cNvSpPr/>
                <p:nvPr/>
              </p:nvSpPr>
              <p:spPr>
                <a:xfrm>
                  <a:off x="3588554" y="3395507"/>
                  <a:ext cx="246411" cy="1852101"/>
                </a:xfrm>
                <a:custGeom>
                  <a:avLst/>
                  <a:gdLst>
                    <a:gd name="csX0" fmla="*/ 0 w 246411"/>
                    <a:gd name="csY0" fmla="*/ 0 h 1852101"/>
                    <a:gd name="csX1" fmla="*/ 246412 w 246411"/>
                    <a:gd name="csY1" fmla="*/ 1852102 h 18521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6411" h="1852101">
                      <a:moveTo>
                        <a:pt x="0" y="0"/>
                      </a:moveTo>
                      <a:lnTo>
                        <a:pt x="246412" y="1852102"/>
                      </a:lnTo>
                    </a:path>
                  </a:pathLst>
                </a:custGeom>
                <a:noFill/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65F3BB23-D039-81DA-DC75-62FDB662D057}"/>
                    </a:ext>
                  </a:extLst>
                </p:cNvPr>
                <p:cNvSpPr/>
                <p:nvPr/>
              </p:nvSpPr>
              <p:spPr>
                <a:xfrm>
                  <a:off x="3794675" y="5223749"/>
                  <a:ext cx="75533" cy="80323"/>
                </a:xfrm>
                <a:custGeom>
                  <a:avLst/>
                  <a:gdLst>
                    <a:gd name="csX0" fmla="*/ 47816 w 75533"/>
                    <a:gd name="csY0" fmla="*/ 80324 h 80323"/>
                    <a:gd name="csX1" fmla="*/ 0 w 75533"/>
                    <a:gd name="csY1" fmla="*/ 9981 h 80323"/>
                    <a:gd name="csX2" fmla="*/ 40291 w 75533"/>
                    <a:gd name="csY2" fmla="*/ 23859 h 80323"/>
                    <a:gd name="csX3" fmla="*/ 75533 w 75533"/>
                    <a:gd name="csY3" fmla="*/ 0 h 803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533" h="80323">
                      <a:moveTo>
                        <a:pt x="47816" y="80324"/>
                      </a:moveTo>
                      <a:lnTo>
                        <a:pt x="0" y="9981"/>
                      </a:lnTo>
                      <a:lnTo>
                        <a:pt x="40291" y="23859"/>
                      </a:lnTo>
                      <a:lnTo>
                        <a:pt x="7553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7CBC4B4-395D-78C0-B7A9-F3FF3A0BE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69040" y="4274790"/>
                <a:ext cx="85725" cy="206750"/>
              </a:xfrm>
              <a:custGeom>
                <a:avLst/>
                <a:gdLst>
                  <a:gd name="csX0" fmla="*/ 0 w 85725"/>
                  <a:gd name="csY0" fmla="*/ 0 h 206750"/>
                  <a:gd name="csX1" fmla="*/ 85725 w 85725"/>
                  <a:gd name="csY1" fmla="*/ 0 h 206750"/>
                  <a:gd name="csX2" fmla="*/ 85725 w 85725"/>
                  <a:gd name="csY2" fmla="*/ 206750 h 206750"/>
                  <a:gd name="csX3" fmla="*/ 0 w 85725"/>
                  <a:gd name="csY3" fmla="*/ 206750 h 206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206750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206750"/>
                    </a:lnTo>
                    <a:lnTo>
                      <a:pt x="0" y="206750"/>
                    </a:lnTo>
                    <a:close/>
                  </a:path>
                </a:pathLst>
              </a:custGeom>
            </p:spPr>
          </p:pic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E82E373-AA73-91F7-04E1-F58D80DF775B}"/>
                </a:ext>
              </a:extLst>
            </p:cNvPr>
            <p:cNvSpPr/>
            <p:nvPr/>
          </p:nvSpPr>
          <p:spPr>
            <a:xfrm>
              <a:off x="3398054" y="3015277"/>
              <a:ext cx="381000" cy="380230"/>
            </a:xfrm>
            <a:prstGeom prst="ellipse">
              <a:avLst/>
            </a:pr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30" name="Graphic 10">
              <a:extLst>
                <a:ext uri="{FF2B5EF4-FFF2-40B4-BE49-F238E27FC236}">
                  <a16:creationId xmlns:a16="http://schemas.microsoft.com/office/drawing/2014/main" id="{E0E3BAF8-DD99-A492-3652-E31DB3911CC3}"/>
                </a:ext>
              </a:extLst>
            </p:cNvPr>
            <p:cNvGrpSpPr/>
            <p:nvPr/>
          </p:nvGrpSpPr>
          <p:grpSpPr>
            <a:xfrm>
              <a:off x="4416753" y="3899312"/>
              <a:ext cx="381000" cy="380230"/>
              <a:chOff x="4416753" y="3899312"/>
              <a:chExt cx="381000" cy="380230"/>
            </a:xfrm>
            <a:solidFill>
              <a:srgbClr val="FFFFFF"/>
            </a:solidFill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994B074-DC0B-41A6-D37A-C18823FBDC83}"/>
                  </a:ext>
                </a:extLst>
              </p:cNvPr>
              <p:cNvSpPr/>
              <p:nvPr/>
            </p:nvSpPr>
            <p:spPr>
              <a:xfrm>
                <a:off x="4416753" y="3899312"/>
                <a:ext cx="381000" cy="380230"/>
              </a:xfrm>
              <a:prstGeom prst="ellipse">
                <a:avLst/>
              </a:pr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E0666629-5D3D-9A32-6857-BC61389071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26278" y="3980111"/>
                <a:ext cx="361950" cy="275666"/>
              </a:xfrm>
              <a:custGeom>
                <a:avLst/>
                <a:gdLst>
                  <a:gd name="csX0" fmla="*/ 0 w 361950"/>
                  <a:gd name="csY0" fmla="*/ 0 h 275666"/>
                  <a:gd name="csX1" fmla="*/ 361950 w 361950"/>
                  <a:gd name="csY1" fmla="*/ 0 h 275666"/>
                  <a:gd name="csX2" fmla="*/ 361950 w 361950"/>
                  <a:gd name="csY2" fmla="*/ 275667 h 275666"/>
                  <a:gd name="csX3" fmla="*/ 0 w 361950"/>
                  <a:gd name="csY3" fmla="*/ 275667 h 2756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950" h="275666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275667"/>
                    </a:lnTo>
                    <a:lnTo>
                      <a:pt x="0" y="275667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10">
              <a:extLst>
                <a:ext uri="{FF2B5EF4-FFF2-40B4-BE49-F238E27FC236}">
                  <a16:creationId xmlns:a16="http://schemas.microsoft.com/office/drawing/2014/main" id="{2257BB73-65B5-BE43-0CE1-BE6EA19BFC6A}"/>
                </a:ext>
              </a:extLst>
            </p:cNvPr>
            <p:cNvGrpSpPr/>
            <p:nvPr/>
          </p:nvGrpSpPr>
          <p:grpSpPr>
            <a:xfrm>
              <a:off x="3654753" y="5325176"/>
              <a:ext cx="381000" cy="380230"/>
              <a:chOff x="3654753" y="5325176"/>
              <a:chExt cx="381000" cy="380230"/>
            </a:xfrm>
            <a:solidFill>
              <a:srgbClr val="FFFFFF"/>
            </a:solidFill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15C33A5-7F93-26BB-12AD-F8A5614EA6FC}"/>
                  </a:ext>
                </a:extLst>
              </p:cNvPr>
              <p:cNvSpPr/>
              <p:nvPr/>
            </p:nvSpPr>
            <p:spPr>
              <a:xfrm>
                <a:off x="3654753" y="5325176"/>
                <a:ext cx="381000" cy="380230"/>
              </a:xfrm>
              <a:prstGeom prst="ellipse">
                <a:avLst/>
              </a:pr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04445B81-1EF5-6CD3-EA1B-43E536951A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64278" y="5405975"/>
                <a:ext cx="361950" cy="275666"/>
              </a:xfrm>
              <a:custGeom>
                <a:avLst/>
                <a:gdLst>
                  <a:gd name="csX0" fmla="*/ 0 w 361950"/>
                  <a:gd name="csY0" fmla="*/ 0 h 275666"/>
                  <a:gd name="csX1" fmla="*/ 361950 w 361950"/>
                  <a:gd name="csY1" fmla="*/ 0 h 275666"/>
                  <a:gd name="csX2" fmla="*/ 361950 w 361950"/>
                  <a:gd name="csY2" fmla="*/ 275667 h 275666"/>
                  <a:gd name="csX3" fmla="*/ 0 w 361950"/>
                  <a:gd name="csY3" fmla="*/ 275667 h 2756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950" h="275666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275667"/>
                    </a:lnTo>
                    <a:lnTo>
                      <a:pt x="0" y="275667"/>
                    </a:lnTo>
                    <a:close/>
                  </a:path>
                </a:pathLst>
              </a:custGeom>
            </p:spPr>
          </p:pic>
        </p:grpSp>
        <p:grpSp>
          <p:nvGrpSpPr>
            <p:cNvPr id="43" name="Graphic 10">
              <a:extLst>
                <a:ext uri="{FF2B5EF4-FFF2-40B4-BE49-F238E27FC236}">
                  <a16:creationId xmlns:a16="http://schemas.microsoft.com/office/drawing/2014/main" id="{1BA5120E-452C-2E5F-E7DF-5C1EEF8D3288}"/>
                </a:ext>
              </a:extLst>
            </p:cNvPr>
            <p:cNvGrpSpPr/>
            <p:nvPr/>
          </p:nvGrpSpPr>
          <p:grpSpPr>
            <a:xfrm>
              <a:off x="3917357" y="4281824"/>
              <a:ext cx="612171" cy="1044017"/>
              <a:chOff x="3917357" y="4281824"/>
              <a:chExt cx="612171" cy="1044017"/>
            </a:xfrm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E3127B61-893D-12A2-2DC1-D615F92A0C26}"/>
                  </a:ext>
                </a:extLst>
              </p:cNvPr>
              <p:cNvSpPr/>
              <p:nvPr/>
            </p:nvSpPr>
            <p:spPr>
              <a:xfrm>
                <a:off x="3946217" y="4281824"/>
                <a:ext cx="583310" cy="994777"/>
              </a:xfrm>
              <a:custGeom>
                <a:avLst/>
                <a:gdLst>
                  <a:gd name="csX0" fmla="*/ 583311 w 583310"/>
                  <a:gd name="csY0" fmla="*/ 0 h 994777"/>
                  <a:gd name="csX1" fmla="*/ 0 w 583310"/>
                  <a:gd name="csY1" fmla="*/ 994778 h 9947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83310" h="994777">
                    <a:moveTo>
                      <a:pt x="583311" y="0"/>
                    </a:moveTo>
                    <a:lnTo>
                      <a:pt x="0" y="994778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A2B852AC-3668-D419-A3ED-E9073E896F15}"/>
                  </a:ext>
                </a:extLst>
              </p:cNvPr>
              <p:cNvSpPr/>
              <p:nvPr/>
            </p:nvSpPr>
            <p:spPr>
              <a:xfrm>
                <a:off x="3917357" y="5241050"/>
                <a:ext cx="71342" cy="84791"/>
              </a:xfrm>
              <a:custGeom>
                <a:avLst/>
                <a:gdLst>
                  <a:gd name="csX0" fmla="*/ 0 w 71342"/>
                  <a:gd name="csY0" fmla="*/ 84791 h 84791"/>
                  <a:gd name="csX1" fmla="*/ 5620 w 71342"/>
                  <a:gd name="csY1" fmla="*/ 0 h 84791"/>
                  <a:gd name="csX2" fmla="*/ 28861 w 71342"/>
                  <a:gd name="csY2" fmla="*/ 35552 h 84791"/>
                  <a:gd name="csX3" fmla="*/ 71342 w 71342"/>
                  <a:gd name="csY3" fmla="*/ 38403 h 847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1342" h="84791">
                    <a:moveTo>
                      <a:pt x="0" y="84791"/>
                    </a:moveTo>
                    <a:lnTo>
                      <a:pt x="5620" y="0"/>
                    </a:lnTo>
                    <a:lnTo>
                      <a:pt x="28861" y="35552"/>
                    </a:lnTo>
                    <a:lnTo>
                      <a:pt x="71342" y="38403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8" name="Graphic 10">
              <a:extLst>
                <a:ext uri="{FF2B5EF4-FFF2-40B4-BE49-F238E27FC236}">
                  <a16:creationId xmlns:a16="http://schemas.microsoft.com/office/drawing/2014/main" id="{C6EA8A4C-3D60-3CC9-28F5-14FC0840E39E}"/>
                </a:ext>
              </a:extLst>
            </p:cNvPr>
            <p:cNvGrpSpPr/>
            <p:nvPr/>
          </p:nvGrpSpPr>
          <p:grpSpPr>
            <a:xfrm>
              <a:off x="3779054" y="2948737"/>
              <a:ext cx="762000" cy="394488"/>
              <a:chOff x="3779054" y="2948737"/>
              <a:chExt cx="762000" cy="394488"/>
            </a:xfrm>
            <a:noFill/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DE63B42D-7B02-756D-B7B9-AC9687651FB1}"/>
                  </a:ext>
                </a:extLst>
              </p:cNvPr>
              <p:cNvSpPr/>
              <p:nvPr/>
            </p:nvSpPr>
            <p:spPr>
              <a:xfrm>
                <a:off x="3779054" y="2948737"/>
                <a:ext cx="76200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0" name="Picture 149">
                <a:extLst>
                  <a:ext uri="{FF2B5EF4-FFF2-40B4-BE49-F238E27FC236}">
                    <a16:creationId xmlns:a16="http://schemas.microsoft.com/office/drawing/2014/main" id="{BD7B7386-4DBE-B1BA-DCEF-0E39688B4C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73828" y="2996265"/>
                <a:ext cx="571500" cy="346960"/>
              </a:xfrm>
              <a:custGeom>
                <a:avLst/>
                <a:gdLst>
                  <a:gd name="csX0" fmla="*/ 0 w 571500"/>
                  <a:gd name="csY0" fmla="*/ 0 h 346960"/>
                  <a:gd name="csX1" fmla="*/ 571500 w 571500"/>
                  <a:gd name="csY1" fmla="*/ 0 h 346960"/>
                  <a:gd name="csX2" fmla="*/ 571500 w 571500"/>
                  <a:gd name="csY2" fmla="*/ 346960 h 346960"/>
                  <a:gd name="csX3" fmla="*/ 0 w 571500"/>
                  <a:gd name="csY3" fmla="*/ 346960 h 346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1500" h="34696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346960"/>
                    </a:lnTo>
                    <a:lnTo>
                      <a:pt x="0" y="346960"/>
                    </a:lnTo>
                    <a:close/>
                  </a:path>
                </a:pathLst>
              </a:custGeom>
            </p:spPr>
          </p:pic>
        </p:grpSp>
        <p:grpSp>
          <p:nvGrpSpPr>
            <p:cNvPr id="151" name="Graphic 10">
              <a:extLst>
                <a:ext uri="{FF2B5EF4-FFF2-40B4-BE49-F238E27FC236}">
                  <a16:creationId xmlns:a16="http://schemas.microsoft.com/office/drawing/2014/main" id="{66189CA3-37F9-F37B-E9DF-E4683507F012}"/>
                </a:ext>
              </a:extLst>
            </p:cNvPr>
            <p:cNvGrpSpPr/>
            <p:nvPr/>
          </p:nvGrpSpPr>
          <p:grpSpPr>
            <a:xfrm>
              <a:off x="4797753" y="3804255"/>
              <a:ext cx="762000" cy="394488"/>
              <a:chOff x="4797753" y="3804255"/>
              <a:chExt cx="762000" cy="394488"/>
            </a:xfrm>
            <a:noFill/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CDB53C93-8570-AB09-CA65-129F63178394}"/>
                  </a:ext>
                </a:extLst>
              </p:cNvPr>
              <p:cNvSpPr/>
              <p:nvPr/>
            </p:nvSpPr>
            <p:spPr>
              <a:xfrm>
                <a:off x="4797753" y="3804255"/>
                <a:ext cx="76200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3" name="Picture 152">
                <a:extLst>
                  <a:ext uri="{FF2B5EF4-FFF2-40B4-BE49-F238E27FC236}">
                    <a16:creationId xmlns:a16="http://schemas.microsoft.com/office/drawing/2014/main" id="{1420D274-0C6D-E873-CC04-7CA3830343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93003" y="3851783"/>
                <a:ext cx="571500" cy="346960"/>
              </a:xfrm>
              <a:custGeom>
                <a:avLst/>
                <a:gdLst>
                  <a:gd name="csX0" fmla="*/ 0 w 571500"/>
                  <a:gd name="csY0" fmla="*/ 0 h 346960"/>
                  <a:gd name="csX1" fmla="*/ 571500 w 571500"/>
                  <a:gd name="csY1" fmla="*/ 0 h 346960"/>
                  <a:gd name="csX2" fmla="*/ 571500 w 571500"/>
                  <a:gd name="csY2" fmla="*/ 346960 h 346960"/>
                  <a:gd name="csX3" fmla="*/ 0 w 571500"/>
                  <a:gd name="csY3" fmla="*/ 346960 h 346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1500" h="34696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346960"/>
                    </a:lnTo>
                    <a:lnTo>
                      <a:pt x="0" y="346960"/>
                    </a:lnTo>
                    <a:close/>
                  </a:path>
                </a:pathLst>
              </a:custGeom>
            </p:spPr>
          </p:pic>
        </p:grpSp>
        <p:grpSp>
          <p:nvGrpSpPr>
            <p:cNvPr id="154" name="Graphic 10">
              <a:extLst>
                <a:ext uri="{FF2B5EF4-FFF2-40B4-BE49-F238E27FC236}">
                  <a16:creationId xmlns:a16="http://schemas.microsoft.com/office/drawing/2014/main" id="{80DD2D9A-A8D3-CB50-E68C-A9749C9A422D}"/>
                </a:ext>
              </a:extLst>
            </p:cNvPr>
            <p:cNvGrpSpPr/>
            <p:nvPr/>
          </p:nvGrpSpPr>
          <p:grpSpPr>
            <a:xfrm>
              <a:off x="3226128" y="5705406"/>
              <a:ext cx="2000250" cy="394488"/>
              <a:chOff x="3226128" y="5705406"/>
              <a:chExt cx="2000250" cy="394488"/>
            </a:xfrm>
            <a:noFill/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3E7843F0-409C-9BA0-D82D-2B17001A13EB}"/>
                  </a:ext>
                </a:extLst>
              </p:cNvPr>
              <p:cNvSpPr/>
              <p:nvPr/>
            </p:nvSpPr>
            <p:spPr>
              <a:xfrm>
                <a:off x="3226128" y="5705406"/>
                <a:ext cx="200025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6" name="Picture 155">
                <a:extLst>
                  <a:ext uri="{FF2B5EF4-FFF2-40B4-BE49-F238E27FC236}">
                    <a16:creationId xmlns:a16="http://schemas.microsoft.com/office/drawing/2014/main" id="{45E1AE01-6DA1-DB87-846F-5312A570DE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11890" y="5752935"/>
                <a:ext cx="1228725" cy="346960"/>
              </a:xfrm>
              <a:custGeom>
                <a:avLst/>
                <a:gdLst>
                  <a:gd name="csX0" fmla="*/ 0 w 1228725"/>
                  <a:gd name="csY0" fmla="*/ 0 h 346960"/>
                  <a:gd name="csX1" fmla="*/ 1228725 w 1228725"/>
                  <a:gd name="csY1" fmla="*/ 0 h 346960"/>
                  <a:gd name="csX2" fmla="*/ 1228725 w 1228725"/>
                  <a:gd name="csY2" fmla="*/ 346960 h 346960"/>
                  <a:gd name="csX3" fmla="*/ 0 w 1228725"/>
                  <a:gd name="csY3" fmla="*/ 346960 h 346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28725" h="346960">
                    <a:moveTo>
                      <a:pt x="0" y="0"/>
                    </a:moveTo>
                    <a:lnTo>
                      <a:pt x="1228725" y="0"/>
                    </a:lnTo>
                    <a:lnTo>
                      <a:pt x="1228725" y="346960"/>
                    </a:lnTo>
                    <a:lnTo>
                      <a:pt x="0" y="34696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85A83E9-6FA7-8DCB-EFE4-B9242D0BD72D}"/>
              </a:ext>
            </a:extLst>
          </p:cNvPr>
          <p:cNvGrpSpPr/>
          <p:nvPr/>
        </p:nvGrpSpPr>
        <p:grpSpPr>
          <a:xfrm>
            <a:off x="6425456" y="3559140"/>
            <a:ext cx="2857500" cy="2176818"/>
            <a:chOff x="6121728" y="3718703"/>
            <a:chExt cx="2857500" cy="2176818"/>
          </a:xfrm>
        </p:grpSpPr>
        <p:grpSp>
          <p:nvGrpSpPr>
            <p:cNvPr id="167" name="Graphic 10">
              <a:extLst>
                <a:ext uri="{FF2B5EF4-FFF2-40B4-BE49-F238E27FC236}">
                  <a16:creationId xmlns:a16="http://schemas.microsoft.com/office/drawing/2014/main" id="{508E1EFD-0E30-1CD9-E8ED-F0FBEFC44102}"/>
                </a:ext>
              </a:extLst>
            </p:cNvPr>
            <p:cNvGrpSpPr/>
            <p:nvPr/>
          </p:nvGrpSpPr>
          <p:grpSpPr>
            <a:xfrm>
              <a:off x="6978978" y="4422129"/>
              <a:ext cx="952500" cy="380230"/>
              <a:chOff x="6978978" y="4422129"/>
              <a:chExt cx="952500" cy="380230"/>
            </a:xfrm>
            <a:solidFill>
              <a:srgbClr val="DAE8FC"/>
            </a:solidFill>
          </p:grpSpPr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45F207D2-DA96-5720-A768-5D7FCFEB75A5}"/>
                  </a:ext>
                </a:extLst>
              </p:cNvPr>
              <p:cNvSpPr/>
              <p:nvPr/>
            </p:nvSpPr>
            <p:spPr>
              <a:xfrm>
                <a:off x="6978978" y="4422129"/>
                <a:ext cx="952500" cy="380230"/>
              </a:xfrm>
              <a:prstGeom prst="rect">
                <a:avLst/>
              </a:prstGeom>
              <a:solidFill>
                <a:srgbClr val="DAE8FC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93798BD7-51F6-B3B8-9B01-E7D562BC15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88503" y="4502928"/>
                <a:ext cx="933450" cy="256655"/>
              </a:xfrm>
              <a:custGeom>
                <a:avLst/>
                <a:gdLst>
                  <a:gd name="csX0" fmla="*/ 0 w 933450"/>
                  <a:gd name="csY0" fmla="*/ 0 h 256655"/>
                  <a:gd name="csX1" fmla="*/ 933450 w 933450"/>
                  <a:gd name="csY1" fmla="*/ 0 h 256655"/>
                  <a:gd name="csX2" fmla="*/ 933450 w 933450"/>
                  <a:gd name="csY2" fmla="*/ 256655 h 256655"/>
                  <a:gd name="csX3" fmla="*/ 0 w 933450"/>
                  <a:gd name="csY3" fmla="*/ 256655 h 2566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3450" h="256655">
                    <a:moveTo>
                      <a:pt x="0" y="0"/>
                    </a:moveTo>
                    <a:lnTo>
                      <a:pt x="933450" y="0"/>
                    </a:lnTo>
                    <a:lnTo>
                      <a:pt x="933450" y="256655"/>
                    </a:lnTo>
                    <a:lnTo>
                      <a:pt x="0" y="25665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8" name="Graphic 10">
              <a:extLst>
                <a:ext uri="{FF2B5EF4-FFF2-40B4-BE49-F238E27FC236}">
                  <a16:creationId xmlns:a16="http://schemas.microsoft.com/office/drawing/2014/main" id="{AA91C2CF-9366-0E84-62B3-204E04B6622E}"/>
                </a:ext>
              </a:extLst>
            </p:cNvPr>
            <p:cNvGrpSpPr/>
            <p:nvPr/>
          </p:nvGrpSpPr>
          <p:grpSpPr>
            <a:xfrm>
              <a:off x="8179128" y="4412623"/>
              <a:ext cx="381000" cy="380230"/>
              <a:chOff x="8179128" y="4412623"/>
              <a:chExt cx="381000" cy="380230"/>
            </a:xfrm>
            <a:noFill/>
          </p:grpSpPr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88CB81A0-7215-E8BB-8AB8-04638E8ACAEA}"/>
                  </a:ext>
                </a:extLst>
              </p:cNvPr>
              <p:cNvSpPr/>
              <p:nvPr/>
            </p:nvSpPr>
            <p:spPr>
              <a:xfrm>
                <a:off x="8179128" y="4412623"/>
                <a:ext cx="38100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8" name="Picture 327">
                <a:extLst>
                  <a:ext uri="{FF2B5EF4-FFF2-40B4-BE49-F238E27FC236}">
                    <a16:creationId xmlns:a16="http://schemas.microsoft.com/office/drawing/2014/main" id="{81715028-2F9C-34E7-FDD6-62A51E612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69615" y="4483916"/>
                <a:ext cx="200025" cy="299431"/>
              </a:xfrm>
              <a:custGeom>
                <a:avLst/>
                <a:gdLst>
                  <a:gd name="csX0" fmla="*/ 0 w 200025"/>
                  <a:gd name="csY0" fmla="*/ 0 h 299431"/>
                  <a:gd name="csX1" fmla="*/ 200025 w 200025"/>
                  <a:gd name="csY1" fmla="*/ 0 h 299431"/>
                  <a:gd name="csX2" fmla="*/ 200025 w 200025"/>
                  <a:gd name="csY2" fmla="*/ 299431 h 299431"/>
                  <a:gd name="csX3" fmla="*/ 0 w 200025"/>
                  <a:gd name="csY3" fmla="*/ 299431 h 2994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0025" h="299431">
                    <a:moveTo>
                      <a:pt x="0" y="0"/>
                    </a:moveTo>
                    <a:lnTo>
                      <a:pt x="200025" y="0"/>
                    </a:lnTo>
                    <a:lnTo>
                      <a:pt x="200025" y="299431"/>
                    </a:lnTo>
                    <a:lnTo>
                      <a:pt x="0" y="299431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0">
              <a:extLst>
                <a:ext uri="{FF2B5EF4-FFF2-40B4-BE49-F238E27FC236}">
                  <a16:creationId xmlns:a16="http://schemas.microsoft.com/office/drawing/2014/main" id="{F949CB39-EA9A-C0E3-9653-E11755378505}"/>
                </a:ext>
              </a:extLst>
            </p:cNvPr>
            <p:cNvGrpSpPr/>
            <p:nvPr/>
          </p:nvGrpSpPr>
          <p:grpSpPr>
            <a:xfrm>
              <a:off x="7712403" y="4022887"/>
              <a:ext cx="76200" cy="368443"/>
              <a:chOff x="7712403" y="4022887"/>
              <a:chExt cx="76200" cy="368443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D12E6FA2-512F-6054-3978-B5EB69D5EFD3}"/>
                  </a:ext>
                </a:extLst>
              </p:cNvPr>
              <p:cNvSpPr/>
              <p:nvPr/>
            </p:nvSpPr>
            <p:spPr>
              <a:xfrm>
                <a:off x="7750503" y="4022887"/>
                <a:ext cx="9525" cy="311408"/>
              </a:xfrm>
              <a:custGeom>
                <a:avLst/>
                <a:gdLst>
                  <a:gd name="csX0" fmla="*/ 0 w 9525"/>
                  <a:gd name="csY0" fmla="*/ 0 h 311408"/>
                  <a:gd name="csX1" fmla="*/ 0 w 9525"/>
                  <a:gd name="csY1" fmla="*/ 311409 h 311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311408">
                    <a:moveTo>
                      <a:pt x="0" y="0"/>
                    </a:moveTo>
                    <a:lnTo>
                      <a:pt x="0" y="311409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E4CBD1E5-5CC3-E322-DBBC-75D1DBABD1A0}"/>
                  </a:ext>
                </a:extLst>
              </p:cNvPr>
              <p:cNvSpPr/>
              <p:nvPr/>
            </p:nvSpPr>
            <p:spPr>
              <a:xfrm>
                <a:off x="7712403" y="4315284"/>
                <a:ext cx="76200" cy="76046"/>
              </a:xfrm>
              <a:custGeom>
                <a:avLst/>
                <a:gdLst>
                  <a:gd name="csX0" fmla="*/ 38100 w 76200"/>
                  <a:gd name="csY0" fmla="*/ 76046 h 76046"/>
                  <a:gd name="csX1" fmla="*/ 0 w 76200"/>
                  <a:gd name="csY1" fmla="*/ 0 h 76046"/>
                  <a:gd name="csX2" fmla="*/ 38100 w 76200"/>
                  <a:gd name="csY2" fmla="*/ 19012 h 76046"/>
                  <a:gd name="csX3" fmla="*/ 76200 w 76200"/>
                  <a:gd name="csY3" fmla="*/ 0 h 7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" h="76046">
                    <a:moveTo>
                      <a:pt x="38100" y="76046"/>
                    </a:moveTo>
                    <a:lnTo>
                      <a:pt x="0" y="0"/>
                    </a:lnTo>
                    <a:lnTo>
                      <a:pt x="38100" y="19012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0" name="Graphic 10">
              <a:extLst>
                <a:ext uri="{FF2B5EF4-FFF2-40B4-BE49-F238E27FC236}">
                  <a16:creationId xmlns:a16="http://schemas.microsoft.com/office/drawing/2014/main" id="{448F5630-598A-B84E-06EF-C25E42F07EC8}"/>
                </a:ext>
              </a:extLst>
            </p:cNvPr>
            <p:cNvGrpSpPr/>
            <p:nvPr/>
          </p:nvGrpSpPr>
          <p:grpSpPr>
            <a:xfrm>
              <a:off x="7417128" y="4802359"/>
              <a:ext cx="76200" cy="282891"/>
              <a:chOff x="7417128" y="4802359"/>
              <a:chExt cx="76200" cy="28289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167FE9BF-8328-84A0-ACD9-55D1B6D799AE}"/>
                  </a:ext>
                </a:extLst>
              </p:cNvPr>
              <p:cNvSpPr/>
              <p:nvPr/>
            </p:nvSpPr>
            <p:spPr>
              <a:xfrm>
                <a:off x="7455228" y="4802359"/>
                <a:ext cx="9525" cy="225856"/>
              </a:xfrm>
              <a:custGeom>
                <a:avLst/>
                <a:gdLst>
                  <a:gd name="csX0" fmla="*/ 0 w 9525"/>
                  <a:gd name="csY0" fmla="*/ 0 h 225856"/>
                  <a:gd name="csX1" fmla="*/ 0 w 9525"/>
                  <a:gd name="csY1" fmla="*/ 225857 h 2258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225856">
                    <a:moveTo>
                      <a:pt x="0" y="0"/>
                    </a:moveTo>
                    <a:lnTo>
                      <a:pt x="0" y="225857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A8D9134C-34E9-E594-A55B-69B8D38A6E8E}"/>
                  </a:ext>
                </a:extLst>
              </p:cNvPr>
              <p:cNvSpPr/>
              <p:nvPr/>
            </p:nvSpPr>
            <p:spPr>
              <a:xfrm>
                <a:off x="7417128" y="5009204"/>
                <a:ext cx="76200" cy="76046"/>
              </a:xfrm>
              <a:custGeom>
                <a:avLst/>
                <a:gdLst>
                  <a:gd name="csX0" fmla="*/ 38100 w 76200"/>
                  <a:gd name="csY0" fmla="*/ 76046 h 76046"/>
                  <a:gd name="csX1" fmla="*/ 0 w 76200"/>
                  <a:gd name="csY1" fmla="*/ 0 h 76046"/>
                  <a:gd name="csX2" fmla="*/ 38100 w 76200"/>
                  <a:gd name="csY2" fmla="*/ 19012 h 76046"/>
                  <a:gd name="csX3" fmla="*/ 76200 w 76200"/>
                  <a:gd name="csY3" fmla="*/ 0 h 7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" h="76046">
                    <a:moveTo>
                      <a:pt x="38100" y="76046"/>
                    </a:moveTo>
                    <a:lnTo>
                      <a:pt x="0" y="0"/>
                    </a:lnTo>
                    <a:lnTo>
                      <a:pt x="38100" y="19012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1" name="Graphic 10">
              <a:extLst>
                <a:ext uri="{FF2B5EF4-FFF2-40B4-BE49-F238E27FC236}">
                  <a16:creationId xmlns:a16="http://schemas.microsoft.com/office/drawing/2014/main" id="{6795C531-BEB8-3365-5386-3BDB383E12A3}"/>
                </a:ext>
              </a:extLst>
            </p:cNvPr>
            <p:cNvGrpSpPr/>
            <p:nvPr/>
          </p:nvGrpSpPr>
          <p:grpSpPr>
            <a:xfrm>
              <a:off x="7962338" y="4578974"/>
              <a:ext cx="264414" cy="76046"/>
              <a:chOff x="7962338" y="4578974"/>
              <a:chExt cx="264414" cy="76046"/>
            </a:xfrm>
          </p:grpSpPr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5A7C6D96-1CCB-834B-A607-433707B01352}"/>
                  </a:ext>
                </a:extLst>
              </p:cNvPr>
              <p:cNvSpPr/>
              <p:nvPr/>
            </p:nvSpPr>
            <p:spPr>
              <a:xfrm>
                <a:off x="8019488" y="4616997"/>
                <a:ext cx="207264" cy="9505"/>
              </a:xfrm>
              <a:custGeom>
                <a:avLst/>
                <a:gdLst>
                  <a:gd name="csX0" fmla="*/ 207264 w 207264"/>
                  <a:gd name="csY0" fmla="*/ 0 h 9505"/>
                  <a:gd name="csX1" fmla="*/ 0 w 207264"/>
                  <a:gd name="csY1" fmla="*/ 0 h 95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264" h="9505">
                    <a:moveTo>
                      <a:pt x="207264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189B5CBC-F107-ED01-F6B5-01F2760FFD85}"/>
                  </a:ext>
                </a:extLst>
              </p:cNvPr>
              <p:cNvSpPr/>
              <p:nvPr/>
            </p:nvSpPr>
            <p:spPr>
              <a:xfrm>
                <a:off x="7962338" y="4578974"/>
                <a:ext cx="76200" cy="76046"/>
              </a:xfrm>
              <a:custGeom>
                <a:avLst/>
                <a:gdLst>
                  <a:gd name="csX0" fmla="*/ 0 w 76200"/>
                  <a:gd name="csY0" fmla="*/ 38023 h 76046"/>
                  <a:gd name="csX1" fmla="*/ 76200 w 76200"/>
                  <a:gd name="csY1" fmla="*/ 0 h 76046"/>
                  <a:gd name="csX2" fmla="*/ 57150 w 76200"/>
                  <a:gd name="csY2" fmla="*/ 38023 h 76046"/>
                  <a:gd name="csX3" fmla="*/ 76200 w 76200"/>
                  <a:gd name="csY3" fmla="*/ 76046 h 7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" h="76046">
                    <a:moveTo>
                      <a:pt x="0" y="38023"/>
                    </a:moveTo>
                    <a:lnTo>
                      <a:pt x="76200" y="0"/>
                    </a:lnTo>
                    <a:lnTo>
                      <a:pt x="57150" y="38023"/>
                    </a:lnTo>
                    <a:lnTo>
                      <a:pt x="76200" y="76046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2" name="Graphic 10">
              <a:extLst>
                <a:ext uri="{FF2B5EF4-FFF2-40B4-BE49-F238E27FC236}">
                  <a16:creationId xmlns:a16="http://schemas.microsoft.com/office/drawing/2014/main" id="{819E86F2-D7D4-2E53-1A93-793AF7FB69A8}"/>
                </a:ext>
              </a:extLst>
            </p:cNvPr>
            <p:cNvGrpSpPr/>
            <p:nvPr/>
          </p:nvGrpSpPr>
          <p:grpSpPr>
            <a:xfrm>
              <a:off x="6893253" y="4165473"/>
              <a:ext cx="285750" cy="285172"/>
              <a:chOff x="6893253" y="4165473"/>
              <a:chExt cx="285750" cy="285172"/>
            </a:xfrm>
            <a:noFill/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F3C20D44-B192-8CBB-C21B-993B635B6284}"/>
                  </a:ext>
                </a:extLst>
              </p:cNvPr>
              <p:cNvSpPr/>
              <p:nvPr/>
            </p:nvSpPr>
            <p:spPr>
              <a:xfrm>
                <a:off x="6893253" y="4165473"/>
                <a:ext cx="285750" cy="285172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0" name="Picture 319">
                <a:extLst>
                  <a:ext uri="{FF2B5EF4-FFF2-40B4-BE49-F238E27FC236}">
                    <a16:creationId xmlns:a16="http://schemas.microsoft.com/office/drawing/2014/main" id="{DD2445D6-79D5-2BED-9224-A1DA89B72E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88503" y="4222508"/>
                <a:ext cx="95250" cy="209126"/>
              </a:xfrm>
              <a:custGeom>
                <a:avLst/>
                <a:gdLst>
                  <a:gd name="csX0" fmla="*/ 0 w 95250"/>
                  <a:gd name="csY0" fmla="*/ 0 h 209126"/>
                  <a:gd name="csX1" fmla="*/ 95250 w 95250"/>
                  <a:gd name="csY1" fmla="*/ 0 h 209126"/>
                  <a:gd name="csX2" fmla="*/ 95250 w 95250"/>
                  <a:gd name="csY2" fmla="*/ 209127 h 209126"/>
                  <a:gd name="csX3" fmla="*/ 0 w 95250"/>
                  <a:gd name="csY3" fmla="*/ 209127 h 209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250" h="209126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209127"/>
                    </a:lnTo>
                    <a:lnTo>
                      <a:pt x="0" y="209127"/>
                    </a:lnTo>
                    <a:close/>
                  </a:path>
                </a:pathLst>
              </a:custGeom>
            </p:spPr>
          </p:pic>
        </p:grpSp>
        <p:grpSp>
          <p:nvGrpSpPr>
            <p:cNvPr id="173" name="Graphic 10">
              <a:extLst>
                <a:ext uri="{FF2B5EF4-FFF2-40B4-BE49-F238E27FC236}">
                  <a16:creationId xmlns:a16="http://schemas.microsoft.com/office/drawing/2014/main" id="{4C7B3C0A-1969-1F4F-0CFD-5439DD838566}"/>
                </a:ext>
              </a:extLst>
            </p:cNvPr>
            <p:cNvGrpSpPr/>
            <p:nvPr/>
          </p:nvGrpSpPr>
          <p:grpSpPr>
            <a:xfrm>
              <a:off x="7131378" y="4041899"/>
              <a:ext cx="76200" cy="349431"/>
              <a:chOff x="7131378" y="4041899"/>
              <a:chExt cx="76200" cy="349431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10B8E439-085C-DBF8-76E1-F1321BCE53AD}"/>
                  </a:ext>
                </a:extLst>
              </p:cNvPr>
              <p:cNvSpPr/>
              <p:nvPr/>
            </p:nvSpPr>
            <p:spPr>
              <a:xfrm>
                <a:off x="7169478" y="4041899"/>
                <a:ext cx="9525" cy="292397"/>
              </a:xfrm>
              <a:custGeom>
                <a:avLst/>
                <a:gdLst>
                  <a:gd name="csX0" fmla="*/ 0 w 9525"/>
                  <a:gd name="csY0" fmla="*/ 0 h 292397"/>
                  <a:gd name="csX1" fmla="*/ 0 w 9525"/>
                  <a:gd name="csY1" fmla="*/ 292397 h 292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292397">
                    <a:moveTo>
                      <a:pt x="0" y="0"/>
                    </a:moveTo>
                    <a:lnTo>
                      <a:pt x="0" y="292397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09370CB8-EF63-8B08-B3C0-DAD86D0CB85C}"/>
                  </a:ext>
                </a:extLst>
              </p:cNvPr>
              <p:cNvSpPr/>
              <p:nvPr/>
            </p:nvSpPr>
            <p:spPr>
              <a:xfrm>
                <a:off x="7131378" y="4315284"/>
                <a:ext cx="76200" cy="76046"/>
              </a:xfrm>
              <a:custGeom>
                <a:avLst/>
                <a:gdLst>
                  <a:gd name="csX0" fmla="*/ 38100 w 76200"/>
                  <a:gd name="csY0" fmla="*/ 76046 h 76046"/>
                  <a:gd name="csX1" fmla="*/ 0 w 76200"/>
                  <a:gd name="csY1" fmla="*/ 0 h 76046"/>
                  <a:gd name="csX2" fmla="*/ 38100 w 76200"/>
                  <a:gd name="csY2" fmla="*/ 19012 h 76046"/>
                  <a:gd name="csX3" fmla="*/ 76200 w 76200"/>
                  <a:gd name="csY3" fmla="*/ 0 h 76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" h="76046">
                    <a:moveTo>
                      <a:pt x="38100" y="76046"/>
                    </a:moveTo>
                    <a:lnTo>
                      <a:pt x="0" y="0"/>
                    </a:lnTo>
                    <a:lnTo>
                      <a:pt x="38100" y="19012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4" name="Graphic 10">
              <a:extLst>
                <a:ext uri="{FF2B5EF4-FFF2-40B4-BE49-F238E27FC236}">
                  <a16:creationId xmlns:a16="http://schemas.microsoft.com/office/drawing/2014/main" id="{95762C42-AC90-EABE-F5BA-874923172EB0}"/>
                </a:ext>
              </a:extLst>
            </p:cNvPr>
            <p:cNvGrpSpPr/>
            <p:nvPr/>
          </p:nvGrpSpPr>
          <p:grpSpPr>
            <a:xfrm>
              <a:off x="7721928" y="4165473"/>
              <a:ext cx="285750" cy="285172"/>
              <a:chOff x="7721928" y="4165473"/>
              <a:chExt cx="285750" cy="285172"/>
            </a:xfrm>
            <a:noFill/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FC18D230-1130-4958-835F-F61AC6B93885}"/>
                  </a:ext>
                </a:extLst>
              </p:cNvPr>
              <p:cNvSpPr/>
              <p:nvPr/>
            </p:nvSpPr>
            <p:spPr>
              <a:xfrm>
                <a:off x="7721928" y="4165473"/>
                <a:ext cx="285750" cy="285172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51529931-EA7F-EF28-31EA-B736CBC875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21940" y="4222508"/>
                <a:ext cx="85725" cy="209126"/>
              </a:xfrm>
              <a:custGeom>
                <a:avLst/>
                <a:gdLst>
                  <a:gd name="csX0" fmla="*/ 0 w 85725"/>
                  <a:gd name="csY0" fmla="*/ 0 h 209126"/>
                  <a:gd name="csX1" fmla="*/ 85725 w 85725"/>
                  <a:gd name="csY1" fmla="*/ 0 h 209126"/>
                  <a:gd name="csX2" fmla="*/ 85725 w 85725"/>
                  <a:gd name="csY2" fmla="*/ 209127 h 209126"/>
                  <a:gd name="csX3" fmla="*/ 0 w 85725"/>
                  <a:gd name="csY3" fmla="*/ 209127 h 209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725" h="209126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209127"/>
                    </a:lnTo>
                    <a:lnTo>
                      <a:pt x="0" y="209127"/>
                    </a:lnTo>
                    <a:close/>
                  </a:path>
                </a:pathLst>
              </a:custGeom>
            </p:spPr>
          </p:pic>
        </p:grpSp>
        <p:grpSp>
          <p:nvGrpSpPr>
            <p:cNvPr id="175" name="Graphic 10">
              <a:extLst>
                <a:ext uri="{FF2B5EF4-FFF2-40B4-BE49-F238E27FC236}">
                  <a16:creationId xmlns:a16="http://schemas.microsoft.com/office/drawing/2014/main" id="{902E87BB-B9F3-51F6-85C9-3CD168AC51F3}"/>
                </a:ext>
              </a:extLst>
            </p:cNvPr>
            <p:cNvGrpSpPr/>
            <p:nvPr/>
          </p:nvGrpSpPr>
          <p:grpSpPr>
            <a:xfrm>
              <a:off x="6978978" y="3718703"/>
              <a:ext cx="381000" cy="394488"/>
              <a:chOff x="6978978" y="3718703"/>
              <a:chExt cx="381000" cy="394488"/>
            </a:xfrm>
            <a:noFill/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107533AC-C422-9FEB-E0C1-C7D4F38BCD43}"/>
                  </a:ext>
                </a:extLst>
              </p:cNvPr>
              <p:cNvSpPr/>
              <p:nvPr/>
            </p:nvSpPr>
            <p:spPr>
              <a:xfrm>
                <a:off x="6978978" y="3718703"/>
                <a:ext cx="38100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6" name="Picture 185">
                <a:extLst>
                  <a:ext uri="{FF2B5EF4-FFF2-40B4-BE49-F238E27FC236}">
                    <a16:creationId xmlns:a16="http://schemas.microsoft.com/office/drawing/2014/main" id="{8C0C5614-7EF2-1B17-E472-FE636D077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74228" y="3766232"/>
                <a:ext cx="190500" cy="346960"/>
              </a:xfrm>
              <a:custGeom>
                <a:avLst/>
                <a:gdLst>
                  <a:gd name="csX0" fmla="*/ 0 w 190500"/>
                  <a:gd name="csY0" fmla="*/ 0 h 346960"/>
                  <a:gd name="csX1" fmla="*/ 190500 w 190500"/>
                  <a:gd name="csY1" fmla="*/ 0 h 346960"/>
                  <a:gd name="csX2" fmla="*/ 190500 w 190500"/>
                  <a:gd name="csY2" fmla="*/ 346960 h 346960"/>
                  <a:gd name="csX3" fmla="*/ 0 w 190500"/>
                  <a:gd name="csY3" fmla="*/ 346960 h 346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0500" h="34696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346960"/>
                    </a:lnTo>
                    <a:lnTo>
                      <a:pt x="0" y="346960"/>
                    </a:lnTo>
                    <a:close/>
                  </a:path>
                </a:pathLst>
              </a:custGeom>
            </p:spPr>
          </p:pic>
        </p:grpSp>
        <p:grpSp>
          <p:nvGrpSpPr>
            <p:cNvPr id="176" name="Graphic 10">
              <a:extLst>
                <a:ext uri="{FF2B5EF4-FFF2-40B4-BE49-F238E27FC236}">
                  <a16:creationId xmlns:a16="http://schemas.microsoft.com/office/drawing/2014/main" id="{A5CA66E3-CBD6-BC57-D069-16F1C6BBC2FC}"/>
                </a:ext>
              </a:extLst>
            </p:cNvPr>
            <p:cNvGrpSpPr/>
            <p:nvPr/>
          </p:nvGrpSpPr>
          <p:grpSpPr>
            <a:xfrm>
              <a:off x="7550478" y="3718703"/>
              <a:ext cx="381000" cy="394488"/>
              <a:chOff x="7550478" y="3718703"/>
              <a:chExt cx="381000" cy="394488"/>
            </a:xfrm>
            <a:noFill/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F1E2C876-15E1-B727-67B1-6999073C349F}"/>
                  </a:ext>
                </a:extLst>
              </p:cNvPr>
              <p:cNvSpPr/>
              <p:nvPr/>
            </p:nvSpPr>
            <p:spPr>
              <a:xfrm>
                <a:off x="7550478" y="3718703"/>
                <a:ext cx="38100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E7D4ABD9-0DE4-E108-76F9-3F0332B146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45728" y="3766232"/>
                <a:ext cx="190500" cy="346960"/>
              </a:xfrm>
              <a:custGeom>
                <a:avLst/>
                <a:gdLst>
                  <a:gd name="csX0" fmla="*/ 0 w 190500"/>
                  <a:gd name="csY0" fmla="*/ 0 h 346960"/>
                  <a:gd name="csX1" fmla="*/ 190500 w 190500"/>
                  <a:gd name="csY1" fmla="*/ 0 h 346960"/>
                  <a:gd name="csX2" fmla="*/ 190500 w 190500"/>
                  <a:gd name="csY2" fmla="*/ 346960 h 346960"/>
                  <a:gd name="csX3" fmla="*/ 0 w 190500"/>
                  <a:gd name="csY3" fmla="*/ 346960 h 346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0500" h="34696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346960"/>
                    </a:lnTo>
                    <a:lnTo>
                      <a:pt x="0" y="346960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0">
              <a:extLst>
                <a:ext uri="{FF2B5EF4-FFF2-40B4-BE49-F238E27FC236}">
                  <a16:creationId xmlns:a16="http://schemas.microsoft.com/office/drawing/2014/main" id="{21C90E93-17CA-8333-74A4-06302178472B}"/>
                </a:ext>
              </a:extLst>
            </p:cNvPr>
            <p:cNvGrpSpPr/>
            <p:nvPr/>
          </p:nvGrpSpPr>
          <p:grpSpPr>
            <a:xfrm>
              <a:off x="7264728" y="5040003"/>
              <a:ext cx="381000" cy="394488"/>
              <a:chOff x="7264728" y="5040003"/>
              <a:chExt cx="381000" cy="394488"/>
            </a:xfrm>
            <a:noFill/>
          </p:grpSpPr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B83399BC-308F-8169-BEF3-EB1645767F76}"/>
                  </a:ext>
                </a:extLst>
              </p:cNvPr>
              <p:cNvSpPr/>
              <p:nvPr/>
            </p:nvSpPr>
            <p:spPr>
              <a:xfrm>
                <a:off x="7264728" y="5040003"/>
                <a:ext cx="38100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2" name="Picture 181">
                <a:extLst>
                  <a:ext uri="{FF2B5EF4-FFF2-40B4-BE49-F238E27FC236}">
                    <a16:creationId xmlns:a16="http://schemas.microsoft.com/office/drawing/2014/main" id="{A3633462-DDA9-68F1-20C9-0FA59AFB48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359978" y="5087532"/>
                <a:ext cx="190500" cy="346960"/>
              </a:xfrm>
              <a:custGeom>
                <a:avLst/>
                <a:gdLst>
                  <a:gd name="csX0" fmla="*/ 0 w 190500"/>
                  <a:gd name="csY0" fmla="*/ 0 h 346960"/>
                  <a:gd name="csX1" fmla="*/ 190500 w 190500"/>
                  <a:gd name="csY1" fmla="*/ 0 h 346960"/>
                  <a:gd name="csX2" fmla="*/ 190500 w 190500"/>
                  <a:gd name="csY2" fmla="*/ 346960 h 346960"/>
                  <a:gd name="csX3" fmla="*/ 0 w 190500"/>
                  <a:gd name="csY3" fmla="*/ 346960 h 346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0500" h="34696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346960"/>
                    </a:lnTo>
                    <a:lnTo>
                      <a:pt x="0" y="346960"/>
                    </a:lnTo>
                    <a:close/>
                  </a:path>
                </a:pathLst>
              </a:custGeom>
            </p:spPr>
          </p:pic>
        </p:grpSp>
        <p:grpSp>
          <p:nvGrpSpPr>
            <p:cNvPr id="178" name="Graphic 10">
              <a:extLst>
                <a:ext uri="{FF2B5EF4-FFF2-40B4-BE49-F238E27FC236}">
                  <a16:creationId xmlns:a16="http://schemas.microsoft.com/office/drawing/2014/main" id="{9106BDCB-107F-3D9C-BB2B-0FED56CFEC25}"/>
                </a:ext>
              </a:extLst>
            </p:cNvPr>
            <p:cNvGrpSpPr/>
            <p:nvPr/>
          </p:nvGrpSpPr>
          <p:grpSpPr>
            <a:xfrm>
              <a:off x="6121728" y="5515291"/>
              <a:ext cx="2857500" cy="380230"/>
              <a:chOff x="6121728" y="5515291"/>
              <a:chExt cx="2857500" cy="380230"/>
            </a:xfrm>
            <a:noFill/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63B24F19-0CED-F62E-87A3-3D36D97F2517}"/>
                  </a:ext>
                </a:extLst>
              </p:cNvPr>
              <p:cNvSpPr/>
              <p:nvPr/>
            </p:nvSpPr>
            <p:spPr>
              <a:xfrm>
                <a:off x="6121728" y="5515291"/>
                <a:ext cx="2857500" cy="38023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0" name="Picture 179">
                <a:extLst>
                  <a:ext uri="{FF2B5EF4-FFF2-40B4-BE49-F238E27FC236}">
                    <a16:creationId xmlns:a16="http://schemas.microsoft.com/office/drawing/2014/main" id="{92AE70EE-7251-5665-FD9E-6B0ED6215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59903" y="5586584"/>
                <a:ext cx="1581150" cy="299431"/>
              </a:xfrm>
              <a:custGeom>
                <a:avLst/>
                <a:gdLst>
                  <a:gd name="csX0" fmla="*/ 0 w 1581150"/>
                  <a:gd name="csY0" fmla="*/ 0 h 299431"/>
                  <a:gd name="csX1" fmla="*/ 1581150 w 1581150"/>
                  <a:gd name="csY1" fmla="*/ 0 h 299431"/>
                  <a:gd name="csX2" fmla="*/ 1581150 w 1581150"/>
                  <a:gd name="csY2" fmla="*/ 299431 h 299431"/>
                  <a:gd name="csX3" fmla="*/ 0 w 1581150"/>
                  <a:gd name="csY3" fmla="*/ 299431 h 2994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81150" h="299431">
                    <a:moveTo>
                      <a:pt x="0" y="0"/>
                    </a:moveTo>
                    <a:lnTo>
                      <a:pt x="1581150" y="0"/>
                    </a:lnTo>
                    <a:lnTo>
                      <a:pt x="1581150" y="299431"/>
                    </a:lnTo>
                    <a:lnTo>
                      <a:pt x="0" y="299431"/>
                    </a:lnTo>
                    <a:close/>
                  </a:path>
                </a:pathLst>
              </a:custGeom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79CA565-8B1D-E2BF-58C1-036E00EBF13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07103" y="3096076"/>
            <a:ext cx="361950" cy="275666"/>
          </a:xfrm>
          <a:custGeom>
            <a:avLst/>
            <a:gdLst>
              <a:gd name="csX0" fmla="*/ 0 w 361950"/>
              <a:gd name="csY0" fmla="*/ 0 h 275666"/>
              <a:gd name="csX1" fmla="*/ 361950 w 361950"/>
              <a:gd name="csY1" fmla="*/ 0 h 275666"/>
              <a:gd name="csX2" fmla="*/ 361950 w 361950"/>
              <a:gd name="csY2" fmla="*/ 275667 h 275666"/>
              <a:gd name="csX3" fmla="*/ 0 w 361950"/>
              <a:gd name="csY3" fmla="*/ 275667 h 275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1950" h="275666">
                <a:moveTo>
                  <a:pt x="0" y="0"/>
                </a:moveTo>
                <a:lnTo>
                  <a:pt x="361950" y="0"/>
                </a:lnTo>
                <a:lnTo>
                  <a:pt x="361950" y="275667"/>
                </a:lnTo>
                <a:lnTo>
                  <a:pt x="0" y="275667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CCDFC9-1233-D602-369D-7FD4373A71B8}"/>
              </a:ext>
            </a:extLst>
          </p:cNvPr>
          <p:cNvSpPr txBox="1"/>
          <p:nvPr/>
        </p:nvSpPr>
        <p:spPr>
          <a:xfrm>
            <a:off x="3636274" y="612689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053109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C478-3816-F891-5BAF-D5A95C77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43F2E89-7796-5258-C838-0A6128AB6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346" b="12188"/>
          <a:stretch>
            <a:fillRect/>
          </a:stretch>
        </p:blipFill>
        <p:spPr>
          <a:xfrm>
            <a:off x="6468911" y="2854241"/>
            <a:ext cx="2728983" cy="3044514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201AF5-3F62-D881-46DD-B0F971AC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80E42-1E30-5397-6066-3B3FF641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DCC9A303-8324-72A7-024E-8271EF489C41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FCB5C777-4FF2-D707-5D7A-84ADD68BB4B4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8EE083C-329A-3CA4-10FE-2EE7FB90140A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58D867BC-9835-2C55-AC4C-56F872EE91FC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F3C5469E-2015-293C-1513-801D31DD0B48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7039BC28-406F-9C93-7AF5-BC1E827931E7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9BB3664B-562A-09F4-1189-C39465DDEE99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4DFC07A3-69DF-609B-17E4-940AE87117E6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412E0DD6-A36F-D56E-5057-35BA2ADA64E0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C290FD51-A5CF-0D77-3636-F1F3BBC6AA62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F234C907-EE67-9803-DEB0-575C1F1EE3CE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4EE1A892-38D1-6B86-3975-7CCC84EE93EB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31C45B8B-3D0E-A2B4-1BFD-B5BD071409E1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F06B663D-A872-7340-892F-F5011BC0C8FD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DC5E1A7F-D9DC-BE61-A7C4-39D9664C4A64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D166EB2-56B9-11E5-29C2-62EF511978F6}"/>
              </a:ext>
            </a:extLst>
          </p:cNvPr>
          <p:cNvSpPr/>
          <p:nvPr/>
        </p:nvSpPr>
        <p:spPr>
          <a:xfrm>
            <a:off x="3795168" y="1613375"/>
            <a:ext cx="7911557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B6E6D4B-85BD-CBCD-01A0-5DDE04E86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2281" b="12188"/>
          <a:stretch>
            <a:fillRect/>
          </a:stretch>
        </p:blipFill>
        <p:spPr>
          <a:xfrm>
            <a:off x="3454399" y="3055344"/>
            <a:ext cx="2521099" cy="3044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3F2A0F-B8BC-AA8C-F9CF-D1C96D8264A0}"/>
              </a:ext>
            </a:extLst>
          </p:cNvPr>
          <p:cNvSpPr txBox="1"/>
          <p:nvPr/>
        </p:nvSpPr>
        <p:spPr>
          <a:xfrm>
            <a:off x="1503913" y="294873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E25576-B307-B430-804D-70837EDA5D20}"/>
                  </a:ext>
                </a:extLst>
              </p:cNvPr>
              <p:cNvSpPr txBox="1"/>
              <p:nvPr/>
            </p:nvSpPr>
            <p:spPr>
              <a:xfrm>
                <a:off x="1503913" y="3875302"/>
                <a:ext cx="107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𝑡𝑟𝑒𝑒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E25576-B307-B430-804D-70837EDA5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913" y="3875302"/>
                <a:ext cx="1072793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73CF72-275E-4530-1C7A-C36FB2C2122D}"/>
                  </a:ext>
                </a:extLst>
              </p:cNvPr>
              <p:cNvSpPr txBox="1"/>
              <p:nvPr/>
            </p:nvSpPr>
            <p:spPr>
              <a:xfrm>
                <a:off x="1503913" y="4271376"/>
                <a:ext cx="1124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𝑔𝑎𝑡𝑒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73CF72-275E-4530-1C7A-C36FB2C21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913" y="4271376"/>
                <a:ext cx="1124090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F034E71-8F3E-255C-DD5E-3F0DC2722606}"/>
              </a:ext>
            </a:extLst>
          </p:cNvPr>
          <p:cNvSpPr/>
          <p:nvPr/>
        </p:nvSpPr>
        <p:spPr>
          <a:xfrm>
            <a:off x="1390097" y="3902044"/>
            <a:ext cx="1475023" cy="369332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3F034A-A2C6-CF06-C7A8-60F6E6C73857}"/>
              </a:ext>
            </a:extLst>
          </p:cNvPr>
          <p:cNvSpPr txBox="1"/>
          <p:nvPr/>
        </p:nvSpPr>
        <p:spPr>
          <a:xfrm>
            <a:off x="3742604" y="612689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733504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37BA-09C5-D4BC-431E-004738391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D8F22F-8E63-4080-8618-1A2094EB9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0B2ED6-E6E5-C0B4-9FB9-958ED09E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26F016F4-1EAA-C9CE-9F47-3527869DA004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3BFAF825-92F0-E1B3-D21A-601C7D455F67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6ABF93A-BFD8-5E0B-6C9B-83D8D3944168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5DA2BB04-4765-F7B0-61FE-0DD20C0AC2C6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332212D5-9B87-1BA0-6B84-1532BFE52624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E0C5F164-8828-25D4-D5EA-CE5039F8DF9E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B0487164-82A5-B20F-8B3F-2F3FCDD318B6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A0DD1420-D029-0D55-06EC-227D9A05CFED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9A9B36DC-61AC-D05B-7353-45DFB7B42E7B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F608E844-6B9B-48DA-224F-AF3880BBE373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EDC66245-E2F4-602F-F4B9-FB125E956DDB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0807FE37-7255-2E24-847F-03767BCF331C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B6B5CB7F-15FE-3118-2C82-B9C4E6483421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8FA5D3D7-7686-9F75-B1F4-7C4BD953A1F0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C70196CD-4A35-A11C-D96D-A14EBE1EAAFF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B935108-4A50-1224-D8AA-46360110430E}"/>
              </a:ext>
            </a:extLst>
          </p:cNvPr>
          <p:cNvSpPr/>
          <p:nvPr/>
        </p:nvSpPr>
        <p:spPr>
          <a:xfrm>
            <a:off x="6382923" y="1605235"/>
            <a:ext cx="5323801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79592C-8C6D-B2B8-1745-A324FFD86E0E}"/>
              </a:ext>
            </a:extLst>
          </p:cNvPr>
          <p:cNvSpPr/>
          <p:nvPr/>
        </p:nvSpPr>
        <p:spPr>
          <a:xfrm>
            <a:off x="1059124" y="1567384"/>
            <a:ext cx="2162194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52FF231-9B08-48E3-8564-F93DDA527E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9341"/>
          <a:stretch>
            <a:fillRect/>
          </a:stretch>
        </p:blipFill>
        <p:spPr>
          <a:xfrm>
            <a:off x="3038632" y="2702532"/>
            <a:ext cx="2270954" cy="40359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A4B2906-09AE-C047-3C78-39D4F3761F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108"/>
          <a:stretch>
            <a:fillRect/>
          </a:stretch>
        </p:blipFill>
        <p:spPr>
          <a:xfrm>
            <a:off x="5809075" y="2798434"/>
            <a:ext cx="2809835" cy="36325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81786C5-750C-3DDF-214D-713B3FD0161A}"/>
              </a:ext>
            </a:extLst>
          </p:cNvPr>
          <p:cNvSpPr/>
          <p:nvPr/>
        </p:nvSpPr>
        <p:spPr>
          <a:xfrm>
            <a:off x="7752271" y="3041414"/>
            <a:ext cx="925903" cy="1421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0EA69A-4BE7-AD1B-D53D-9B2C762278C0}"/>
              </a:ext>
            </a:extLst>
          </p:cNvPr>
          <p:cNvSpPr/>
          <p:nvPr/>
        </p:nvSpPr>
        <p:spPr>
          <a:xfrm>
            <a:off x="7752271" y="5101126"/>
            <a:ext cx="866639" cy="1092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4D25BC-381A-5FE2-8A37-6DF370F98C78}"/>
              </a:ext>
            </a:extLst>
          </p:cNvPr>
          <p:cNvSpPr/>
          <p:nvPr/>
        </p:nvSpPr>
        <p:spPr>
          <a:xfrm>
            <a:off x="8425587" y="4370717"/>
            <a:ext cx="193324" cy="756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2B02D-47A3-64E4-A0C2-63A34CDD7A27}"/>
              </a:ext>
            </a:extLst>
          </p:cNvPr>
          <p:cNvSpPr txBox="1"/>
          <p:nvPr/>
        </p:nvSpPr>
        <p:spPr>
          <a:xfrm>
            <a:off x="3301161" y="620125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4357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23E4-C662-795F-E04F-822747BED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9BE800-6349-0442-DD3D-BD306FBE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5B3503-6C65-5D0C-BFF2-FC0C810E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9020416A-4458-3DA0-404F-2AB50BE4EFCD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C3337D6E-B123-D76A-9BCE-A1640DE7A624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323E578-92E6-FD90-1171-C2E0AB11F1D9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378D2054-3927-3347-5AD1-589881153B3B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1AE259B0-FC5E-955F-A0B5-CCCDF2DD047D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9FBA7EF8-09B2-4B24-F54C-DF36259A2D80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1F63F0EA-1361-8651-AD6D-65B3C4F31FE1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B6FBA5A0-D9BE-D9B9-495E-3F27C49E7E6A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09EF42FA-82C5-42F3-D4F0-0478C583DD2B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613AF298-F3B0-AECF-2B44-D4A5D66F2AE0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D756F28D-DA54-3C46-556D-6FD071724F05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442DA464-8495-E6B3-E9B5-13D8CAC8F75B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F4C70781-62E8-604D-9A56-F64A542CC96B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86D1C1FE-C9F9-747C-704E-7997407BD81A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02701E66-43E7-8E68-560D-E7C7D6FDC198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205CA3-C269-E6A4-A3D9-3BD7C514B5E2}"/>
              </a:ext>
            </a:extLst>
          </p:cNvPr>
          <p:cNvSpPr/>
          <p:nvPr/>
        </p:nvSpPr>
        <p:spPr>
          <a:xfrm>
            <a:off x="1059124" y="1567384"/>
            <a:ext cx="4601662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305F483-CB3A-DE6D-9717-EB8DE1354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108"/>
          <a:stretch>
            <a:fillRect/>
          </a:stretch>
        </p:blipFill>
        <p:spPr>
          <a:xfrm>
            <a:off x="5809075" y="2798434"/>
            <a:ext cx="2809835" cy="36325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790B1D-4090-E9C9-118B-1FA28208DA26}"/>
              </a:ext>
            </a:extLst>
          </p:cNvPr>
          <p:cNvSpPr txBox="1"/>
          <p:nvPr/>
        </p:nvSpPr>
        <p:spPr>
          <a:xfrm>
            <a:off x="670560" y="3316651"/>
            <a:ext cx="78069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 token that is produced must eventually be consumed.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 token must be consumed exactly once.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8494CC7-EE5D-9F2E-FCF3-DF8A39D3BBFB}"/>
              </a:ext>
            </a:extLst>
          </p:cNvPr>
          <p:cNvSpPr/>
          <p:nvPr/>
        </p:nvSpPr>
        <p:spPr>
          <a:xfrm>
            <a:off x="7827784" y="4016458"/>
            <a:ext cx="436759" cy="180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B93B924-26F9-5A43-7BF8-492E20F4919B}"/>
              </a:ext>
            </a:extLst>
          </p:cNvPr>
          <p:cNvSpPr/>
          <p:nvPr/>
        </p:nvSpPr>
        <p:spPr>
          <a:xfrm>
            <a:off x="8328527" y="3748052"/>
            <a:ext cx="436759" cy="180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03C01-3106-F02C-D31D-70CD85CD812C}"/>
              </a:ext>
            </a:extLst>
          </p:cNvPr>
          <p:cNvSpPr txBox="1"/>
          <p:nvPr/>
        </p:nvSpPr>
        <p:spPr>
          <a:xfrm>
            <a:off x="670560" y="2832997"/>
            <a:ext cx="3428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Token-matching invariants</a:t>
            </a:r>
          </a:p>
        </p:txBody>
      </p:sp>
    </p:spTree>
    <p:extLst>
      <p:ext uri="{BB962C8B-B14F-4D97-AF65-F5344CB8AC3E}">
        <p14:creationId xmlns:p14="http://schemas.microsoft.com/office/powerpoint/2010/main" val="3404185315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7237-784C-3560-3001-E977ECBD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30200C-2739-4680-8835-EBA0DA31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ADBD2D-6329-7412-009F-7285609E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0A4CC2B2-0108-4F10-1EB1-75F3F932C393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D2E99F74-2FC4-925D-C5B8-D47E1DDB2710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E52C559-7E29-07B9-A631-3BD509D5A7AD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053C213F-E33B-D7C3-3C79-2EDDA281D217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2E88CA93-A902-09AD-587E-8A74561FAFA6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BEC942D3-EEBB-5141-7A22-62A70F2CCAC3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8AFCCFF4-30BA-C329-F2EE-515BC0CE3055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260D8B73-A986-9605-4FCA-67B507EE70E4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E301302B-CF20-87CE-CC96-FBD47D814978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2B4015F9-9DEF-DF2D-729E-2E3EBD8F0464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4E9E434A-4174-7BBE-E1D1-28DACE26AC68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1047605B-ADB7-EA3F-C282-9866374DAF66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FA98C81F-3EB8-471C-7068-1FBF8B1062D0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AE16F0BB-F8C8-B550-540F-34DB22D8DF5F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18C112CE-206C-75CF-BC7A-5CB70E636B24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8212C5-85E3-7B9C-0CF2-334C0E47BFC8}"/>
              </a:ext>
            </a:extLst>
          </p:cNvPr>
          <p:cNvSpPr/>
          <p:nvPr/>
        </p:nvSpPr>
        <p:spPr>
          <a:xfrm>
            <a:off x="1059124" y="1567384"/>
            <a:ext cx="4601662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815284B-3EF4-7549-7DB5-20DC708CEA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95164" y="2862553"/>
            <a:ext cx="8001668" cy="330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10106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874B-7DFE-213C-4E53-9C5F57B9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FB63B6-AE78-68E1-6424-2D576C74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BD25D5-586C-8AD8-94C4-F82D5F8FD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107E8CE5-57D4-21E3-C785-B6127B0CAD7B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33C429CC-C1A7-1FCA-71EB-C5F11930981F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CF1BC9B-8AD9-EE70-86A4-52468E097B0A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52A90340-1AAD-D3AA-23CC-D5A160EF9966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4AE4681A-040A-018A-6D28-FE1297091768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FDF05C27-83B8-DDEF-FE34-0523ABC9F66D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0277F798-E4B6-62B1-BD22-60E68C61A179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DA04EEDB-825A-547A-2CE7-5AC6CB76136F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8AED03B7-E363-D9F8-CEF2-6A13D6768784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9B00B2C4-87CC-1B5B-F4C3-46C308017FDA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7000DD42-9192-D178-73DF-59A575E2EFA3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45072D41-1BD1-0843-8F56-7EEE1AC70D31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3E1EDC80-3CC1-6D43-A5E3-D111EB4E2902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F70A1916-B6A9-DB3C-C8EE-107FAC2B2050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9BCF623D-16D8-2C94-4983-1549F67831B5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882A4E-BC5A-3DD9-17ED-DB8775FA95B7}"/>
              </a:ext>
            </a:extLst>
          </p:cNvPr>
          <p:cNvSpPr/>
          <p:nvPr/>
        </p:nvSpPr>
        <p:spPr>
          <a:xfrm>
            <a:off x="1059124" y="1567384"/>
            <a:ext cx="4601662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A26015-67DC-F9F0-D647-DDCF2F40C7DC}"/>
              </a:ext>
            </a:extLst>
          </p:cNvPr>
          <p:cNvSpPr/>
          <p:nvPr/>
        </p:nvSpPr>
        <p:spPr>
          <a:xfrm>
            <a:off x="2095164" y="2862553"/>
            <a:ext cx="1192185" cy="133266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0" name="Graphic 7">
            <a:extLst>
              <a:ext uri="{FF2B5EF4-FFF2-40B4-BE49-F238E27FC236}">
                <a16:creationId xmlns:a16="http://schemas.microsoft.com/office/drawing/2014/main" id="{930E10E2-8527-D312-CA5F-5DF177357524}"/>
              </a:ext>
            </a:extLst>
          </p:cNvPr>
          <p:cNvGrpSpPr/>
          <p:nvPr/>
        </p:nvGrpSpPr>
        <p:grpSpPr>
          <a:xfrm>
            <a:off x="2666711" y="3423676"/>
            <a:ext cx="49089" cy="202565"/>
            <a:chOff x="2666711" y="3423676"/>
            <a:chExt cx="49089" cy="202565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158D251-979C-986C-41EE-DF9624AD4F50}"/>
                </a:ext>
              </a:extLst>
            </p:cNvPr>
            <p:cNvSpPr/>
            <p:nvPr/>
          </p:nvSpPr>
          <p:spPr>
            <a:xfrm>
              <a:off x="2691256" y="3423676"/>
              <a:ext cx="7012" cy="165741"/>
            </a:xfrm>
            <a:custGeom>
              <a:avLst/>
              <a:gdLst>
                <a:gd name="csX0" fmla="*/ 0 w 7012"/>
                <a:gd name="csY0" fmla="*/ 0 h 165741"/>
                <a:gd name="csX1" fmla="*/ 0 w 7012"/>
                <a:gd name="csY1" fmla="*/ 165742 h 16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165741">
                  <a:moveTo>
                    <a:pt x="0" y="0"/>
                  </a:moveTo>
                  <a:lnTo>
                    <a:pt x="0" y="165742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34CC162-6EAB-DFF7-4D2A-408EE8F3A477}"/>
                </a:ext>
              </a:extLst>
            </p:cNvPr>
            <p:cNvSpPr/>
            <p:nvPr/>
          </p:nvSpPr>
          <p:spPr>
            <a:xfrm>
              <a:off x="2666711" y="3577143"/>
              <a:ext cx="49089" cy="49098"/>
            </a:xfrm>
            <a:custGeom>
              <a:avLst/>
              <a:gdLst>
                <a:gd name="csX0" fmla="*/ 24545 w 49089"/>
                <a:gd name="csY0" fmla="*/ 49098 h 49098"/>
                <a:gd name="csX1" fmla="*/ 0 w 49089"/>
                <a:gd name="csY1" fmla="*/ 0 h 49098"/>
                <a:gd name="csX2" fmla="*/ 24545 w 49089"/>
                <a:gd name="csY2" fmla="*/ 12275 h 49098"/>
                <a:gd name="csX3" fmla="*/ 49090 w 49089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89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4" name="Graphic 7">
            <a:extLst>
              <a:ext uri="{FF2B5EF4-FFF2-40B4-BE49-F238E27FC236}">
                <a16:creationId xmlns:a16="http://schemas.microsoft.com/office/drawing/2014/main" id="{1057634F-4F15-0D25-DF77-6236F26A507F}"/>
              </a:ext>
            </a:extLst>
          </p:cNvPr>
          <p:cNvGrpSpPr/>
          <p:nvPr/>
        </p:nvGrpSpPr>
        <p:grpSpPr>
          <a:xfrm>
            <a:off x="2270485" y="3072974"/>
            <a:ext cx="841542" cy="350702"/>
            <a:chOff x="2270485" y="3072974"/>
            <a:chExt cx="841542" cy="350702"/>
          </a:xfrm>
          <a:solidFill>
            <a:srgbClr val="FFFFFF"/>
          </a:solidFill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B2196C3-E0D8-F7F0-15AD-091489B5846D}"/>
                </a:ext>
              </a:extLst>
            </p:cNvPr>
            <p:cNvSpPr/>
            <p:nvPr/>
          </p:nvSpPr>
          <p:spPr>
            <a:xfrm>
              <a:off x="2270485" y="3072974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D3A5664-6A75-1191-1526-E8B8A3FA9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7498" y="3174677"/>
              <a:ext cx="827516" cy="175351"/>
            </a:xfrm>
            <a:custGeom>
              <a:avLst/>
              <a:gdLst>
                <a:gd name="csX0" fmla="*/ 0 w 827516"/>
                <a:gd name="csY0" fmla="*/ 0 h 175351"/>
                <a:gd name="csX1" fmla="*/ 827517 w 827516"/>
                <a:gd name="csY1" fmla="*/ 0 h 175351"/>
                <a:gd name="csX2" fmla="*/ 827517 w 827516"/>
                <a:gd name="csY2" fmla="*/ 175351 h 175351"/>
                <a:gd name="csX3" fmla="*/ 0 w 827516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6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17" name="Graphic 7">
            <a:extLst>
              <a:ext uri="{FF2B5EF4-FFF2-40B4-BE49-F238E27FC236}">
                <a16:creationId xmlns:a16="http://schemas.microsoft.com/office/drawing/2014/main" id="{C849FDFD-0AF9-DD58-9A40-CAAD72CF7076}"/>
              </a:ext>
            </a:extLst>
          </p:cNvPr>
          <p:cNvGrpSpPr/>
          <p:nvPr/>
        </p:nvGrpSpPr>
        <p:grpSpPr>
          <a:xfrm>
            <a:off x="2270485" y="3634097"/>
            <a:ext cx="841542" cy="350702"/>
            <a:chOff x="2270485" y="3634097"/>
            <a:chExt cx="841542" cy="350702"/>
          </a:xfrm>
          <a:solidFill>
            <a:srgbClr val="FFFFFF"/>
          </a:solidFill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19E5AF1-E1BA-C574-D0E3-853AE489830C}"/>
                </a:ext>
              </a:extLst>
            </p:cNvPr>
            <p:cNvSpPr/>
            <p:nvPr/>
          </p:nvSpPr>
          <p:spPr>
            <a:xfrm>
              <a:off x="2270485" y="3634097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8041521-5ACF-9FB1-1DD9-900C0747C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77498" y="3735801"/>
              <a:ext cx="827516" cy="175351"/>
            </a:xfrm>
            <a:custGeom>
              <a:avLst/>
              <a:gdLst>
                <a:gd name="csX0" fmla="*/ 0 w 827516"/>
                <a:gd name="csY0" fmla="*/ 0 h 175351"/>
                <a:gd name="csX1" fmla="*/ 827517 w 827516"/>
                <a:gd name="csY1" fmla="*/ 0 h 175351"/>
                <a:gd name="csX2" fmla="*/ 827517 w 827516"/>
                <a:gd name="csY2" fmla="*/ 175351 h 175351"/>
                <a:gd name="csX3" fmla="*/ 0 w 827516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6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21" name="Graphic 7">
            <a:extLst>
              <a:ext uri="{FF2B5EF4-FFF2-40B4-BE49-F238E27FC236}">
                <a16:creationId xmlns:a16="http://schemas.microsoft.com/office/drawing/2014/main" id="{A7ED55F4-96BB-0A92-A90B-8A008B0779B4}"/>
              </a:ext>
            </a:extLst>
          </p:cNvPr>
          <p:cNvGrpSpPr/>
          <p:nvPr/>
        </p:nvGrpSpPr>
        <p:grpSpPr>
          <a:xfrm>
            <a:off x="3119882" y="3784899"/>
            <a:ext cx="307724" cy="49098"/>
            <a:chOff x="3119882" y="3784899"/>
            <a:chExt cx="307724" cy="49098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8E3603B-3B52-65FE-181D-7DC310AF265A}"/>
                </a:ext>
              </a:extLst>
            </p:cNvPr>
            <p:cNvSpPr/>
            <p:nvPr/>
          </p:nvSpPr>
          <p:spPr>
            <a:xfrm>
              <a:off x="3156699" y="3809448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0 w 270906"/>
                <a:gd name="csY1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73D6C56-3A68-4081-1D0B-D6586B40BE92}"/>
                </a:ext>
              </a:extLst>
            </p:cNvPr>
            <p:cNvSpPr/>
            <p:nvPr/>
          </p:nvSpPr>
          <p:spPr>
            <a:xfrm>
              <a:off x="3119882" y="3784899"/>
              <a:ext cx="49089" cy="49098"/>
            </a:xfrm>
            <a:custGeom>
              <a:avLst/>
              <a:gdLst>
                <a:gd name="csX0" fmla="*/ 0 w 49089"/>
                <a:gd name="csY0" fmla="*/ 24549 h 49098"/>
                <a:gd name="csX1" fmla="*/ 49090 w 49089"/>
                <a:gd name="csY1" fmla="*/ 0 h 49098"/>
                <a:gd name="csX2" fmla="*/ 36817 w 49089"/>
                <a:gd name="csY2" fmla="*/ 24549 h 49098"/>
                <a:gd name="csX3" fmla="*/ 49090 w 49089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89" h="49098">
                  <a:moveTo>
                    <a:pt x="0" y="24549"/>
                  </a:moveTo>
                  <a:lnTo>
                    <a:pt x="49090" y="0"/>
                  </a:lnTo>
                  <a:lnTo>
                    <a:pt x="36817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FF63EBB0-D142-0A9B-21E9-C8FF4101E38A}"/>
              </a:ext>
            </a:extLst>
          </p:cNvPr>
          <p:cNvSpPr/>
          <p:nvPr/>
        </p:nvSpPr>
        <p:spPr>
          <a:xfrm>
            <a:off x="3365325" y="3651632"/>
            <a:ext cx="861504" cy="315631"/>
          </a:xfrm>
          <a:prstGeom prst="rect">
            <a:avLst/>
          </a:prstGeom>
          <a:solidFill>
            <a:srgbClr val="FFE6CC"/>
          </a:solidFill>
          <a:ln w="7012" cap="flat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0EDA227-462A-D2BC-5648-E2EC6E1A7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3226" y="3714758"/>
            <a:ext cx="547002" cy="217435"/>
          </a:xfrm>
          <a:custGeom>
            <a:avLst/>
            <a:gdLst>
              <a:gd name="csX0" fmla="*/ 0 w 547002"/>
              <a:gd name="csY0" fmla="*/ 0 h 217435"/>
              <a:gd name="csX1" fmla="*/ 547003 w 547002"/>
              <a:gd name="csY1" fmla="*/ 0 h 217435"/>
              <a:gd name="csX2" fmla="*/ 547003 w 547002"/>
              <a:gd name="csY2" fmla="*/ 217435 h 217435"/>
              <a:gd name="csX3" fmla="*/ 0 w 547002"/>
              <a:gd name="csY3" fmla="*/ 217435 h 217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7002" h="217435">
                <a:moveTo>
                  <a:pt x="0" y="0"/>
                </a:moveTo>
                <a:lnTo>
                  <a:pt x="547003" y="0"/>
                </a:lnTo>
                <a:lnTo>
                  <a:pt x="547003" y="217435"/>
                </a:lnTo>
                <a:lnTo>
                  <a:pt x="0" y="217435"/>
                </a:lnTo>
                <a:close/>
              </a:path>
            </a:pathLst>
          </a:cu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F42D62B-D7E5-DAFC-9730-9D24FE8EA5DA}"/>
              </a:ext>
            </a:extLst>
          </p:cNvPr>
          <p:cNvSpPr/>
          <p:nvPr/>
        </p:nvSpPr>
        <p:spPr>
          <a:xfrm>
            <a:off x="2095164" y="4405641"/>
            <a:ext cx="1192185" cy="133266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44" name="Graphic 7">
            <a:extLst>
              <a:ext uri="{FF2B5EF4-FFF2-40B4-BE49-F238E27FC236}">
                <a16:creationId xmlns:a16="http://schemas.microsoft.com/office/drawing/2014/main" id="{6D5A2B10-DB81-9109-8057-36E00C3CF706}"/>
              </a:ext>
            </a:extLst>
          </p:cNvPr>
          <p:cNvGrpSpPr/>
          <p:nvPr/>
        </p:nvGrpSpPr>
        <p:grpSpPr>
          <a:xfrm>
            <a:off x="2666711" y="3984799"/>
            <a:ext cx="49089" cy="623407"/>
            <a:chOff x="2666711" y="3984799"/>
            <a:chExt cx="49089" cy="623407"/>
          </a:xfrm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E2A6896-2BCD-FDB3-2F04-DF59EB15A841}"/>
                </a:ext>
              </a:extLst>
            </p:cNvPr>
            <p:cNvSpPr/>
            <p:nvPr/>
          </p:nvSpPr>
          <p:spPr>
            <a:xfrm>
              <a:off x="2691256" y="3984799"/>
              <a:ext cx="7012" cy="586584"/>
            </a:xfrm>
            <a:custGeom>
              <a:avLst/>
              <a:gdLst>
                <a:gd name="csX0" fmla="*/ 0 w 7012"/>
                <a:gd name="csY0" fmla="*/ 0 h 586584"/>
                <a:gd name="csX1" fmla="*/ 0 w 7012"/>
                <a:gd name="csY1" fmla="*/ 586584 h 58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586584">
                  <a:moveTo>
                    <a:pt x="0" y="0"/>
                  </a:moveTo>
                  <a:lnTo>
                    <a:pt x="0" y="586584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B2EB55C-295A-32AF-B707-551A41683D17}"/>
                </a:ext>
              </a:extLst>
            </p:cNvPr>
            <p:cNvSpPr/>
            <p:nvPr/>
          </p:nvSpPr>
          <p:spPr>
            <a:xfrm>
              <a:off x="2666711" y="4559109"/>
              <a:ext cx="49089" cy="49098"/>
            </a:xfrm>
            <a:custGeom>
              <a:avLst/>
              <a:gdLst>
                <a:gd name="csX0" fmla="*/ 24545 w 49089"/>
                <a:gd name="csY0" fmla="*/ 49098 h 49098"/>
                <a:gd name="csX1" fmla="*/ 0 w 49089"/>
                <a:gd name="csY1" fmla="*/ 0 h 49098"/>
                <a:gd name="csX2" fmla="*/ 24545 w 49089"/>
                <a:gd name="csY2" fmla="*/ 12275 h 49098"/>
                <a:gd name="csX3" fmla="*/ 49090 w 49089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89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47" name="Graphic 7">
            <a:extLst>
              <a:ext uri="{FF2B5EF4-FFF2-40B4-BE49-F238E27FC236}">
                <a16:creationId xmlns:a16="http://schemas.microsoft.com/office/drawing/2014/main" id="{0417560D-D98A-A332-6C64-C0C29BAB5C08}"/>
              </a:ext>
            </a:extLst>
          </p:cNvPr>
          <p:cNvGrpSpPr/>
          <p:nvPr/>
        </p:nvGrpSpPr>
        <p:grpSpPr>
          <a:xfrm>
            <a:off x="2515935" y="5878590"/>
            <a:ext cx="350642" cy="280561"/>
            <a:chOff x="2515935" y="5878590"/>
            <a:chExt cx="350642" cy="280561"/>
          </a:xfrm>
          <a:noFill/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2494597-D5A5-6745-4901-141260F4D96D}"/>
                </a:ext>
              </a:extLst>
            </p:cNvPr>
            <p:cNvSpPr/>
            <p:nvPr/>
          </p:nvSpPr>
          <p:spPr>
            <a:xfrm>
              <a:off x="2515935" y="5878590"/>
              <a:ext cx="350642" cy="280561"/>
            </a:xfrm>
            <a:prstGeom prst="rect">
              <a:avLst/>
            </a:prstGeom>
            <a:noFill/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071C1F3-7EF6-546A-09A6-F8DA06B48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07102" y="5938209"/>
              <a:ext cx="168308" cy="189379"/>
            </a:xfrm>
            <a:custGeom>
              <a:avLst/>
              <a:gdLst>
                <a:gd name="csX0" fmla="*/ 0 w 168308"/>
                <a:gd name="csY0" fmla="*/ 0 h 189379"/>
                <a:gd name="csX1" fmla="*/ 168309 w 168308"/>
                <a:gd name="csY1" fmla="*/ 0 h 189379"/>
                <a:gd name="csX2" fmla="*/ 168309 w 168308"/>
                <a:gd name="csY2" fmla="*/ 189379 h 189379"/>
                <a:gd name="csX3" fmla="*/ 0 w 168308"/>
                <a:gd name="csY3" fmla="*/ 189379 h 189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8308" h="189379">
                  <a:moveTo>
                    <a:pt x="0" y="0"/>
                  </a:moveTo>
                  <a:lnTo>
                    <a:pt x="168309" y="0"/>
                  </a:lnTo>
                  <a:lnTo>
                    <a:pt x="168309" y="189379"/>
                  </a:lnTo>
                  <a:lnTo>
                    <a:pt x="0" y="189379"/>
                  </a:lnTo>
                  <a:close/>
                </a:path>
              </a:pathLst>
            </a:custGeom>
          </p:spPr>
        </p:pic>
      </p:grpSp>
      <p:pic>
        <p:nvPicPr>
          <p:cNvPr id="454" name="Graphic 453">
            <a:extLst>
              <a:ext uri="{FF2B5EF4-FFF2-40B4-BE49-F238E27FC236}">
                <a16:creationId xmlns:a16="http://schemas.microsoft.com/office/drawing/2014/main" id="{23BF21EB-2ED7-F9DF-71A0-C6D4F0371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6030"/>
          <a:stretch>
            <a:fillRect/>
          </a:stretch>
        </p:blipFill>
        <p:spPr>
          <a:xfrm>
            <a:off x="4177974" y="2862553"/>
            <a:ext cx="5918858" cy="3303613"/>
          </a:xfrm>
          <a:prstGeom prst="rect">
            <a:avLst/>
          </a:prstGeom>
        </p:spPr>
      </p:pic>
      <p:sp>
        <p:nvSpPr>
          <p:cNvPr id="455" name="TextBox 454">
            <a:extLst>
              <a:ext uri="{FF2B5EF4-FFF2-40B4-BE49-F238E27FC236}">
                <a16:creationId xmlns:a16="http://schemas.microsoft.com/office/drawing/2014/main" id="{1E6F4CD8-B04C-3CC0-ABC0-1370BC520186}"/>
              </a:ext>
            </a:extLst>
          </p:cNvPr>
          <p:cNvSpPr txBox="1"/>
          <p:nvPr/>
        </p:nvSpPr>
        <p:spPr>
          <a:xfrm>
            <a:off x="3662146" y="3683437"/>
            <a:ext cx="5661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True</a:t>
            </a:r>
          </a:p>
        </p:txBody>
      </p:sp>
    </p:spTree>
    <p:extLst>
      <p:ext uri="{BB962C8B-B14F-4D97-AF65-F5344CB8AC3E}">
        <p14:creationId xmlns:p14="http://schemas.microsoft.com/office/powerpoint/2010/main" val="568891535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7859F-4031-F81D-491F-950D906B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0EFED0-FB6E-5C15-2B36-4090A8BB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4ECD79-B969-1D1C-F517-500649D3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A7ED85E5-E99A-44A2-E5EE-4FFCDDB0BE6E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B6627211-FA24-F9FC-C4B2-10CDDAA4E21E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0A4C352-B83B-3BCC-25DD-B79AD62370DA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0608E354-57F4-2F13-7EE6-E777CE56CA92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9CAED14A-E44A-F78F-ACA6-C4979ABF875C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83B5F9B2-5C4B-CC7B-D9C3-FA9E8669068D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BED86AAB-EFE2-827E-B99C-72C6861C28AA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D1EACBB8-C2ED-D6DB-8F2A-5B45869CA8D9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ADC48A9D-C53C-F774-8512-4DCCF43CCC97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04C3F047-40C3-66C0-AA2A-B1912E0282A3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D84B2FEC-FE5D-B523-8769-1C389D9B5C30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9D4DCDF8-F8B2-710E-1BFF-5740EE9B4048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4C1D2C69-8A35-46E8-5377-F0746D6B188E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6387B4F4-D2D2-2638-45BC-E91C2EE93AFF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6A99C470-7D07-6EF4-3CB2-305FBF07AB3D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D2E43D-B787-7529-B085-1AA3E2F15117}"/>
              </a:ext>
            </a:extLst>
          </p:cNvPr>
          <p:cNvSpPr/>
          <p:nvPr/>
        </p:nvSpPr>
        <p:spPr>
          <a:xfrm>
            <a:off x="1059124" y="1567384"/>
            <a:ext cx="4601662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6BBD53-85EF-5674-BA9E-D6F680382568}"/>
              </a:ext>
            </a:extLst>
          </p:cNvPr>
          <p:cNvSpPr/>
          <p:nvPr/>
        </p:nvSpPr>
        <p:spPr>
          <a:xfrm>
            <a:off x="2095164" y="2862553"/>
            <a:ext cx="1192185" cy="133266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0" name="Graphic 7">
            <a:extLst>
              <a:ext uri="{FF2B5EF4-FFF2-40B4-BE49-F238E27FC236}">
                <a16:creationId xmlns:a16="http://schemas.microsoft.com/office/drawing/2014/main" id="{4DF116BE-663E-F40E-616C-567E11D12DEA}"/>
              </a:ext>
            </a:extLst>
          </p:cNvPr>
          <p:cNvGrpSpPr/>
          <p:nvPr/>
        </p:nvGrpSpPr>
        <p:grpSpPr>
          <a:xfrm>
            <a:off x="2666711" y="3423676"/>
            <a:ext cx="49089" cy="202565"/>
            <a:chOff x="2666711" y="3423676"/>
            <a:chExt cx="49089" cy="202565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0873F02-A4CF-E8B6-4A8C-8D1BE70D9FB4}"/>
                </a:ext>
              </a:extLst>
            </p:cNvPr>
            <p:cNvSpPr/>
            <p:nvPr/>
          </p:nvSpPr>
          <p:spPr>
            <a:xfrm>
              <a:off x="2691256" y="3423676"/>
              <a:ext cx="7012" cy="165741"/>
            </a:xfrm>
            <a:custGeom>
              <a:avLst/>
              <a:gdLst>
                <a:gd name="csX0" fmla="*/ 0 w 7012"/>
                <a:gd name="csY0" fmla="*/ 0 h 165741"/>
                <a:gd name="csX1" fmla="*/ 0 w 7012"/>
                <a:gd name="csY1" fmla="*/ 165742 h 16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165741">
                  <a:moveTo>
                    <a:pt x="0" y="0"/>
                  </a:moveTo>
                  <a:lnTo>
                    <a:pt x="0" y="165742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F45BEEA-5D4A-96A8-48B0-EB8BE821F5B5}"/>
                </a:ext>
              </a:extLst>
            </p:cNvPr>
            <p:cNvSpPr/>
            <p:nvPr/>
          </p:nvSpPr>
          <p:spPr>
            <a:xfrm>
              <a:off x="2666711" y="3577143"/>
              <a:ext cx="49089" cy="49098"/>
            </a:xfrm>
            <a:custGeom>
              <a:avLst/>
              <a:gdLst>
                <a:gd name="csX0" fmla="*/ 24545 w 49089"/>
                <a:gd name="csY0" fmla="*/ 49098 h 49098"/>
                <a:gd name="csX1" fmla="*/ 0 w 49089"/>
                <a:gd name="csY1" fmla="*/ 0 h 49098"/>
                <a:gd name="csX2" fmla="*/ 24545 w 49089"/>
                <a:gd name="csY2" fmla="*/ 12275 h 49098"/>
                <a:gd name="csX3" fmla="*/ 49090 w 49089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89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4" name="Graphic 7">
            <a:extLst>
              <a:ext uri="{FF2B5EF4-FFF2-40B4-BE49-F238E27FC236}">
                <a16:creationId xmlns:a16="http://schemas.microsoft.com/office/drawing/2014/main" id="{D7D7718C-6A1E-C95D-073E-D7D43A2648B8}"/>
              </a:ext>
            </a:extLst>
          </p:cNvPr>
          <p:cNvGrpSpPr/>
          <p:nvPr/>
        </p:nvGrpSpPr>
        <p:grpSpPr>
          <a:xfrm>
            <a:off x="2270485" y="3072974"/>
            <a:ext cx="841542" cy="350702"/>
            <a:chOff x="2270485" y="3072974"/>
            <a:chExt cx="841542" cy="350702"/>
          </a:xfrm>
          <a:solidFill>
            <a:srgbClr val="FFFFFF"/>
          </a:solidFill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4231323-650C-C9C1-CDBA-D4688DCA7CC3}"/>
                </a:ext>
              </a:extLst>
            </p:cNvPr>
            <p:cNvSpPr/>
            <p:nvPr/>
          </p:nvSpPr>
          <p:spPr>
            <a:xfrm>
              <a:off x="2270485" y="3072974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7F55DA-E88D-DCC0-6260-E416124A2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7498" y="3174677"/>
              <a:ext cx="827516" cy="175351"/>
            </a:xfrm>
            <a:custGeom>
              <a:avLst/>
              <a:gdLst>
                <a:gd name="csX0" fmla="*/ 0 w 827516"/>
                <a:gd name="csY0" fmla="*/ 0 h 175351"/>
                <a:gd name="csX1" fmla="*/ 827517 w 827516"/>
                <a:gd name="csY1" fmla="*/ 0 h 175351"/>
                <a:gd name="csX2" fmla="*/ 827517 w 827516"/>
                <a:gd name="csY2" fmla="*/ 175351 h 175351"/>
                <a:gd name="csX3" fmla="*/ 0 w 827516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6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17" name="Graphic 7">
            <a:extLst>
              <a:ext uri="{FF2B5EF4-FFF2-40B4-BE49-F238E27FC236}">
                <a16:creationId xmlns:a16="http://schemas.microsoft.com/office/drawing/2014/main" id="{4D024C10-8F15-7A7F-03EF-82733B4A7E44}"/>
              </a:ext>
            </a:extLst>
          </p:cNvPr>
          <p:cNvGrpSpPr/>
          <p:nvPr/>
        </p:nvGrpSpPr>
        <p:grpSpPr>
          <a:xfrm>
            <a:off x="2270485" y="3634097"/>
            <a:ext cx="841542" cy="350702"/>
            <a:chOff x="2270485" y="3634097"/>
            <a:chExt cx="841542" cy="350702"/>
          </a:xfrm>
          <a:solidFill>
            <a:srgbClr val="FFFFFF"/>
          </a:solidFill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C282411C-5E01-1589-B2C2-D668A57A2A1A}"/>
                </a:ext>
              </a:extLst>
            </p:cNvPr>
            <p:cNvSpPr/>
            <p:nvPr/>
          </p:nvSpPr>
          <p:spPr>
            <a:xfrm>
              <a:off x="2270485" y="3634097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40D0A18-EB5A-AA3F-A2BF-2CB641375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77498" y="3735801"/>
              <a:ext cx="827516" cy="175351"/>
            </a:xfrm>
            <a:custGeom>
              <a:avLst/>
              <a:gdLst>
                <a:gd name="csX0" fmla="*/ 0 w 827516"/>
                <a:gd name="csY0" fmla="*/ 0 h 175351"/>
                <a:gd name="csX1" fmla="*/ 827517 w 827516"/>
                <a:gd name="csY1" fmla="*/ 0 h 175351"/>
                <a:gd name="csX2" fmla="*/ 827517 w 827516"/>
                <a:gd name="csY2" fmla="*/ 175351 h 175351"/>
                <a:gd name="csX3" fmla="*/ 0 w 827516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6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21" name="Graphic 7">
            <a:extLst>
              <a:ext uri="{FF2B5EF4-FFF2-40B4-BE49-F238E27FC236}">
                <a16:creationId xmlns:a16="http://schemas.microsoft.com/office/drawing/2014/main" id="{2233B7EE-FC9A-A862-68F3-4E59D2C7C067}"/>
              </a:ext>
            </a:extLst>
          </p:cNvPr>
          <p:cNvGrpSpPr/>
          <p:nvPr/>
        </p:nvGrpSpPr>
        <p:grpSpPr>
          <a:xfrm>
            <a:off x="3119882" y="3784899"/>
            <a:ext cx="307724" cy="49098"/>
            <a:chOff x="3119882" y="3784899"/>
            <a:chExt cx="307724" cy="49098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7687FB4-7696-356A-1B5A-8D53AF2457B7}"/>
                </a:ext>
              </a:extLst>
            </p:cNvPr>
            <p:cNvSpPr/>
            <p:nvPr/>
          </p:nvSpPr>
          <p:spPr>
            <a:xfrm>
              <a:off x="3156699" y="3809448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0 w 270906"/>
                <a:gd name="csY1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8CA3CE2-F264-0FCB-5BAA-FE7ED756C5A8}"/>
                </a:ext>
              </a:extLst>
            </p:cNvPr>
            <p:cNvSpPr/>
            <p:nvPr/>
          </p:nvSpPr>
          <p:spPr>
            <a:xfrm>
              <a:off x="3119882" y="3784899"/>
              <a:ext cx="49089" cy="49098"/>
            </a:xfrm>
            <a:custGeom>
              <a:avLst/>
              <a:gdLst>
                <a:gd name="csX0" fmla="*/ 0 w 49089"/>
                <a:gd name="csY0" fmla="*/ 24549 h 49098"/>
                <a:gd name="csX1" fmla="*/ 49090 w 49089"/>
                <a:gd name="csY1" fmla="*/ 0 h 49098"/>
                <a:gd name="csX2" fmla="*/ 36817 w 49089"/>
                <a:gd name="csY2" fmla="*/ 24549 h 49098"/>
                <a:gd name="csX3" fmla="*/ 49090 w 49089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89" h="49098">
                  <a:moveTo>
                    <a:pt x="0" y="24549"/>
                  </a:moveTo>
                  <a:lnTo>
                    <a:pt x="49090" y="0"/>
                  </a:lnTo>
                  <a:lnTo>
                    <a:pt x="36817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72BF019C-8757-C0D8-8439-2215F5B3DC3A}"/>
              </a:ext>
            </a:extLst>
          </p:cNvPr>
          <p:cNvSpPr/>
          <p:nvPr/>
        </p:nvSpPr>
        <p:spPr>
          <a:xfrm>
            <a:off x="3365325" y="3651632"/>
            <a:ext cx="861504" cy="315631"/>
          </a:xfrm>
          <a:prstGeom prst="rect">
            <a:avLst/>
          </a:prstGeom>
          <a:solidFill>
            <a:srgbClr val="FFE6CC"/>
          </a:solidFill>
          <a:ln w="7012" cap="flat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B571FBA-0126-6474-F9A7-B1745A57A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193" y="3714758"/>
            <a:ext cx="547002" cy="217435"/>
          </a:xfrm>
          <a:custGeom>
            <a:avLst/>
            <a:gdLst>
              <a:gd name="csX0" fmla="*/ 0 w 547002"/>
              <a:gd name="csY0" fmla="*/ 0 h 217435"/>
              <a:gd name="csX1" fmla="*/ 547003 w 547002"/>
              <a:gd name="csY1" fmla="*/ 0 h 217435"/>
              <a:gd name="csX2" fmla="*/ 547003 w 547002"/>
              <a:gd name="csY2" fmla="*/ 217435 h 217435"/>
              <a:gd name="csX3" fmla="*/ 0 w 547002"/>
              <a:gd name="csY3" fmla="*/ 217435 h 217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7002" h="217435">
                <a:moveTo>
                  <a:pt x="0" y="0"/>
                </a:moveTo>
                <a:lnTo>
                  <a:pt x="547003" y="0"/>
                </a:lnTo>
                <a:lnTo>
                  <a:pt x="547003" y="217435"/>
                </a:lnTo>
                <a:lnTo>
                  <a:pt x="0" y="217435"/>
                </a:lnTo>
                <a:close/>
              </a:path>
            </a:pathLst>
          </a:cu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2A71264-C10A-2969-AC0B-E34B3D4BAA16}"/>
              </a:ext>
            </a:extLst>
          </p:cNvPr>
          <p:cNvSpPr/>
          <p:nvPr/>
        </p:nvSpPr>
        <p:spPr>
          <a:xfrm>
            <a:off x="2095164" y="4405641"/>
            <a:ext cx="1192185" cy="133266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2F9624E9-49C1-51E4-1F0B-23F343EC4DEE}"/>
              </a:ext>
            </a:extLst>
          </p:cNvPr>
          <p:cNvSpPr/>
          <p:nvPr/>
        </p:nvSpPr>
        <p:spPr>
          <a:xfrm>
            <a:off x="2691255" y="3984799"/>
            <a:ext cx="45719" cy="1160824"/>
          </a:xfrm>
          <a:custGeom>
            <a:avLst/>
            <a:gdLst>
              <a:gd name="csX0" fmla="*/ 0 w 7012"/>
              <a:gd name="csY0" fmla="*/ 0 h 586584"/>
              <a:gd name="csX1" fmla="*/ 0 w 7012"/>
              <a:gd name="csY1" fmla="*/ 586584 h 586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012" h="586584">
                <a:moveTo>
                  <a:pt x="0" y="0"/>
                </a:moveTo>
                <a:lnTo>
                  <a:pt x="0" y="586584"/>
                </a:lnTo>
              </a:path>
            </a:pathLst>
          </a:custGeom>
          <a:noFill/>
          <a:ln w="701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CC672611-3A48-D892-E1EE-2C986620737B}"/>
              </a:ext>
            </a:extLst>
          </p:cNvPr>
          <p:cNvSpPr/>
          <p:nvPr/>
        </p:nvSpPr>
        <p:spPr>
          <a:xfrm>
            <a:off x="2666711" y="5113816"/>
            <a:ext cx="49089" cy="49098"/>
          </a:xfrm>
          <a:custGeom>
            <a:avLst/>
            <a:gdLst>
              <a:gd name="csX0" fmla="*/ 24545 w 49089"/>
              <a:gd name="csY0" fmla="*/ 49098 h 49098"/>
              <a:gd name="csX1" fmla="*/ 0 w 49089"/>
              <a:gd name="csY1" fmla="*/ 0 h 49098"/>
              <a:gd name="csX2" fmla="*/ 24545 w 49089"/>
              <a:gd name="csY2" fmla="*/ 12275 h 49098"/>
              <a:gd name="csX3" fmla="*/ 49090 w 49089"/>
              <a:gd name="csY3" fmla="*/ 0 h 49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089" h="49098">
                <a:moveTo>
                  <a:pt x="24545" y="49098"/>
                </a:moveTo>
                <a:lnTo>
                  <a:pt x="0" y="0"/>
                </a:lnTo>
                <a:lnTo>
                  <a:pt x="24545" y="12275"/>
                </a:lnTo>
                <a:lnTo>
                  <a:pt x="49090" y="0"/>
                </a:lnTo>
                <a:close/>
              </a:path>
            </a:pathLst>
          </a:custGeom>
          <a:solidFill>
            <a:srgbClr val="000000"/>
          </a:solidFill>
          <a:ln w="701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47" name="Graphic 7">
            <a:extLst>
              <a:ext uri="{FF2B5EF4-FFF2-40B4-BE49-F238E27FC236}">
                <a16:creationId xmlns:a16="http://schemas.microsoft.com/office/drawing/2014/main" id="{85DB0C90-32E4-AC18-DF30-E81FB36FCEF1}"/>
              </a:ext>
            </a:extLst>
          </p:cNvPr>
          <p:cNvGrpSpPr/>
          <p:nvPr/>
        </p:nvGrpSpPr>
        <p:grpSpPr>
          <a:xfrm>
            <a:off x="2515935" y="5878590"/>
            <a:ext cx="350642" cy="280561"/>
            <a:chOff x="2515935" y="5878590"/>
            <a:chExt cx="350642" cy="280561"/>
          </a:xfrm>
          <a:noFill/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C9FB567-CB26-978D-6054-EE4C7BAB1766}"/>
                </a:ext>
              </a:extLst>
            </p:cNvPr>
            <p:cNvSpPr/>
            <p:nvPr/>
          </p:nvSpPr>
          <p:spPr>
            <a:xfrm>
              <a:off x="2515935" y="5878590"/>
              <a:ext cx="350642" cy="280561"/>
            </a:xfrm>
            <a:prstGeom prst="rect">
              <a:avLst/>
            </a:prstGeom>
            <a:noFill/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0103C627-E88C-AC00-F5AB-07208A583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07102" y="5938209"/>
              <a:ext cx="168308" cy="189379"/>
            </a:xfrm>
            <a:custGeom>
              <a:avLst/>
              <a:gdLst>
                <a:gd name="csX0" fmla="*/ 0 w 168308"/>
                <a:gd name="csY0" fmla="*/ 0 h 189379"/>
                <a:gd name="csX1" fmla="*/ 168309 w 168308"/>
                <a:gd name="csY1" fmla="*/ 0 h 189379"/>
                <a:gd name="csX2" fmla="*/ 168309 w 168308"/>
                <a:gd name="csY2" fmla="*/ 189379 h 189379"/>
                <a:gd name="csX3" fmla="*/ 0 w 168308"/>
                <a:gd name="csY3" fmla="*/ 189379 h 189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8308" h="189379">
                  <a:moveTo>
                    <a:pt x="0" y="0"/>
                  </a:moveTo>
                  <a:lnTo>
                    <a:pt x="168309" y="0"/>
                  </a:lnTo>
                  <a:lnTo>
                    <a:pt x="168309" y="189379"/>
                  </a:lnTo>
                  <a:lnTo>
                    <a:pt x="0" y="189379"/>
                  </a:lnTo>
                  <a:close/>
                </a:path>
              </a:pathLst>
            </a:custGeom>
          </p:spPr>
        </p:pic>
      </p:grpSp>
      <p:pic>
        <p:nvPicPr>
          <p:cNvPr id="454" name="Graphic 453">
            <a:extLst>
              <a:ext uri="{FF2B5EF4-FFF2-40B4-BE49-F238E27FC236}">
                <a16:creationId xmlns:a16="http://schemas.microsoft.com/office/drawing/2014/main" id="{69B37092-8B25-2130-F35D-EA837541A0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6030"/>
          <a:stretch>
            <a:fillRect/>
          </a:stretch>
        </p:blipFill>
        <p:spPr>
          <a:xfrm>
            <a:off x="4177974" y="2862553"/>
            <a:ext cx="5918858" cy="3303613"/>
          </a:xfrm>
          <a:prstGeom prst="rect">
            <a:avLst/>
          </a:prstGeom>
        </p:spPr>
      </p:pic>
      <p:sp>
        <p:nvSpPr>
          <p:cNvPr id="455" name="TextBox 454">
            <a:extLst>
              <a:ext uri="{FF2B5EF4-FFF2-40B4-BE49-F238E27FC236}">
                <a16:creationId xmlns:a16="http://schemas.microsoft.com/office/drawing/2014/main" id="{6DB61671-072B-8B8E-45CA-0D8A27D2A2EA}"/>
              </a:ext>
            </a:extLst>
          </p:cNvPr>
          <p:cNvSpPr txBox="1"/>
          <p:nvPr/>
        </p:nvSpPr>
        <p:spPr>
          <a:xfrm>
            <a:off x="3650113" y="3683437"/>
            <a:ext cx="596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False</a:t>
            </a:r>
          </a:p>
        </p:txBody>
      </p:sp>
      <p:grpSp>
        <p:nvGrpSpPr>
          <p:cNvPr id="8" name="Graphic 7">
            <a:extLst>
              <a:ext uri="{FF2B5EF4-FFF2-40B4-BE49-F238E27FC236}">
                <a16:creationId xmlns:a16="http://schemas.microsoft.com/office/drawing/2014/main" id="{9ACA1C9A-FCA0-A941-024D-0D8A7776F1DC}"/>
              </a:ext>
            </a:extLst>
          </p:cNvPr>
          <p:cNvGrpSpPr/>
          <p:nvPr/>
        </p:nvGrpSpPr>
        <p:grpSpPr>
          <a:xfrm>
            <a:off x="2270485" y="5177186"/>
            <a:ext cx="841542" cy="350702"/>
            <a:chOff x="2270485" y="5177186"/>
            <a:chExt cx="841542" cy="350702"/>
          </a:xfrm>
          <a:solidFill>
            <a:srgbClr val="FFFFFF"/>
          </a:solidFill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AD57903C-D19E-7F85-6CC4-9F3FF0991CC9}"/>
                </a:ext>
              </a:extLst>
            </p:cNvPr>
            <p:cNvSpPr/>
            <p:nvPr/>
          </p:nvSpPr>
          <p:spPr>
            <a:xfrm>
              <a:off x="2270485" y="5177186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772BAD4-2A39-8A31-8718-F17B3BCCA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77498" y="5278889"/>
              <a:ext cx="827516" cy="175351"/>
            </a:xfrm>
            <a:custGeom>
              <a:avLst/>
              <a:gdLst>
                <a:gd name="csX0" fmla="*/ 0 w 827516"/>
                <a:gd name="csY0" fmla="*/ 0 h 175351"/>
                <a:gd name="csX1" fmla="*/ 827517 w 827516"/>
                <a:gd name="csY1" fmla="*/ 0 h 175351"/>
                <a:gd name="csX2" fmla="*/ 827517 w 827516"/>
                <a:gd name="csY2" fmla="*/ 175351 h 175351"/>
                <a:gd name="csX3" fmla="*/ 0 w 827516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6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066162508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C02A-B9B0-F373-06AF-EF88DA183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84B832-971A-3992-20B4-252BE894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FB1EE7-634F-DE9B-CEF1-4F3B889C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1804BFB6-A73C-83F3-D007-5E62E1347FC4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F09478DE-28DB-922A-A4A9-7C82BD868B7B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240BC40-C723-12F7-BED2-974B07F344F0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E80760B2-D630-B3A6-E568-FEC11F6B31B5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195CFDC2-B1A7-5876-C37B-9927CDD654B3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8AB82489-A31C-45F8-47D1-5DEF3313E090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AA10DA97-1C39-18C4-D606-475A59353452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5DABC824-AF73-2935-3AF6-103A6F28D2A2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6E086C23-8127-4223-DBD2-E29C79577D26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5E12F31D-26CB-84A2-67A0-593C22963183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9B8B1AEA-893B-940B-7E34-66A148B4625E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88C0D621-8852-46BF-9125-507D9B9EB38B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D2FB17C1-F2F2-CCDE-E930-F35234219702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F2C6A223-3468-02D8-22FB-AAB75424D112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DACCEAF6-8414-ED15-9B8E-DA591326B1D8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AC1876-72F9-9496-6247-799D4D7F65F5}"/>
              </a:ext>
            </a:extLst>
          </p:cNvPr>
          <p:cNvSpPr/>
          <p:nvPr/>
        </p:nvSpPr>
        <p:spPr>
          <a:xfrm>
            <a:off x="1059124" y="1567384"/>
            <a:ext cx="4601662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133FE-1794-0275-7AAC-2CA69B16E96C}"/>
              </a:ext>
            </a:extLst>
          </p:cNvPr>
          <p:cNvSpPr/>
          <p:nvPr/>
        </p:nvSpPr>
        <p:spPr>
          <a:xfrm>
            <a:off x="2095164" y="2862553"/>
            <a:ext cx="1192185" cy="133266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4" name="Graphic 7">
            <a:extLst>
              <a:ext uri="{FF2B5EF4-FFF2-40B4-BE49-F238E27FC236}">
                <a16:creationId xmlns:a16="http://schemas.microsoft.com/office/drawing/2014/main" id="{821D4E8E-CBF9-CB95-2E15-AEEC5066F146}"/>
              </a:ext>
            </a:extLst>
          </p:cNvPr>
          <p:cNvGrpSpPr/>
          <p:nvPr/>
        </p:nvGrpSpPr>
        <p:grpSpPr>
          <a:xfrm>
            <a:off x="2270485" y="3072974"/>
            <a:ext cx="841542" cy="350702"/>
            <a:chOff x="2270485" y="3072974"/>
            <a:chExt cx="841542" cy="350702"/>
          </a:xfrm>
          <a:solidFill>
            <a:srgbClr val="FFFFFF"/>
          </a:solidFill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6FBDC20-3744-3AE1-B926-42096D69C8D0}"/>
                </a:ext>
              </a:extLst>
            </p:cNvPr>
            <p:cNvSpPr/>
            <p:nvPr/>
          </p:nvSpPr>
          <p:spPr>
            <a:xfrm>
              <a:off x="2270485" y="3072974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D7A2A11-BCB1-6CAC-CC1B-2E42135E4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7498" y="3174677"/>
              <a:ext cx="827516" cy="175351"/>
            </a:xfrm>
            <a:custGeom>
              <a:avLst/>
              <a:gdLst>
                <a:gd name="csX0" fmla="*/ 0 w 827516"/>
                <a:gd name="csY0" fmla="*/ 0 h 175351"/>
                <a:gd name="csX1" fmla="*/ 827517 w 827516"/>
                <a:gd name="csY1" fmla="*/ 0 h 175351"/>
                <a:gd name="csX2" fmla="*/ 827517 w 827516"/>
                <a:gd name="csY2" fmla="*/ 175351 h 175351"/>
                <a:gd name="csX3" fmla="*/ 0 w 827516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6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7272A-A4D1-6E65-BF7F-C4BC79DFA16F}"/>
              </a:ext>
            </a:extLst>
          </p:cNvPr>
          <p:cNvSpPr/>
          <p:nvPr/>
        </p:nvSpPr>
        <p:spPr>
          <a:xfrm>
            <a:off x="2095164" y="4405641"/>
            <a:ext cx="1192185" cy="133266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28" name="Graphic 7">
            <a:extLst>
              <a:ext uri="{FF2B5EF4-FFF2-40B4-BE49-F238E27FC236}">
                <a16:creationId xmlns:a16="http://schemas.microsoft.com/office/drawing/2014/main" id="{70B10BE0-6B23-F8BA-CCA0-22D9A0BE8C71}"/>
              </a:ext>
            </a:extLst>
          </p:cNvPr>
          <p:cNvGrpSpPr/>
          <p:nvPr/>
        </p:nvGrpSpPr>
        <p:grpSpPr>
          <a:xfrm>
            <a:off x="2666711" y="4966765"/>
            <a:ext cx="49089" cy="202565"/>
            <a:chOff x="2666711" y="4966765"/>
            <a:chExt cx="49089" cy="20256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B625343-F863-FB06-D0D9-F22FCE2945D9}"/>
                </a:ext>
              </a:extLst>
            </p:cNvPr>
            <p:cNvSpPr/>
            <p:nvPr/>
          </p:nvSpPr>
          <p:spPr>
            <a:xfrm>
              <a:off x="2691256" y="4966765"/>
              <a:ext cx="7012" cy="165741"/>
            </a:xfrm>
            <a:custGeom>
              <a:avLst/>
              <a:gdLst>
                <a:gd name="csX0" fmla="*/ 0 w 7012"/>
                <a:gd name="csY0" fmla="*/ 0 h 165741"/>
                <a:gd name="csX1" fmla="*/ 0 w 7012"/>
                <a:gd name="csY1" fmla="*/ 165742 h 16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165741">
                  <a:moveTo>
                    <a:pt x="0" y="0"/>
                  </a:moveTo>
                  <a:lnTo>
                    <a:pt x="0" y="165742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0725495-C5DF-54FB-0FB1-87C3A52007AC}"/>
                </a:ext>
              </a:extLst>
            </p:cNvPr>
            <p:cNvSpPr/>
            <p:nvPr/>
          </p:nvSpPr>
          <p:spPr>
            <a:xfrm>
              <a:off x="2666711" y="5120232"/>
              <a:ext cx="49089" cy="49098"/>
            </a:xfrm>
            <a:custGeom>
              <a:avLst/>
              <a:gdLst>
                <a:gd name="csX0" fmla="*/ 24545 w 49089"/>
                <a:gd name="csY0" fmla="*/ 49098 h 49098"/>
                <a:gd name="csX1" fmla="*/ 0 w 49089"/>
                <a:gd name="csY1" fmla="*/ 0 h 49098"/>
                <a:gd name="csX2" fmla="*/ 24545 w 49089"/>
                <a:gd name="csY2" fmla="*/ 12275 h 49098"/>
                <a:gd name="csX3" fmla="*/ 49090 w 49089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89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31" name="Graphic 7">
            <a:extLst>
              <a:ext uri="{FF2B5EF4-FFF2-40B4-BE49-F238E27FC236}">
                <a16:creationId xmlns:a16="http://schemas.microsoft.com/office/drawing/2014/main" id="{8BE632C7-D344-555C-B775-CDAC50D85199}"/>
              </a:ext>
            </a:extLst>
          </p:cNvPr>
          <p:cNvGrpSpPr/>
          <p:nvPr/>
        </p:nvGrpSpPr>
        <p:grpSpPr>
          <a:xfrm>
            <a:off x="2270485" y="4616063"/>
            <a:ext cx="841542" cy="350702"/>
            <a:chOff x="2270485" y="4616063"/>
            <a:chExt cx="841542" cy="350702"/>
          </a:xfrm>
          <a:solidFill>
            <a:srgbClr val="FFFFFF"/>
          </a:solidFill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F9D7DCB-F950-5B30-E356-CAF4D3CD444B}"/>
                </a:ext>
              </a:extLst>
            </p:cNvPr>
            <p:cNvSpPr/>
            <p:nvPr/>
          </p:nvSpPr>
          <p:spPr>
            <a:xfrm>
              <a:off x="2270485" y="4616063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62139CC-2701-656E-F26D-C9BC3429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77498" y="4717766"/>
              <a:ext cx="827516" cy="175351"/>
            </a:xfrm>
            <a:custGeom>
              <a:avLst/>
              <a:gdLst>
                <a:gd name="csX0" fmla="*/ 0 w 827516"/>
                <a:gd name="csY0" fmla="*/ 0 h 175351"/>
                <a:gd name="csX1" fmla="*/ 827517 w 827516"/>
                <a:gd name="csY1" fmla="*/ 0 h 175351"/>
                <a:gd name="csX2" fmla="*/ 827517 w 827516"/>
                <a:gd name="csY2" fmla="*/ 175351 h 175351"/>
                <a:gd name="csX3" fmla="*/ 0 w 827516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6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34" name="Graphic 7">
            <a:extLst>
              <a:ext uri="{FF2B5EF4-FFF2-40B4-BE49-F238E27FC236}">
                <a16:creationId xmlns:a16="http://schemas.microsoft.com/office/drawing/2014/main" id="{8445D74C-131C-7477-D031-B118B147C2C9}"/>
              </a:ext>
            </a:extLst>
          </p:cNvPr>
          <p:cNvGrpSpPr/>
          <p:nvPr/>
        </p:nvGrpSpPr>
        <p:grpSpPr>
          <a:xfrm>
            <a:off x="2270485" y="5177186"/>
            <a:ext cx="841542" cy="350702"/>
            <a:chOff x="2270485" y="5177186"/>
            <a:chExt cx="841542" cy="350702"/>
          </a:xfrm>
          <a:solidFill>
            <a:srgbClr val="FFFFFF"/>
          </a:solidFill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225D1B04-4A76-AC55-DF3D-FE4FD66F7067}"/>
                </a:ext>
              </a:extLst>
            </p:cNvPr>
            <p:cNvSpPr/>
            <p:nvPr/>
          </p:nvSpPr>
          <p:spPr>
            <a:xfrm>
              <a:off x="2270485" y="5177186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9612DEC-87CF-11BC-558E-B6B49D2E5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77498" y="5278889"/>
              <a:ext cx="827516" cy="175351"/>
            </a:xfrm>
            <a:custGeom>
              <a:avLst/>
              <a:gdLst>
                <a:gd name="csX0" fmla="*/ 0 w 827516"/>
                <a:gd name="csY0" fmla="*/ 0 h 175351"/>
                <a:gd name="csX1" fmla="*/ 827517 w 827516"/>
                <a:gd name="csY1" fmla="*/ 0 h 175351"/>
                <a:gd name="csX2" fmla="*/ 827517 w 827516"/>
                <a:gd name="csY2" fmla="*/ 175351 h 175351"/>
                <a:gd name="csX3" fmla="*/ 0 w 827516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6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37" name="Graphic 7">
            <a:extLst>
              <a:ext uri="{FF2B5EF4-FFF2-40B4-BE49-F238E27FC236}">
                <a16:creationId xmlns:a16="http://schemas.microsoft.com/office/drawing/2014/main" id="{A1220B01-91F7-5924-E85F-B6BDB53FC616}"/>
              </a:ext>
            </a:extLst>
          </p:cNvPr>
          <p:cNvGrpSpPr/>
          <p:nvPr/>
        </p:nvGrpSpPr>
        <p:grpSpPr>
          <a:xfrm>
            <a:off x="3119882" y="4780893"/>
            <a:ext cx="307724" cy="49098"/>
            <a:chOff x="3119882" y="4780893"/>
            <a:chExt cx="307724" cy="49098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FAC2263-5055-24FE-BD5D-040B1EE2E83D}"/>
                </a:ext>
              </a:extLst>
            </p:cNvPr>
            <p:cNvSpPr/>
            <p:nvPr/>
          </p:nvSpPr>
          <p:spPr>
            <a:xfrm>
              <a:off x="3156699" y="4805442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116624 w 270906"/>
                <a:gd name="csY1" fmla="*/ 0 h 7014"/>
                <a:gd name="csX2" fmla="*/ 0 w 270906"/>
                <a:gd name="csY2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116624" y="0"/>
                  </a:ln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A36910EB-3C0D-E407-234C-6BEA77190BCA}"/>
                </a:ext>
              </a:extLst>
            </p:cNvPr>
            <p:cNvSpPr/>
            <p:nvPr/>
          </p:nvSpPr>
          <p:spPr>
            <a:xfrm>
              <a:off x="3119882" y="4780893"/>
              <a:ext cx="49089" cy="49098"/>
            </a:xfrm>
            <a:custGeom>
              <a:avLst/>
              <a:gdLst>
                <a:gd name="csX0" fmla="*/ 0 w 49089"/>
                <a:gd name="csY0" fmla="*/ 24549 h 49098"/>
                <a:gd name="csX1" fmla="*/ 49090 w 49089"/>
                <a:gd name="csY1" fmla="*/ 0 h 49098"/>
                <a:gd name="csX2" fmla="*/ 36817 w 49089"/>
                <a:gd name="csY2" fmla="*/ 24549 h 49098"/>
                <a:gd name="csX3" fmla="*/ 49090 w 49089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89" h="49098">
                  <a:moveTo>
                    <a:pt x="0" y="24549"/>
                  </a:moveTo>
                  <a:lnTo>
                    <a:pt x="49090" y="0"/>
                  </a:lnTo>
                  <a:lnTo>
                    <a:pt x="36817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45" name="Freeform 44">
            <a:extLst>
              <a:ext uri="{FF2B5EF4-FFF2-40B4-BE49-F238E27FC236}">
                <a16:creationId xmlns:a16="http://schemas.microsoft.com/office/drawing/2014/main" id="{6EA0A0C0-54B1-F895-3275-9BFD9A40A0F9}"/>
              </a:ext>
            </a:extLst>
          </p:cNvPr>
          <p:cNvSpPr/>
          <p:nvPr/>
        </p:nvSpPr>
        <p:spPr>
          <a:xfrm flipH="1">
            <a:off x="2646124" y="3423676"/>
            <a:ext cx="45719" cy="1147707"/>
          </a:xfrm>
          <a:custGeom>
            <a:avLst/>
            <a:gdLst>
              <a:gd name="csX0" fmla="*/ 0 w 7012"/>
              <a:gd name="csY0" fmla="*/ 0 h 586584"/>
              <a:gd name="csX1" fmla="*/ 0 w 7012"/>
              <a:gd name="csY1" fmla="*/ 586584 h 586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012" h="586584">
                <a:moveTo>
                  <a:pt x="0" y="0"/>
                </a:moveTo>
                <a:lnTo>
                  <a:pt x="0" y="586584"/>
                </a:lnTo>
              </a:path>
            </a:pathLst>
          </a:custGeom>
          <a:noFill/>
          <a:ln w="701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E55DACC5-C4CF-048D-C20E-14297C3A743F}"/>
              </a:ext>
            </a:extLst>
          </p:cNvPr>
          <p:cNvSpPr/>
          <p:nvPr/>
        </p:nvSpPr>
        <p:spPr>
          <a:xfrm>
            <a:off x="2666711" y="4559109"/>
            <a:ext cx="49089" cy="49098"/>
          </a:xfrm>
          <a:custGeom>
            <a:avLst/>
            <a:gdLst>
              <a:gd name="csX0" fmla="*/ 24545 w 49089"/>
              <a:gd name="csY0" fmla="*/ 49098 h 49098"/>
              <a:gd name="csX1" fmla="*/ 0 w 49089"/>
              <a:gd name="csY1" fmla="*/ 0 h 49098"/>
              <a:gd name="csX2" fmla="*/ 24545 w 49089"/>
              <a:gd name="csY2" fmla="*/ 12275 h 49098"/>
              <a:gd name="csX3" fmla="*/ 49090 w 49089"/>
              <a:gd name="csY3" fmla="*/ 0 h 49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089" h="49098">
                <a:moveTo>
                  <a:pt x="24545" y="49098"/>
                </a:moveTo>
                <a:lnTo>
                  <a:pt x="0" y="0"/>
                </a:lnTo>
                <a:lnTo>
                  <a:pt x="24545" y="12275"/>
                </a:lnTo>
                <a:lnTo>
                  <a:pt x="49090" y="0"/>
                </a:lnTo>
                <a:close/>
              </a:path>
            </a:pathLst>
          </a:custGeom>
          <a:solidFill>
            <a:srgbClr val="000000"/>
          </a:solidFill>
          <a:ln w="701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47" name="Graphic 7">
            <a:extLst>
              <a:ext uri="{FF2B5EF4-FFF2-40B4-BE49-F238E27FC236}">
                <a16:creationId xmlns:a16="http://schemas.microsoft.com/office/drawing/2014/main" id="{8FFF142F-8C57-6C80-5358-079F36858185}"/>
              </a:ext>
            </a:extLst>
          </p:cNvPr>
          <p:cNvGrpSpPr/>
          <p:nvPr/>
        </p:nvGrpSpPr>
        <p:grpSpPr>
          <a:xfrm>
            <a:off x="2515935" y="5878590"/>
            <a:ext cx="350642" cy="280561"/>
            <a:chOff x="2515935" y="5878590"/>
            <a:chExt cx="350642" cy="280561"/>
          </a:xfrm>
          <a:noFill/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07A72A8-3820-D848-62C5-E0F44544E147}"/>
                </a:ext>
              </a:extLst>
            </p:cNvPr>
            <p:cNvSpPr/>
            <p:nvPr/>
          </p:nvSpPr>
          <p:spPr>
            <a:xfrm>
              <a:off x="2515935" y="5878590"/>
              <a:ext cx="350642" cy="280561"/>
            </a:xfrm>
            <a:prstGeom prst="rect">
              <a:avLst/>
            </a:prstGeom>
            <a:noFill/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7ABF442B-BF03-314D-6B8C-C658215F1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07102" y="5938209"/>
              <a:ext cx="168308" cy="189379"/>
            </a:xfrm>
            <a:custGeom>
              <a:avLst/>
              <a:gdLst>
                <a:gd name="csX0" fmla="*/ 0 w 168308"/>
                <a:gd name="csY0" fmla="*/ 0 h 189379"/>
                <a:gd name="csX1" fmla="*/ 168309 w 168308"/>
                <a:gd name="csY1" fmla="*/ 0 h 189379"/>
                <a:gd name="csX2" fmla="*/ 168309 w 168308"/>
                <a:gd name="csY2" fmla="*/ 189379 h 189379"/>
                <a:gd name="csX3" fmla="*/ 0 w 168308"/>
                <a:gd name="csY3" fmla="*/ 189379 h 189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8308" h="189379">
                  <a:moveTo>
                    <a:pt x="0" y="0"/>
                  </a:moveTo>
                  <a:lnTo>
                    <a:pt x="168309" y="0"/>
                  </a:lnTo>
                  <a:lnTo>
                    <a:pt x="168309" y="189379"/>
                  </a:lnTo>
                  <a:lnTo>
                    <a:pt x="0" y="189379"/>
                  </a:lnTo>
                  <a:close/>
                </a:path>
              </a:pathLst>
            </a:cu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8842A38-E75A-1609-CB6D-0CB7D8E8E228}"/>
              </a:ext>
            </a:extLst>
          </p:cNvPr>
          <p:cNvSpPr/>
          <p:nvPr/>
        </p:nvSpPr>
        <p:spPr>
          <a:xfrm>
            <a:off x="3365325" y="4649125"/>
            <a:ext cx="861504" cy="315631"/>
          </a:xfrm>
          <a:prstGeom prst="rect">
            <a:avLst/>
          </a:prstGeom>
          <a:solidFill>
            <a:srgbClr val="FFE6CC"/>
          </a:solidFill>
          <a:ln w="7012" cap="flat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3ECC7-14AC-E321-7121-636E3A249339}"/>
              </a:ext>
            </a:extLst>
          </p:cNvPr>
          <p:cNvSpPr txBox="1"/>
          <p:nvPr/>
        </p:nvSpPr>
        <p:spPr>
          <a:xfrm>
            <a:off x="3635122" y="4680930"/>
            <a:ext cx="596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False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7F7478E-69F3-B7C9-1B58-022D27A660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4447" y="4724780"/>
            <a:ext cx="547002" cy="189379"/>
          </a:xfrm>
          <a:custGeom>
            <a:avLst/>
            <a:gdLst>
              <a:gd name="csX0" fmla="*/ 0 w 547002"/>
              <a:gd name="csY0" fmla="*/ 0 h 189379"/>
              <a:gd name="csX1" fmla="*/ 547003 w 547002"/>
              <a:gd name="csY1" fmla="*/ 0 h 189379"/>
              <a:gd name="csX2" fmla="*/ 547003 w 547002"/>
              <a:gd name="csY2" fmla="*/ 189379 h 189379"/>
              <a:gd name="csX3" fmla="*/ 0 w 547002"/>
              <a:gd name="csY3" fmla="*/ 189379 h 189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7002" h="189379">
                <a:moveTo>
                  <a:pt x="0" y="0"/>
                </a:moveTo>
                <a:lnTo>
                  <a:pt x="547003" y="0"/>
                </a:lnTo>
                <a:lnTo>
                  <a:pt x="547003" y="189379"/>
                </a:lnTo>
                <a:lnTo>
                  <a:pt x="0" y="189379"/>
                </a:lnTo>
                <a:close/>
              </a:path>
            </a:pathLst>
          </a:custGeom>
        </p:spPr>
      </p:pic>
      <p:pic>
        <p:nvPicPr>
          <p:cNvPr id="454" name="Graphic 453">
            <a:extLst>
              <a:ext uri="{FF2B5EF4-FFF2-40B4-BE49-F238E27FC236}">
                <a16:creationId xmlns:a16="http://schemas.microsoft.com/office/drawing/2014/main" id="{68525DDC-A3A9-5E96-3638-1061C2063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6030"/>
          <a:stretch>
            <a:fillRect/>
          </a:stretch>
        </p:blipFill>
        <p:spPr>
          <a:xfrm>
            <a:off x="4177974" y="2862553"/>
            <a:ext cx="5918858" cy="330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96328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59B74-CFA3-F1E9-A347-172EF8052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5F20A-639B-2859-8F77-0033A73C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71EE6D-3F4C-181C-C366-4686889F4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0196CA08-3798-32A7-A117-A54D68B0F1CC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1B801DA5-6D28-C53C-53DF-70E28C86343B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335A2BC-470D-4BB8-C3F8-E257118421F2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D6176B40-A74C-00B1-0CC6-4A3A4D82A0FA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E07F1441-BA1C-CFC1-8B72-3DD4476B2096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59FCEF4B-A94A-23BF-1BEF-8725B75D0619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1C97A77D-9C70-14C7-2674-F9C26649DA46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1E57F618-3C98-9EC7-357E-FA23FD7A6B17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BC290D18-9BC3-EA98-D81E-CAB5D6E79866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600FCD1C-7768-A201-B36F-ABA9A1683F91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C32300E0-8845-9D7F-BC9A-498CDAE3F708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6AAB15D4-E994-944D-95BF-DE70033E1C4F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63B18D45-51CB-C82B-96C3-F0A923542B9B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7E1A4A85-9B7E-1892-2C91-15909002FE2F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8DB3227B-6627-B721-A2C2-AEB27088E918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5D4A89-8D61-C5F3-4318-3DF9FD1D971C}"/>
              </a:ext>
            </a:extLst>
          </p:cNvPr>
          <p:cNvSpPr/>
          <p:nvPr/>
        </p:nvSpPr>
        <p:spPr>
          <a:xfrm>
            <a:off x="1059124" y="1567384"/>
            <a:ext cx="4601662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C17D47-F221-7CD4-35F7-6E72E4B4DA70}"/>
              </a:ext>
            </a:extLst>
          </p:cNvPr>
          <p:cNvSpPr/>
          <p:nvPr/>
        </p:nvSpPr>
        <p:spPr>
          <a:xfrm>
            <a:off x="2095164" y="2862553"/>
            <a:ext cx="1192185" cy="133266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A3ED51-1375-5DD4-90C1-14E30AFCF8E5}"/>
              </a:ext>
            </a:extLst>
          </p:cNvPr>
          <p:cNvSpPr/>
          <p:nvPr/>
        </p:nvSpPr>
        <p:spPr>
          <a:xfrm>
            <a:off x="2095164" y="4405641"/>
            <a:ext cx="1192185" cy="133266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28" name="Graphic 7">
            <a:extLst>
              <a:ext uri="{FF2B5EF4-FFF2-40B4-BE49-F238E27FC236}">
                <a16:creationId xmlns:a16="http://schemas.microsoft.com/office/drawing/2014/main" id="{A11663D0-AA53-CBB8-B537-2E445A5AD1BD}"/>
              </a:ext>
            </a:extLst>
          </p:cNvPr>
          <p:cNvGrpSpPr/>
          <p:nvPr/>
        </p:nvGrpSpPr>
        <p:grpSpPr>
          <a:xfrm>
            <a:off x="2666711" y="4966765"/>
            <a:ext cx="49089" cy="202565"/>
            <a:chOff x="2666711" y="4966765"/>
            <a:chExt cx="49089" cy="20256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B337DD9-5CF0-1539-6BB4-6509E93A46DC}"/>
                </a:ext>
              </a:extLst>
            </p:cNvPr>
            <p:cNvSpPr/>
            <p:nvPr/>
          </p:nvSpPr>
          <p:spPr>
            <a:xfrm>
              <a:off x="2691256" y="4966765"/>
              <a:ext cx="7012" cy="165741"/>
            </a:xfrm>
            <a:custGeom>
              <a:avLst/>
              <a:gdLst>
                <a:gd name="csX0" fmla="*/ 0 w 7012"/>
                <a:gd name="csY0" fmla="*/ 0 h 165741"/>
                <a:gd name="csX1" fmla="*/ 0 w 7012"/>
                <a:gd name="csY1" fmla="*/ 165742 h 16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165741">
                  <a:moveTo>
                    <a:pt x="0" y="0"/>
                  </a:moveTo>
                  <a:lnTo>
                    <a:pt x="0" y="165742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3725B65-F4B0-46A6-B103-F4EA4E067308}"/>
                </a:ext>
              </a:extLst>
            </p:cNvPr>
            <p:cNvSpPr/>
            <p:nvPr/>
          </p:nvSpPr>
          <p:spPr>
            <a:xfrm>
              <a:off x="2666711" y="5120232"/>
              <a:ext cx="49089" cy="49098"/>
            </a:xfrm>
            <a:custGeom>
              <a:avLst/>
              <a:gdLst>
                <a:gd name="csX0" fmla="*/ 24545 w 49089"/>
                <a:gd name="csY0" fmla="*/ 49098 h 49098"/>
                <a:gd name="csX1" fmla="*/ 0 w 49089"/>
                <a:gd name="csY1" fmla="*/ 0 h 49098"/>
                <a:gd name="csX2" fmla="*/ 24545 w 49089"/>
                <a:gd name="csY2" fmla="*/ 12275 h 49098"/>
                <a:gd name="csX3" fmla="*/ 49090 w 49089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89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31" name="Graphic 7">
            <a:extLst>
              <a:ext uri="{FF2B5EF4-FFF2-40B4-BE49-F238E27FC236}">
                <a16:creationId xmlns:a16="http://schemas.microsoft.com/office/drawing/2014/main" id="{8A90F1FC-C0A2-1CA9-C28C-2043D0748FD8}"/>
              </a:ext>
            </a:extLst>
          </p:cNvPr>
          <p:cNvGrpSpPr/>
          <p:nvPr/>
        </p:nvGrpSpPr>
        <p:grpSpPr>
          <a:xfrm>
            <a:off x="2270485" y="4616063"/>
            <a:ext cx="841542" cy="350702"/>
            <a:chOff x="2270485" y="4616063"/>
            <a:chExt cx="841542" cy="350702"/>
          </a:xfrm>
          <a:solidFill>
            <a:srgbClr val="FFFFFF"/>
          </a:solidFill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887F060A-5074-D69B-8003-807F33D639B0}"/>
                </a:ext>
              </a:extLst>
            </p:cNvPr>
            <p:cNvSpPr/>
            <p:nvPr/>
          </p:nvSpPr>
          <p:spPr>
            <a:xfrm>
              <a:off x="2270485" y="4616063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DC82A79-57C3-9DC8-AD41-A09E7C235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7498" y="4717766"/>
              <a:ext cx="827516" cy="175351"/>
            </a:xfrm>
            <a:custGeom>
              <a:avLst/>
              <a:gdLst>
                <a:gd name="csX0" fmla="*/ 0 w 827516"/>
                <a:gd name="csY0" fmla="*/ 0 h 175351"/>
                <a:gd name="csX1" fmla="*/ 827517 w 827516"/>
                <a:gd name="csY1" fmla="*/ 0 h 175351"/>
                <a:gd name="csX2" fmla="*/ 827517 w 827516"/>
                <a:gd name="csY2" fmla="*/ 175351 h 175351"/>
                <a:gd name="csX3" fmla="*/ 0 w 827516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6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34" name="Graphic 7">
            <a:extLst>
              <a:ext uri="{FF2B5EF4-FFF2-40B4-BE49-F238E27FC236}">
                <a16:creationId xmlns:a16="http://schemas.microsoft.com/office/drawing/2014/main" id="{89985580-6DD0-5F12-8892-6D41836644AB}"/>
              </a:ext>
            </a:extLst>
          </p:cNvPr>
          <p:cNvGrpSpPr/>
          <p:nvPr/>
        </p:nvGrpSpPr>
        <p:grpSpPr>
          <a:xfrm>
            <a:off x="2270485" y="5177186"/>
            <a:ext cx="841542" cy="350702"/>
            <a:chOff x="2270485" y="5177186"/>
            <a:chExt cx="841542" cy="350702"/>
          </a:xfrm>
          <a:solidFill>
            <a:srgbClr val="FFFFFF"/>
          </a:solidFill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449322A-BD9B-9828-0017-AA9DE2DF05FB}"/>
                </a:ext>
              </a:extLst>
            </p:cNvPr>
            <p:cNvSpPr/>
            <p:nvPr/>
          </p:nvSpPr>
          <p:spPr>
            <a:xfrm>
              <a:off x="2270485" y="5177186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7D36D02-205A-AAC0-4BC2-138B4A925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77498" y="5278889"/>
              <a:ext cx="827516" cy="175351"/>
            </a:xfrm>
            <a:custGeom>
              <a:avLst/>
              <a:gdLst>
                <a:gd name="csX0" fmla="*/ 0 w 827516"/>
                <a:gd name="csY0" fmla="*/ 0 h 175351"/>
                <a:gd name="csX1" fmla="*/ 827517 w 827516"/>
                <a:gd name="csY1" fmla="*/ 0 h 175351"/>
                <a:gd name="csX2" fmla="*/ 827517 w 827516"/>
                <a:gd name="csY2" fmla="*/ 175351 h 175351"/>
                <a:gd name="csX3" fmla="*/ 0 w 827516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6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37" name="Graphic 7">
            <a:extLst>
              <a:ext uri="{FF2B5EF4-FFF2-40B4-BE49-F238E27FC236}">
                <a16:creationId xmlns:a16="http://schemas.microsoft.com/office/drawing/2014/main" id="{1AA22BFD-0D0A-8C53-C91F-6EA653601095}"/>
              </a:ext>
            </a:extLst>
          </p:cNvPr>
          <p:cNvGrpSpPr/>
          <p:nvPr/>
        </p:nvGrpSpPr>
        <p:grpSpPr>
          <a:xfrm>
            <a:off x="3119882" y="4780893"/>
            <a:ext cx="307724" cy="49098"/>
            <a:chOff x="3119882" y="4780893"/>
            <a:chExt cx="307724" cy="49098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83F6FDD-E6D1-85C3-53F7-B694629EDC51}"/>
                </a:ext>
              </a:extLst>
            </p:cNvPr>
            <p:cNvSpPr/>
            <p:nvPr/>
          </p:nvSpPr>
          <p:spPr>
            <a:xfrm>
              <a:off x="3156699" y="4805442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116624 w 270906"/>
                <a:gd name="csY1" fmla="*/ 0 h 7014"/>
                <a:gd name="csX2" fmla="*/ 0 w 270906"/>
                <a:gd name="csY2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116624" y="0"/>
                  </a:ln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5DD4FE1-5DF8-A3C5-3CEA-953B72449D52}"/>
                </a:ext>
              </a:extLst>
            </p:cNvPr>
            <p:cNvSpPr/>
            <p:nvPr/>
          </p:nvSpPr>
          <p:spPr>
            <a:xfrm>
              <a:off x="3119882" y="4780893"/>
              <a:ext cx="49089" cy="49098"/>
            </a:xfrm>
            <a:custGeom>
              <a:avLst/>
              <a:gdLst>
                <a:gd name="csX0" fmla="*/ 0 w 49089"/>
                <a:gd name="csY0" fmla="*/ 24549 h 49098"/>
                <a:gd name="csX1" fmla="*/ 49090 w 49089"/>
                <a:gd name="csY1" fmla="*/ 0 h 49098"/>
                <a:gd name="csX2" fmla="*/ 36817 w 49089"/>
                <a:gd name="csY2" fmla="*/ 24549 h 49098"/>
                <a:gd name="csX3" fmla="*/ 49090 w 49089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89" h="49098">
                  <a:moveTo>
                    <a:pt x="0" y="24549"/>
                  </a:moveTo>
                  <a:lnTo>
                    <a:pt x="49090" y="0"/>
                  </a:lnTo>
                  <a:lnTo>
                    <a:pt x="36817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47" name="Graphic 7">
            <a:extLst>
              <a:ext uri="{FF2B5EF4-FFF2-40B4-BE49-F238E27FC236}">
                <a16:creationId xmlns:a16="http://schemas.microsoft.com/office/drawing/2014/main" id="{7630004B-A122-9158-8976-677612523A79}"/>
              </a:ext>
            </a:extLst>
          </p:cNvPr>
          <p:cNvGrpSpPr/>
          <p:nvPr/>
        </p:nvGrpSpPr>
        <p:grpSpPr>
          <a:xfrm>
            <a:off x="2515935" y="5878590"/>
            <a:ext cx="350642" cy="280561"/>
            <a:chOff x="2515935" y="5878590"/>
            <a:chExt cx="350642" cy="280561"/>
          </a:xfrm>
          <a:noFill/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621FC9A-429D-79F4-17FB-E3AC2269A405}"/>
                </a:ext>
              </a:extLst>
            </p:cNvPr>
            <p:cNvSpPr/>
            <p:nvPr/>
          </p:nvSpPr>
          <p:spPr>
            <a:xfrm>
              <a:off x="2515935" y="5878590"/>
              <a:ext cx="350642" cy="280561"/>
            </a:xfrm>
            <a:prstGeom prst="rect">
              <a:avLst/>
            </a:prstGeom>
            <a:noFill/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10DC1A8-97BA-3481-6A9E-17326073B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07102" y="5938209"/>
              <a:ext cx="168308" cy="189379"/>
            </a:xfrm>
            <a:custGeom>
              <a:avLst/>
              <a:gdLst>
                <a:gd name="csX0" fmla="*/ 0 w 168308"/>
                <a:gd name="csY0" fmla="*/ 0 h 189379"/>
                <a:gd name="csX1" fmla="*/ 168309 w 168308"/>
                <a:gd name="csY1" fmla="*/ 0 h 189379"/>
                <a:gd name="csX2" fmla="*/ 168309 w 168308"/>
                <a:gd name="csY2" fmla="*/ 189379 h 189379"/>
                <a:gd name="csX3" fmla="*/ 0 w 168308"/>
                <a:gd name="csY3" fmla="*/ 189379 h 189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8308" h="189379">
                  <a:moveTo>
                    <a:pt x="0" y="0"/>
                  </a:moveTo>
                  <a:lnTo>
                    <a:pt x="168309" y="0"/>
                  </a:lnTo>
                  <a:lnTo>
                    <a:pt x="168309" y="189379"/>
                  </a:lnTo>
                  <a:lnTo>
                    <a:pt x="0" y="189379"/>
                  </a:lnTo>
                  <a:close/>
                </a:path>
              </a:pathLst>
            </a:cu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B1832B2-C834-4BAA-6A68-A98C18ED4F07}"/>
              </a:ext>
            </a:extLst>
          </p:cNvPr>
          <p:cNvSpPr/>
          <p:nvPr/>
        </p:nvSpPr>
        <p:spPr>
          <a:xfrm>
            <a:off x="3365325" y="4649125"/>
            <a:ext cx="861504" cy="315631"/>
          </a:xfrm>
          <a:prstGeom prst="rect">
            <a:avLst/>
          </a:prstGeom>
          <a:solidFill>
            <a:srgbClr val="FFE6CC"/>
          </a:solidFill>
          <a:ln w="7012" cap="flat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F98E7-6001-9386-6064-EB1B7EA4F3F0}"/>
              </a:ext>
            </a:extLst>
          </p:cNvPr>
          <p:cNvSpPr txBox="1"/>
          <p:nvPr/>
        </p:nvSpPr>
        <p:spPr>
          <a:xfrm>
            <a:off x="3648470" y="4680930"/>
            <a:ext cx="5661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True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20030CF-D09F-90CA-FB17-4A52DF591A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795" y="4724780"/>
            <a:ext cx="547002" cy="189379"/>
          </a:xfrm>
          <a:custGeom>
            <a:avLst/>
            <a:gdLst>
              <a:gd name="csX0" fmla="*/ 0 w 547002"/>
              <a:gd name="csY0" fmla="*/ 0 h 189379"/>
              <a:gd name="csX1" fmla="*/ 547003 w 547002"/>
              <a:gd name="csY1" fmla="*/ 0 h 189379"/>
              <a:gd name="csX2" fmla="*/ 547003 w 547002"/>
              <a:gd name="csY2" fmla="*/ 189379 h 189379"/>
              <a:gd name="csX3" fmla="*/ 0 w 547002"/>
              <a:gd name="csY3" fmla="*/ 189379 h 189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7002" h="189379">
                <a:moveTo>
                  <a:pt x="0" y="0"/>
                </a:moveTo>
                <a:lnTo>
                  <a:pt x="547003" y="0"/>
                </a:lnTo>
                <a:lnTo>
                  <a:pt x="547003" y="189379"/>
                </a:lnTo>
                <a:lnTo>
                  <a:pt x="0" y="189379"/>
                </a:lnTo>
                <a:close/>
              </a:path>
            </a:pathLst>
          </a:custGeom>
        </p:spPr>
      </p:pic>
      <p:pic>
        <p:nvPicPr>
          <p:cNvPr id="454" name="Graphic 453">
            <a:extLst>
              <a:ext uri="{FF2B5EF4-FFF2-40B4-BE49-F238E27FC236}">
                <a16:creationId xmlns:a16="http://schemas.microsoft.com/office/drawing/2014/main" id="{8ACB9B61-2ACE-A99D-1CE3-9A4B46C6D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6030"/>
          <a:stretch>
            <a:fillRect/>
          </a:stretch>
        </p:blipFill>
        <p:spPr>
          <a:xfrm>
            <a:off x="4177974" y="2862553"/>
            <a:ext cx="5918858" cy="330361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F7D9ED0-4E86-0D54-74DC-337B6C6C53A3}"/>
              </a:ext>
            </a:extLst>
          </p:cNvPr>
          <p:cNvSpPr txBox="1"/>
          <p:nvPr/>
        </p:nvSpPr>
        <p:spPr>
          <a:xfrm>
            <a:off x="569701" y="4897108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Impossible.</a:t>
            </a:r>
          </a:p>
        </p:txBody>
      </p:sp>
    </p:spTree>
    <p:extLst>
      <p:ext uri="{BB962C8B-B14F-4D97-AF65-F5344CB8AC3E}">
        <p14:creationId xmlns:p14="http://schemas.microsoft.com/office/powerpoint/2010/main" val="20682754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3AEEF-18C7-CC77-889A-687C15FF8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ED0906-65CC-5E8E-9335-68C8A4AB5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161B5F-390C-8296-4585-8A4B495A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22280A3B-D47E-3E65-65D5-F9C5899F63F6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515D1F1D-465E-8F84-1996-44F7C811392E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DA43CB9-02F4-E6C7-7F3B-23CB102DC7EA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73DA817B-DAF5-887C-4134-3A9D38A50AC3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9907A16B-8556-59FC-90E7-175D391B0447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E295B580-6039-01E0-7C1E-4F50649241AD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1BA5D6FD-3EF1-FEAB-0FF1-EF58320095F8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5E00671A-C3D8-06EB-070A-F3A6428B2BE8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AA80C2A7-0E24-AB71-5AAD-0562F2CC4B74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CDC9F087-273D-0D00-CE41-310588215062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6BE4EA0E-346E-0B18-D3E5-660F75E7F00B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04D00992-FC3B-DFEB-79B4-73D9A7C034AD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ED00339E-D690-9619-A19E-8FCA95C05E72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45D43E6F-0A88-283D-E64B-C47359FCECCF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F73795DB-1409-A09D-434A-0F281B67FC45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80E12C-D73E-F729-4570-AB8AA9D03A0D}"/>
              </a:ext>
            </a:extLst>
          </p:cNvPr>
          <p:cNvSpPr/>
          <p:nvPr/>
        </p:nvSpPr>
        <p:spPr>
          <a:xfrm>
            <a:off x="1059124" y="1567384"/>
            <a:ext cx="4601662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E2BF4C7-98F0-94D2-18D0-95DF7F02B3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306" r="3759"/>
          <a:stretch>
            <a:fillRect/>
          </a:stretch>
        </p:blipFill>
        <p:spPr>
          <a:xfrm>
            <a:off x="3221319" y="3191719"/>
            <a:ext cx="5370230" cy="2943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1D4B7C-0365-9CAF-501B-7B84105C07C0}"/>
              </a:ext>
            </a:extLst>
          </p:cNvPr>
          <p:cNvSpPr txBox="1"/>
          <p:nvPr/>
        </p:nvSpPr>
        <p:spPr>
          <a:xfrm>
            <a:off x="6565608" y="376946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3D22-3EBD-7DF7-2884-70A870BDFACD}"/>
              </a:ext>
            </a:extLst>
          </p:cNvPr>
          <p:cNvSpPr txBox="1"/>
          <p:nvPr/>
        </p:nvSpPr>
        <p:spPr>
          <a:xfrm>
            <a:off x="1503913" y="2948737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Regeneration: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D6572C-6ED1-7251-CEA3-A96BF26DF2B9}"/>
              </a:ext>
            </a:extLst>
          </p:cNvPr>
          <p:cNvSpPr/>
          <p:nvPr/>
        </p:nvSpPr>
        <p:spPr>
          <a:xfrm>
            <a:off x="8970680" y="1563060"/>
            <a:ext cx="1909666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C6672B10-F9DC-9417-CCC3-77BBE2C667DA}"/>
              </a:ext>
            </a:extLst>
          </p:cNvPr>
          <p:cNvSpPr/>
          <p:nvPr/>
        </p:nvSpPr>
        <p:spPr>
          <a:xfrm rot="5400000">
            <a:off x="6067743" y="3197775"/>
            <a:ext cx="2901672" cy="3062249"/>
          </a:xfrm>
          <a:prstGeom prst="wedgeRectCallout">
            <a:avLst>
              <a:gd name="adj1" fmla="val -18389"/>
              <a:gd name="adj2" fmla="val 101820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26D48F-72B0-F8F0-9EBE-9A7109D4BBFD}"/>
              </a:ext>
            </a:extLst>
          </p:cNvPr>
          <p:cNvSpPr/>
          <p:nvPr/>
        </p:nvSpPr>
        <p:spPr>
          <a:xfrm>
            <a:off x="5809075" y="3133403"/>
            <a:ext cx="3707452" cy="3305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5522550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D81EB-5E86-EA4E-D8B6-4824B31B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567AEC-9219-4849-1B02-E65A202E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0FAED6-8EB1-B44C-FE6C-2AA83C574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A8EF9EAC-AD3D-D279-3749-879F63C68ABE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A1D3B74D-8D7E-A12D-D331-6BFA15066140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97CD3AC-B5CC-E194-04BE-5D21A96B90B1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22D452F0-2F5E-0B37-634C-BB5C63DEED8A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CDAE696F-09F7-3831-32CC-D2459F5A29F8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E0FFA382-F2E5-F77D-9710-7E399C6DACC3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BF1B84DE-D74C-BAB0-2BB6-11085D60257F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E8405B36-B690-CF49-262A-FD7DBF92629F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BA748B76-EEDE-DB81-01C2-D0A9BA57A9F3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8874E42D-E27E-1EE0-BB12-3D68E766EDF7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6CF89610-AF6A-44E7-993D-E72E42BB4282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23006915-0B95-E1EB-4F0B-82547D384F06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2D990ACE-62DD-405A-B90B-D746F5D1E6DE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ACD502EC-2161-DB63-C632-82536C449351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62C0F538-CCAD-8B50-6520-EB1F6B45534C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AC9A9-2155-1731-2E8A-7B2B64598C65}"/>
              </a:ext>
            </a:extLst>
          </p:cNvPr>
          <p:cNvSpPr/>
          <p:nvPr/>
        </p:nvSpPr>
        <p:spPr>
          <a:xfrm>
            <a:off x="1059123" y="1567384"/>
            <a:ext cx="7259263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0604927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5197-DAE9-1BA7-C729-E1029D9D8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BA8A903-CC15-41D3-7BAB-527E649D769E}"/>
                  </a:ext>
                </a:extLst>
              </p:cNvPr>
              <p:cNvSpPr txBox="1"/>
              <p:nvPr/>
            </p:nvSpPr>
            <p:spPr>
              <a:xfrm>
                <a:off x="4739365" y="1677727"/>
                <a:ext cx="1173398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BA8A903-CC15-41D3-7BAB-527E649D7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365" y="1677727"/>
                <a:ext cx="1173398" cy="390748"/>
              </a:xfrm>
              <a:prstGeom prst="rect">
                <a:avLst/>
              </a:prstGeom>
              <a:blipFill>
                <a:blip r:embed="rId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B03481-18A9-C8BA-7086-5D785BDEF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2C138E-656D-6F68-90AD-D3520479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D72D9B-461E-A43D-CA8A-E084587AA5E1}"/>
              </a:ext>
            </a:extLst>
          </p:cNvPr>
          <p:cNvSpPr txBox="1"/>
          <p:nvPr/>
        </p:nvSpPr>
        <p:spPr>
          <a:xfrm>
            <a:off x="4751088" y="12412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Block: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BB0;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BB3;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2CD87DD-CDBD-8224-1A93-75C167852F74}"/>
                  </a:ext>
                </a:extLst>
              </p:cNvPr>
              <p:cNvSpPr txBox="1"/>
              <p:nvPr/>
            </p:nvSpPr>
            <p:spPr>
              <a:xfrm>
                <a:off x="4739365" y="2135575"/>
                <a:ext cx="3401893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b="0" i="1" dirty="0" smtClean="0">
                          <a:solidFill>
                            <a:srgbClr val="62731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b="0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2CD87DD-CDBD-8224-1A93-75C167852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365" y="2135575"/>
                <a:ext cx="3401893" cy="369909"/>
              </a:xfrm>
              <a:prstGeom prst="rect">
                <a:avLst/>
              </a:prstGeom>
              <a:blipFill>
                <a:blip r:embed="rId4"/>
                <a:stretch>
                  <a:fillRect t="-6667" r="-1852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1BECF9-FB50-625A-4218-BEAB063256A9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7F78485D-AAE8-95AD-5110-E9B1FC8D80DE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8C6AC85-78EB-4462-1646-0F781FD24B1A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AD2A1FFA-F90E-B8A2-CBD3-108C7797F9CF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EC057492-D89E-DA8D-52D5-B0F8F8AD7EF4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7B7E8CBC-C16F-57F8-6E4A-37CB0BCCE11A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778BEA08-EF1B-6863-F41B-56980840AC03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626FEAE1-5404-B876-AFCE-FB941CDBCE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DC2610B2-81D8-7815-933D-226AF497556A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B55C4B84-5F68-0DD7-E9B3-A5399AA764FF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B21823FA-85F9-95DB-9DCA-A904151FB246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456C5ED7-8B04-0A91-7138-70E60451095B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D2D8108-6618-B2D8-7699-ED86FB6F6C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93DDC43A-15D7-4FA4-66E5-F70560E7BF3A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79A970D-68BA-E2D1-2C78-8D984B065CFA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48A36E58-A534-90EB-A15F-C4828B924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34B423C7-B641-C9D2-1487-AAC7C976337A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CDC2873D-9714-FA26-32D1-DCF8A373B983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CB7744AA-CC34-C8CD-F731-6621DC47460C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4809BA86-41AF-7E5F-1272-36A52994081B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3BA82660-6FDF-07E7-8906-E0D11D4DAD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9C70BEC0-BFC8-CC6E-E6DA-C15E313E460A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CC58CAE8-6A71-E269-2FBE-E66C95FD4AFB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9EE9D1DD-BEA8-101D-7932-3501E76C89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FB599449-AB76-78EC-9483-0588649BD50B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853317EF-FF2A-7B1A-F79C-612424F8C8EB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4E59631C-765B-BF26-D03C-AC491388E5C2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B1AF9982-6721-2BEA-A351-6C5EB4CCF1A5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363E1E5A-EA86-CB65-09C4-40C71C4A9F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4D907F7F-3D75-B18D-024F-92A06CB00DAE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F805274E-C201-6F32-D0EE-C8F718651F8D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A127FD94-291D-0246-78C2-7359A631F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9D4D6DC7-08BB-D856-341D-E81EF7035F9D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C718F43A-EBA7-EE2D-8B62-073808276A34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66468CDB-FFC2-CED4-57AC-3C1964AF1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958ADAF3-F05C-B9C3-495E-F445AA5F5C63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85029DFE-B739-AB81-C388-B17C4DD69BE4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55E8ACD3-6EB1-2E07-7852-EFDF904721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FDB6A91D-85F1-B318-4004-EC8417F58676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5C6F59F6-E9EF-7E0A-7998-35D7398D84D9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266937D6-81F4-C8A3-AA68-6AFF9E217B44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0B40F8FF-A5F2-EC33-4778-FAD96FE248BF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D9FC691B-2C5B-9F24-3D34-38B5CFD8F9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B9EEEF7D-97F2-52AA-50F0-A49C96EAA180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DA8FD7A6-3E9F-B08E-02BE-15BA6F2E93CD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FF733E6E-0A19-703F-5402-71B663F00A3A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54D2DD43-8D45-7CFD-8D9F-EFFCACC60421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F22AE6E8-A6B3-8DCC-BB54-162B65963E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C58E4C77-550C-4383-B678-3B45EB177EC2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F3960E2D-81D3-5F2B-2156-49451640298A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663CB1DE-95F0-1889-1203-8F982E2064A9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BB302F09-CB4A-E676-AA6C-8216C79622BF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592E306A-900B-DE68-9DA2-0D25B21D5577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62CFEC3A-7DB9-D9BA-66C0-C7E99E2A19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0E031973-1CD1-47AE-2393-7D01E78FB039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9DD39940-81DF-CA71-95F1-3018B52EAE1E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F7D0B66D-38CF-9DB6-035A-9EB4A3D818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3" name="Text 1">
            <a:extLst>
              <a:ext uri="{FF2B5EF4-FFF2-40B4-BE49-F238E27FC236}">
                <a16:creationId xmlns:a16="http://schemas.microsoft.com/office/drawing/2014/main" id="{9D6BFB20-3CF2-1503-EC4D-1EF19C92254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A370AA-D420-0CFC-898D-FCFC61EE8A59}"/>
              </a:ext>
            </a:extLst>
          </p:cNvPr>
          <p:cNvCxnSpPr>
            <a:cxnSpLocks/>
          </p:cNvCxnSpPr>
          <p:nvPr/>
        </p:nvCxnSpPr>
        <p:spPr>
          <a:xfrm>
            <a:off x="1874996" y="2320529"/>
            <a:ext cx="0" cy="118617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82690B-C458-317D-9DCB-EE437D698724}"/>
              </a:ext>
            </a:extLst>
          </p:cNvPr>
          <p:cNvCxnSpPr>
            <a:cxnSpLocks/>
          </p:cNvCxnSpPr>
          <p:nvPr/>
        </p:nvCxnSpPr>
        <p:spPr>
          <a:xfrm>
            <a:off x="2069327" y="4078357"/>
            <a:ext cx="604299" cy="45388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12CB28-2386-9393-24A9-8EF24BF993DE}"/>
              </a:ext>
            </a:extLst>
          </p:cNvPr>
          <p:cNvCxnSpPr>
            <a:cxnSpLocks/>
          </p:cNvCxnSpPr>
          <p:nvPr/>
        </p:nvCxnSpPr>
        <p:spPr>
          <a:xfrm>
            <a:off x="2099066" y="2320529"/>
            <a:ext cx="544819" cy="54533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764C4F-90FF-F3C5-2EEA-B6634F5E9D5F}"/>
              </a:ext>
            </a:extLst>
          </p:cNvPr>
          <p:cNvCxnSpPr>
            <a:cxnSpLocks/>
          </p:cNvCxnSpPr>
          <p:nvPr/>
        </p:nvCxnSpPr>
        <p:spPr>
          <a:xfrm>
            <a:off x="2238833" y="3874467"/>
            <a:ext cx="638489" cy="4308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57897C-B795-421C-1ACB-C6751F29BA44}"/>
              </a:ext>
            </a:extLst>
          </p:cNvPr>
          <p:cNvCxnSpPr>
            <a:cxnSpLocks/>
          </p:cNvCxnSpPr>
          <p:nvPr/>
        </p:nvCxnSpPr>
        <p:spPr>
          <a:xfrm flipH="1">
            <a:off x="2134668" y="3120696"/>
            <a:ext cx="538958" cy="38600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D89B570-01CC-5354-7E2D-E46ACE2FB565}"/>
              </a:ext>
            </a:extLst>
          </p:cNvPr>
          <p:cNvCxnSpPr>
            <a:cxnSpLocks/>
          </p:cNvCxnSpPr>
          <p:nvPr/>
        </p:nvCxnSpPr>
        <p:spPr>
          <a:xfrm>
            <a:off x="2285667" y="2156257"/>
            <a:ext cx="544819" cy="545334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3423AA9-B310-99DB-F372-C962BB3F6408}"/>
              </a:ext>
            </a:extLst>
          </p:cNvPr>
          <p:cNvCxnSpPr>
            <a:cxnSpLocks/>
          </p:cNvCxnSpPr>
          <p:nvPr/>
        </p:nvCxnSpPr>
        <p:spPr>
          <a:xfrm>
            <a:off x="3097913" y="3307839"/>
            <a:ext cx="0" cy="1038553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DA87F-634D-89B5-1C70-BB23F3EACA56}"/>
              </a:ext>
            </a:extLst>
          </p:cNvPr>
          <p:cNvGrpSpPr/>
          <p:nvPr/>
        </p:nvGrpSpPr>
        <p:grpSpPr>
          <a:xfrm>
            <a:off x="5976077" y="2724604"/>
            <a:ext cx="3646022" cy="3440475"/>
            <a:chOff x="5082367" y="3054055"/>
            <a:chExt cx="3566567" cy="3365499"/>
          </a:xfrm>
        </p:grpSpPr>
        <p:grpSp>
          <p:nvGrpSpPr>
            <p:cNvPr id="14" name="Graphic 14">
              <a:extLst>
                <a:ext uri="{FF2B5EF4-FFF2-40B4-BE49-F238E27FC236}">
                  <a16:creationId xmlns:a16="http://schemas.microsoft.com/office/drawing/2014/main" id="{EFA2A436-EEBA-A31C-A338-2B45B742DB9D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5B97E7FF-5A2E-714E-087B-E31913CFB221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4" name="Picture 293">
                <a:extLst>
                  <a:ext uri="{FF2B5EF4-FFF2-40B4-BE49-F238E27FC236}">
                    <a16:creationId xmlns:a16="http://schemas.microsoft.com/office/drawing/2014/main" id="{CB026C1F-65D5-781F-17FE-856EBB808D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6" name="Graphic 14">
              <a:extLst>
                <a:ext uri="{FF2B5EF4-FFF2-40B4-BE49-F238E27FC236}">
                  <a16:creationId xmlns:a16="http://schemas.microsoft.com/office/drawing/2014/main" id="{23EA58D7-9C6F-9223-4FE6-CEC3075D1651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BD863C03-985D-F5FC-ADC8-F50C0D7ADB8A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2" name="Picture 291">
                <a:extLst>
                  <a:ext uri="{FF2B5EF4-FFF2-40B4-BE49-F238E27FC236}">
                    <a16:creationId xmlns:a16="http://schemas.microsoft.com/office/drawing/2014/main" id="{99880AA3-40D5-A031-796E-9DC0C0BBE0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" name="Graphic 14">
              <a:extLst>
                <a:ext uri="{FF2B5EF4-FFF2-40B4-BE49-F238E27FC236}">
                  <a16:creationId xmlns:a16="http://schemas.microsoft.com/office/drawing/2014/main" id="{E71E4594-6756-6168-FEED-69C194F7F284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7D8CA526-6E0C-1E68-6BB1-39E17F3A6E52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1EF4AF71-5745-BE8F-AF37-C8DC130D4013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" name="Graphic 14">
              <a:extLst>
                <a:ext uri="{FF2B5EF4-FFF2-40B4-BE49-F238E27FC236}">
                  <a16:creationId xmlns:a16="http://schemas.microsoft.com/office/drawing/2014/main" id="{2DF81485-DE94-35C2-9F9D-953A3C717FC4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375B62EE-9D69-A444-4B9B-8F4CF87970CB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8" name="Picture 287">
                <a:extLst>
                  <a:ext uri="{FF2B5EF4-FFF2-40B4-BE49-F238E27FC236}">
                    <a16:creationId xmlns:a16="http://schemas.microsoft.com/office/drawing/2014/main" id="{C53DBF6C-8F77-7A57-A7D7-E39D16B6C5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14">
              <a:extLst>
                <a:ext uri="{FF2B5EF4-FFF2-40B4-BE49-F238E27FC236}">
                  <a16:creationId xmlns:a16="http://schemas.microsoft.com/office/drawing/2014/main" id="{30912644-3EEC-F6EC-2EF2-E8891D115B37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43C259FF-7F6C-4489-4189-0527D29168C0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284384DC-7C6E-76A1-3458-D4D1D591BC4A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" name="Graphic 14">
              <a:extLst>
                <a:ext uri="{FF2B5EF4-FFF2-40B4-BE49-F238E27FC236}">
                  <a16:creationId xmlns:a16="http://schemas.microsoft.com/office/drawing/2014/main" id="{F9B66772-DA3D-E56E-A684-58E9A775552A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B8AC6887-BB58-60DC-ABD4-1B90A09FED7C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42B260F3-5560-5055-BCA4-2AA61BF0CFA4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" name="Graphic 14">
              <a:extLst>
                <a:ext uri="{FF2B5EF4-FFF2-40B4-BE49-F238E27FC236}">
                  <a16:creationId xmlns:a16="http://schemas.microsoft.com/office/drawing/2014/main" id="{C28A3644-5ECA-303E-1CC5-0E7EAE8A2A96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07BA97E0-6382-D7CE-7D9B-BCD58BA3131D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2" name="Picture 281">
                <a:extLst>
                  <a:ext uri="{FF2B5EF4-FFF2-40B4-BE49-F238E27FC236}">
                    <a16:creationId xmlns:a16="http://schemas.microsoft.com/office/drawing/2014/main" id="{B48FC9C6-80DE-6338-BA0A-749BEE181C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37" name="Graphic 14">
              <a:extLst>
                <a:ext uri="{FF2B5EF4-FFF2-40B4-BE49-F238E27FC236}">
                  <a16:creationId xmlns:a16="http://schemas.microsoft.com/office/drawing/2014/main" id="{47BD8A7A-CB49-2A9D-981F-23CFA3BB7D95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0EC94741-2AF1-46EC-D60D-735A2EF2239A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B04EA967-4B5E-F82C-056A-8366C4DF1DF1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8" name="Graphic 14">
              <a:extLst>
                <a:ext uri="{FF2B5EF4-FFF2-40B4-BE49-F238E27FC236}">
                  <a16:creationId xmlns:a16="http://schemas.microsoft.com/office/drawing/2014/main" id="{B9FFD962-5E56-F25C-9C91-3CE16D1503EF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18209CA1-A243-E028-26CE-08386F47B24A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8" name="Picture 277">
                <a:extLst>
                  <a:ext uri="{FF2B5EF4-FFF2-40B4-BE49-F238E27FC236}">
                    <a16:creationId xmlns:a16="http://schemas.microsoft.com/office/drawing/2014/main" id="{0C6D14D7-4DE0-2F73-699B-AE268D2BFE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39" name="Graphic 14">
              <a:extLst>
                <a:ext uri="{FF2B5EF4-FFF2-40B4-BE49-F238E27FC236}">
                  <a16:creationId xmlns:a16="http://schemas.microsoft.com/office/drawing/2014/main" id="{6619480A-AC28-7C35-6DCB-DDFEEEC97F38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F237A4A2-13F4-1364-8CC7-BF54DF8210F7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0FA3213D-3310-3588-12D6-6BA54FDFDCB2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0" name="Graphic 14">
              <a:extLst>
                <a:ext uri="{FF2B5EF4-FFF2-40B4-BE49-F238E27FC236}">
                  <a16:creationId xmlns:a16="http://schemas.microsoft.com/office/drawing/2014/main" id="{4DFA15B4-278A-13CE-9EDA-E60A2BE8438A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C2437DEF-3D89-B3EB-279D-341D95FCF5D4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751FC3E8-4ED0-ED70-5F9F-CC2EB423B75E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1" name="Graphic 14">
              <a:extLst>
                <a:ext uri="{FF2B5EF4-FFF2-40B4-BE49-F238E27FC236}">
                  <a16:creationId xmlns:a16="http://schemas.microsoft.com/office/drawing/2014/main" id="{5134CDD8-3B7E-F046-521B-900D1367A9CE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3B786228-6A38-E014-A70F-CEA5F7276749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2" name="Picture 271">
                <a:extLst>
                  <a:ext uri="{FF2B5EF4-FFF2-40B4-BE49-F238E27FC236}">
                    <a16:creationId xmlns:a16="http://schemas.microsoft.com/office/drawing/2014/main" id="{D407BD37-07DC-0AE1-707F-95E8641F8C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42" name="Graphic 14">
              <a:extLst>
                <a:ext uri="{FF2B5EF4-FFF2-40B4-BE49-F238E27FC236}">
                  <a16:creationId xmlns:a16="http://schemas.microsoft.com/office/drawing/2014/main" id="{6CDAD921-D3A8-32CC-1DAC-E2943B7703D5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3427F07C-27F2-6B63-5BCA-531A059C9563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F6619822-0739-1F28-5ACC-2F5D8EBC7A02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" name="Graphic 14">
              <a:extLst>
                <a:ext uri="{FF2B5EF4-FFF2-40B4-BE49-F238E27FC236}">
                  <a16:creationId xmlns:a16="http://schemas.microsoft.com/office/drawing/2014/main" id="{EE2F3BFF-C4FB-3037-37B8-C266E649365F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CA3EA04C-3640-162C-9E29-7935340B34E9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8" name="Picture 267">
                <a:extLst>
                  <a:ext uri="{FF2B5EF4-FFF2-40B4-BE49-F238E27FC236}">
                    <a16:creationId xmlns:a16="http://schemas.microsoft.com/office/drawing/2014/main" id="{F852BD37-AF8F-A55A-0181-5E4697025D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44" name="Graphic 14">
              <a:extLst>
                <a:ext uri="{FF2B5EF4-FFF2-40B4-BE49-F238E27FC236}">
                  <a16:creationId xmlns:a16="http://schemas.microsoft.com/office/drawing/2014/main" id="{F7F87768-D323-6214-1813-68F8544D707A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54300F08-9B25-F233-CF5B-8A79E80F9A8E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7" name="Picture 146">
                <a:extLst>
                  <a:ext uri="{FF2B5EF4-FFF2-40B4-BE49-F238E27FC236}">
                    <a16:creationId xmlns:a16="http://schemas.microsoft.com/office/drawing/2014/main" id="{4899C6BD-477D-4CE4-2249-1B14AE45F8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5" name="Graphic 14">
              <a:extLst>
                <a:ext uri="{FF2B5EF4-FFF2-40B4-BE49-F238E27FC236}">
                  <a16:creationId xmlns:a16="http://schemas.microsoft.com/office/drawing/2014/main" id="{6A85D80B-E6A6-C94C-1FD6-0E4209499733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C5F5029E-74A1-EF4B-B77D-18624D8268EC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4" name="Picture 143">
                <a:extLst>
                  <a:ext uri="{FF2B5EF4-FFF2-40B4-BE49-F238E27FC236}">
                    <a16:creationId xmlns:a16="http://schemas.microsoft.com/office/drawing/2014/main" id="{32AF1DD3-1E2A-EAA4-9BBE-BBA61A58BE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6" name="Graphic 14">
              <a:extLst>
                <a:ext uri="{FF2B5EF4-FFF2-40B4-BE49-F238E27FC236}">
                  <a16:creationId xmlns:a16="http://schemas.microsoft.com/office/drawing/2014/main" id="{4659DB4F-7927-FF9C-7704-7F23A5F19884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E4BFB6BB-3C8B-F4A4-E684-14BCDA22494E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2" name="Picture 141">
                <a:extLst>
                  <a:ext uri="{FF2B5EF4-FFF2-40B4-BE49-F238E27FC236}">
                    <a16:creationId xmlns:a16="http://schemas.microsoft.com/office/drawing/2014/main" id="{F2FD95DB-53F4-77E2-7FFC-FC6FCF4E1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7" name="Graphic 14">
              <a:extLst>
                <a:ext uri="{FF2B5EF4-FFF2-40B4-BE49-F238E27FC236}">
                  <a16:creationId xmlns:a16="http://schemas.microsoft.com/office/drawing/2014/main" id="{7B1ACED4-33D1-8247-67C1-752EC776C421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FAFB6F33-1633-E41E-A391-1582823CFB5F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0" name="Picture 139">
                <a:extLst>
                  <a:ext uri="{FF2B5EF4-FFF2-40B4-BE49-F238E27FC236}">
                    <a16:creationId xmlns:a16="http://schemas.microsoft.com/office/drawing/2014/main" id="{A64CD21C-8831-B9F9-8DE2-B7442C3121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8" name="Graphic 14">
              <a:extLst>
                <a:ext uri="{FF2B5EF4-FFF2-40B4-BE49-F238E27FC236}">
                  <a16:creationId xmlns:a16="http://schemas.microsoft.com/office/drawing/2014/main" id="{9A1880DB-4BF2-A965-36A1-679C58A5D9A6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E4551627-78B1-70C0-DBFB-72319D370B99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8313CE9B-BD39-D939-8EDC-C17F5630E395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CC934133-FF69-F167-6447-B04DF45E8783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50" name="Graphic 14">
              <a:extLst>
                <a:ext uri="{FF2B5EF4-FFF2-40B4-BE49-F238E27FC236}">
                  <a16:creationId xmlns:a16="http://schemas.microsoft.com/office/drawing/2014/main" id="{770A11C3-84B8-3BDA-FA62-BE3C8E0215D7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6529E5A1-0187-ED94-22AD-989F372B7E63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4FF7F6D4-7F7B-5B6A-2554-EB648A04C9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51" name="Graphic 14">
              <a:extLst>
                <a:ext uri="{FF2B5EF4-FFF2-40B4-BE49-F238E27FC236}">
                  <a16:creationId xmlns:a16="http://schemas.microsoft.com/office/drawing/2014/main" id="{7353108B-AAE2-330E-97EC-9C32D22E2F29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18D67091-3B10-C706-D5C0-5692F49E7F21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C11DCBB3-919C-1447-9B5E-5770095827F6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2" name="Graphic 14">
              <a:extLst>
                <a:ext uri="{FF2B5EF4-FFF2-40B4-BE49-F238E27FC236}">
                  <a16:creationId xmlns:a16="http://schemas.microsoft.com/office/drawing/2014/main" id="{954640F0-803B-ACA0-E3F0-6DA5421F6024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6E418435-E0BE-3141-164D-ED886BE1218F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06DEE3A0-8839-3222-0A91-21A92608B8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53" name="Graphic 14">
              <a:extLst>
                <a:ext uri="{FF2B5EF4-FFF2-40B4-BE49-F238E27FC236}">
                  <a16:creationId xmlns:a16="http://schemas.microsoft.com/office/drawing/2014/main" id="{B7E6B12B-EBFA-47CF-EBD3-31CE3CBDA8D7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D96F2D1-E53B-F11A-5995-7160A27F75EB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DEE756CF-6894-F8F6-9A50-597605EF9E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AF4EC12-B4F8-A07F-5AF8-560E79DA3D47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55" name="Graphic 14">
              <a:extLst>
                <a:ext uri="{FF2B5EF4-FFF2-40B4-BE49-F238E27FC236}">
                  <a16:creationId xmlns:a16="http://schemas.microsoft.com/office/drawing/2014/main" id="{C4075CC4-8CF0-BA1E-C864-88CB33D6CC1B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012F382-4544-A8E3-F64B-508723A76BA3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2F4550FC-0467-8350-6C0F-CC4DCD96A7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56" name="Graphic 14">
              <a:extLst>
                <a:ext uri="{FF2B5EF4-FFF2-40B4-BE49-F238E27FC236}">
                  <a16:creationId xmlns:a16="http://schemas.microsoft.com/office/drawing/2014/main" id="{E33174D6-3731-E1B1-EB9D-95321CD5A9EC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FE27989-0C1A-7170-7C14-667A593AF9FC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8A0F3B6E-BD2C-B027-AA1F-1A9D7411E0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93A8DA9-334D-D94D-A0E0-9ED455B3DE86}"/>
              </a:ext>
            </a:extLst>
          </p:cNvPr>
          <p:cNvSpPr/>
          <p:nvPr/>
        </p:nvSpPr>
        <p:spPr>
          <a:xfrm>
            <a:off x="7351206" y="2701591"/>
            <a:ext cx="3707452" cy="3305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F3CD39-B75E-D13C-E301-4E1508D0AA81}"/>
                  </a:ext>
                </a:extLst>
              </p:cNvPr>
              <p:cNvSpPr txBox="1"/>
              <p:nvPr/>
            </p:nvSpPr>
            <p:spPr>
              <a:xfrm>
                <a:off x="7351206" y="4788976"/>
                <a:ext cx="7184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F3CD39-B75E-D13C-E301-4E1508D0A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206" y="4788976"/>
                <a:ext cx="718465" cy="369332"/>
              </a:xfrm>
              <a:prstGeom prst="rect">
                <a:avLst/>
              </a:prstGeom>
              <a:blipFill>
                <a:blip r:embed="rId24"/>
                <a:stretch>
                  <a:fillRect t="-10000" r="-10345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64954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3503-68D4-E6F4-8B09-CD3241E7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822AC6-8C78-268D-6109-C1E8C33F49BD}"/>
                  </a:ext>
                </a:extLst>
              </p:cNvPr>
              <p:cNvSpPr txBox="1"/>
              <p:nvPr/>
            </p:nvSpPr>
            <p:spPr>
              <a:xfrm>
                <a:off x="4739365" y="1677727"/>
                <a:ext cx="1173398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BA8A903-CC15-41D3-7BAB-527E649D7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365" y="1677727"/>
                <a:ext cx="1173398" cy="390748"/>
              </a:xfrm>
              <a:prstGeom prst="rect">
                <a:avLst/>
              </a:prstGeom>
              <a:blipFill>
                <a:blip r:embed="rId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2785CE-F6DF-9444-9E4B-E0E07C8B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F58EAE-E961-9992-4EC1-1856CD0F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63B240-2F8B-F858-F803-529AA56244A2}"/>
              </a:ext>
            </a:extLst>
          </p:cNvPr>
          <p:cNvSpPr txBox="1"/>
          <p:nvPr/>
        </p:nvSpPr>
        <p:spPr>
          <a:xfrm>
            <a:off x="4751088" y="12412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Block: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BB0;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BB3;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B816B2A-5C27-7B46-5BD5-8B7E63B5B8AC}"/>
                  </a:ext>
                </a:extLst>
              </p:cNvPr>
              <p:cNvSpPr txBox="1"/>
              <p:nvPr/>
            </p:nvSpPr>
            <p:spPr>
              <a:xfrm>
                <a:off x="4739365" y="2135575"/>
                <a:ext cx="3401893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b="0" i="1" dirty="0" smtClean="0">
                          <a:solidFill>
                            <a:srgbClr val="62731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b="0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2CD87DD-CDBD-8224-1A93-75C167852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365" y="2135575"/>
                <a:ext cx="3401893" cy="369909"/>
              </a:xfrm>
              <a:prstGeom prst="rect">
                <a:avLst/>
              </a:prstGeom>
              <a:blipFill>
                <a:blip r:embed="rId4"/>
                <a:stretch>
                  <a:fillRect t="-6667" r="-1852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32653F8-9A5A-5790-4FD5-0446D4470AC5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56150DA6-9D08-5A16-DD2A-39363A7820DA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EE75F32-F1F4-5D79-D2FB-7B3C743E4C43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D7C21B09-5D4C-3709-8481-00286B4C10C2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97F94427-139D-71CD-3DF5-62A717F4A1EF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14F15260-D9D4-397E-310E-A50CF3842B0A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D9CDC671-CF10-F357-E450-8BE61C8B9D64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49A88826-A6E1-D39A-8A24-44886D3139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AF86C6B9-4108-0825-E1E1-CB15DF5ED025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4968EE73-E116-A0A4-58CE-E98F7262AD00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7C226AF8-0632-9EDF-418C-6263764AB4ED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8CF48B34-5835-F3FB-72A1-CB288F054399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68408580-FE32-858B-EC33-52466161E9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027C2448-A075-F3B4-E1A9-9B0663B3251E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3951DA15-7F09-2359-161B-525A4E924CD7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116FB737-C95A-39A3-257B-BD5231148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42E9FB2B-954E-6F90-2C47-C107F281F540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B662E8D4-C589-D044-76A0-FC88BA84B13E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2574DCB4-FEE1-99D8-535C-C0F3BE0B7F08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45A339DE-541D-6F94-FAD5-C80303820E6F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6D44874C-8366-FEA0-8A95-D0D15A9E37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527D58E3-F672-047B-0CF9-9C11719E4573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CC4C8AB9-7035-29A0-16F2-EBD92D6502EB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1E4F724F-795E-6247-462A-6F9C718AD7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CD68F328-6446-8A75-DE96-27E1512ED8DB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6D01CA5C-EF22-666A-579D-5300E433234F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A47A5A24-673F-21A6-F90A-F8141305549D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B2B0A34C-0AD6-58AF-282B-BE8979A18053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38818C1F-A5C0-9EB7-B7D3-10124940BB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341C730B-4C52-5C24-C558-0FD766C5830F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16DD3C4E-8046-096B-D4CE-3697E1FCB19D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3A719306-0601-C934-7C76-3B7F306AEA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6A3B8E52-0C41-8EE7-3ED4-2EDEB845C726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FB8FBC54-CB7F-3C7A-AC58-FA749641FA8F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2F4E1255-4EC1-F8F4-2A0D-11C2461886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C09C6B59-B740-150C-F13E-6073FEDCCC47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054566BA-C649-0223-1357-53495BDD158D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AF11D676-6C46-4B25-62A0-B2C4E5E8E7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D58A0CAE-413B-45B2-CDEE-6C8494AB52E9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70AED20F-4D6E-EF25-0938-95E1E293AD30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1BDFE84D-8C9E-BC07-C1CC-D2490794E0AE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19D5BBF1-11AB-38B3-AF25-A494B03EE0A8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3BFBEBF8-3334-A8E6-6854-18B955350B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01B6E287-8AEA-40DC-5B99-70337BA5446D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8DACE3CC-BAA6-C2E4-94AE-4C3B572B9DA3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B4A82E72-5C4D-63B1-E69F-3745FD2C6279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2B5940C1-A60E-4D17-FAD5-44AA11DA77C5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911D240E-4BCC-D860-7E66-F0D96722C8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F0ADCBEE-0F47-B76B-41BF-3E7E49BEEB15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18603D9C-399C-C6C4-B4C8-840438690026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5A7779C9-A4C4-9988-7E0C-35F6A4BD5F75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023B64FB-E8D9-4846-9A7E-834ADD317202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6EE19BFD-D777-2FAB-B943-5E105A7F2B4D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268ABC8E-48E2-6148-1377-1DE4436680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A302AF8F-B1FD-E61D-7300-2C2D916EA595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250FE40D-B713-E357-8495-30DA18B6AFB5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8CFADA59-5806-E7A7-7197-0DE5A951FD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36AD499E-8E7F-5962-4FF1-BAAE5195EEC0}"/>
              </a:ext>
            </a:extLst>
          </p:cNvPr>
          <p:cNvGrpSpPr/>
          <p:nvPr/>
        </p:nvGrpSpPr>
        <p:grpSpPr>
          <a:xfrm>
            <a:off x="5976077" y="2724604"/>
            <a:ext cx="3646022" cy="3440475"/>
            <a:chOff x="5082367" y="3054055"/>
            <a:chExt cx="3566567" cy="3365499"/>
          </a:xfrm>
        </p:grpSpPr>
        <p:grpSp>
          <p:nvGrpSpPr>
            <p:cNvPr id="174" name="Graphic 14">
              <a:extLst>
                <a:ext uri="{FF2B5EF4-FFF2-40B4-BE49-F238E27FC236}">
                  <a16:creationId xmlns:a16="http://schemas.microsoft.com/office/drawing/2014/main" id="{EED7CFA1-E2B1-C9FE-ED35-DD4023716B21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BEB45DD7-5C72-1A3A-C261-37CC0E6AAE28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4EEEC6C8-6394-9BC6-87D3-1682581AAA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4">
              <a:extLst>
                <a:ext uri="{FF2B5EF4-FFF2-40B4-BE49-F238E27FC236}">
                  <a16:creationId xmlns:a16="http://schemas.microsoft.com/office/drawing/2014/main" id="{6A783E5D-4C10-2337-4291-65E9745F66D3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88D653C0-CCBD-E9C3-7E57-E19B6661B5E2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9BE9A441-6B59-3B41-B954-DDA321A3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8" name="Graphic 14">
              <a:extLst>
                <a:ext uri="{FF2B5EF4-FFF2-40B4-BE49-F238E27FC236}">
                  <a16:creationId xmlns:a16="http://schemas.microsoft.com/office/drawing/2014/main" id="{68181AC0-BB89-28C7-62BA-4DA7C5E45075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4D9CFB65-B3E2-B199-C5BF-C0C3F25F230E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A1C41EA9-2DA3-A4C3-2F03-E827CFFE88FD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1" name="Graphic 14">
              <a:extLst>
                <a:ext uri="{FF2B5EF4-FFF2-40B4-BE49-F238E27FC236}">
                  <a16:creationId xmlns:a16="http://schemas.microsoft.com/office/drawing/2014/main" id="{46C3DA89-5E37-1594-B1C8-E99A1F49BD31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F93442C9-00FF-639D-F075-CF43147130EA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8E30B612-52A1-984E-CFEB-0A285326D9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14">
              <a:extLst>
                <a:ext uri="{FF2B5EF4-FFF2-40B4-BE49-F238E27FC236}">
                  <a16:creationId xmlns:a16="http://schemas.microsoft.com/office/drawing/2014/main" id="{92D5A112-747D-54BC-3A76-B6750EB90B1A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1FD2018C-954B-E346-F5D3-1B688EDBCB16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C1C7CC61-0D51-9406-FABE-D03475B9FA11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7" name="Graphic 14">
              <a:extLst>
                <a:ext uri="{FF2B5EF4-FFF2-40B4-BE49-F238E27FC236}">
                  <a16:creationId xmlns:a16="http://schemas.microsoft.com/office/drawing/2014/main" id="{AE0C61D3-9245-586D-183F-6581CEA9ED50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F7208F5B-275B-A0B8-0F44-3C5D4EEC3E72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0D3BC772-734C-05AB-572F-0FDB69FE27D8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0" name="Graphic 14">
              <a:extLst>
                <a:ext uri="{FF2B5EF4-FFF2-40B4-BE49-F238E27FC236}">
                  <a16:creationId xmlns:a16="http://schemas.microsoft.com/office/drawing/2014/main" id="{03DF6A6B-F76E-BD0C-DD13-B831FD532CEB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44BAD64E-86FA-A8CD-B6D5-F950AE78D792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00F75039-ED22-6A0C-7046-B790FA6C3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3" name="Graphic 14">
              <a:extLst>
                <a:ext uri="{FF2B5EF4-FFF2-40B4-BE49-F238E27FC236}">
                  <a16:creationId xmlns:a16="http://schemas.microsoft.com/office/drawing/2014/main" id="{A01D2374-16EE-DBD7-95B2-B292C0D4FEA6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87CE0E8F-EF57-E21C-96B2-832E3C55715A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69E47211-8C70-620D-9EA1-125200C45723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6" name="Graphic 14">
              <a:extLst>
                <a:ext uri="{FF2B5EF4-FFF2-40B4-BE49-F238E27FC236}">
                  <a16:creationId xmlns:a16="http://schemas.microsoft.com/office/drawing/2014/main" id="{49FA03FB-5E49-C706-95DF-C7ABE57C3CE3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1EA07E6A-E68F-AFA1-FBFB-AB022FC8DC13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C09AC572-8B48-269A-871F-C00C9195E4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9" name="Graphic 14">
              <a:extLst>
                <a:ext uri="{FF2B5EF4-FFF2-40B4-BE49-F238E27FC236}">
                  <a16:creationId xmlns:a16="http://schemas.microsoft.com/office/drawing/2014/main" id="{94EEF28E-EB27-D9DA-8193-115C9F7594E2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4B437EC5-FDB1-534D-98FC-3CEBAD7A54FD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651FCF08-D3EF-3412-91AA-2894BB7DBCAB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14">
              <a:extLst>
                <a:ext uri="{FF2B5EF4-FFF2-40B4-BE49-F238E27FC236}">
                  <a16:creationId xmlns:a16="http://schemas.microsoft.com/office/drawing/2014/main" id="{0418EE1A-C3C9-15E4-517D-96786AFC511C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5E8C973B-F81F-55EE-383F-4CD9C7E8C6E3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4724CEC7-325B-A09A-D545-6C7863571BC4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5" name="Graphic 14">
              <a:extLst>
                <a:ext uri="{FF2B5EF4-FFF2-40B4-BE49-F238E27FC236}">
                  <a16:creationId xmlns:a16="http://schemas.microsoft.com/office/drawing/2014/main" id="{E660983D-382A-B725-FB1E-F9C4DD9DF63B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F667490D-F6CB-2BF9-E932-7828DA74C365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F165ECFF-A201-95A9-BA8C-2E2B5BDD32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14">
              <a:extLst>
                <a:ext uri="{FF2B5EF4-FFF2-40B4-BE49-F238E27FC236}">
                  <a16:creationId xmlns:a16="http://schemas.microsoft.com/office/drawing/2014/main" id="{CADA9714-3513-24C4-C382-3AC799495B12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7ED2FD49-CA1F-53CF-46C9-09E802353ED6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162EEF40-8BE3-D8A4-BC38-B18E1D79EEC8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1" name="Graphic 14">
              <a:extLst>
                <a:ext uri="{FF2B5EF4-FFF2-40B4-BE49-F238E27FC236}">
                  <a16:creationId xmlns:a16="http://schemas.microsoft.com/office/drawing/2014/main" id="{E14222EA-DE0C-EBD9-A0EE-BF38EE467BCF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10315312-DFCA-9B94-0705-C6FE212E5CDF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D3E9D29E-8A72-C78D-CD52-95CD2A2B60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14">
              <a:extLst>
                <a:ext uri="{FF2B5EF4-FFF2-40B4-BE49-F238E27FC236}">
                  <a16:creationId xmlns:a16="http://schemas.microsoft.com/office/drawing/2014/main" id="{333D6E02-799D-EB71-87C7-5CF4D67A0584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D5153E8B-C7DF-C969-039C-83FD55FAAA4C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6" name="Picture 225">
                <a:extLst>
                  <a:ext uri="{FF2B5EF4-FFF2-40B4-BE49-F238E27FC236}">
                    <a16:creationId xmlns:a16="http://schemas.microsoft.com/office/drawing/2014/main" id="{46DB9068-BDF5-2514-1F6E-ECDE44E9A1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14">
              <a:extLst>
                <a:ext uri="{FF2B5EF4-FFF2-40B4-BE49-F238E27FC236}">
                  <a16:creationId xmlns:a16="http://schemas.microsoft.com/office/drawing/2014/main" id="{EC4B4ADF-95DC-A841-30AA-7F70621B2515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E16FDEA3-0C88-C5BC-1D25-982B5021B1D1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9" name="Picture 228">
                <a:extLst>
                  <a:ext uri="{FF2B5EF4-FFF2-40B4-BE49-F238E27FC236}">
                    <a16:creationId xmlns:a16="http://schemas.microsoft.com/office/drawing/2014/main" id="{EDF1CE9F-001A-C1BE-9446-6B215A58D2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0" name="Graphic 14">
              <a:extLst>
                <a:ext uri="{FF2B5EF4-FFF2-40B4-BE49-F238E27FC236}">
                  <a16:creationId xmlns:a16="http://schemas.microsoft.com/office/drawing/2014/main" id="{5831871C-6F6D-7F4D-BF76-7C8E4AE87151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D6E57789-8E29-BBA8-81FA-3054DC21CACC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FEAA3A03-1127-7F27-A0AA-1950E03D4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4">
              <a:extLst>
                <a:ext uri="{FF2B5EF4-FFF2-40B4-BE49-F238E27FC236}">
                  <a16:creationId xmlns:a16="http://schemas.microsoft.com/office/drawing/2014/main" id="{92A049D7-934A-AE78-8640-26251DD1683E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4E776F98-D60B-EFCE-B348-C5EE5ACCC6D6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56D89E3B-E0A3-3114-11F0-2137003DDE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42" name="Graphic 14">
              <a:extLst>
                <a:ext uri="{FF2B5EF4-FFF2-40B4-BE49-F238E27FC236}">
                  <a16:creationId xmlns:a16="http://schemas.microsoft.com/office/drawing/2014/main" id="{6E1C729B-5578-9C91-A3FC-93AC0E51D698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EF1A1E4B-F16A-7E31-679E-D5325F13677B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2B68EBF2-2EA7-53E2-E3A4-B385C7CBB1DA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F153765B-3158-7F78-216E-863824D7BB33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6" name="Graphic 14">
              <a:extLst>
                <a:ext uri="{FF2B5EF4-FFF2-40B4-BE49-F238E27FC236}">
                  <a16:creationId xmlns:a16="http://schemas.microsoft.com/office/drawing/2014/main" id="{8B8AAC94-3CAB-1669-20DA-E2C42BD5CB9C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459D416D-4E67-AC21-2DAA-0F5D0217037E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F3DC18A5-5A7D-AB28-D6AE-9B6D76D86F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49" name="Graphic 14">
              <a:extLst>
                <a:ext uri="{FF2B5EF4-FFF2-40B4-BE49-F238E27FC236}">
                  <a16:creationId xmlns:a16="http://schemas.microsoft.com/office/drawing/2014/main" id="{D7817D41-E04B-8B4F-E8B5-581B65052055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BAC7AFD9-559B-CC7F-D05C-2CE3D41586D2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88780B0E-6886-FDD4-96B3-457523AC3E92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2" name="Graphic 14">
              <a:extLst>
                <a:ext uri="{FF2B5EF4-FFF2-40B4-BE49-F238E27FC236}">
                  <a16:creationId xmlns:a16="http://schemas.microsoft.com/office/drawing/2014/main" id="{B90BB53E-1E9B-17FF-6C45-B8567C07C0A6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89330C8B-486E-A25E-7106-E0C6C3677E07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64989D5F-8650-9D01-0655-41956C692F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55" name="Graphic 14">
              <a:extLst>
                <a:ext uri="{FF2B5EF4-FFF2-40B4-BE49-F238E27FC236}">
                  <a16:creationId xmlns:a16="http://schemas.microsoft.com/office/drawing/2014/main" id="{CA4FC432-4383-FE4C-6B13-58D92A101B14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BA5BE05D-16DA-15C0-B3CF-6E503D82E6FE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B3AC7919-EC94-2833-1607-9E8DE1357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E950A04C-9F3D-DC9E-6EAE-222AF7EA9DDF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59" name="Graphic 14">
              <a:extLst>
                <a:ext uri="{FF2B5EF4-FFF2-40B4-BE49-F238E27FC236}">
                  <a16:creationId xmlns:a16="http://schemas.microsoft.com/office/drawing/2014/main" id="{ED3E370A-C9B0-672B-CAF5-47AC85192ED2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BE0841B1-7132-7312-DC6F-911D5C432288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9479866C-7CAE-A266-B503-8C1542DED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62" name="Graphic 14">
              <a:extLst>
                <a:ext uri="{FF2B5EF4-FFF2-40B4-BE49-F238E27FC236}">
                  <a16:creationId xmlns:a16="http://schemas.microsoft.com/office/drawing/2014/main" id="{8DD5C254-14E7-364B-A2B3-A0A6A9FA95D1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A1CA9A8-514C-7D0B-41F1-E1CBC63343E6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71F0D329-E31A-C642-10B6-FEFD1A7D8A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3" name="Text 1">
            <a:extLst>
              <a:ext uri="{FF2B5EF4-FFF2-40B4-BE49-F238E27FC236}">
                <a16:creationId xmlns:a16="http://schemas.microsoft.com/office/drawing/2014/main" id="{47E199AF-2CA7-D729-5794-1D1153351F07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5089B3-80DB-F801-C8EC-15D0EEC6CFD1}"/>
              </a:ext>
            </a:extLst>
          </p:cNvPr>
          <p:cNvCxnSpPr>
            <a:cxnSpLocks/>
          </p:cNvCxnSpPr>
          <p:nvPr/>
        </p:nvCxnSpPr>
        <p:spPr>
          <a:xfrm>
            <a:off x="1874996" y="2320529"/>
            <a:ext cx="0" cy="118617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E5088D-D17A-AB25-6529-E2BEC5C00B07}"/>
              </a:ext>
            </a:extLst>
          </p:cNvPr>
          <p:cNvCxnSpPr>
            <a:cxnSpLocks/>
          </p:cNvCxnSpPr>
          <p:nvPr/>
        </p:nvCxnSpPr>
        <p:spPr>
          <a:xfrm>
            <a:off x="2069327" y="4078357"/>
            <a:ext cx="604299" cy="45388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BCD1B5-E396-685B-48DA-EB6D077DA65A}"/>
              </a:ext>
            </a:extLst>
          </p:cNvPr>
          <p:cNvCxnSpPr>
            <a:cxnSpLocks/>
          </p:cNvCxnSpPr>
          <p:nvPr/>
        </p:nvCxnSpPr>
        <p:spPr>
          <a:xfrm>
            <a:off x="2099066" y="2320529"/>
            <a:ext cx="544819" cy="54533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EC03E8-8EAE-7126-A483-4D343549A072}"/>
              </a:ext>
            </a:extLst>
          </p:cNvPr>
          <p:cNvCxnSpPr>
            <a:cxnSpLocks/>
          </p:cNvCxnSpPr>
          <p:nvPr/>
        </p:nvCxnSpPr>
        <p:spPr>
          <a:xfrm>
            <a:off x="2238833" y="3874467"/>
            <a:ext cx="638489" cy="4308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FD0A04-29D2-1625-6E03-C8347B329155}"/>
              </a:ext>
            </a:extLst>
          </p:cNvPr>
          <p:cNvCxnSpPr>
            <a:cxnSpLocks/>
          </p:cNvCxnSpPr>
          <p:nvPr/>
        </p:nvCxnSpPr>
        <p:spPr>
          <a:xfrm flipH="1">
            <a:off x="2134668" y="3120696"/>
            <a:ext cx="538958" cy="38600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A68DB1F-4968-EE95-65F8-4DB7E91C6809}"/>
              </a:ext>
            </a:extLst>
          </p:cNvPr>
          <p:cNvCxnSpPr>
            <a:cxnSpLocks/>
          </p:cNvCxnSpPr>
          <p:nvPr/>
        </p:nvCxnSpPr>
        <p:spPr>
          <a:xfrm>
            <a:off x="2285667" y="2156257"/>
            <a:ext cx="544819" cy="545334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E184CB-16A9-CFA5-E234-EDBF11CF2362}"/>
              </a:ext>
            </a:extLst>
          </p:cNvPr>
          <p:cNvCxnSpPr>
            <a:cxnSpLocks/>
          </p:cNvCxnSpPr>
          <p:nvPr/>
        </p:nvCxnSpPr>
        <p:spPr>
          <a:xfrm>
            <a:off x="3097913" y="3307839"/>
            <a:ext cx="0" cy="1038553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E36DD59-00E7-449A-F32D-1DADDD194FD1}"/>
              </a:ext>
            </a:extLst>
          </p:cNvPr>
          <p:cNvSpPr/>
          <p:nvPr/>
        </p:nvSpPr>
        <p:spPr>
          <a:xfrm>
            <a:off x="7351206" y="2701591"/>
            <a:ext cx="3707452" cy="3305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0D45C7-9D66-D7CD-9B8D-809713B1391F}"/>
              </a:ext>
            </a:extLst>
          </p:cNvPr>
          <p:cNvSpPr/>
          <p:nvPr/>
        </p:nvSpPr>
        <p:spPr>
          <a:xfrm>
            <a:off x="7430133" y="2572585"/>
            <a:ext cx="3707452" cy="13679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F0BFA1-613F-9C16-0D66-66E57993BE66}"/>
                  </a:ext>
                </a:extLst>
              </p:cNvPr>
              <p:cNvSpPr txBox="1"/>
              <p:nvPr/>
            </p:nvSpPr>
            <p:spPr>
              <a:xfrm>
                <a:off x="5256916" y="2516636"/>
                <a:ext cx="3135795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zh-CN" altLang="en-US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F0BFA1-613F-9C16-0D66-66E57993B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916" y="2516636"/>
                <a:ext cx="3135795" cy="369909"/>
              </a:xfrm>
              <a:prstGeom prst="rect">
                <a:avLst/>
              </a:prstGeom>
              <a:blipFill>
                <a:blip r:embed="rId24"/>
                <a:stretch>
                  <a:fillRect t="-10000" r="-1613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AB1ABF-83B4-EE1D-82E7-49EE207AC81E}"/>
                  </a:ext>
                </a:extLst>
              </p:cNvPr>
              <p:cNvSpPr txBox="1"/>
              <p:nvPr/>
            </p:nvSpPr>
            <p:spPr>
              <a:xfrm>
                <a:off x="7351206" y="4788976"/>
                <a:ext cx="7184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AB1ABF-83B4-EE1D-82E7-49EE207AC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206" y="4788976"/>
                <a:ext cx="718465" cy="369332"/>
              </a:xfrm>
              <a:prstGeom prst="rect">
                <a:avLst/>
              </a:prstGeom>
              <a:blipFill>
                <a:blip r:embed="rId25"/>
                <a:stretch>
                  <a:fillRect t="-10000" r="-10345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82861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animBg="1"/>
      <p:bldP spid="14" grpId="0" animBg="1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9A60-CD9C-3E93-A46B-7E766EC4F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F495EE-FC9C-1BC2-61AA-33A34BEE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6455D1-A8A2-C280-D4A0-5714B049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E195F59D-9B24-6B63-AF75-2C4469506906}"/>
              </a:ext>
            </a:extLst>
          </p:cNvPr>
          <p:cNvSpPr/>
          <p:nvPr/>
        </p:nvSpPr>
        <p:spPr>
          <a:xfrm>
            <a:off x="853440" y="1365504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51B53D4-0780-0C58-A3ED-195328C9171F}"/>
              </a:ext>
            </a:extLst>
          </p:cNvPr>
          <p:cNvSpPr/>
          <p:nvPr/>
        </p:nvSpPr>
        <p:spPr>
          <a:xfrm>
            <a:off x="853440" y="1365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887EFAA-83A1-5EE6-D89B-C0C8A40BDAE0}"/>
              </a:ext>
            </a:extLst>
          </p:cNvPr>
          <p:cNvSpPr/>
          <p:nvPr/>
        </p:nvSpPr>
        <p:spPr>
          <a:xfrm>
            <a:off x="1524000" y="1341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2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A533541F-5EBB-81D0-45DD-349D3301C137}"/>
              </a:ext>
            </a:extLst>
          </p:cNvPr>
          <p:cNvSpPr/>
          <p:nvPr/>
        </p:nvSpPr>
        <p:spPr>
          <a:xfrm>
            <a:off x="853440" y="2072640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FBFC653-0699-6FB3-1298-4B19D5F974A3}"/>
              </a:ext>
            </a:extLst>
          </p:cNvPr>
          <p:cNvSpPr/>
          <p:nvPr/>
        </p:nvSpPr>
        <p:spPr>
          <a:xfrm>
            <a:off x="853440" y="2072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3053AB5-4871-6E4C-9010-E2BB999B65BA}"/>
              </a:ext>
            </a:extLst>
          </p:cNvPr>
          <p:cNvSpPr/>
          <p:nvPr/>
        </p:nvSpPr>
        <p:spPr>
          <a:xfrm>
            <a:off x="853440" y="2779776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D573A62-9D6F-3E6A-707C-206DBB471E65}"/>
              </a:ext>
            </a:extLst>
          </p:cNvPr>
          <p:cNvSpPr/>
          <p:nvPr/>
        </p:nvSpPr>
        <p:spPr>
          <a:xfrm>
            <a:off x="853440" y="2779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F61F84A-0914-3F5C-C99B-39FA84685483}"/>
              </a:ext>
            </a:extLst>
          </p:cNvPr>
          <p:cNvSpPr/>
          <p:nvPr/>
        </p:nvSpPr>
        <p:spPr>
          <a:xfrm>
            <a:off x="1524000" y="2043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r>
              <a:rPr lang="en-US" altLang="zh-CN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6AE42F6-38E3-0B2B-07C3-D11DE27164FF}"/>
              </a:ext>
            </a:extLst>
          </p:cNvPr>
          <p:cNvSpPr/>
          <p:nvPr/>
        </p:nvSpPr>
        <p:spPr>
          <a:xfrm>
            <a:off x="853440" y="3486912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3A0738C-9B65-E5F3-145D-83C754407F72}"/>
              </a:ext>
            </a:extLst>
          </p:cNvPr>
          <p:cNvSpPr/>
          <p:nvPr/>
        </p:nvSpPr>
        <p:spPr>
          <a:xfrm>
            <a:off x="853440" y="3486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033A9BB-C1FC-ADED-1A05-8DEB709873DC}"/>
              </a:ext>
            </a:extLst>
          </p:cNvPr>
          <p:cNvSpPr/>
          <p:nvPr/>
        </p:nvSpPr>
        <p:spPr>
          <a:xfrm>
            <a:off x="1524000" y="2750256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Fast Token Delivery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14FA9F46-2DA0-E792-5163-0C73F1DB82DC}"/>
              </a:ext>
            </a:extLst>
          </p:cNvPr>
          <p:cNvSpPr/>
          <p:nvPr/>
        </p:nvSpPr>
        <p:spPr>
          <a:xfrm>
            <a:off x="853440" y="4194048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2A1FAC17-6AAE-7C4B-E36D-2B05994E000F}"/>
              </a:ext>
            </a:extLst>
          </p:cNvPr>
          <p:cNvSpPr/>
          <p:nvPr/>
        </p:nvSpPr>
        <p:spPr>
          <a:xfrm>
            <a:off x="853440" y="4194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61CA6AEA-AE42-5817-A37A-A38FDB9158F7}"/>
              </a:ext>
            </a:extLst>
          </p:cNvPr>
          <p:cNvSpPr/>
          <p:nvPr/>
        </p:nvSpPr>
        <p:spPr>
          <a:xfrm>
            <a:off x="1524000" y="3457392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Suppression Algorithm (Core Contribution)</a:t>
            </a:r>
            <a:endParaRPr lang="en-US" sz="20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EEA8B27A-455C-6792-1295-898238C10C4C}"/>
              </a:ext>
            </a:extLst>
          </p:cNvPr>
          <p:cNvSpPr/>
          <p:nvPr/>
        </p:nvSpPr>
        <p:spPr>
          <a:xfrm>
            <a:off x="1524000" y="4164528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0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609F41CF-85B7-6B73-4CB9-1F1B441847D2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38E6A068-E2D4-15F1-4D8B-7313A15AD8F6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</p:spTree>
    <p:extLst>
      <p:ext uri="{BB962C8B-B14F-4D97-AF65-F5344CB8AC3E}">
        <p14:creationId xmlns:p14="http://schemas.microsoft.com/office/powerpoint/2010/main" val="2129141221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3702-D1F1-B2A0-A0BB-598F75F8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D72593-F0B5-47F3-2690-9003DA54E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A1D2F6-C854-1737-AEDD-20AB746B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69902BCF-724A-4348-209B-AE4D67E72A26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C0B41A0F-7797-10F1-19A4-2B312622887E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3740E5-61AD-AC49-7F2F-F431557A110B}"/>
              </a:ext>
            </a:extLst>
          </p:cNvPr>
          <p:cNvSpPr txBox="1"/>
          <p:nvPr/>
        </p:nvSpPr>
        <p:spPr>
          <a:xfrm>
            <a:off x="670560" y="12097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C0F26D8-6BD3-3C44-2851-8661E2E93C2B}"/>
              </a:ext>
            </a:extLst>
          </p:cNvPr>
          <p:cNvSpPr/>
          <p:nvPr/>
        </p:nvSpPr>
        <p:spPr>
          <a:xfrm>
            <a:off x="2125644" y="2031578"/>
            <a:ext cx="1444342" cy="161453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51" name="Graphic 45">
            <a:extLst>
              <a:ext uri="{FF2B5EF4-FFF2-40B4-BE49-F238E27FC236}">
                <a16:creationId xmlns:a16="http://schemas.microsoft.com/office/drawing/2014/main" id="{147A4D9F-E992-8059-6773-3644B7B7D6C9}"/>
              </a:ext>
            </a:extLst>
          </p:cNvPr>
          <p:cNvGrpSpPr/>
          <p:nvPr/>
        </p:nvGrpSpPr>
        <p:grpSpPr>
          <a:xfrm>
            <a:off x="2818078" y="2711383"/>
            <a:ext cx="59473" cy="245409"/>
            <a:chOff x="2666711" y="2753116"/>
            <a:chExt cx="49090" cy="20256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57A8388-F08D-6E9C-1992-34DBAB73A7C6}"/>
                </a:ext>
              </a:extLst>
            </p:cNvPr>
            <p:cNvSpPr/>
            <p:nvPr/>
          </p:nvSpPr>
          <p:spPr>
            <a:xfrm>
              <a:off x="2691256" y="2753116"/>
              <a:ext cx="7012" cy="165741"/>
            </a:xfrm>
            <a:custGeom>
              <a:avLst/>
              <a:gdLst>
                <a:gd name="csX0" fmla="*/ 0 w 7012"/>
                <a:gd name="csY0" fmla="*/ 0 h 165741"/>
                <a:gd name="csX1" fmla="*/ 0 w 7012"/>
                <a:gd name="csY1" fmla="*/ 165742 h 16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165741">
                  <a:moveTo>
                    <a:pt x="0" y="0"/>
                  </a:moveTo>
                  <a:lnTo>
                    <a:pt x="0" y="165742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E4AF241-F1CB-91F1-F2E8-EBCDB007278F}"/>
                </a:ext>
              </a:extLst>
            </p:cNvPr>
            <p:cNvSpPr/>
            <p:nvPr/>
          </p:nvSpPr>
          <p:spPr>
            <a:xfrm>
              <a:off x="2666711" y="2906583"/>
              <a:ext cx="49090" cy="49098"/>
            </a:xfrm>
            <a:custGeom>
              <a:avLst/>
              <a:gdLst>
                <a:gd name="csX0" fmla="*/ 24545 w 49090"/>
                <a:gd name="csY0" fmla="*/ 49098 h 49098"/>
                <a:gd name="csX1" fmla="*/ 0 w 49090"/>
                <a:gd name="csY1" fmla="*/ 0 h 49098"/>
                <a:gd name="csX2" fmla="*/ 24545 w 49090"/>
                <a:gd name="csY2" fmla="*/ 12275 h 49098"/>
                <a:gd name="csX3" fmla="*/ 49090 w 49090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4" name="Graphic 45">
            <a:extLst>
              <a:ext uri="{FF2B5EF4-FFF2-40B4-BE49-F238E27FC236}">
                <a16:creationId xmlns:a16="http://schemas.microsoft.com/office/drawing/2014/main" id="{60173448-668C-E929-F840-DB73F50834D8}"/>
              </a:ext>
            </a:extLst>
          </p:cNvPr>
          <p:cNvGrpSpPr/>
          <p:nvPr/>
        </p:nvGrpSpPr>
        <p:grpSpPr>
          <a:xfrm>
            <a:off x="2338047" y="2286505"/>
            <a:ext cx="1019535" cy="424878"/>
            <a:chOff x="2270485" y="2402414"/>
            <a:chExt cx="841542" cy="350702"/>
          </a:xfrm>
          <a:solidFill>
            <a:srgbClr val="FFFFFF"/>
          </a:solidFill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529C3C85-BCC7-70AC-5EB6-581061B6CA5F}"/>
                </a:ext>
              </a:extLst>
            </p:cNvPr>
            <p:cNvSpPr/>
            <p:nvPr/>
          </p:nvSpPr>
          <p:spPr>
            <a:xfrm>
              <a:off x="2270485" y="2402414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A0BA29CF-4851-5B64-9EDD-1C4C3691B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7498" y="2504117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57" name="Graphic 45">
            <a:extLst>
              <a:ext uri="{FF2B5EF4-FFF2-40B4-BE49-F238E27FC236}">
                <a16:creationId xmlns:a16="http://schemas.microsoft.com/office/drawing/2014/main" id="{31E13DC3-0EF0-EF34-00BE-3284C5793224}"/>
              </a:ext>
            </a:extLst>
          </p:cNvPr>
          <p:cNvGrpSpPr/>
          <p:nvPr/>
        </p:nvGrpSpPr>
        <p:grpSpPr>
          <a:xfrm>
            <a:off x="2338047" y="2966310"/>
            <a:ext cx="1019535" cy="424878"/>
            <a:chOff x="2270485" y="2963537"/>
            <a:chExt cx="841542" cy="350702"/>
          </a:xfrm>
          <a:solidFill>
            <a:srgbClr val="FFFFFF"/>
          </a:solidFill>
        </p:grpSpPr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58B3CE07-EB3E-04CD-EED8-E6E46ABFA6DB}"/>
                </a:ext>
              </a:extLst>
            </p:cNvPr>
            <p:cNvSpPr/>
            <p:nvPr/>
          </p:nvSpPr>
          <p:spPr>
            <a:xfrm>
              <a:off x="2270485" y="2963537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EC3E9346-47BA-1150-C725-DA8A07982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77498" y="3065241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60" name="Graphic 45">
            <a:extLst>
              <a:ext uri="{FF2B5EF4-FFF2-40B4-BE49-F238E27FC236}">
                <a16:creationId xmlns:a16="http://schemas.microsoft.com/office/drawing/2014/main" id="{E63D6DCE-148E-07CD-E302-595BA878B08B}"/>
              </a:ext>
            </a:extLst>
          </p:cNvPr>
          <p:cNvGrpSpPr/>
          <p:nvPr/>
        </p:nvGrpSpPr>
        <p:grpSpPr>
          <a:xfrm>
            <a:off x="3367098" y="3149008"/>
            <a:ext cx="372810" cy="59483"/>
            <a:chOff x="3119882" y="3114339"/>
            <a:chExt cx="307724" cy="49098"/>
          </a:xfrm>
        </p:grpSpPr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5D5F8A3-7C2C-431D-6C8E-5BF282D50CE7}"/>
                </a:ext>
              </a:extLst>
            </p:cNvPr>
            <p:cNvSpPr/>
            <p:nvPr/>
          </p:nvSpPr>
          <p:spPr>
            <a:xfrm>
              <a:off x="3156700" y="3138888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0 w 270906"/>
                <a:gd name="csY1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35DB5D8-F3A3-4F07-0CD5-5207F03D1B37}"/>
                </a:ext>
              </a:extLst>
            </p:cNvPr>
            <p:cNvSpPr/>
            <p:nvPr/>
          </p:nvSpPr>
          <p:spPr>
            <a:xfrm>
              <a:off x="3119882" y="3114339"/>
              <a:ext cx="49090" cy="49098"/>
            </a:xfrm>
            <a:custGeom>
              <a:avLst/>
              <a:gdLst>
                <a:gd name="csX0" fmla="*/ 0 w 49090"/>
                <a:gd name="csY0" fmla="*/ 24549 h 49098"/>
                <a:gd name="csX1" fmla="*/ 49090 w 49090"/>
                <a:gd name="csY1" fmla="*/ 0 h 49098"/>
                <a:gd name="csX2" fmla="*/ 36818 w 49090"/>
                <a:gd name="csY2" fmla="*/ 24549 h 49098"/>
                <a:gd name="csX3" fmla="*/ 49090 w 49090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0" y="24549"/>
                  </a:moveTo>
                  <a:lnTo>
                    <a:pt x="49090" y="0"/>
                  </a:lnTo>
                  <a:lnTo>
                    <a:pt x="36818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28" name="Graphic 45">
            <a:extLst>
              <a:ext uri="{FF2B5EF4-FFF2-40B4-BE49-F238E27FC236}">
                <a16:creationId xmlns:a16="http://schemas.microsoft.com/office/drawing/2014/main" id="{3F2A89F7-1824-E0DE-713F-3AB29DC77F14}"/>
              </a:ext>
            </a:extLst>
          </p:cNvPr>
          <p:cNvGrpSpPr/>
          <p:nvPr/>
        </p:nvGrpSpPr>
        <p:grpSpPr>
          <a:xfrm>
            <a:off x="3739910" y="2987554"/>
            <a:ext cx="679690" cy="382390"/>
            <a:chOff x="3427607" y="2981072"/>
            <a:chExt cx="561028" cy="315631"/>
          </a:xfrm>
          <a:solidFill>
            <a:srgbClr val="FFE6CC"/>
          </a:solidFill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1A16669-6119-58FA-F3AC-83954AD1DCC3}"/>
                </a:ext>
              </a:extLst>
            </p:cNvPr>
            <p:cNvSpPr/>
            <p:nvPr/>
          </p:nvSpPr>
          <p:spPr>
            <a:xfrm>
              <a:off x="3427607" y="2981072"/>
              <a:ext cx="561028" cy="315631"/>
            </a:xfrm>
            <a:prstGeom prst="rect">
              <a:avLst/>
            </a:prstGeom>
            <a:solidFill>
              <a:srgbClr val="FFE6CC"/>
            </a:solidFill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AF44652A-4EE4-2A02-67FF-0E62EFB12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4619" y="3047705"/>
              <a:ext cx="547002" cy="210421"/>
            </a:xfrm>
            <a:custGeom>
              <a:avLst/>
              <a:gdLst>
                <a:gd name="csX0" fmla="*/ 0 w 547002"/>
                <a:gd name="csY0" fmla="*/ 0 h 210421"/>
                <a:gd name="csX1" fmla="*/ 547003 w 547002"/>
                <a:gd name="csY1" fmla="*/ 0 h 210421"/>
                <a:gd name="csX2" fmla="*/ 547003 w 547002"/>
                <a:gd name="csY2" fmla="*/ 210421 h 210421"/>
                <a:gd name="csX3" fmla="*/ 0 w 547002"/>
                <a:gd name="csY3" fmla="*/ 210421 h 210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7002" h="210421">
                  <a:moveTo>
                    <a:pt x="0" y="0"/>
                  </a:moveTo>
                  <a:lnTo>
                    <a:pt x="547003" y="0"/>
                  </a:lnTo>
                  <a:lnTo>
                    <a:pt x="547003" y="210421"/>
                  </a:lnTo>
                  <a:lnTo>
                    <a:pt x="0" y="210421"/>
                  </a:lnTo>
                  <a:close/>
                </a:path>
              </a:pathLst>
            </a:custGeom>
          </p:spPr>
        </p:pic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08E2D76-810B-90F1-4887-CE447188D5AD}"/>
              </a:ext>
            </a:extLst>
          </p:cNvPr>
          <p:cNvSpPr/>
          <p:nvPr/>
        </p:nvSpPr>
        <p:spPr>
          <a:xfrm>
            <a:off x="2125644" y="3901042"/>
            <a:ext cx="1444342" cy="161453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32" name="Graphic 45">
            <a:extLst>
              <a:ext uri="{FF2B5EF4-FFF2-40B4-BE49-F238E27FC236}">
                <a16:creationId xmlns:a16="http://schemas.microsoft.com/office/drawing/2014/main" id="{F58619C8-1F6E-748D-A58F-8CFD0BD94C54}"/>
              </a:ext>
            </a:extLst>
          </p:cNvPr>
          <p:cNvGrpSpPr/>
          <p:nvPr/>
        </p:nvGrpSpPr>
        <p:grpSpPr>
          <a:xfrm>
            <a:off x="2818078" y="4580848"/>
            <a:ext cx="59473" cy="245409"/>
            <a:chOff x="2666711" y="4296205"/>
            <a:chExt cx="49090" cy="202565"/>
          </a:xfrm>
        </p:grpSpPr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5278C8-7EF9-035A-25FC-9ED66CF0A7E6}"/>
                </a:ext>
              </a:extLst>
            </p:cNvPr>
            <p:cNvSpPr/>
            <p:nvPr/>
          </p:nvSpPr>
          <p:spPr>
            <a:xfrm>
              <a:off x="2691256" y="4296205"/>
              <a:ext cx="7012" cy="165741"/>
            </a:xfrm>
            <a:custGeom>
              <a:avLst/>
              <a:gdLst>
                <a:gd name="csX0" fmla="*/ 0 w 7012"/>
                <a:gd name="csY0" fmla="*/ 0 h 165741"/>
                <a:gd name="csX1" fmla="*/ 0 w 7012"/>
                <a:gd name="csY1" fmla="*/ 165742 h 16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165741">
                  <a:moveTo>
                    <a:pt x="0" y="0"/>
                  </a:moveTo>
                  <a:lnTo>
                    <a:pt x="0" y="165742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981B69C9-4E68-3ABA-71A1-4FEA13043696}"/>
                </a:ext>
              </a:extLst>
            </p:cNvPr>
            <p:cNvSpPr/>
            <p:nvPr/>
          </p:nvSpPr>
          <p:spPr>
            <a:xfrm>
              <a:off x="2666711" y="4449672"/>
              <a:ext cx="49090" cy="49098"/>
            </a:xfrm>
            <a:custGeom>
              <a:avLst/>
              <a:gdLst>
                <a:gd name="csX0" fmla="*/ 24545 w 49090"/>
                <a:gd name="csY0" fmla="*/ 49098 h 49098"/>
                <a:gd name="csX1" fmla="*/ 0 w 49090"/>
                <a:gd name="csY1" fmla="*/ 0 h 49098"/>
                <a:gd name="csX2" fmla="*/ 24545 w 49090"/>
                <a:gd name="csY2" fmla="*/ 12275 h 49098"/>
                <a:gd name="csX3" fmla="*/ 49090 w 49090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35" name="Graphic 45">
            <a:extLst>
              <a:ext uri="{FF2B5EF4-FFF2-40B4-BE49-F238E27FC236}">
                <a16:creationId xmlns:a16="http://schemas.microsoft.com/office/drawing/2014/main" id="{08510DAA-5BFE-0469-9E62-60FAD612CB6C}"/>
              </a:ext>
            </a:extLst>
          </p:cNvPr>
          <p:cNvGrpSpPr/>
          <p:nvPr/>
        </p:nvGrpSpPr>
        <p:grpSpPr>
          <a:xfrm>
            <a:off x="2338047" y="4155970"/>
            <a:ext cx="1019535" cy="424878"/>
            <a:chOff x="2270485" y="3945503"/>
            <a:chExt cx="841542" cy="350702"/>
          </a:xfrm>
          <a:solidFill>
            <a:srgbClr val="FFFFFF"/>
          </a:solidFill>
        </p:grpSpPr>
        <p:sp>
          <p:nvSpPr>
            <p:cNvPr id="138" name="Rounded Rectangle 137">
              <a:extLst>
                <a:ext uri="{FF2B5EF4-FFF2-40B4-BE49-F238E27FC236}">
                  <a16:creationId xmlns:a16="http://schemas.microsoft.com/office/drawing/2014/main" id="{462C8E25-66B1-D54B-443A-5A3E1AECE9C3}"/>
                </a:ext>
              </a:extLst>
            </p:cNvPr>
            <p:cNvSpPr/>
            <p:nvPr/>
          </p:nvSpPr>
          <p:spPr>
            <a:xfrm>
              <a:off x="2270485" y="3945503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827216A8-F49B-FD65-381A-A775A5F6D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7498" y="4047206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140" name="Graphic 45">
            <a:extLst>
              <a:ext uri="{FF2B5EF4-FFF2-40B4-BE49-F238E27FC236}">
                <a16:creationId xmlns:a16="http://schemas.microsoft.com/office/drawing/2014/main" id="{74DCD2E2-4DBF-BCD5-1F0C-FB144EC4923B}"/>
              </a:ext>
            </a:extLst>
          </p:cNvPr>
          <p:cNvGrpSpPr/>
          <p:nvPr/>
        </p:nvGrpSpPr>
        <p:grpSpPr>
          <a:xfrm>
            <a:off x="2338047" y="4835775"/>
            <a:ext cx="1019535" cy="424878"/>
            <a:chOff x="2270485" y="4506626"/>
            <a:chExt cx="841542" cy="350702"/>
          </a:xfrm>
          <a:solidFill>
            <a:srgbClr val="FFFFFF"/>
          </a:solidFill>
        </p:grpSpPr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6E640978-C45F-69BD-6D86-8F3DB1769098}"/>
                </a:ext>
              </a:extLst>
            </p:cNvPr>
            <p:cNvSpPr/>
            <p:nvPr/>
          </p:nvSpPr>
          <p:spPr>
            <a:xfrm>
              <a:off x="2270485" y="4506626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4433220C-F5DE-B2FC-FE0C-54BA5E9C6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77498" y="4608329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143" name="Graphic 45">
            <a:extLst>
              <a:ext uri="{FF2B5EF4-FFF2-40B4-BE49-F238E27FC236}">
                <a16:creationId xmlns:a16="http://schemas.microsoft.com/office/drawing/2014/main" id="{31B51CB0-E049-1FCD-19FF-65FA01623516}"/>
              </a:ext>
            </a:extLst>
          </p:cNvPr>
          <p:cNvGrpSpPr/>
          <p:nvPr/>
        </p:nvGrpSpPr>
        <p:grpSpPr>
          <a:xfrm>
            <a:off x="3367098" y="4355663"/>
            <a:ext cx="372810" cy="59483"/>
            <a:chOff x="3119882" y="4110333"/>
            <a:chExt cx="307724" cy="49098"/>
          </a:xfrm>
        </p:grpSpPr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FB540EA3-E8A3-DE0B-9EB1-A0A1410A0E64}"/>
                </a:ext>
              </a:extLst>
            </p:cNvPr>
            <p:cNvSpPr/>
            <p:nvPr/>
          </p:nvSpPr>
          <p:spPr>
            <a:xfrm>
              <a:off x="3156700" y="4134882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116624 w 270906"/>
                <a:gd name="csY1" fmla="*/ 0 h 7014"/>
                <a:gd name="csX2" fmla="*/ 0 w 270906"/>
                <a:gd name="csY2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116624" y="0"/>
                  </a:ln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6600D447-E403-670A-DB58-C88B5B346EC8}"/>
                </a:ext>
              </a:extLst>
            </p:cNvPr>
            <p:cNvSpPr/>
            <p:nvPr/>
          </p:nvSpPr>
          <p:spPr>
            <a:xfrm>
              <a:off x="3119882" y="4110333"/>
              <a:ext cx="49090" cy="49098"/>
            </a:xfrm>
            <a:custGeom>
              <a:avLst/>
              <a:gdLst>
                <a:gd name="csX0" fmla="*/ 0 w 49090"/>
                <a:gd name="csY0" fmla="*/ 24549 h 49098"/>
                <a:gd name="csX1" fmla="*/ 49090 w 49090"/>
                <a:gd name="csY1" fmla="*/ 0 h 49098"/>
                <a:gd name="csX2" fmla="*/ 36818 w 49090"/>
                <a:gd name="csY2" fmla="*/ 24549 h 49098"/>
                <a:gd name="csX3" fmla="*/ 49090 w 49090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0" y="24549"/>
                  </a:moveTo>
                  <a:lnTo>
                    <a:pt x="49090" y="0"/>
                  </a:lnTo>
                  <a:lnTo>
                    <a:pt x="36818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47" name="Graphic 45">
            <a:extLst>
              <a:ext uri="{FF2B5EF4-FFF2-40B4-BE49-F238E27FC236}">
                <a16:creationId xmlns:a16="http://schemas.microsoft.com/office/drawing/2014/main" id="{10404657-4DC5-C313-1DFD-260DB1C64A97}"/>
              </a:ext>
            </a:extLst>
          </p:cNvPr>
          <p:cNvGrpSpPr/>
          <p:nvPr/>
        </p:nvGrpSpPr>
        <p:grpSpPr>
          <a:xfrm>
            <a:off x="3739910" y="4194209"/>
            <a:ext cx="679690" cy="382390"/>
            <a:chOff x="3427607" y="3977066"/>
            <a:chExt cx="561028" cy="315631"/>
          </a:xfrm>
          <a:solidFill>
            <a:srgbClr val="FFE6CC"/>
          </a:solidFill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196C6514-2DD2-3B67-9FC4-8E3B5CA9E993}"/>
                </a:ext>
              </a:extLst>
            </p:cNvPr>
            <p:cNvSpPr/>
            <p:nvPr/>
          </p:nvSpPr>
          <p:spPr>
            <a:xfrm>
              <a:off x="3427607" y="3977066"/>
              <a:ext cx="561028" cy="315631"/>
            </a:xfrm>
            <a:prstGeom prst="rect">
              <a:avLst/>
            </a:prstGeom>
            <a:solidFill>
              <a:srgbClr val="FFE6CC"/>
            </a:solidFill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68" name="Picture 267">
              <a:extLst>
                <a:ext uri="{FF2B5EF4-FFF2-40B4-BE49-F238E27FC236}">
                  <a16:creationId xmlns:a16="http://schemas.microsoft.com/office/drawing/2014/main" id="{C3A87486-A069-95E3-79FC-C2F2AD2C1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4619" y="4054220"/>
              <a:ext cx="547002" cy="189379"/>
            </a:xfrm>
            <a:custGeom>
              <a:avLst/>
              <a:gdLst>
                <a:gd name="csX0" fmla="*/ 0 w 547002"/>
                <a:gd name="csY0" fmla="*/ 0 h 189379"/>
                <a:gd name="csX1" fmla="*/ 547003 w 547002"/>
                <a:gd name="csY1" fmla="*/ 0 h 189379"/>
                <a:gd name="csX2" fmla="*/ 547003 w 547002"/>
                <a:gd name="csY2" fmla="*/ 189379 h 189379"/>
                <a:gd name="csX3" fmla="*/ 0 w 547002"/>
                <a:gd name="csY3" fmla="*/ 189379 h 189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7002" h="189379">
                  <a:moveTo>
                    <a:pt x="0" y="0"/>
                  </a:moveTo>
                  <a:lnTo>
                    <a:pt x="547003" y="0"/>
                  </a:lnTo>
                  <a:lnTo>
                    <a:pt x="547003" y="189379"/>
                  </a:lnTo>
                  <a:lnTo>
                    <a:pt x="0" y="189379"/>
                  </a:lnTo>
                  <a:close/>
                </a:path>
              </a:pathLst>
            </a:custGeom>
          </p:spPr>
        </p:pic>
      </p:grpSp>
      <p:grpSp>
        <p:nvGrpSpPr>
          <p:cNvPr id="269" name="Graphic 45">
            <a:extLst>
              <a:ext uri="{FF2B5EF4-FFF2-40B4-BE49-F238E27FC236}">
                <a16:creationId xmlns:a16="http://schemas.microsoft.com/office/drawing/2014/main" id="{BA5EE98D-943D-E33F-FC05-3209F2DAA30A}"/>
              </a:ext>
            </a:extLst>
          </p:cNvPr>
          <p:cNvGrpSpPr/>
          <p:nvPr/>
        </p:nvGrpSpPr>
        <p:grpSpPr>
          <a:xfrm>
            <a:off x="2818078" y="3391188"/>
            <a:ext cx="59473" cy="755263"/>
            <a:chOff x="2666711" y="3314239"/>
            <a:chExt cx="49090" cy="623407"/>
          </a:xfrm>
        </p:grpSpPr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994C90D0-5241-598E-F3AA-4DF1FC498446}"/>
                </a:ext>
              </a:extLst>
            </p:cNvPr>
            <p:cNvSpPr/>
            <p:nvPr/>
          </p:nvSpPr>
          <p:spPr>
            <a:xfrm>
              <a:off x="2691256" y="3314239"/>
              <a:ext cx="7012" cy="586584"/>
            </a:xfrm>
            <a:custGeom>
              <a:avLst/>
              <a:gdLst>
                <a:gd name="csX0" fmla="*/ 0 w 7012"/>
                <a:gd name="csY0" fmla="*/ 0 h 586584"/>
                <a:gd name="csX1" fmla="*/ 0 w 7012"/>
                <a:gd name="csY1" fmla="*/ 586584 h 58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586584">
                  <a:moveTo>
                    <a:pt x="0" y="0"/>
                  </a:moveTo>
                  <a:lnTo>
                    <a:pt x="0" y="586584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4C2FA1DA-B8F2-83C3-C7C4-7A2C79312A49}"/>
                </a:ext>
              </a:extLst>
            </p:cNvPr>
            <p:cNvSpPr/>
            <p:nvPr/>
          </p:nvSpPr>
          <p:spPr>
            <a:xfrm>
              <a:off x="2666711" y="3888549"/>
              <a:ext cx="49090" cy="49098"/>
            </a:xfrm>
            <a:custGeom>
              <a:avLst/>
              <a:gdLst>
                <a:gd name="csX0" fmla="*/ 24545 w 49090"/>
                <a:gd name="csY0" fmla="*/ 49098 h 49098"/>
                <a:gd name="csX1" fmla="*/ 0 w 49090"/>
                <a:gd name="csY1" fmla="*/ 0 h 49098"/>
                <a:gd name="csX2" fmla="*/ 24545 w 49090"/>
                <a:gd name="csY2" fmla="*/ 12275 h 49098"/>
                <a:gd name="csX3" fmla="*/ 49090 w 49090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476" name="Rounded Rectangle 475">
            <a:extLst>
              <a:ext uri="{FF2B5EF4-FFF2-40B4-BE49-F238E27FC236}">
                <a16:creationId xmlns:a16="http://schemas.microsoft.com/office/drawing/2014/main" id="{A9477A2B-E6C2-1459-9964-1BF914BFF2E7}"/>
              </a:ext>
            </a:extLst>
          </p:cNvPr>
          <p:cNvSpPr/>
          <p:nvPr/>
        </p:nvSpPr>
        <p:spPr>
          <a:xfrm>
            <a:off x="6028112" y="2250869"/>
            <a:ext cx="1306747" cy="457714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7" name="Rounded Rectangle 476">
                <a:extLst>
                  <a:ext uri="{FF2B5EF4-FFF2-40B4-BE49-F238E27FC236}">
                    <a16:creationId xmlns:a16="http://schemas.microsoft.com/office/drawing/2014/main" id="{3BBCE7E0-35B5-30CF-E362-152188CB8759}"/>
                  </a:ext>
                </a:extLst>
              </p:cNvPr>
              <p:cNvSpPr/>
              <p:nvPr/>
            </p:nvSpPr>
            <p:spPr>
              <a:xfrm>
                <a:off x="6024950" y="4836351"/>
                <a:ext cx="1306748" cy="457714"/>
              </a:xfrm>
              <a:prstGeom prst="round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𝑠𝑢𝑝𝑝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7" name="Rounded Rectangle 476">
                <a:extLst>
                  <a:ext uri="{FF2B5EF4-FFF2-40B4-BE49-F238E27FC236}">
                    <a16:creationId xmlns:a16="http://schemas.microsoft.com/office/drawing/2014/main" id="{3BBCE7E0-35B5-30CF-E362-152188CB87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950" y="4836351"/>
                <a:ext cx="1306748" cy="457714"/>
              </a:xfrm>
              <a:prstGeom prst="roundRect">
                <a:avLst/>
              </a:prstGeom>
              <a:blipFill>
                <a:blip r:embed="rId9"/>
                <a:stretch>
                  <a:fillRect b="-7895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9530A400-9CFC-D854-ED5C-32B9572AB6FD}"/>
              </a:ext>
            </a:extLst>
          </p:cNvPr>
          <p:cNvCxnSpPr>
            <a:cxnSpLocks/>
            <a:stCxn id="476" idx="2"/>
            <a:endCxn id="477" idx="0"/>
          </p:cNvCxnSpPr>
          <p:nvPr/>
        </p:nvCxnSpPr>
        <p:spPr>
          <a:xfrm flipH="1">
            <a:off x="6678324" y="2708583"/>
            <a:ext cx="3162" cy="2127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 11">
            <a:extLst>
              <a:ext uri="{FF2B5EF4-FFF2-40B4-BE49-F238E27FC236}">
                <a16:creationId xmlns:a16="http://schemas.microsoft.com/office/drawing/2014/main" id="{92212B72-09FA-727D-7FAA-DDF52417809F}"/>
              </a:ext>
            </a:extLst>
          </p:cNvPr>
          <p:cNvSpPr/>
          <p:nvPr/>
        </p:nvSpPr>
        <p:spPr>
          <a:xfrm>
            <a:off x="6101575" y="4131605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Regeneration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Text 11">
            <a:extLst>
              <a:ext uri="{FF2B5EF4-FFF2-40B4-BE49-F238E27FC236}">
                <a16:creationId xmlns:a16="http://schemas.microsoft.com/office/drawing/2014/main" id="{5A0035CE-8E0E-DD18-4037-ADE61DA31652}"/>
              </a:ext>
            </a:extLst>
          </p:cNvPr>
          <p:cNvSpPr/>
          <p:nvPr/>
        </p:nvSpPr>
        <p:spPr>
          <a:xfrm>
            <a:off x="6101576" y="3091161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87" name="Graphic 45">
            <a:extLst>
              <a:ext uri="{FF2B5EF4-FFF2-40B4-BE49-F238E27FC236}">
                <a16:creationId xmlns:a16="http://schemas.microsoft.com/office/drawing/2014/main" id="{E912F623-6D51-A6E3-011C-4C5825411D9B}"/>
              </a:ext>
            </a:extLst>
          </p:cNvPr>
          <p:cNvGrpSpPr/>
          <p:nvPr/>
        </p:nvGrpSpPr>
        <p:grpSpPr>
          <a:xfrm>
            <a:off x="7255066" y="3220078"/>
            <a:ext cx="372810" cy="59483"/>
            <a:chOff x="3119882" y="3114339"/>
            <a:chExt cx="307724" cy="49098"/>
          </a:xfrm>
        </p:grpSpPr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710F9582-7188-4648-271E-3C2153C6BED3}"/>
                </a:ext>
              </a:extLst>
            </p:cNvPr>
            <p:cNvSpPr/>
            <p:nvPr/>
          </p:nvSpPr>
          <p:spPr>
            <a:xfrm>
              <a:off x="3156700" y="3138888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0 w 270906"/>
                <a:gd name="csY1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E2AAA3DA-597A-7EF9-9F42-235FC7312A22}"/>
                </a:ext>
              </a:extLst>
            </p:cNvPr>
            <p:cNvSpPr/>
            <p:nvPr/>
          </p:nvSpPr>
          <p:spPr>
            <a:xfrm>
              <a:off x="3119882" y="3114339"/>
              <a:ext cx="49090" cy="49098"/>
            </a:xfrm>
            <a:custGeom>
              <a:avLst/>
              <a:gdLst>
                <a:gd name="csX0" fmla="*/ 0 w 49090"/>
                <a:gd name="csY0" fmla="*/ 24549 h 49098"/>
                <a:gd name="csX1" fmla="*/ 49090 w 49090"/>
                <a:gd name="csY1" fmla="*/ 0 h 49098"/>
                <a:gd name="csX2" fmla="*/ 36818 w 49090"/>
                <a:gd name="csY2" fmla="*/ 24549 h 49098"/>
                <a:gd name="csX3" fmla="*/ 49090 w 49090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0" y="24549"/>
                  </a:moveTo>
                  <a:lnTo>
                    <a:pt x="49090" y="0"/>
                  </a:lnTo>
                  <a:lnTo>
                    <a:pt x="36818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490" name="Graphic 45">
            <a:extLst>
              <a:ext uri="{FF2B5EF4-FFF2-40B4-BE49-F238E27FC236}">
                <a16:creationId xmlns:a16="http://schemas.microsoft.com/office/drawing/2014/main" id="{D096B6EE-5732-5AC1-8FBF-3A3F478D3F7B}"/>
              </a:ext>
            </a:extLst>
          </p:cNvPr>
          <p:cNvGrpSpPr/>
          <p:nvPr/>
        </p:nvGrpSpPr>
        <p:grpSpPr>
          <a:xfrm>
            <a:off x="7627878" y="3058624"/>
            <a:ext cx="679690" cy="382390"/>
            <a:chOff x="3427607" y="2981072"/>
            <a:chExt cx="561028" cy="315631"/>
          </a:xfrm>
          <a:solidFill>
            <a:srgbClr val="FFE6CC"/>
          </a:solidFill>
        </p:grpSpPr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D437E954-46AE-A076-5B42-385ED3D475E6}"/>
                </a:ext>
              </a:extLst>
            </p:cNvPr>
            <p:cNvSpPr/>
            <p:nvPr/>
          </p:nvSpPr>
          <p:spPr>
            <a:xfrm>
              <a:off x="3427607" y="2981072"/>
              <a:ext cx="561028" cy="315631"/>
            </a:xfrm>
            <a:prstGeom prst="rect">
              <a:avLst/>
            </a:prstGeom>
            <a:solidFill>
              <a:srgbClr val="FFE6CC"/>
            </a:solidFill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492" name="Picture 491">
              <a:extLst>
                <a:ext uri="{FF2B5EF4-FFF2-40B4-BE49-F238E27FC236}">
                  <a16:creationId xmlns:a16="http://schemas.microsoft.com/office/drawing/2014/main" id="{1C159B9D-8E57-CD2E-D40F-0A328C64D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4619" y="3047705"/>
              <a:ext cx="547002" cy="210421"/>
            </a:xfrm>
            <a:custGeom>
              <a:avLst/>
              <a:gdLst>
                <a:gd name="csX0" fmla="*/ 0 w 547002"/>
                <a:gd name="csY0" fmla="*/ 0 h 210421"/>
                <a:gd name="csX1" fmla="*/ 547003 w 547002"/>
                <a:gd name="csY1" fmla="*/ 0 h 210421"/>
                <a:gd name="csX2" fmla="*/ 547003 w 547002"/>
                <a:gd name="csY2" fmla="*/ 210421 h 210421"/>
                <a:gd name="csX3" fmla="*/ 0 w 547002"/>
                <a:gd name="csY3" fmla="*/ 210421 h 210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7002" h="210421">
                  <a:moveTo>
                    <a:pt x="0" y="0"/>
                  </a:moveTo>
                  <a:lnTo>
                    <a:pt x="547003" y="0"/>
                  </a:lnTo>
                  <a:lnTo>
                    <a:pt x="547003" y="210421"/>
                  </a:lnTo>
                  <a:lnTo>
                    <a:pt x="0" y="210421"/>
                  </a:lnTo>
                  <a:close/>
                </a:path>
              </a:pathLst>
            </a:custGeom>
          </p:spPr>
        </p:pic>
      </p:grpSp>
      <p:grpSp>
        <p:nvGrpSpPr>
          <p:cNvPr id="493" name="Graphic 45">
            <a:extLst>
              <a:ext uri="{FF2B5EF4-FFF2-40B4-BE49-F238E27FC236}">
                <a16:creationId xmlns:a16="http://schemas.microsoft.com/office/drawing/2014/main" id="{5CAF8DBB-93A5-D4F4-DF54-64DCFFE95ABE}"/>
              </a:ext>
            </a:extLst>
          </p:cNvPr>
          <p:cNvGrpSpPr/>
          <p:nvPr/>
        </p:nvGrpSpPr>
        <p:grpSpPr>
          <a:xfrm>
            <a:off x="7255066" y="4254013"/>
            <a:ext cx="372810" cy="59483"/>
            <a:chOff x="3119882" y="4110333"/>
            <a:chExt cx="307724" cy="49098"/>
          </a:xfrm>
        </p:grpSpPr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5568F8EF-6B9C-B9F4-2D24-6ADB1C5B9FA5}"/>
                </a:ext>
              </a:extLst>
            </p:cNvPr>
            <p:cNvSpPr/>
            <p:nvPr/>
          </p:nvSpPr>
          <p:spPr>
            <a:xfrm>
              <a:off x="3156700" y="4134882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116624 w 270906"/>
                <a:gd name="csY1" fmla="*/ 0 h 7014"/>
                <a:gd name="csX2" fmla="*/ 0 w 270906"/>
                <a:gd name="csY2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116624" y="0"/>
                  </a:ln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743CB33A-B05A-DF50-73CB-AB16DE84133D}"/>
                </a:ext>
              </a:extLst>
            </p:cNvPr>
            <p:cNvSpPr/>
            <p:nvPr/>
          </p:nvSpPr>
          <p:spPr>
            <a:xfrm>
              <a:off x="3119882" y="4110333"/>
              <a:ext cx="49090" cy="49098"/>
            </a:xfrm>
            <a:custGeom>
              <a:avLst/>
              <a:gdLst>
                <a:gd name="csX0" fmla="*/ 0 w 49090"/>
                <a:gd name="csY0" fmla="*/ 24549 h 49098"/>
                <a:gd name="csX1" fmla="*/ 49090 w 49090"/>
                <a:gd name="csY1" fmla="*/ 0 h 49098"/>
                <a:gd name="csX2" fmla="*/ 36818 w 49090"/>
                <a:gd name="csY2" fmla="*/ 24549 h 49098"/>
                <a:gd name="csX3" fmla="*/ 49090 w 49090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0" y="24549"/>
                  </a:moveTo>
                  <a:lnTo>
                    <a:pt x="49090" y="0"/>
                  </a:lnTo>
                  <a:lnTo>
                    <a:pt x="36818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496" name="Graphic 45">
            <a:extLst>
              <a:ext uri="{FF2B5EF4-FFF2-40B4-BE49-F238E27FC236}">
                <a16:creationId xmlns:a16="http://schemas.microsoft.com/office/drawing/2014/main" id="{08DBC55A-25FD-CD4A-A580-D010697331DE}"/>
              </a:ext>
            </a:extLst>
          </p:cNvPr>
          <p:cNvGrpSpPr/>
          <p:nvPr/>
        </p:nvGrpSpPr>
        <p:grpSpPr>
          <a:xfrm>
            <a:off x="7627878" y="4092559"/>
            <a:ext cx="679690" cy="382390"/>
            <a:chOff x="3427607" y="3977066"/>
            <a:chExt cx="561028" cy="315631"/>
          </a:xfrm>
          <a:solidFill>
            <a:srgbClr val="FFE6CC"/>
          </a:solidFill>
        </p:grpSpPr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3D2587D1-C26B-4A55-11A0-D8B016EF9AC1}"/>
                </a:ext>
              </a:extLst>
            </p:cNvPr>
            <p:cNvSpPr/>
            <p:nvPr/>
          </p:nvSpPr>
          <p:spPr>
            <a:xfrm>
              <a:off x="3427607" y="3977066"/>
              <a:ext cx="561028" cy="315631"/>
            </a:xfrm>
            <a:prstGeom prst="rect">
              <a:avLst/>
            </a:prstGeom>
            <a:solidFill>
              <a:srgbClr val="FFE6CC"/>
            </a:solidFill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498" name="Picture 497">
              <a:extLst>
                <a:ext uri="{FF2B5EF4-FFF2-40B4-BE49-F238E27FC236}">
                  <a16:creationId xmlns:a16="http://schemas.microsoft.com/office/drawing/2014/main" id="{142144EA-DC24-48FE-70ED-5E7AD1F9A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4619" y="4054220"/>
              <a:ext cx="547002" cy="189379"/>
            </a:xfrm>
            <a:custGeom>
              <a:avLst/>
              <a:gdLst>
                <a:gd name="csX0" fmla="*/ 0 w 547002"/>
                <a:gd name="csY0" fmla="*/ 0 h 189379"/>
                <a:gd name="csX1" fmla="*/ 547003 w 547002"/>
                <a:gd name="csY1" fmla="*/ 0 h 189379"/>
                <a:gd name="csX2" fmla="*/ 547003 w 547002"/>
                <a:gd name="csY2" fmla="*/ 189379 h 189379"/>
                <a:gd name="csX3" fmla="*/ 0 w 547002"/>
                <a:gd name="csY3" fmla="*/ 189379 h 189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7002" h="189379">
                  <a:moveTo>
                    <a:pt x="0" y="0"/>
                  </a:moveTo>
                  <a:lnTo>
                    <a:pt x="547003" y="0"/>
                  </a:lnTo>
                  <a:lnTo>
                    <a:pt x="547003" y="189379"/>
                  </a:lnTo>
                  <a:lnTo>
                    <a:pt x="0" y="189379"/>
                  </a:lnTo>
                  <a:close/>
                </a:path>
              </a:pathLst>
            </a:custGeom>
          </p:spPr>
        </p:pic>
      </p:grpSp>
      <p:sp>
        <p:nvSpPr>
          <p:cNvPr id="501" name="Rectangular Callout 500">
            <a:extLst>
              <a:ext uri="{FF2B5EF4-FFF2-40B4-BE49-F238E27FC236}">
                <a16:creationId xmlns:a16="http://schemas.microsoft.com/office/drawing/2014/main" id="{5DF92170-8444-A74E-1BC3-5B36B90C01A8}"/>
              </a:ext>
            </a:extLst>
          </p:cNvPr>
          <p:cNvSpPr/>
          <p:nvPr/>
        </p:nvSpPr>
        <p:spPr>
          <a:xfrm rot="5400000">
            <a:off x="5383208" y="2276772"/>
            <a:ext cx="3484001" cy="2993614"/>
          </a:xfrm>
          <a:prstGeom prst="wedgeRectCallout">
            <a:avLst>
              <a:gd name="adj1" fmla="val -17223"/>
              <a:gd name="adj2" fmla="val 87826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EA4504-6FFC-A890-8A51-42F818609C48}"/>
              </a:ext>
            </a:extLst>
          </p:cNvPr>
          <p:cNvSpPr txBox="1"/>
          <p:nvPr/>
        </p:nvSpPr>
        <p:spPr>
          <a:xfrm>
            <a:off x="9322186" y="344131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/>
              <a:t>…</a:t>
            </a:r>
            <a:r>
              <a:rPr lang="en-US" altLang="zh-CN" sz="2400" dirty="0"/>
              <a:t>…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460114617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DDA7-8C2F-6B89-4822-EB709920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0F2C02-CA08-916C-4CF2-0FA4E75D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F227F6-EC87-99B0-8025-3326CC5D0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5D3B7-CD57-E7D5-0110-A76C0BE72E67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F5477AB3-DDB5-726B-5183-FC2D11F0FD78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8D5FD13F-6B33-03AA-5F7B-CB2C1FACA63F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CF1D679C-2EE1-92DE-A210-8816CD2ED994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F9F7EDD4-D4B6-B9CF-955D-247F92276CB6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49161260-AA6B-938C-8653-8E129511223E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F6B1A3C7-8D4B-2AF4-657C-DA1C213B8577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234EA60E-8173-AF50-2B5E-476ED8379739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77004C5-5CCD-5FB8-E31D-D4D7247EC6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FCF3D3EA-C8F2-6B8E-F59E-67ED760F71E8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B2667BA9-6A3D-4F91-5037-ED1C2F08A97E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5C90936E-80CF-D16B-066A-D5C6DC273231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8231ADB4-B4E4-9B16-7387-5AFCA394BEA9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B6046477-8952-9B3D-8262-180622D508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109820C0-4299-025A-E3F5-68EA3EDDF12E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86BB472C-9C40-560A-8F8E-0DA45CB7854D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F2079C47-575A-B2FA-9EC1-0144CC6506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EBDA32B3-DE82-F11B-B0D8-4A9529C3FB3C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8C1294FA-1585-5B89-CCFB-C91D19B4C473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34F94EFE-72C5-3537-E208-13A1CDFC06D0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C2A7CFD7-E9AC-5962-8E36-5A3DAA11212B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AF834061-CA5B-F393-DDF9-B6E2227607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42F5937F-55CF-B19E-0692-64D3F4A8F59C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E43875C4-88C9-ECF0-FA89-C9F9BBC70170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F1A069B9-E547-B93C-F063-6EEC3D1500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15DD2438-548E-2310-20A7-7204D22B4849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553217FA-D143-9B82-17D2-9AB46B44B8EE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C7B7A29E-4D77-4709-E88A-D2C2953B2589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6D5E8F40-7A07-9363-8C06-096D58158CDF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AF3A3360-8ABE-4951-B27C-65D344E34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43FA17CC-B5EB-FE21-BEE5-379C726C6D2D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7E433C71-661A-2991-14C6-BC7ABFFEF024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EEEB7232-85EA-31F9-CAF5-C183ADCAF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E1C1ABD4-9744-2EF0-7A85-B6E3053CC68A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F3ACFE56-625B-3976-D045-BE9853406713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AFF9D0A9-2AD4-6A03-654A-FD840627FE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FE5050B7-E317-04D8-C244-0D9C731122E5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18A8409C-7C2A-62A4-06D9-B62ABAEFEE01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8931E3B4-17E0-22EB-02EE-75F77EB3D6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A315CA5C-3BE1-5E4D-67A4-CEED1BA1889B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1422BFB8-AA72-B2EF-0D54-BC3C3634C482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D31FBCF6-BA0F-7CE4-718E-A98772C9CFD4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69A4CD9E-DE6D-10FA-9C0C-991E7666FDB1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FA53ABEC-81E1-2DE1-85C6-1761196103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625BCC45-3496-9C24-8AF7-A94769124230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F51E54AC-23F1-35A5-B266-844AA1E2DC26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24FCF70B-914B-C7B7-F5A4-6B9499F65572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BC1F76CE-B159-4F5B-8F60-C39529A00234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3C39D653-C2C5-8FA3-BF55-CA8009AD1C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D24F80E3-EB92-4AD4-FE91-969A4E4C6C47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141B4583-7002-5AE2-1E33-62156770A508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C37042E7-291B-5B84-D681-AAECCE43A765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AE839BEB-01ED-3424-1AD1-1CD9095B7306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8A78CBC5-E48A-C62B-3CAA-6D72FF4BF016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182E1067-9956-1D18-BAB8-EE490C9D14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154D72DD-9EB2-D956-F9AE-F3E60FF961D5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CF88C66F-CC70-CCFB-747E-9F6050D15225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B7A6C9C3-CA63-FEF9-AEFB-DDA1B4B1E3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9F26823F-9390-9178-DA8D-04560EE55144}"/>
              </a:ext>
            </a:extLst>
          </p:cNvPr>
          <p:cNvGrpSpPr/>
          <p:nvPr/>
        </p:nvGrpSpPr>
        <p:grpSpPr>
          <a:xfrm>
            <a:off x="5976077" y="2724604"/>
            <a:ext cx="3646022" cy="3440475"/>
            <a:chOff x="5082367" y="3054055"/>
            <a:chExt cx="3566567" cy="3365499"/>
          </a:xfrm>
        </p:grpSpPr>
        <p:grpSp>
          <p:nvGrpSpPr>
            <p:cNvPr id="174" name="Graphic 14">
              <a:extLst>
                <a:ext uri="{FF2B5EF4-FFF2-40B4-BE49-F238E27FC236}">
                  <a16:creationId xmlns:a16="http://schemas.microsoft.com/office/drawing/2014/main" id="{487A455F-5375-8828-E6F8-6D15AD7EC5E5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E01B1A39-CD02-4D87-7214-908ACE0B25F2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74A95685-A3E7-0F3F-A49B-CB368A632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4">
              <a:extLst>
                <a:ext uri="{FF2B5EF4-FFF2-40B4-BE49-F238E27FC236}">
                  <a16:creationId xmlns:a16="http://schemas.microsoft.com/office/drawing/2014/main" id="{C399ECC3-B12B-E798-D7F1-5C11C3297988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32250C30-7C42-04EF-EF5D-EE4D492108CC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54E0B852-D911-6BB0-5400-1B85AB357B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8" name="Graphic 14">
              <a:extLst>
                <a:ext uri="{FF2B5EF4-FFF2-40B4-BE49-F238E27FC236}">
                  <a16:creationId xmlns:a16="http://schemas.microsoft.com/office/drawing/2014/main" id="{383DFD8A-5172-57CD-269F-52538576DCE0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67C9B81A-A4F1-6F12-251C-810600B94F8A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9FB89172-C101-4444-1F33-1C8BAAD28C71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1" name="Graphic 14">
              <a:extLst>
                <a:ext uri="{FF2B5EF4-FFF2-40B4-BE49-F238E27FC236}">
                  <a16:creationId xmlns:a16="http://schemas.microsoft.com/office/drawing/2014/main" id="{026E7F16-AA15-513C-423B-117704CA12D4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413F980-8B26-DE11-0941-95E2F0BE503E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05E80E21-3DED-16B3-29B6-BC528B54D8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14">
              <a:extLst>
                <a:ext uri="{FF2B5EF4-FFF2-40B4-BE49-F238E27FC236}">
                  <a16:creationId xmlns:a16="http://schemas.microsoft.com/office/drawing/2014/main" id="{2991EB51-50DC-21E8-511C-10E464DBE250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C61FEDC0-5B33-C428-96ED-D6238895CE53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820C67D1-DCDE-EAC5-168F-47269B7A471F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7" name="Graphic 14">
              <a:extLst>
                <a:ext uri="{FF2B5EF4-FFF2-40B4-BE49-F238E27FC236}">
                  <a16:creationId xmlns:a16="http://schemas.microsoft.com/office/drawing/2014/main" id="{61B85B1F-6958-399F-6668-D69249E6216A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49FDE31A-627C-940F-E28D-DDD1254AB5FA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3C2EF237-8511-8A53-48E9-A99C39228787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0" name="Graphic 14">
              <a:extLst>
                <a:ext uri="{FF2B5EF4-FFF2-40B4-BE49-F238E27FC236}">
                  <a16:creationId xmlns:a16="http://schemas.microsoft.com/office/drawing/2014/main" id="{40DABD84-5942-2367-C757-DF19D7D2864E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013D7645-871C-3BA1-B007-58A0DA4B918D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87792F3B-6177-CD9F-B91C-4B6B853B6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3" name="Graphic 14">
              <a:extLst>
                <a:ext uri="{FF2B5EF4-FFF2-40B4-BE49-F238E27FC236}">
                  <a16:creationId xmlns:a16="http://schemas.microsoft.com/office/drawing/2014/main" id="{8414742F-ED65-AAAE-F011-631AA4247FF8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CE5ED574-048D-DB8A-FACC-1C695C4C9393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475F1D56-8285-49C1-7E5F-B23DDBA6055F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6" name="Graphic 14">
              <a:extLst>
                <a:ext uri="{FF2B5EF4-FFF2-40B4-BE49-F238E27FC236}">
                  <a16:creationId xmlns:a16="http://schemas.microsoft.com/office/drawing/2014/main" id="{3F6A7EA5-DA31-F3F1-94BD-BAE1002FB202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01BF24B4-9BA1-F5DF-3C69-F2E466868B5B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3C2AD611-1F35-8537-E1EB-122C33F06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9" name="Graphic 14">
              <a:extLst>
                <a:ext uri="{FF2B5EF4-FFF2-40B4-BE49-F238E27FC236}">
                  <a16:creationId xmlns:a16="http://schemas.microsoft.com/office/drawing/2014/main" id="{5A01FBCC-E65E-2D3A-75C8-A6534D6CD5DA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41F2A368-C201-B172-97E0-A1D4652A2FBE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0B1986F1-18EB-F597-7A69-D1C7E5AFC126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14">
              <a:extLst>
                <a:ext uri="{FF2B5EF4-FFF2-40B4-BE49-F238E27FC236}">
                  <a16:creationId xmlns:a16="http://schemas.microsoft.com/office/drawing/2014/main" id="{06EAE3A4-7F30-CDF6-D2D9-DB7B807CD12E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7A0B34B7-BDE5-6695-6314-D7898DF00ABB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003DB611-4570-3249-4498-C92180BFE905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5" name="Graphic 14">
              <a:extLst>
                <a:ext uri="{FF2B5EF4-FFF2-40B4-BE49-F238E27FC236}">
                  <a16:creationId xmlns:a16="http://schemas.microsoft.com/office/drawing/2014/main" id="{9665DC4A-82E8-A8AE-6B7A-CC17BC382EB3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2288DC8E-D7D0-AC8F-5451-28E031DE975A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2BE0C5EA-66DC-9576-DB92-9B07E331E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14">
              <a:extLst>
                <a:ext uri="{FF2B5EF4-FFF2-40B4-BE49-F238E27FC236}">
                  <a16:creationId xmlns:a16="http://schemas.microsoft.com/office/drawing/2014/main" id="{E9D36350-0E48-7108-6D08-F955120E381E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7A307DC9-68DB-928C-F560-44921EB9C110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518D65FB-5551-DB91-54D3-C8E960D8E317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1" name="Graphic 14">
              <a:extLst>
                <a:ext uri="{FF2B5EF4-FFF2-40B4-BE49-F238E27FC236}">
                  <a16:creationId xmlns:a16="http://schemas.microsoft.com/office/drawing/2014/main" id="{D77D0925-1942-1BE9-0AC8-5244A0D2AFBC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BFEF7AF0-A6BC-DBC0-653C-D258E3760BC4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9CDFF545-17F5-2EAF-EEA8-790BE3C2A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14">
              <a:extLst>
                <a:ext uri="{FF2B5EF4-FFF2-40B4-BE49-F238E27FC236}">
                  <a16:creationId xmlns:a16="http://schemas.microsoft.com/office/drawing/2014/main" id="{49CA4F09-B050-1469-F4E2-905C0531D1F6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87B4CD5D-EDBA-9387-CE17-ACB27DB85E9B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6" name="Picture 225">
                <a:extLst>
                  <a:ext uri="{FF2B5EF4-FFF2-40B4-BE49-F238E27FC236}">
                    <a16:creationId xmlns:a16="http://schemas.microsoft.com/office/drawing/2014/main" id="{9F1BD035-C56B-82E8-1DC1-F3A660149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14">
              <a:extLst>
                <a:ext uri="{FF2B5EF4-FFF2-40B4-BE49-F238E27FC236}">
                  <a16:creationId xmlns:a16="http://schemas.microsoft.com/office/drawing/2014/main" id="{778488D8-126F-B71A-ED79-DB20C01720CE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376F0CD4-0051-9D9B-7470-F8638AF6CBE8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9" name="Picture 228">
                <a:extLst>
                  <a:ext uri="{FF2B5EF4-FFF2-40B4-BE49-F238E27FC236}">
                    <a16:creationId xmlns:a16="http://schemas.microsoft.com/office/drawing/2014/main" id="{0FB5EBBF-EAC4-BCEC-9230-103504009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0" name="Graphic 14">
              <a:extLst>
                <a:ext uri="{FF2B5EF4-FFF2-40B4-BE49-F238E27FC236}">
                  <a16:creationId xmlns:a16="http://schemas.microsoft.com/office/drawing/2014/main" id="{EA7480A5-C7F8-9BED-414F-B37D6BADE5F4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F1A2B658-A67D-6BF9-66BA-DED16C0C9411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F4E40C33-2019-C24F-7B68-62FF0096C5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4">
              <a:extLst>
                <a:ext uri="{FF2B5EF4-FFF2-40B4-BE49-F238E27FC236}">
                  <a16:creationId xmlns:a16="http://schemas.microsoft.com/office/drawing/2014/main" id="{4BC3463A-2B6D-AFDE-467A-C4543C3598CC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ADA0A120-D7B3-EDFD-A5A2-20F547690E4C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D1E6BBFA-AB3F-0E72-910A-4AC8924444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42" name="Graphic 14">
              <a:extLst>
                <a:ext uri="{FF2B5EF4-FFF2-40B4-BE49-F238E27FC236}">
                  <a16:creationId xmlns:a16="http://schemas.microsoft.com/office/drawing/2014/main" id="{21ECC480-6443-2E45-49BD-8417FD46E526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22DF7F93-02E1-C20A-29E0-CC544A412DB5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C562922D-0FA6-0BFC-06BE-72BD6FC52E42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8D9FFC8B-453A-437A-FDA9-02276288ECA3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6" name="Graphic 14">
              <a:extLst>
                <a:ext uri="{FF2B5EF4-FFF2-40B4-BE49-F238E27FC236}">
                  <a16:creationId xmlns:a16="http://schemas.microsoft.com/office/drawing/2014/main" id="{14F40E45-0B98-662F-F845-60AE4DC9D785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91FA3809-E9E0-81BB-FA33-4F026248B64E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EDA2E18F-921B-D625-BFA5-493804C39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49" name="Graphic 14">
              <a:extLst>
                <a:ext uri="{FF2B5EF4-FFF2-40B4-BE49-F238E27FC236}">
                  <a16:creationId xmlns:a16="http://schemas.microsoft.com/office/drawing/2014/main" id="{72D0677F-5E59-4408-1F2B-D9521B97A69B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68B86014-F3E6-7538-BB37-CB3B6A230B4D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C6D95349-8E41-F2DA-44B4-06B41B18D76D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2" name="Graphic 14">
              <a:extLst>
                <a:ext uri="{FF2B5EF4-FFF2-40B4-BE49-F238E27FC236}">
                  <a16:creationId xmlns:a16="http://schemas.microsoft.com/office/drawing/2014/main" id="{9086B4BC-957C-90DE-FD1E-41BE59247D8B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D7895981-8146-1187-8D0B-E58CD17F163F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6DBCD11B-7C7C-0FEA-7E19-40A4900726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55" name="Graphic 14">
              <a:extLst>
                <a:ext uri="{FF2B5EF4-FFF2-40B4-BE49-F238E27FC236}">
                  <a16:creationId xmlns:a16="http://schemas.microsoft.com/office/drawing/2014/main" id="{ED4150A8-2C0E-7A15-150D-0EEC4B205A02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2ED0C6CE-002F-9D56-8E99-40234E51D272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A5DCBC24-33CB-258C-E687-6E92C852BF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07D018D6-D78B-080F-FC47-9F3075A511B4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59" name="Graphic 14">
              <a:extLst>
                <a:ext uri="{FF2B5EF4-FFF2-40B4-BE49-F238E27FC236}">
                  <a16:creationId xmlns:a16="http://schemas.microsoft.com/office/drawing/2014/main" id="{2D71F108-CB90-3495-E1F4-FC0E0BF06699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B62A39DF-8D63-767E-3886-946BDACB6774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024ADFC8-AD1C-E8EF-2325-D7E121523F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62" name="Graphic 14">
              <a:extLst>
                <a:ext uri="{FF2B5EF4-FFF2-40B4-BE49-F238E27FC236}">
                  <a16:creationId xmlns:a16="http://schemas.microsoft.com/office/drawing/2014/main" id="{E3CF6B1B-9556-3CF5-CD5F-9AE46C691EF7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C2B24EC6-DCB7-ECFF-B6ED-1628672C86D6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C158764C-D98C-3609-08CA-15C82E2E9E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" name="Graphic 14">
            <a:extLst>
              <a:ext uri="{FF2B5EF4-FFF2-40B4-BE49-F238E27FC236}">
                <a16:creationId xmlns:a16="http://schemas.microsoft.com/office/drawing/2014/main" id="{F9D35C4F-45AA-8DEF-A001-863FF0C59A23}"/>
              </a:ext>
            </a:extLst>
          </p:cNvPr>
          <p:cNvGrpSpPr/>
          <p:nvPr/>
        </p:nvGrpSpPr>
        <p:grpSpPr>
          <a:xfrm>
            <a:off x="6440311" y="376646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3C28FED-32C1-2DC5-11CE-A900FB364223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7AF2A8-EFE3-46B5-B4C9-5BF9BE8DB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8" name="Graphic 14">
            <a:extLst>
              <a:ext uri="{FF2B5EF4-FFF2-40B4-BE49-F238E27FC236}">
                <a16:creationId xmlns:a16="http://schemas.microsoft.com/office/drawing/2014/main" id="{8F91DCC6-B7C4-8DA4-1EE6-F7A775B8D67A}"/>
              </a:ext>
            </a:extLst>
          </p:cNvPr>
          <p:cNvGrpSpPr/>
          <p:nvPr/>
        </p:nvGrpSpPr>
        <p:grpSpPr>
          <a:xfrm>
            <a:off x="7476966" y="332792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52697C2-DE8F-0B81-73CC-D19827996096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A81C6DB-99D5-7486-333D-39ABB4745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3" name="Graphic 14">
            <a:extLst>
              <a:ext uri="{FF2B5EF4-FFF2-40B4-BE49-F238E27FC236}">
                <a16:creationId xmlns:a16="http://schemas.microsoft.com/office/drawing/2014/main" id="{4B8A4222-424C-C8C1-12E3-1315F2B924D4}"/>
              </a:ext>
            </a:extLst>
          </p:cNvPr>
          <p:cNvGrpSpPr/>
          <p:nvPr/>
        </p:nvGrpSpPr>
        <p:grpSpPr>
          <a:xfrm>
            <a:off x="8141258" y="2548395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F7CCA58-C3BB-DEA7-8BBD-A2BF20130B7D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C0F92A6-8CBD-825E-846F-D97644C76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6" name="Graphic 14">
            <a:extLst>
              <a:ext uri="{FF2B5EF4-FFF2-40B4-BE49-F238E27FC236}">
                <a16:creationId xmlns:a16="http://schemas.microsoft.com/office/drawing/2014/main" id="{6FA3507B-54E8-38C7-2EF5-A57A742B3E2C}"/>
              </a:ext>
            </a:extLst>
          </p:cNvPr>
          <p:cNvGrpSpPr/>
          <p:nvPr/>
        </p:nvGrpSpPr>
        <p:grpSpPr>
          <a:xfrm>
            <a:off x="8994267" y="428783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F62C221-5BA7-3C2D-8F38-58F3B83697ED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7B9FCB5-D4FE-8E8B-300C-67248DDE0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B10157B-CF57-7D7E-7FA6-C0C79184B3BF}"/>
              </a:ext>
            </a:extLst>
          </p:cNvPr>
          <p:cNvGrpSpPr/>
          <p:nvPr/>
        </p:nvGrpSpPr>
        <p:grpSpPr>
          <a:xfrm>
            <a:off x="4739365" y="1241295"/>
            <a:ext cx="6107723" cy="1264189"/>
            <a:chOff x="4739365" y="1241295"/>
            <a:chExt cx="6107723" cy="1264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AA3D4F7-E3C4-79CF-E856-2BD13AE4DFC8}"/>
                    </a:ext>
                  </a:extLst>
                </p:cNvPr>
                <p:cNvSpPr txBox="1"/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8524C74-7395-90F4-DDDB-FD0C97CB8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blipFill>
                  <a:blip r:embed="rId23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607F505-C793-9AAE-10E9-5B4E16B40D80}"/>
                </a:ext>
              </a:extLst>
            </p:cNvPr>
            <p:cNvSpPr txBox="1"/>
            <p:nvPr/>
          </p:nvSpPr>
          <p:spPr>
            <a:xfrm>
              <a:off x="4751088" y="124129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Producer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BB0;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Consumer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BB3;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C1BF6ED-86DC-5144-74F6-D69CA61A962D}"/>
                    </a:ext>
                  </a:extLst>
                </p:cNvPr>
                <p:cNvSpPr txBox="1"/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𝑐𝑜𝑛𝑠</m:t>
                            </m:r>
                          </m:sub>
                        </m:sSub>
                        <m:r>
                          <a:rPr lang="ar-AE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b="0" i="1" dirty="0" smtClean="0">
                            <a:solidFill>
                              <a:srgbClr val="62731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b="0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 lang="ar-AE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E02D335-AF58-847D-5E78-0E4CEA1A1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blipFill>
                  <a:blip r:embed="rId24"/>
                  <a:stretch>
                    <a:fillRect t="-6667" r="-1852" b="-2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577DD5-79A5-C151-09F0-2049199A7E4E}"/>
              </a:ext>
            </a:extLst>
          </p:cNvPr>
          <p:cNvCxnSpPr>
            <a:cxnSpLocks/>
          </p:cNvCxnSpPr>
          <p:nvPr/>
        </p:nvCxnSpPr>
        <p:spPr>
          <a:xfrm>
            <a:off x="1874996" y="2320529"/>
            <a:ext cx="0" cy="118617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A85169-2259-7B8D-6845-B7E75C652635}"/>
              </a:ext>
            </a:extLst>
          </p:cNvPr>
          <p:cNvCxnSpPr>
            <a:cxnSpLocks/>
          </p:cNvCxnSpPr>
          <p:nvPr/>
        </p:nvCxnSpPr>
        <p:spPr>
          <a:xfrm>
            <a:off x="2069327" y="4078357"/>
            <a:ext cx="604299" cy="45388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347FECB2-E354-9F81-61AD-00953F4139BB}"/>
              </a:ext>
            </a:extLst>
          </p:cNvPr>
          <p:cNvSpPr/>
          <p:nvPr/>
        </p:nvSpPr>
        <p:spPr>
          <a:xfrm>
            <a:off x="1746452" y="1808895"/>
            <a:ext cx="453886" cy="4538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A926B35-3715-A8C3-FC06-28CEE6155DD6}"/>
              </a:ext>
            </a:extLst>
          </p:cNvPr>
          <p:cNvSpPr/>
          <p:nvPr/>
        </p:nvSpPr>
        <p:spPr>
          <a:xfrm>
            <a:off x="1746452" y="3591106"/>
            <a:ext cx="453886" cy="4538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45D321D-A67F-8438-87B5-CE585F83EFC3}"/>
              </a:ext>
            </a:extLst>
          </p:cNvPr>
          <p:cNvSpPr/>
          <p:nvPr/>
        </p:nvSpPr>
        <p:spPr>
          <a:xfrm>
            <a:off x="2762702" y="4398553"/>
            <a:ext cx="453886" cy="4538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251513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4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4326B-EADE-3962-69A3-528F5FFE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13725D-E351-C20F-B7B0-83038BB1E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2BA1D2-FBA6-3BDE-CC8C-9550D1AA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21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2C7CAF-61CB-52DE-FB91-0E7108524100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7E7BB7C-EA3A-BE22-1EBD-7C04ADBFDC9A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A02F0D54-726E-D0CE-F3B3-730157D13122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691D0524-CDB5-A382-84BD-5518CAAF5D3F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443E3385-41A8-BE78-AA52-2AB8EC9394DC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5FB34856-9A90-FC24-A730-6BAC24B0230B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222BAFD3-9F0B-1F57-904D-181AEEEC1F12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F42D7852-AEF0-8D1C-D493-B67D9A383438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37CDDD8C-39AF-1A56-AF66-801F82999D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10E4B36E-26C8-AF9B-D7E6-9BE0B039E755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82DAA4B1-4844-64B6-DF26-AE59B6227626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0432C33B-D9F3-5F48-D8E2-7780FBCC7DDA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2D9DB094-8D14-BD1C-2CAC-16F21F9AE5E4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19CAD97D-D7C5-9BFD-4D12-8C8BD2F85E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110FE87F-6A17-C83E-C985-BAFC5FC1AD4E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CD2B71E-E700-1478-E5B9-61F2EC6667A4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37A36D96-9EAF-97D4-C930-B742B63291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CE54A735-FB02-69A6-9FBF-81972ED1F36B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55D48D70-A5E5-30AB-A5D9-BC3B7342A8B0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F54BC584-A5B9-4F29-5A99-40C9B8F559DD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3963810B-F76F-1613-0DAD-A0F90B0E6C87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5E76A86C-EBB1-B81B-F289-EF006E08BA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9FB9E2D6-822F-40D7-6AF5-8BC13CA16F51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08D423CB-5239-BC9B-42BE-E8F238F0F9AA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F6C7C99E-2F1B-5028-BE58-FFBAA5844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7CE213E3-285D-799F-FA2D-31E190D4F3B2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803C607C-8A7C-A0C0-9B59-9C3C85E9A98A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7D84FD55-5EF5-3B48-CDF5-B8765EB3E76E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BB6DA185-6C14-CAF4-E4DE-1F8B0E813C0B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656ED69D-65FD-AF12-73EC-91B8EAEC1D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AA99E73A-5068-030D-DF41-EF66614A4E61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EFF27D5E-0658-6447-F735-A9BB1DDF6ADA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0201C4E0-CCB1-8016-706B-C759520B51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73A9C8C4-E5A4-8AA7-8F55-E3DC6DAA8D13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540EE2FE-C97A-E0B8-A30C-266D41DE9AC2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4E6E7B4E-50DC-1213-349D-7F7AC95232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2C932015-5FF7-D40C-BFFC-EE7C392CFB3D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3C6B1FC5-AC9F-8ACB-EC77-7291901AEFC0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8920A0CB-EF96-8C34-F6B5-E4CB90A344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510DE57F-2FF0-D4CA-3A57-A8EC5EBC9CDF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4D2FA0ED-BAE4-1930-6346-E3BE39F8C22D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DE856AB7-AD60-2DC9-7960-DFF6FE04FAA2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6CF67B1A-83CF-AC4E-62B4-73D074112335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B212B948-27AA-13B6-F8AF-117DFD91F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F9FA02F4-2CC9-79E1-51D9-B68F90615C18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6D67F7B0-F5BD-8E21-80EA-C0C1475E3F4E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1E8DE6BA-4ECB-6366-2BF2-E58EB181998F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9084F009-AE1A-262C-6355-DAE480393234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81EC82EB-0B82-B47F-45A6-8CA1E48AF6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C91E8B68-F3FB-89A6-1A26-F51B258A69FB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A3328BCA-0099-5A38-7C14-2304BDEC53DA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ACCAB8DB-1620-058C-BC2C-814E94AFAB29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FAAB7C04-0758-E4F1-6013-186FF8BCD4E4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53FEAA93-41CE-EFF6-E79E-30AAFA251581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748D89DE-8493-8362-5C6F-DE10EA34B1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93974169-93D9-2E4F-46C8-2A8CC6E46E85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A87D8636-F8F4-7BB1-356A-3CAC0802A3BF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3D5BA5C4-A9ED-CFFA-CDD7-F9531ED1F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93AE81E7-4E5B-2587-4703-F0D49CD5E29B}"/>
              </a:ext>
            </a:extLst>
          </p:cNvPr>
          <p:cNvGrpSpPr/>
          <p:nvPr/>
        </p:nvGrpSpPr>
        <p:grpSpPr>
          <a:xfrm>
            <a:off x="5976077" y="2724604"/>
            <a:ext cx="3646022" cy="3440475"/>
            <a:chOff x="5082367" y="3054055"/>
            <a:chExt cx="3566567" cy="3365499"/>
          </a:xfrm>
        </p:grpSpPr>
        <p:grpSp>
          <p:nvGrpSpPr>
            <p:cNvPr id="174" name="Graphic 14">
              <a:extLst>
                <a:ext uri="{FF2B5EF4-FFF2-40B4-BE49-F238E27FC236}">
                  <a16:creationId xmlns:a16="http://schemas.microsoft.com/office/drawing/2014/main" id="{CCFF80B6-D1D5-505B-815D-002A317E27AE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C9FC0AC8-2947-A63C-6DFB-337D6BBBF241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5E6E69A1-7489-7A12-D5DA-C834B71800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4">
              <a:extLst>
                <a:ext uri="{FF2B5EF4-FFF2-40B4-BE49-F238E27FC236}">
                  <a16:creationId xmlns:a16="http://schemas.microsoft.com/office/drawing/2014/main" id="{DEFDFD41-F082-4C4E-B45E-7282BC3A047E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457C16BC-63B5-9E9E-D056-E0A5B1E10AFE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DBCEDFB2-6D72-A3D1-34D8-8E686F9A0E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8" name="Graphic 14">
              <a:extLst>
                <a:ext uri="{FF2B5EF4-FFF2-40B4-BE49-F238E27FC236}">
                  <a16:creationId xmlns:a16="http://schemas.microsoft.com/office/drawing/2014/main" id="{AFE0709D-2288-BB2B-52B1-B247F9DE020E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CF7268F8-6255-597E-1963-1D3F496BBC38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6F05F10F-C5B5-2A86-5BBB-ABA7455F434B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1" name="Graphic 14">
              <a:extLst>
                <a:ext uri="{FF2B5EF4-FFF2-40B4-BE49-F238E27FC236}">
                  <a16:creationId xmlns:a16="http://schemas.microsoft.com/office/drawing/2014/main" id="{41080E6E-8423-DAA4-B4C0-F90344913634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25483944-90D2-018B-5640-9F23242E0AE3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DD38D170-5A64-A246-A937-98A854EE5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14">
              <a:extLst>
                <a:ext uri="{FF2B5EF4-FFF2-40B4-BE49-F238E27FC236}">
                  <a16:creationId xmlns:a16="http://schemas.microsoft.com/office/drawing/2014/main" id="{39B12239-34E1-C3BA-8D74-FFA33A8CDB8E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B4C6DB95-4D73-984A-A14F-765A7E901230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9F17B38D-C572-C1B9-3F88-6652503A16FE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7" name="Graphic 14">
              <a:extLst>
                <a:ext uri="{FF2B5EF4-FFF2-40B4-BE49-F238E27FC236}">
                  <a16:creationId xmlns:a16="http://schemas.microsoft.com/office/drawing/2014/main" id="{6C159250-2639-AEC7-95AB-7535B8A057D9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60B703B8-3003-ED9E-3841-6C99D1B0B255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725846D0-6F76-7771-2783-7CE62266F5BD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0" name="Graphic 14">
              <a:extLst>
                <a:ext uri="{FF2B5EF4-FFF2-40B4-BE49-F238E27FC236}">
                  <a16:creationId xmlns:a16="http://schemas.microsoft.com/office/drawing/2014/main" id="{4BFC9D69-EF56-FF73-53A9-60AAF4EE55FD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B6722A8C-09A7-4D6F-6CE8-84E7AB740817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DFAFC473-3810-CBAE-E819-34F303F2DF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3" name="Graphic 14">
              <a:extLst>
                <a:ext uri="{FF2B5EF4-FFF2-40B4-BE49-F238E27FC236}">
                  <a16:creationId xmlns:a16="http://schemas.microsoft.com/office/drawing/2014/main" id="{55FDF7A4-FB46-FA03-5C4C-03FF02270F28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C41C8D71-9B25-9C79-5FC3-8C66CACE265E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ADB9AE32-4C11-7568-BCDF-7D8CC1D2F988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6" name="Graphic 14">
              <a:extLst>
                <a:ext uri="{FF2B5EF4-FFF2-40B4-BE49-F238E27FC236}">
                  <a16:creationId xmlns:a16="http://schemas.microsoft.com/office/drawing/2014/main" id="{006435B5-7FAA-C203-EF5B-50D294A117DC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575D6324-ED9A-F7BF-3EFB-EAA45F87C58A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CFCE4711-DCD3-E9B8-B019-D82DE23AB4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9" name="Graphic 14">
              <a:extLst>
                <a:ext uri="{FF2B5EF4-FFF2-40B4-BE49-F238E27FC236}">
                  <a16:creationId xmlns:a16="http://schemas.microsoft.com/office/drawing/2014/main" id="{E39A01EA-2F07-9102-DD7B-F3E4A75A17F8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50175530-D237-33A7-BA99-10444371D064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4EF2A5A2-7688-D14E-EDF5-315CFCBB7F50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14">
              <a:extLst>
                <a:ext uri="{FF2B5EF4-FFF2-40B4-BE49-F238E27FC236}">
                  <a16:creationId xmlns:a16="http://schemas.microsoft.com/office/drawing/2014/main" id="{8D476A86-7F93-0D25-DA0C-7475BC003F2D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59E9EF95-F3D6-BDA9-D852-2EBA5AAFF54D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3FC6B787-93CA-0188-93DF-3A1DA67A3928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5" name="Graphic 14">
              <a:extLst>
                <a:ext uri="{FF2B5EF4-FFF2-40B4-BE49-F238E27FC236}">
                  <a16:creationId xmlns:a16="http://schemas.microsoft.com/office/drawing/2014/main" id="{1F629086-53FF-7DD1-7508-B44AB2F261E9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01AF0E47-667F-C8EF-9395-86075203D901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D8D46F8C-701E-0449-206F-8F7CBA44B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14">
              <a:extLst>
                <a:ext uri="{FF2B5EF4-FFF2-40B4-BE49-F238E27FC236}">
                  <a16:creationId xmlns:a16="http://schemas.microsoft.com/office/drawing/2014/main" id="{00E30255-4C0A-78C4-F330-75667DBF93D2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89C6DB03-5A1A-3218-F33B-175F9C04D43E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FB1329FE-CD1A-058C-863B-18DCB0D98CF5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1" name="Graphic 14">
              <a:extLst>
                <a:ext uri="{FF2B5EF4-FFF2-40B4-BE49-F238E27FC236}">
                  <a16:creationId xmlns:a16="http://schemas.microsoft.com/office/drawing/2014/main" id="{C39D4AF2-122F-1DDB-285D-5FD8792FBA84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2A027199-CB20-F578-E079-B7B23DE34CE4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AF854965-7C73-8A1E-B1CE-B50CA4AC85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14">
              <a:extLst>
                <a:ext uri="{FF2B5EF4-FFF2-40B4-BE49-F238E27FC236}">
                  <a16:creationId xmlns:a16="http://schemas.microsoft.com/office/drawing/2014/main" id="{0BF0C5EB-CDA0-9A38-957A-A3673D071EC4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1AE88A9C-6B09-672D-7A31-6ABD0278C4A0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6" name="Picture 225">
                <a:extLst>
                  <a:ext uri="{FF2B5EF4-FFF2-40B4-BE49-F238E27FC236}">
                    <a16:creationId xmlns:a16="http://schemas.microsoft.com/office/drawing/2014/main" id="{34D6B4A8-736A-96F1-1AA5-DFAF90120A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14">
              <a:extLst>
                <a:ext uri="{FF2B5EF4-FFF2-40B4-BE49-F238E27FC236}">
                  <a16:creationId xmlns:a16="http://schemas.microsoft.com/office/drawing/2014/main" id="{D0F70F46-233C-57D3-39D6-50C1A3471E62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3A04A602-CFCB-90EA-1660-22B6C78954EC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9" name="Picture 228">
                <a:extLst>
                  <a:ext uri="{FF2B5EF4-FFF2-40B4-BE49-F238E27FC236}">
                    <a16:creationId xmlns:a16="http://schemas.microsoft.com/office/drawing/2014/main" id="{6402F5FD-D399-7D89-2B48-AD5D3B49C1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0" name="Graphic 14">
              <a:extLst>
                <a:ext uri="{FF2B5EF4-FFF2-40B4-BE49-F238E27FC236}">
                  <a16:creationId xmlns:a16="http://schemas.microsoft.com/office/drawing/2014/main" id="{FACA66FF-E953-3D73-2DAA-6BBBD2566060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D08C2AFB-3C1E-05CE-6BCA-8779D7766746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6CA41940-CC79-4018-F4C2-43BD469F99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4">
              <a:extLst>
                <a:ext uri="{FF2B5EF4-FFF2-40B4-BE49-F238E27FC236}">
                  <a16:creationId xmlns:a16="http://schemas.microsoft.com/office/drawing/2014/main" id="{3F7BD29C-F6EE-56CC-F14A-5C6510EAD809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DC4031D4-3B2B-A3F2-95E4-F9D67A73B55F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D9C45BBD-E017-A962-C657-A7F7397C70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42" name="Graphic 14">
              <a:extLst>
                <a:ext uri="{FF2B5EF4-FFF2-40B4-BE49-F238E27FC236}">
                  <a16:creationId xmlns:a16="http://schemas.microsoft.com/office/drawing/2014/main" id="{D7AD8D17-6E37-4DEC-25B9-270FAFF0AACF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C1F35C7C-5362-82EA-2F22-EAD06228A2FC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C19E7B85-14E3-C6DD-6C13-481CDF033AF5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15A26136-753F-737E-15E1-197414591056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6" name="Graphic 14">
              <a:extLst>
                <a:ext uri="{FF2B5EF4-FFF2-40B4-BE49-F238E27FC236}">
                  <a16:creationId xmlns:a16="http://schemas.microsoft.com/office/drawing/2014/main" id="{EF49B846-D6AC-5396-F0E5-939ECF93C327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4F96321-2E44-6D13-905D-EC748A2ABF5A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355ACADE-568E-67FC-9618-8D7454D19D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49" name="Graphic 14">
              <a:extLst>
                <a:ext uri="{FF2B5EF4-FFF2-40B4-BE49-F238E27FC236}">
                  <a16:creationId xmlns:a16="http://schemas.microsoft.com/office/drawing/2014/main" id="{8E47BDFA-D9C4-8DF5-D848-2E2E7A6AD179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01E79EC4-CA7F-FA9C-68D5-80D273626ED2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C5667645-C1C5-20ED-E601-AC467AE7682D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2" name="Graphic 14">
              <a:extLst>
                <a:ext uri="{FF2B5EF4-FFF2-40B4-BE49-F238E27FC236}">
                  <a16:creationId xmlns:a16="http://schemas.microsoft.com/office/drawing/2014/main" id="{4A5C8BC3-D097-4C67-CD0B-3499D881BA95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27298923-B769-00C2-1844-3D2720038DAD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ACF65ACB-419E-15B4-F5B1-04745EA45A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55" name="Graphic 14">
              <a:extLst>
                <a:ext uri="{FF2B5EF4-FFF2-40B4-BE49-F238E27FC236}">
                  <a16:creationId xmlns:a16="http://schemas.microsoft.com/office/drawing/2014/main" id="{83153EFF-0280-541A-97CC-BEDD8C9CEC02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ADE97C00-5836-4966-2948-7D909799DF18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F004B8E6-BDBE-8A87-A49E-F978E740B4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680A032F-7DEE-212E-236F-4FB60B4FFD8E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59" name="Graphic 14">
              <a:extLst>
                <a:ext uri="{FF2B5EF4-FFF2-40B4-BE49-F238E27FC236}">
                  <a16:creationId xmlns:a16="http://schemas.microsoft.com/office/drawing/2014/main" id="{0DE95687-ECD1-8AB9-424B-C1D27A17DF3E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5885D929-F89C-21D4-692B-FA791E528A8E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36C45770-E878-6A16-091B-19EBE9AC74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62" name="Graphic 14">
              <a:extLst>
                <a:ext uri="{FF2B5EF4-FFF2-40B4-BE49-F238E27FC236}">
                  <a16:creationId xmlns:a16="http://schemas.microsoft.com/office/drawing/2014/main" id="{031B4758-B419-2B30-DEF8-5610E2E38CF4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1AEE7D84-E79E-C1A5-BF85-BB632FF2E4A6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B85B68C7-CA68-7352-0927-27CAB995DC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" name="Graphic 14">
            <a:extLst>
              <a:ext uri="{FF2B5EF4-FFF2-40B4-BE49-F238E27FC236}">
                <a16:creationId xmlns:a16="http://schemas.microsoft.com/office/drawing/2014/main" id="{00ACD258-88E9-70B5-74F5-A81405420950}"/>
              </a:ext>
            </a:extLst>
          </p:cNvPr>
          <p:cNvGrpSpPr/>
          <p:nvPr/>
        </p:nvGrpSpPr>
        <p:grpSpPr>
          <a:xfrm>
            <a:off x="6440311" y="376646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BB3521B-0142-C2F0-1FB4-75D886542418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0D4FBD0-B044-3884-1333-F2CC1286F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8" name="Graphic 14">
            <a:extLst>
              <a:ext uri="{FF2B5EF4-FFF2-40B4-BE49-F238E27FC236}">
                <a16:creationId xmlns:a16="http://schemas.microsoft.com/office/drawing/2014/main" id="{8DBC51F1-81C0-1732-EB1F-8432B7CC2432}"/>
              </a:ext>
            </a:extLst>
          </p:cNvPr>
          <p:cNvGrpSpPr/>
          <p:nvPr/>
        </p:nvGrpSpPr>
        <p:grpSpPr>
          <a:xfrm>
            <a:off x="7476966" y="474029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065AB55-5957-457A-1F72-A063AA1F73F0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7B04CB6-2083-F29F-A5C5-2857CA809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6" name="Graphic 14">
            <a:extLst>
              <a:ext uri="{FF2B5EF4-FFF2-40B4-BE49-F238E27FC236}">
                <a16:creationId xmlns:a16="http://schemas.microsoft.com/office/drawing/2014/main" id="{2A412159-FA1C-11A4-C2BF-E34FC7F8C33E}"/>
              </a:ext>
            </a:extLst>
          </p:cNvPr>
          <p:cNvGrpSpPr/>
          <p:nvPr/>
        </p:nvGrpSpPr>
        <p:grpSpPr>
          <a:xfrm>
            <a:off x="7487409" y="474029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BA3ED08-84E4-D552-BF9F-855BB217BCD8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F11A30D-4AB8-47C9-4C2C-D6CF0EDAB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35D485B-ECD7-44CC-6AC7-28B27A6E1B5C}"/>
              </a:ext>
            </a:extLst>
          </p:cNvPr>
          <p:cNvCxnSpPr>
            <a:cxnSpLocks/>
          </p:cNvCxnSpPr>
          <p:nvPr/>
        </p:nvCxnSpPr>
        <p:spPr>
          <a:xfrm>
            <a:off x="1874996" y="2320529"/>
            <a:ext cx="0" cy="118617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4B8971-2893-7050-1D7C-4889B302BB8C}"/>
              </a:ext>
            </a:extLst>
          </p:cNvPr>
          <p:cNvCxnSpPr>
            <a:cxnSpLocks/>
          </p:cNvCxnSpPr>
          <p:nvPr/>
        </p:nvCxnSpPr>
        <p:spPr>
          <a:xfrm>
            <a:off x="2069327" y="4078357"/>
            <a:ext cx="604299" cy="45388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aphic 14">
            <a:extLst>
              <a:ext uri="{FF2B5EF4-FFF2-40B4-BE49-F238E27FC236}">
                <a16:creationId xmlns:a16="http://schemas.microsoft.com/office/drawing/2014/main" id="{21F1FDF7-D87B-29B5-EE89-6580CEA2FCCD}"/>
              </a:ext>
            </a:extLst>
          </p:cNvPr>
          <p:cNvGrpSpPr/>
          <p:nvPr/>
        </p:nvGrpSpPr>
        <p:grpSpPr>
          <a:xfrm>
            <a:off x="8141258" y="2548395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8A0BE25-2F20-2949-CCB9-173964409573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9800606F-F2F6-3526-7ED3-EB96953CA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449EB6D-8E08-F218-316F-918CF425A083}"/>
              </a:ext>
            </a:extLst>
          </p:cNvPr>
          <p:cNvGrpSpPr/>
          <p:nvPr/>
        </p:nvGrpSpPr>
        <p:grpSpPr>
          <a:xfrm>
            <a:off x="4739365" y="1241295"/>
            <a:ext cx="6107723" cy="1264189"/>
            <a:chOff x="4739365" y="1241295"/>
            <a:chExt cx="6107723" cy="1264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7C0176D-8AD5-1AE0-B0EA-2271DB8E263B}"/>
                    </a:ext>
                  </a:extLst>
                </p:cNvPr>
                <p:cNvSpPr txBox="1"/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7C0176D-8AD5-1AE0-B0EA-2271DB8E2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blipFill>
                  <a:blip r:embed="rId23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A98D54E-768F-5B75-5009-9E40947E5E17}"/>
                </a:ext>
              </a:extLst>
            </p:cNvPr>
            <p:cNvSpPr txBox="1"/>
            <p:nvPr/>
          </p:nvSpPr>
          <p:spPr>
            <a:xfrm>
              <a:off x="4751088" y="124129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Producer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BB0;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Consumer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BB3;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6A2D786-8A94-8463-F9DC-DD412AF8FAB1}"/>
                    </a:ext>
                  </a:extLst>
                </p:cNvPr>
                <p:cNvSpPr txBox="1"/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𝑐𝑜𝑛𝑠</m:t>
                            </m:r>
                          </m:sub>
                        </m:sSub>
                        <m:r>
                          <a:rPr lang="ar-AE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b="0" i="1" dirty="0" smtClean="0">
                            <a:solidFill>
                              <a:srgbClr val="62731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b="0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 lang="ar-AE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6A2D786-8A94-8463-F9DC-DD412AF8F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blipFill>
                  <a:blip r:embed="rId24"/>
                  <a:stretch>
                    <a:fillRect t="-6667" r="-1852" b="-2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48390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6FB9-ABBB-C193-2F6C-1B1602589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07195A-CAAA-741A-6144-D3DD2B11C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0E1AB7-9EB2-D7D5-8980-2E263015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59924A-DD06-B524-CBCE-37CF47134DF9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C01D7F98-DB27-F238-D723-8236BD3526FD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4F2FE5B-83FA-4840-96B6-AB45B856D714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BACBD55D-4F91-6BF2-5C7D-3237E811B60C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19B80276-4C2A-6127-C1F5-101F0EBFFEE6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59283FD6-E98D-E65B-CCDB-D7E4ED43863A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6051E664-568F-B5CD-834A-22FB1B883AAA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09B38453-1800-0D22-2CF3-D6A96DBE5BB1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8CF700E1-2DAC-F541-03AF-52798B1E93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065924B5-4CAA-2F23-C5B6-4E53591C9FD5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4B46627D-9509-ADAF-0932-3CDC9945F1D0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7804277D-08E9-8A13-1E71-04DE7AC5C9C5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D7DF157D-6F83-26E2-8BA3-8661E85B3BF1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CDCD0E5-0E05-252D-8DBC-3E2BF6B48C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14A2C0DF-6F45-E325-6AAE-F617B1F98A93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730280D6-1427-F9A6-2887-0F5608A3B7A2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CF559034-BAAC-628A-E986-1C9479123D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82F0C874-6122-2AA3-476A-2A6E2D6426C4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981AEC64-B95F-BC43-3856-FAF5C0CF03E3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34B960FD-27C7-312B-028C-BA9769FE7847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1C00BAA8-E9F1-6DD0-6EF1-BA365383C69E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DB76CC38-5598-AB23-447F-DE84A7AD58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BC1F2B01-9754-D3E5-6204-F71F3E494E6E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CB1BE1AA-5004-1609-4A9C-762188961D6E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EF85E462-6F6D-ECE3-86A2-C151377AC1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A4328BBB-91CE-8383-7A98-E89D3C444468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80906BD4-D4D0-B1FB-211F-C4E216DF40A0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85F8235F-1B60-A6C9-5FB6-AE9D31768A0A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16B5C761-741F-FC93-9E3D-1DF7A17F2C5D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574DD55E-F704-2B26-35C1-9EE8543FC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837A33D3-E2C9-B727-5A1F-FD3B4D916DAB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B1CF185-7B4D-7BAF-C11A-5E323626E7EA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E6962182-7AFE-D505-9667-34DF2B0BE7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61B94134-A917-D9D2-827D-6E9F474FA766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C0B3D9AD-C5B5-716A-B64E-044A500A6EE3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11FA82F2-EE72-0C96-8716-646D430A75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33A8A710-B37F-82A9-63AD-F587AE7E60D3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032FAD58-1F9A-9D01-D9AD-FF81FDA917F4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B53A8431-1C84-EA4F-A476-0B0D6E284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0F51D442-AC00-4659-7F61-D81A57B421FC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B25E5F55-4117-C294-D7BD-D15F8E65219C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9B763395-CD63-EF75-A890-56F7AFF9F6E4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B68CFD46-87C3-4461-2857-A06564C7D9B5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B17B1F67-6C9A-AC80-BE56-213A12D0DC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E222706F-1781-1E14-FE6F-056A56E6A5DD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6CE338AB-B39A-C5AE-3F39-1D4EE44AA20E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85BBEE5A-61B6-7D10-E576-4880044A377D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04B7A6BE-E6D5-55F4-2B3D-2DB15AD0A3A1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BF72DDED-31CC-CE2D-FD6E-4B6AEC7994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98A8F23A-AF08-E729-BA2F-D9B944ADFF84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AAE17CA3-BC54-92AE-D861-1065E32D6E7F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2279D0E7-F1DF-87D3-0B4D-47AA20385276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60A1B4EA-37CD-DADD-AB79-DE0D0D930322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3851563F-2AA5-3537-AF1C-5B6E05E1E68A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698C5DAF-0C58-F7EC-4561-50259FCD0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6616718C-6519-7119-79A2-A75E291D0FF0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1D663DC9-0FA7-BE62-43EB-8A85BE061D44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8B2B1A09-079D-0746-B8D3-341972B2C4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A5D4B1FF-6D36-2CD5-F383-1743EE5FB317}"/>
              </a:ext>
            </a:extLst>
          </p:cNvPr>
          <p:cNvGrpSpPr/>
          <p:nvPr/>
        </p:nvGrpSpPr>
        <p:grpSpPr>
          <a:xfrm>
            <a:off x="5976077" y="2724604"/>
            <a:ext cx="3646022" cy="3440475"/>
            <a:chOff x="5082367" y="3054055"/>
            <a:chExt cx="3566567" cy="3365499"/>
          </a:xfrm>
        </p:grpSpPr>
        <p:grpSp>
          <p:nvGrpSpPr>
            <p:cNvPr id="174" name="Graphic 14">
              <a:extLst>
                <a:ext uri="{FF2B5EF4-FFF2-40B4-BE49-F238E27FC236}">
                  <a16:creationId xmlns:a16="http://schemas.microsoft.com/office/drawing/2014/main" id="{7708F9E1-0A40-163E-75C7-0398EA39FC1E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57A87B8D-0402-1D4F-78AA-0B528F40DF45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2430C473-3976-84A4-26C8-E4AF79B057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4">
              <a:extLst>
                <a:ext uri="{FF2B5EF4-FFF2-40B4-BE49-F238E27FC236}">
                  <a16:creationId xmlns:a16="http://schemas.microsoft.com/office/drawing/2014/main" id="{FE1090EA-A417-0DFC-74CE-9CB6A29F3A16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D8F395E4-1039-57A5-0DA7-E91CC6FB51F1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1F2BCB37-4A31-D2CF-B507-F3296A8B5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8" name="Graphic 14">
              <a:extLst>
                <a:ext uri="{FF2B5EF4-FFF2-40B4-BE49-F238E27FC236}">
                  <a16:creationId xmlns:a16="http://schemas.microsoft.com/office/drawing/2014/main" id="{986560E0-9459-94E5-46E7-7B23576595D8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0F3204B2-668B-E7EB-1DFD-E1CB3D3260CE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47DD8085-04C3-6256-78C1-12CC253D723F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1" name="Graphic 14">
              <a:extLst>
                <a:ext uri="{FF2B5EF4-FFF2-40B4-BE49-F238E27FC236}">
                  <a16:creationId xmlns:a16="http://schemas.microsoft.com/office/drawing/2014/main" id="{159930FB-014B-0E96-8D75-62B200E36091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980779EE-E8C0-3800-5351-60AC807EB778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3D7168DA-F641-9188-5383-ACA256D3BD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14">
              <a:extLst>
                <a:ext uri="{FF2B5EF4-FFF2-40B4-BE49-F238E27FC236}">
                  <a16:creationId xmlns:a16="http://schemas.microsoft.com/office/drawing/2014/main" id="{5D76FADD-C829-C055-F39E-09329AD77BFC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72769232-96EC-2ADE-2192-AF98F2D4EC05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027AD67C-8901-8271-F9E8-6915054BB704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7" name="Graphic 14">
              <a:extLst>
                <a:ext uri="{FF2B5EF4-FFF2-40B4-BE49-F238E27FC236}">
                  <a16:creationId xmlns:a16="http://schemas.microsoft.com/office/drawing/2014/main" id="{8AF1A176-AD6D-7305-8425-F0A3FB0631DB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570259DA-3AA2-4E08-9A37-48B1803BF928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B0DB48E0-52C9-0218-C4DA-8EB9E7977E85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0" name="Graphic 14">
              <a:extLst>
                <a:ext uri="{FF2B5EF4-FFF2-40B4-BE49-F238E27FC236}">
                  <a16:creationId xmlns:a16="http://schemas.microsoft.com/office/drawing/2014/main" id="{1794DD39-715D-8C56-A62D-213CC8C8AC83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5CFADC29-76CA-1C14-BCAA-73F962473DB4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A3D4E642-ECE0-14EF-1997-4C6CD857E0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3" name="Graphic 14">
              <a:extLst>
                <a:ext uri="{FF2B5EF4-FFF2-40B4-BE49-F238E27FC236}">
                  <a16:creationId xmlns:a16="http://schemas.microsoft.com/office/drawing/2014/main" id="{86EA0B24-EE6F-3319-36CD-95909F7ADBF0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62E8D4F1-6EFD-BB13-CAE4-BE4624F2F9C9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5C7127D6-E272-10D4-725E-977A7F9529C7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6" name="Graphic 14">
              <a:extLst>
                <a:ext uri="{FF2B5EF4-FFF2-40B4-BE49-F238E27FC236}">
                  <a16:creationId xmlns:a16="http://schemas.microsoft.com/office/drawing/2014/main" id="{0FD055D4-29F8-AAF1-1EA1-61CE99FEC939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F6C991AC-EF55-4CEF-ED56-CD2872FF7F9E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5AA42E30-CE54-9C3C-D6B1-81C14615D3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9" name="Graphic 14">
              <a:extLst>
                <a:ext uri="{FF2B5EF4-FFF2-40B4-BE49-F238E27FC236}">
                  <a16:creationId xmlns:a16="http://schemas.microsoft.com/office/drawing/2014/main" id="{172DC19F-C30F-61F0-BC28-7F377927CAA7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43E94D67-0251-72C1-9B94-9422D9552274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51B4BBB0-2488-FD83-3DE2-7B387AEC96E0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14">
              <a:extLst>
                <a:ext uri="{FF2B5EF4-FFF2-40B4-BE49-F238E27FC236}">
                  <a16:creationId xmlns:a16="http://schemas.microsoft.com/office/drawing/2014/main" id="{71DB531B-F375-46CB-6C24-6995C11A90A6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2AD3505F-7877-D3EF-E73D-F5EB01538C55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2E1C40E7-37A8-C268-1C12-54DFEBA3C2A5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5" name="Graphic 14">
              <a:extLst>
                <a:ext uri="{FF2B5EF4-FFF2-40B4-BE49-F238E27FC236}">
                  <a16:creationId xmlns:a16="http://schemas.microsoft.com/office/drawing/2014/main" id="{9BBC4861-7118-403B-4532-8BE84D2ACD4F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4D8C6987-6C38-490A-00B6-B30054D41623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A869DD47-0505-7246-D42F-92932166D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14">
              <a:extLst>
                <a:ext uri="{FF2B5EF4-FFF2-40B4-BE49-F238E27FC236}">
                  <a16:creationId xmlns:a16="http://schemas.microsoft.com/office/drawing/2014/main" id="{6640C32F-00F7-085F-439D-BEFF2A4E8705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08D8746D-455E-E587-2E9F-7F76647112DF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DDC92F97-0F11-05A9-8EF1-CFE68E6B3630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1" name="Graphic 14">
              <a:extLst>
                <a:ext uri="{FF2B5EF4-FFF2-40B4-BE49-F238E27FC236}">
                  <a16:creationId xmlns:a16="http://schemas.microsoft.com/office/drawing/2014/main" id="{EE4AEEF4-C787-0756-EDCB-ABD4B0E5B06A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B555DBEA-7B5E-953C-6AE4-57BBF6E51BC5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67EC29A1-1F43-F77D-4059-8DB2F5CE67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14">
              <a:extLst>
                <a:ext uri="{FF2B5EF4-FFF2-40B4-BE49-F238E27FC236}">
                  <a16:creationId xmlns:a16="http://schemas.microsoft.com/office/drawing/2014/main" id="{13CBEE2E-4FC3-7E5A-6F96-9B73F76EB676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458C7D1F-D03F-AA2B-F5D9-B4E20773679C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6" name="Picture 225">
                <a:extLst>
                  <a:ext uri="{FF2B5EF4-FFF2-40B4-BE49-F238E27FC236}">
                    <a16:creationId xmlns:a16="http://schemas.microsoft.com/office/drawing/2014/main" id="{1E664608-BBB4-0158-2D7F-034BAFF400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14">
              <a:extLst>
                <a:ext uri="{FF2B5EF4-FFF2-40B4-BE49-F238E27FC236}">
                  <a16:creationId xmlns:a16="http://schemas.microsoft.com/office/drawing/2014/main" id="{AA65A389-B9D7-87CB-778A-B24715C87864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AA9B6CEC-9AF4-C7D8-D88D-97DDE5AA49E9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9" name="Picture 228">
                <a:extLst>
                  <a:ext uri="{FF2B5EF4-FFF2-40B4-BE49-F238E27FC236}">
                    <a16:creationId xmlns:a16="http://schemas.microsoft.com/office/drawing/2014/main" id="{5CFABB0B-8DEB-8772-8588-7468CFABDD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0" name="Graphic 14">
              <a:extLst>
                <a:ext uri="{FF2B5EF4-FFF2-40B4-BE49-F238E27FC236}">
                  <a16:creationId xmlns:a16="http://schemas.microsoft.com/office/drawing/2014/main" id="{A05DD146-AA38-DB5F-A2A4-3789D3EC0887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F04FA0BC-9917-E98F-5C39-18E7E96963E6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7E09D726-F95A-A99D-F08D-935F1BF77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4">
              <a:extLst>
                <a:ext uri="{FF2B5EF4-FFF2-40B4-BE49-F238E27FC236}">
                  <a16:creationId xmlns:a16="http://schemas.microsoft.com/office/drawing/2014/main" id="{B36F9FF6-792B-8063-0130-9C3CA3F22D11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D95828FD-BCC2-05E9-8E1F-0ED78D215C33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08A464F5-1D4F-73E0-19F1-3A7766FBD8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42" name="Graphic 14">
              <a:extLst>
                <a:ext uri="{FF2B5EF4-FFF2-40B4-BE49-F238E27FC236}">
                  <a16:creationId xmlns:a16="http://schemas.microsoft.com/office/drawing/2014/main" id="{56352CC2-BEBC-7DBB-491E-CE03BFF72008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DEB06ED8-003C-91E7-09DA-BF88B7D6A42F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08A71B03-C981-ABF4-9553-E3E649FD2B04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E3021C09-7DD1-7528-7291-293F83018ACA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6" name="Graphic 14">
              <a:extLst>
                <a:ext uri="{FF2B5EF4-FFF2-40B4-BE49-F238E27FC236}">
                  <a16:creationId xmlns:a16="http://schemas.microsoft.com/office/drawing/2014/main" id="{C6029B70-56EE-D49D-8F2E-200999A7864F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12ADD693-8B6B-F31B-F6CA-0FFB20CB407B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F418DEA9-A95C-EE90-347D-F0FD1DE905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49" name="Graphic 14">
              <a:extLst>
                <a:ext uri="{FF2B5EF4-FFF2-40B4-BE49-F238E27FC236}">
                  <a16:creationId xmlns:a16="http://schemas.microsoft.com/office/drawing/2014/main" id="{3D46BA36-E074-1775-4DAE-651A63C9BBFC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7E27626D-59FB-CFF1-04CF-16A2AEF758FA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21D493EF-31B3-EF53-2D04-91065B75BBF5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2" name="Graphic 14">
              <a:extLst>
                <a:ext uri="{FF2B5EF4-FFF2-40B4-BE49-F238E27FC236}">
                  <a16:creationId xmlns:a16="http://schemas.microsoft.com/office/drawing/2014/main" id="{7E50B112-33D6-EAF4-B86E-AF2FF723AC87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FA95CB59-39C5-B465-1D71-ACCB6B6DACE4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73B9AD36-CF3D-47C3-DB32-B61C1B00B8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55" name="Graphic 14">
              <a:extLst>
                <a:ext uri="{FF2B5EF4-FFF2-40B4-BE49-F238E27FC236}">
                  <a16:creationId xmlns:a16="http://schemas.microsoft.com/office/drawing/2014/main" id="{04566E9E-0AA0-96D2-ADCA-FCAEC36D3CB3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2A0BA295-EAEA-350B-02C9-3C929C561D32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8A38B32A-A978-E177-E4B1-B5CE8FE052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F87D2199-8F47-A378-BEC8-6FE85011A152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59" name="Graphic 14">
              <a:extLst>
                <a:ext uri="{FF2B5EF4-FFF2-40B4-BE49-F238E27FC236}">
                  <a16:creationId xmlns:a16="http://schemas.microsoft.com/office/drawing/2014/main" id="{F3E81C01-297E-AD6A-42D6-F02368383884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865C9433-7C36-69CA-F7D7-1DA4F53EE656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AD0020AE-6F2A-F055-2E8B-8FAE2BF330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62" name="Graphic 14">
              <a:extLst>
                <a:ext uri="{FF2B5EF4-FFF2-40B4-BE49-F238E27FC236}">
                  <a16:creationId xmlns:a16="http://schemas.microsoft.com/office/drawing/2014/main" id="{8E7DBD6F-6EDE-4D81-91CA-9E255B259DE7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AEB83793-DCD5-CCF0-A30F-72E18DD7B09E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D33E4C87-2930-A437-BA4E-52371F255F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" name="Graphic 14">
            <a:extLst>
              <a:ext uri="{FF2B5EF4-FFF2-40B4-BE49-F238E27FC236}">
                <a16:creationId xmlns:a16="http://schemas.microsoft.com/office/drawing/2014/main" id="{5C9CDDDC-9F05-A547-893F-99C2113522FC}"/>
              </a:ext>
            </a:extLst>
          </p:cNvPr>
          <p:cNvGrpSpPr/>
          <p:nvPr/>
        </p:nvGrpSpPr>
        <p:grpSpPr>
          <a:xfrm>
            <a:off x="5971266" y="5494477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B0E25C7-A634-F865-BF20-0BCD5DCFA00D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E8652CF-751A-2BF9-CF55-D82EFAD03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8" name="Graphic 14">
            <a:extLst>
              <a:ext uri="{FF2B5EF4-FFF2-40B4-BE49-F238E27FC236}">
                <a16:creationId xmlns:a16="http://schemas.microsoft.com/office/drawing/2014/main" id="{D1FA8F9A-D7C5-729D-028B-43A949F90F98}"/>
              </a:ext>
            </a:extLst>
          </p:cNvPr>
          <p:cNvGrpSpPr/>
          <p:nvPr/>
        </p:nvGrpSpPr>
        <p:grpSpPr>
          <a:xfrm>
            <a:off x="5971266" y="5504197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3CCE18E-D801-AA83-603F-55DFA983E6E4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C235A45-4583-01F3-39E0-7938AF5ED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9E1C3D7-7E9E-B58A-F211-DF16B88F77CA}"/>
              </a:ext>
            </a:extLst>
          </p:cNvPr>
          <p:cNvCxnSpPr>
            <a:cxnSpLocks/>
          </p:cNvCxnSpPr>
          <p:nvPr/>
        </p:nvCxnSpPr>
        <p:spPr>
          <a:xfrm>
            <a:off x="1874996" y="2320529"/>
            <a:ext cx="0" cy="118617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C4A804F-BCEB-E6BA-D279-EE402A7BEA77}"/>
              </a:ext>
            </a:extLst>
          </p:cNvPr>
          <p:cNvCxnSpPr>
            <a:cxnSpLocks/>
          </p:cNvCxnSpPr>
          <p:nvPr/>
        </p:nvCxnSpPr>
        <p:spPr>
          <a:xfrm>
            <a:off x="2069327" y="4078357"/>
            <a:ext cx="604299" cy="45388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aphic 14">
            <a:extLst>
              <a:ext uri="{FF2B5EF4-FFF2-40B4-BE49-F238E27FC236}">
                <a16:creationId xmlns:a16="http://schemas.microsoft.com/office/drawing/2014/main" id="{0F2846C1-770F-C240-637D-92242958E974}"/>
              </a:ext>
            </a:extLst>
          </p:cNvPr>
          <p:cNvGrpSpPr/>
          <p:nvPr/>
        </p:nvGrpSpPr>
        <p:grpSpPr>
          <a:xfrm>
            <a:off x="8141258" y="2548395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E571157-1B3E-7154-1A39-6AC42A7FB45D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B421C03-EB33-A98C-035D-93E81F36C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43A3868-B90C-A698-3298-2FC5E32CDC33}"/>
              </a:ext>
            </a:extLst>
          </p:cNvPr>
          <p:cNvGrpSpPr/>
          <p:nvPr/>
        </p:nvGrpSpPr>
        <p:grpSpPr>
          <a:xfrm>
            <a:off x="4739365" y="1241295"/>
            <a:ext cx="6107723" cy="1264189"/>
            <a:chOff x="4739365" y="1241295"/>
            <a:chExt cx="6107723" cy="1264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EC7B13-2176-AF01-5D1A-6E9E6D371B78}"/>
                    </a:ext>
                  </a:extLst>
                </p:cNvPr>
                <p:cNvSpPr txBox="1"/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EC7B13-2176-AF01-5D1A-6E9E6D371B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blipFill>
                  <a:blip r:embed="rId23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4A50F4C-9211-B90E-9785-970AE576B954}"/>
                </a:ext>
              </a:extLst>
            </p:cNvPr>
            <p:cNvSpPr txBox="1"/>
            <p:nvPr/>
          </p:nvSpPr>
          <p:spPr>
            <a:xfrm>
              <a:off x="4751088" y="124129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Producer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BB0;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Consumer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BB3;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A043CDC-BB8E-60F9-87B0-C4AEF7B61EE9}"/>
                    </a:ext>
                  </a:extLst>
                </p:cNvPr>
                <p:cNvSpPr txBox="1"/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𝑐𝑜𝑛𝑠</m:t>
                            </m:r>
                          </m:sub>
                        </m:sSub>
                        <m:r>
                          <a:rPr lang="ar-AE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b="0" i="1" dirty="0" smtClean="0">
                            <a:solidFill>
                              <a:srgbClr val="62731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b="0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 lang="ar-AE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A043CDC-BB8E-60F9-87B0-C4AEF7B61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blipFill>
                  <a:blip r:embed="rId24"/>
                  <a:stretch>
                    <a:fillRect t="-6667" r="-1852" b="-2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832B9AA-1E9A-4046-C6AB-20FFC77DBA3D}"/>
              </a:ext>
            </a:extLst>
          </p:cNvPr>
          <p:cNvSpPr/>
          <p:nvPr/>
        </p:nvSpPr>
        <p:spPr>
          <a:xfrm>
            <a:off x="8042856" y="2498495"/>
            <a:ext cx="428482" cy="369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622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6C8F9-EA16-CEBE-D7F3-D88350D3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5F5417-5026-9F6C-71FD-83842CDA5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07799A-0AD7-BEB3-37D8-6FBC26A2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23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138AF4-31FD-FB84-0F81-7CB0353EBC16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2290C1C4-3BFA-02E9-FEFA-B829801F2B7D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5233A298-A480-20DB-8210-8AE248360B22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AF72C20-7A1B-D747-F884-9AE0AD5CEB94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CE711AE6-4A37-47CA-1878-4EA3DF8684DA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E7D8DE9B-4D80-6E36-CFF9-208C3CB8782C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7C98E586-7094-3461-75A6-9DECB7D392D7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86BA9A0B-49C1-AC3C-30F7-6F49AA0B8405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AEB04834-7A80-549F-7809-CF4C4A856E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8551CA17-2801-576A-2432-2DB71E75E7AF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39B85312-D5C6-50A3-08CA-302D286AC7F4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0D2ECD58-6F2B-EF66-76E4-F38E9AA2343A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3A41862D-A1DD-27E4-52F6-51EBCD9A70F2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A7F003BA-B3F7-92BF-46A5-858763401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05B0BA96-A519-0A2E-FE2A-78E56334BA39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D39EBE6A-CDEF-3D6D-620C-B91E8626FD4A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421EBC32-F3AC-96C3-01F0-C4A144B2B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8BF5D729-E828-9749-BA0E-8FBEEB78DB4C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7E41D041-A4A9-647E-8AE6-8FF9A24C7A82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1A31BD79-DD85-1881-DF21-3437F04636EB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1ADA06EB-2AB7-ABC8-5F17-C6F7103C5F2F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77EE8AFC-5406-9D87-1330-42C032E665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6F6B8556-4DF1-6F67-BBB8-CF5A169B8BE1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AF9060EB-758D-AB82-DFB4-932335575917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DC86887B-F4D3-FC51-B845-7176392803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A623C396-2590-6C06-7FB3-F4471549E546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D1D157AC-AC1C-1503-E343-7FC6364BE584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54174A09-1564-8245-8F6D-A9D246029226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AC130280-7FAF-BC17-12FD-6EA8D66A41C8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69B97325-FE15-5AC4-D512-8009834086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68B2E1AD-E43D-F78D-7A19-BC6C215D85B4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BA3B4C0F-40DF-2052-2A3E-E2F662680152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67937DED-A316-B35D-24F8-40C2CD9F52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B393E711-8973-2F51-5D0A-034410ED47A9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C03E1379-A46E-E3A0-C7A2-55351ED4E641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4A1AB8B7-E750-D9B8-E268-F78D6C6FF3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D89AE26D-717C-0F09-776F-13AEF4B665FC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61192B61-5AE2-F676-CB4E-3098C6E1E9D7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6EBD3634-59CB-D1A6-94D1-689C865FAD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849E806E-41C3-A9B5-4800-B8A7F0EA50DE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FE67E918-423E-E07A-C53B-7D5871560B50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0E9F3C5B-1E5F-81F6-8923-E87DAE4E8A7C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5FEDE412-385F-2B1B-7749-29DC86816FBF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6E8B5F52-FE79-4DC0-D19A-5DBF5E7712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AA91D9BC-ACC2-828D-42B3-ECA56EE74933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F6105602-6753-A33E-A263-F53DA95DCB97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12720CDC-06E7-4C0A-2A89-649864325B98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640B813E-8368-9F99-7D47-F4DEA31B16B1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C9A9215C-6212-7F1A-1EF1-93D2018802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4124F3B0-64BF-4C23-1DEC-8AA4F1E61E02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CAF9E62E-386A-CD55-1D1C-A4E3B7CD6A63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D3D04650-78C6-1722-8343-25A6278CF1F6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E4D87779-01F4-DAA4-E13B-BEAC08051F2B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0AD6CA70-C46E-0029-7781-4D060FD87744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0E24E32A-A583-3A30-DFEB-A33EDA6F68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2A43FF34-C092-364D-88DC-91BDBF5FBEC1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66FD5EAD-111E-E885-2D26-07E67B12FA9C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28949EC1-B14A-381D-E91C-8BE1FA15B9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DCA28F9F-DD4C-0BD6-C390-C74CBD64B200}"/>
              </a:ext>
            </a:extLst>
          </p:cNvPr>
          <p:cNvGrpSpPr/>
          <p:nvPr/>
        </p:nvGrpSpPr>
        <p:grpSpPr>
          <a:xfrm>
            <a:off x="5976077" y="2724604"/>
            <a:ext cx="3646022" cy="3440475"/>
            <a:chOff x="5082367" y="3054055"/>
            <a:chExt cx="3566567" cy="3365499"/>
          </a:xfrm>
        </p:grpSpPr>
        <p:grpSp>
          <p:nvGrpSpPr>
            <p:cNvPr id="174" name="Graphic 14">
              <a:extLst>
                <a:ext uri="{FF2B5EF4-FFF2-40B4-BE49-F238E27FC236}">
                  <a16:creationId xmlns:a16="http://schemas.microsoft.com/office/drawing/2014/main" id="{606F30CF-BDC1-DE66-2630-ED65CABB2435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48970BD-8F67-D9BA-A6AD-D469A05BF7CD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D2F64D18-F1E7-7C02-0C36-924AC67C3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4">
              <a:extLst>
                <a:ext uri="{FF2B5EF4-FFF2-40B4-BE49-F238E27FC236}">
                  <a16:creationId xmlns:a16="http://schemas.microsoft.com/office/drawing/2014/main" id="{E86DC094-7BF4-8F88-B6D7-7BA88920D981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13DBECF1-5C5C-9801-08D8-90D22497E17A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5D857C93-5987-39F2-8569-1D9550A62D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8" name="Graphic 14">
              <a:extLst>
                <a:ext uri="{FF2B5EF4-FFF2-40B4-BE49-F238E27FC236}">
                  <a16:creationId xmlns:a16="http://schemas.microsoft.com/office/drawing/2014/main" id="{311EDBE8-5BC1-9837-31CF-AEC33FFD8455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0077B39D-D0E1-5A30-805A-ED08BA06F3C8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A0296012-CEC2-A665-9E6A-89DDBFF91097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1" name="Graphic 14">
              <a:extLst>
                <a:ext uri="{FF2B5EF4-FFF2-40B4-BE49-F238E27FC236}">
                  <a16:creationId xmlns:a16="http://schemas.microsoft.com/office/drawing/2014/main" id="{35802D4B-44DB-47AF-D080-49FC4ADAED60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9FF50128-22CC-4322-BAC8-26083C5F4917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AAC4CA08-80F0-BFD9-D4A4-A43F4AA22A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14">
              <a:extLst>
                <a:ext uri="{FF2B5EF4-FFF2-40B4-BE49-F238E27FC236}">
                  <a16:creationId xmlns:a16="http://schemas.microsoft.com/office/drawing/2014/main" id="{5B4F40E5-62D0-B6F9-04D7-711EAC536989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D9B3E971-BC97-3737-FE47-B58A6C2E2800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9B57A0AE-1ECE-A3F6-51DA-BFE94116503A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7" name="Graphic 14">
              <a:extLst>
                <a:ext uri="{FF2B5EF4-FFF2-40B4-BE49-F238E27FC236}">
                  <a16:creationId xmlns:a16="http://schemas.microsoft.com/office/drawing/2014/main" id="{03370155-208E-F231-F1C3-6EF9D394C29F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2590CD22-2CFC-4933-E4AA-11E5A7FA9714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12CC93DE-1F89-BE41-8689-BAFFE3F628E9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0" name="Graphic 14">
              <a:extLst>
                <a:ext uri="{FF2B5EF4-FFF2-40B4-BE49-F238E27FC236}">
                  <a16:creationId xmlns:a16="http://schemas.microsoft.com/office/drawing/2014/main" id="{99312536-1182-5C7F-DC48-0EF9DD436F90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6B91A0D4-E9D8-AEB1-A3CB-8705AF310799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886FA474-2E5E-ECEA-8296-23AEA71431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3" name="Graphic 14">
              <a:extLst>
                <a:ext uri="{FF2B5EF4-FFF2-40B4-BE49-F238E27FC236}">
                  <a16:creationId xmlns:a16="http://schemas.microsoft.com/office/drawing/2014/main" id="{6E43EAEE-19EE-222C-AE1F-C883D4315A1C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3352D513-4A62-B5DF-78CD-C9A63C2F83B4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63509B13-2BBB-AF88-2D63-76FA00ABF5E4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6" name="Graphic 14">
              <a:extLst>
                <a:ext uri="{FF2B5EF4-FFF2-40B4-BE49-F238E27FC236}">
                  <a16:creationId xmlns:a16="http://schemas.microsoft.com/office/drawing/2014/main" id="{2255B4DC-7610-D6DA-C70B-FE802200D58C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791BC9BD-196B-260C-8DB1-223560C79C0A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948444A7-27A5-9ABF-9EA6-7CA70A3575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9" name="Graphic 14">
              <a:extLst>
                <a:ext uri="{FF2B5EF4-FFF2-40B4-BE49-F238E27FC236}">
                  <a16:creationId xmlns:a16="http://schemas.microsoft.com/office/drawing/2014/main" id="{30D13E5F-0391-BBAB-2138-192A3D1813AC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8C40EC5B-6756-FBC4-A4BB-6D0E83CEC527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FF390EDB-9E41-20F7-FBEC-80B70875C866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14">
              <a:extLst>
                <a:ext uri="{FF2B5EF4-FFF2-40B4-BE49-F238E27FC236}">
                  <a16:creationId xmlns:a16="http://schemas.microsoft.com/office/drawing/2014/main" id="{28AFF900-E4A6-F1A5-FE34-6FE1ECE14D87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364FE499-2B91-E778-AC4C-8DF18E6A9047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7366C922-A16E-9F9C-2516-B728E0918F8D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5" name="Graphic 14">
              <a:extLst>
                <a:ext uri="{FF2B5EF4-FFF2-40B4-BE49-F238E27FC236}">
                  <a16:creationId xmlns:a16="http://schemas.microsoft.com/office/drawing/2014/main" id="{38EB5F2B-E19A-2036-E88E-43169234D816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B58A692C-1C64-72F2-E412-5811A9DD435C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1990317D-A6ED-59CD-33E0-F73651B151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14">
              <a:extLst>
                <a:ext uri="{FF2B5EF4-FFF2-40B4-BE49-F238E27FC236}">
                  <a16:creationId xmlns:a16="http://schemas.microsoft.com/office/drawing/2014/main" id="{66E41E4E-B098-82D5-58CE-B9EF24FD4381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263E0E2C-0F9D-7F6A-6A89-3FFF5BDB5162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48A071C5-386B-692F-0C20-2A0347034E0A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1" name="Graphic 14">
              <a:extLst>
                <a:ext uri="{FF2B5EF4-FFF2-40B4-BE49-F238E27FC236}">
                  <a16:creationId xmlns:a16="http://schemas.microsoft.com/office/drawing/2014/main" id="{8833DCA2-4562-D973-D588-B1851E3CAF77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3D40E922-456D-1A5C-5EA7-24CF246DCF5D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5C0FF1D5-9870-4B03-5C87-C343D5A4F7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14">
              <a:extLst>
                <a:ext uri="{FF2B5EF4-FFF2-40B4-BE49-F238E27FC236}">
                  <a16:creationId xmlns:a16="http://schemas.microsoft.com/office/drawing/2014/main" id="{1E955306-2687-0FCF-5FAD-5422CD77F182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0C066C09-F55B-C0ED-957E-3743F85E3F9A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6" name="Picture 225">
                <a:extLst>
                  <a:ext uri="{FF2B5EF4-FFF2-40B4-BE49-F238E27FC236}">
                    <a16:creationId xmlns:a16="http://schemas.microsoft.com/office/drawing/2014/main" id="{4BC9B66B-F99D-FB96-6683-B7D61BBDA8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14">
              <a:extLst>
                <a:ext uri="{FF2B5EF4-FFF2-40B4-BE49-F238E27FC236}">
                  <a16:creationId xmlns:a16="http://schemas.microsoft.com/office/drawing/2014/main" id="{1B5555C5-F657-5345-3BA5-031DB9CDF4D0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F28265CF-3EC4-71C3-4BDC-193E0103A8B1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9" name="Picture 228">
                <a:extLst>
                  <a:ext uri="{FF2B5EF4-FFF2-40B4-BE49-F238E27FC236}">
                    <a16:creationId xmlns:a16="http://schemas.microsoft.com/office/drawing/2014/main" id="{D199117C-AD66-D9E6-6473-A3C49D05C8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0" name="Graphic 14">
              <a:extLst>
                <a:ext uri="{FF2B5EF4-FFF2-40B4-BE49-F238E27FC236}">
                  <a16:creationId xmlns:a16="http://schemas.microsoft.com/office/drawing/2014/main" id="{991BF34D-63DF-6339-EF79-66FAB23627E7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F05F735-72CC-000C-EF21-CC64EA61E95D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8626FDB9-0C21-EBF5-1394-8319777ED9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4">
              <a:extLst>
                <a:ext uri="{FF2B5EF4-FFF2-40B4-BE49-F238E27FC236}">
                  <a16:creationId xmlns:a16="http://schemas.microsoft.com/office/drawing/2014/main" id="{253FCD88-0F93-8FF8-3A17-A2A687A36038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009F3164-67F9-43DC-AF3E-35C8CAD46D73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1C16DF11-EC2E-27F4-D77A-6DFDEEECF3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42" name="Graphic 14">
              <a:extLst>
                <a:ext uri="{FF2B5EF4-FFF2-40B4-BE49-F238E27FC236}">
                  <a16:creationId xmlns:a16="http://schemas.microsoft.com/office/drawing/2014/main" id="{2BECA667-161C-CEE8-EB97-3752150B2C83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AEB109A1-E091-1004-C8DD-D699ED62BB3E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8235DDBB-528A-020F-E1F3-CFD4ADD1ECD5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EC999442-6706-2062-FD59-AEBED5917B20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6" name="Graphic 14">
              <a:extLst>
                <a:ext uri="{FF2B5EF4-FFF2-40B4-BE49-F238E27FC236}">
                  <a16:creationId xmlns:a16="http://schemas.microsoft.com/office/drawing/2014/main" id="{99998BFE-6B95-91B5-1E7F-E79005A952E9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9C6B2155-4798-0A79-B4E7-C5D92E86E7F5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1E1F8E82-A3EC-C77C-9125-52671FD4B2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49" name="Graphic 14">
              <a:extLst>
                <a:ext uri="{FF2B5EF4-FFF2-40B4-BE49-F238E27FC236}">
                  <a16:creationId xmlns:a16="http://schemas.microsoft.com/office/drawing/2014/main" id="{F094EC17-B374-5E4D-7ABB-CDB087DAC4FE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60110001-AEB5-E365-09F1-5CD602B1136E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212A454C-00F9-76BB-6DAC-B41DB0309835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2" name="Graphic 14">
              <a:extLst>
                <a:ext uri="{FF2B5EF4-FFF2-40B4-BE49-F238E27FC236}">
                  <a16:creationId xmlns:a16="http://schemas.microsoft.com/office/drawing/2014/main" id="{E6E22661-FA12-7283-48D3-3CC7D25A7B99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6FE31A1E-523A-4518-3B4C-A6030C4C479B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0792C9A5-6E02-FBFA-529C-75AA458ADE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55" name="Graphic 14">
              <a:extLst>
                <a:ext uri="{FF2B5EF4-FFF2-40B4-BE49-F238E27FC236}">
                  <a16:creationId xmlns:a16="http://schemas.microsoft.com/office/drawing/2014/main" id="{F34A23FE-E81C-6A43-E217-3805288DC1C4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BC3EE918-EFA8-8ED0-8360-B32B79092684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38290F12-178E-38A7-02C5-1657B3D6D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9C88E5A5-AC77-EEEF-B8B3-59BE30BCB83A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59" name="Graphic 14">
              <a:extLst>
                <a:ext uri="{FF2B5EF4-FFF2-40B4-BE49-F238E27FC236}">
                  <a16:creationId xmlns:a16="http://schemas.microsoft.com/office/drawing/2014/main" id="{B9DE1905-615B-785E-F9E4-C0184F8C1690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4017FD0D-E051-B803-892B-A81850B912E5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BC74AFFC-A55B-C1FD-E8DC-6E2B163BB7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62" name="Graphic 14">
              <a:extLst>
                <a:ext uri="{FF2B5EF4-FFF2-40B4-BE49-F238E27FC236}">
                  <a16:creationId xmlns:a16="http://schemas.microsoft.com/office/drawing/2014/main" id="{98D715BB-77A8-DDC3-90E5-A27102C37028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4A536F6C-3713-9C6E-E213-25687F69F7D4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76E6EC1F-DB98-5E6F-F25A-F196EB8825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" name="Graphic 14">
            <a:extLst>
              <a:ext uri="{FF2B5EF4-FFF2-40B4-BE49-F238E27FC236}">
                <a16:creationId xmlns:a16="http://schemas.microsoft.com/office/drawing/2014/main" id="{8EE8829D-2B99-A0F2-90BA-78C196512829}"/>
              </a:ext>
            </a:extLst>
          </p:cNvPr>
          <p:cNvGrpSpPr/>
          <p:nvPr/>
        </p:nvGrpSpPr>
        <p:grpSpPr>
          <a:xfrm>
            <a:off x="6440311" y="376646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F5ED550-CE3F-CE6D-22F0-B6C0DB7CCE55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82E4C5B-2260-91F5-B239-5D026220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8" name="Graphic 14">
            <a:extLst>
              <a:ext uri="{FF2B5EF4-FFF2-40B4-BE49-F238E27FC236}">
                <a16:creationId xmlns:a16="http://schemas.microsoft.com/office/drawing/2014/main" id="{BD05D528-2E04-70C4-9590-37DF486FAE5D}"/>
              </a:ext>
            </a:extLst>
          </p:cNvPr>
          <p:cNvGrpSpPr/>
          <p:nvPr/>
        </p:nvGrpSpPr>
        <p:grpSpPr>
          <a:xfrm>
            <a:off x="7476966" y="332792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BB45CD1-4B6F-909F-EB24-F5B9A060BC25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4429A36-36BA-185B-F8CB-08F7806D4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3" name="Graphic 14">
            <a:extLst>
              <a:ext uri="{FF2B5EF4-FFF2-40B4-BE49-F238E27FC236}">
                <a16:creationId xmlns:a16="http://schemas.microsoft.com/office/drawing/2014/main" id="{5991D6F6-EBA1-7C77-44E6-6A573AE386EA}"/>
              </a:ext>
            </a:extLst>
          </p:cNvPr>
          <p:cNvGrpSpPr/>
          <p:nvPr/>
        </p:nvGrpSpPr>
        <p:grpSpPr>
          <a:xfrm>
            <a:off x="8141258" y="2548395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A05B082-CE80-EF2E-C200-86FC4DBCB134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9B8CC6A-7299-CA44-30A3-7311620A1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6" name="Graphic 14">
            <a:extLst>
              <a:ext uri="{FF2B5EF4-FFF2-40B4-BE49-F238E27FC236}">
                <a16:creationId xmlns:a16="http://schemas.microsoft.com/office/drawing/2014/main" id="{4212618D-CA8B-D4AF-5A31-0778D8ED59F6}"/>
              </a:ext>
            </a:extLst>
          </p:cNvPr>
          <p:cNvGrpSpPr/>
          <p:nvPr/>
        </p:nvGrpSpPr>
        <p:grpSpPr>
          <a:xfrm>
            <a:off x="8994267" y="428783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5EE0C37-9B4A-939D-AAA0-A13847F5B9DA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01840A3-F631-9F6C-6F7E-E1551CC81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B5E9D28-3650-A383-3CAC-44C51EEFE310}"/>
              </a:ext>
            </a:extLst>
          </p:cNvPr>
          <p:cNvGrpSpPr/>
          <p:nvPr/>
        </p:nvGrpSpPr>
        <p:grpSpPr>
          <a:xfrm>
            <a:off x="4739365" y="1241295"/>
            <a:ext cx="6107723" cy="1264189"/>
            <a:chOff x="4739365" y="1241295"/>
            <a:chExt cx="6107723" cy="1264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66DF7C7-5F87-43ED-2BCE-FB01550A7D5C}"/>
                    </a:ext>
                  </a:extLst>
                </p:cNvPr>
                <p:cNvSpPr txBox="1"/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66DF7C7-5F87-43ED-2BCE-FB01550A7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blipFill>
                  <a:blip r:embed="rId23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7A8CE2-9519-B533-26DA-90317D0756FC}"/>
                </a:ext>
              </a:extLst>
            </p:cNvPr>
            <p:cNvSpPr txBox="1"/>
            <p:nvPr/>
          </p:nvSpPr>
          <p:spPr>
            <a:xfrm>
              <a:off x="4751088" y="124129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Producer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BB0;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Consumer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BB3;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22A27AC-6F96-F677-3904-1EB9464E77F2}"/>
                    </a:ext>
                  </a:extLst>
                </p:cNvPr>
                <p:cNvSpPr txBox="1"/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𝑐𝑜𝑛𝑠</m:t>
                            </m:r>
                          </m:sub>
                        </m:sSub>
                        <m:r>
                          <a:rPr lang="ar-AE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b="0" i="1" dirty="0" smtClean="0">
                            <a:solidFill>
                              <a:srgbClr val="62731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b="0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 lang="ar-AE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22A27AC-6F96-F677-3904-1EB9464E77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blipFill>
                  <a:blip r:embed="rId24"/>
                  <a:stretch>
                    <a:fillRect t="-6667" r="-1852" b="-2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E2E6F896-D3B3-6538-563B-3C85283B4EFC}"/>
              </a:ext>
            </a:extLst>
          </p:cNvPr>
          <p:cNvSpPr/>
          <p:nvPr/>
        </p:nvSpPr>
        <p:spPr>
          <a:xfrm>
            <a:off x="1746452" y="1808895"/>
            <a:ext cx="453886" cy="4538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E1B456-E499-DBCD-83A7-C3EC9A837C81}"/>
              </a:ext>
            </a:extLst>
          </p:cNvPr>
          <p:cNvSpPr/>
          <p:nvPr/>
        </p:nvSpPr>
        <p:spPr>
          <a:xfrm>
            <a:off x="2751816" y="2793259"/>
            <a:ext cx="453886" cy="4538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E895811-722B-8680-1B0D-DCA277FAB8FB}"/>
              </a:ext>
            </a:extLst>
          </p:cNvPr>
          <p:cNvSpPr/>
          <p:nvPr/>
        </p:nvSpPr>
        <p:spPr>
          <a:xfrm>
            <a:off x="1746452" y="3583465"/>
            <a:ext cx="453886" cy="4538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F39E15-826F-7D9C-9C13-38CD7BF8C334}"/>
              </a:ext>
            </a:extLst>
          </p:cNvPr>
          <p:cNvCxnSpPr>
            <a:cxnSpLocks/>
          </p:cNvCxnSpPr>
          <p:nvPr/>
        </p:nvCxnSpPr>
        <p:spPr>
          <a:xfrm>
            <a:off x="2099066" y="2320529"/>
            <a:ext cx="544819" cy="54533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4132F6-296D-0A20-CC71-6B74C213D3E8}"/>
              </a:ext>
            </a:extLst>
          </p:cNvPr>
          <p:cNvCxnSpPr>
            <a:cxnSpLocks/>
          </p:cNvCxnSpPr>
          <p:nvPr/>
        </p:nvCxnSpPr>
        <p:spPr>
          <a:xfrm>
            <a:off x="2238833" y="3874467"/>
            <a:ext cx="638489" cy="4308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50F2064-05FF-9E4F-F19C-E5791782B776}"/>
              </a:ext>
            </a:extLst>
          </p:cNvPr>
          <p:cNvCxnSpPr>
            <a:cxnSpLocks/>
          </p:cNvCxnSpPr>
          <p:nvPr/>
        </p:nvCxnSpPr>
        <p:spPr>
          <a:xfrm flipH="1">
            <a:off x="2134668" y="3120696"/>
            <a:ext cx="538958" cy="38600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aphic 14">
            <a:extLst>
              <a:ext uri="{FF2B5EF4-FFF2-40B4-BE49-F238E27FC236}">
                <a16:creationId xmlns:a16="http://schemas.microsoft.com/office/drawing/2014/main" id="{CB34D99D-CDD0-D6E9-2FA4-E877B7B05075}"/>
              </a:ext>
            </a:extLst>
          </p:cNvPr>
          <p:cNvGrpSpPr/>
          <p:nvPr/>
        </p:nvGrpSpPr>
        <p:grpSpPr>
          <a:xfrm>
            <a:off x="9527667" y="3502766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3F4DB5E-98CE-50EE-CF1B-C25D4FE4FC30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0E48F28-816D-DF96-CEAA-995C30448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E199DD6B-EB94-C0EF-6E3B-4C5DB0D944BB}"/>
              </a:ext>
            </a:extLst>
          </p:cNvPr>
          <p:cNvSpPr/>
          <p:nvPr/>
        </p:nvSpPr>
        <p:spPr>
          <a:xfrm>
            <a:off x="2751816" y="4394556"/>
            <a:ext cx="453886" cy="4538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0973039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BA16-2BDD-9843-6401-5DF679927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9FF5A8-3C62-8A9F-6BED-FB41E35C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7314E7-2A39-F5C6-05C6-60EA3A82F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24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46E9F-AE8D-FFA5-11C5-FA9C6EEE88DD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2AF8988C-C4F1-617A-16B2-49E0A26C8BF0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D031D11C-CEE7-351B-0451-E271D8A37CDE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5136E1A3-D35E-9E67-3815-EAB7F1C44CFC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8102A350-D921-B85B-10A1-5191AABE1560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4B41AE4D-01D1-0D9E-F39F-5C6FEE80524C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0E3F5860-C295-E854-5FAA-91B3962FA331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6303A045-86D8-5FF7-1D3F-61A75913372C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682257F1-D706-DADF-8F4D-09100BD25C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A9CEAD65-AF4B-C042-A63A-073B5377A3A9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4800DC9B-61F9-B6C9-6A1A-76C0BF80396C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A82274FE-249A-E5BA-1FDA-62DC36B1A6DE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56E82D53-F4CE-A5D1-2431-AB07C4E6A4D1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04EFD13D-7849-23CE-8CCA-49FAC3B698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B567A46D-EBF4-2C1F-E2EE-52E343CD12C9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16D97702-5129-5902-DE97-A5ABB221A462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DE33BCCB-3C93-0A0F-49D0-A2A4CD539A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0F743BBD-2A6F-38A3-783A-47BE4B66D85A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BFA84861-98FA-2773-5CB4-784BEBF2045B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C7B083B1-6FA1-565F-7BD1-B60BF009B5F0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5F169027-5B2C-E717-D552-59215F81DF54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5BA5C151-29D5-0A4A-9F29-03A2269132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8EDBCB4F-5F19-077E-DA41-27F0693D2863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696DFACC-34C0-A6AD-C2A9-235C6EABBAF9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2A0B3292-50F2-5545-1303-5CE4B4D193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337961AB-1048-0231-35B2-F464DF48F687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599F25F5-181D-9E65-475C-C9D3E1D61093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9F1C6EAE-854C-219A-F70E-33EBC3759A37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C09BCCB1-0C5D-E879-4FA8-883A15E75477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5CDC2902-8CD8-E13F-31F8-25579F922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79C68B7E-9667-6A2D-0FA8-A704E7B6D869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8CB2220-A3F9-915C-357F-D7A40AEC74C3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4C095500-6DFB-686B-9E0A-17B0C1B2EE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7135D174-305D-EF55-8C25-778DF9B44856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8F8BBF46-C714-44E1-40B6-1CA811676775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7579EBC8-61CD-866A-1EBA-A2A9D17610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AB9E818C-873D-9358-442F-894BD34FAEB7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A25021EB-4101-0C55-6034-E84C3382EE4B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6467A464-B594-8BEF-E223-C922377B61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D423776F-F368-4F68-C7C9-C1E4D66663CB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78A0E7F4-56DB-75EE-34E2-31582EAF84F6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7DF6E427-2E3B-5A78-3FB4-2D9B713941A6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0A33E16B-D5A6-85B6-B772-2E8657A17C6D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E2A62CFF-A5FC-5F29-663D-44A690F587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5DC5C629-2EEF-C6CC-C165-AD4758F044C3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E4430DC9-1238-63E2-74BC-A6150BF5D07D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BD55C224-BC75-1AE9-4904-F98BFC603D1E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6DFC0250-7915-CA8D-D622-71262D937D6C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3A305E90-47FD-D9E2-00C7-DCACDB0BF7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A3D0DA0A-3F7B-B1B2-8737-43E79FF7967B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03A7E8EC-A0A7-692F-204F-AAD1882BEB22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B8DBF39E-4F0F-9F36-E81F-18FA3A193211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1FC863C9-0E27-1AD9-00D1-1F91C3F2D34D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4FAAEA9B-26B4-942C-7FC1-42F9439AC125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DB46B84B-7AC7-9AE1-2B10-A68EA5EE6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6F831AF2-EA9B-62C1-0426-2D2027340EA6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780DD3E4-6E56-D21A-7FC1-77FC4B9B30C0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A4A6508A-EA4E-8E8D-A19C-E80C4F1DD0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1A9BFE21-415F-7E8D-182A-09235A144F18}"/>
              </a:ext>
            </a:extLst>
          </p:cNvPr>
          <p:cNvGrpSpPr/>
          <p:nvPr/>
        </p:nvGrpSpPr>
        <p:grpSpPr>
          <a:xfrm>
            <a:off x="5976077" y="2724604"/>
            <a:ext cx="3646022" cy="3440475"/>
            <a:chOff x="5082367" y="3054055"/>
            <a:chExt cx="3566567" cy="3365499"/>
          </a:xfrm>
        </p:grpSpPr>
        <p:grpSp>
          <p:nvGrpSpPr>
            <p:cNvPr id="174" name="Graphic 14">
              <a:extLst>
                <a:ext uri="{FF2B5EF4-FFF2-40B4-BE49-F238E27FC236}">
                  <a16:creationId xmlns:a16="http://schemas.microsoft.com/office/drawing/2014/main" id="{F6F3D8F7-9BAF-880D-9621-BA70A4B20408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F45E96E0-C41D-6C3A-E5CB-E1E7FF8E297C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F875AFAE-2D1B-1FA6-8C00-335D1026A1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4">
              <a:extLst>
                <a:ext uri="{FF2B5EF4-FFF2-40B4-BE49-F238E27FC236}">
                  <a16:creationId xmlns:a16="http://schemas.microsoft.com/office/drawing/2014/main" id="{B0DEA01F-6D21-498F-C44C-FD656013BCA9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A224E28-E3C8-06DD-D8F9-05D2C0429460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36B6A449-637C-2106-46D6-78E8129063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8" name="Graphic 14">
              <a:extLst>
                <a:ext uri="{FF2B5EF4-FFF2-40B4-BE49-F238E27FC236}">
                  <a16:creationId xmlns:a16="http://schemas.microsoft.com/office/drawing/2014/main" id="{E952A2BC-6BA6-A557-1CBB-CFBEE552557B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EBBB3548-453B-65D1-3E9C-783BB9438F1B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DA49996B-6110-1D0A-E7B7-00783663BE31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1" name="Graphic 14">
              <a:extLst>
                <a:ext uri="{FF2B5EF4-FFF2-40B4-BE49-F238E27FC236}">
                  <a16:creationId xmlns:a16="http://schemas.microsoft.com/office/drawing/2014/main" id="{9AD8FFF9-FD93-05CE-087F-F04DDAC2248B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B778E2F1-30B3-961C-1F02-1173006AF0D9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C68EEB0F-E0A9-BF1A-55C4-B349B124EF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14">
              <a:extLst>
                <a:ext uri="{FF2B5EF4-FFF2-40B4-BE49-F238E27FC236}">
                  <a16:creationId xmlns:a16="http://schemas.microsoft.com/office/drawing/2014/main" id="{C3B22D95-04C0-2730-D16A-B9561805926D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03E6FE92-B85F-9556-BB51-1A2D151C97BD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0B3E9589-BDE5-5775-E537-E517C9E0F4BF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7" name="Graphic 14">
              <a:extLst>
                <a:ext uri="{FF2B5EF4-FFF2-40B4-BE49-F238E27FC236}">
                  <a16:creationId xmlns:a16="http://schemas.microsoft.com/office/drawing/2014/main" id="{93D96D5A-A086-D57E-FE62-2811EB6902FB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62507739-81E9-2739-B150-5171DC9F834B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9F4D8A24-2326-C464-CA8B-1DA680EC8D24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0" name="Graphic 14">
              <a:extLst>
                <a:ext uri="{FF2B5EF4-FFF2-40B4-BE49-F238E27FC236}">
                  <a16:creationId xmlns:a16="http://schemas.microsoft.com/office/drawing/2014/main" id="{241AD370-9829-A64D-5A96-B10AC126C4F0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4EA9B5F0-AB17-C298-E2FD-AAE5A98CA21E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67F197CB-0F7A-84AB-72D6-6C0DED849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3" name="Graphic 14">
              <a:extLst>
                <a:ext uri="{FF2B5EF4-FFF2-40B4-BE49-F238E27FC236}">
                  <a16:creationId xmlns:a16="http://schemas.microsoft.com/office/drawing/2014/main" id="{4C4804B0-AD35-1DB0-0919-E80B1462FCEE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20545824-1848-65E9-809B-D19149A36FD7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EC773D5-68AB-60DB-85CC-167FE5545D04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6" name="Graphic 14">
              <a:extLst>
                <a:ext uri="{FF2B5EF4-FFF2-40B4-BE49-F238E27FC236}">
                  <a16:creationId xmlns:a16="http://schemas.microsoft.com/office/drawing/2014/main" id="{501488F5-A00B-661C-009C-6C45F09F4972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5F55ADE7-2225-3D09-1D8E-72ACB40C81BE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5F0E329C-F36E-B9CA-C929-58FB1D8F0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9" name="Graphic 14">
              <a:extLst>
                <a:ext uri="{FF2B5EF4-FFF2-40B4-BE49-F238E27FC236}">
                  <a16:creationId xmlns:a16="http://schemas.microsoft.com/office/drawing/2014/main" id="{5526340E-956B-84EA-1FA5-B2EE8E544A0D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16A7706C-733B-F7C8-715C-99FEC2744519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67BEED0C-B404-DF9F-C791-264142CA1815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14">
              <a:extLst>
                <a:ext uri="{FF2B5EF4-FFF2-40B4-BE49-F238E27FC236}">
                  <a16:creationId xmlns:a16="http://schemas.microsoft.com/office/drawing/2014/main" id="{FC45D49E-439D-2DDC-BC9D-A0184B268308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A9ACC723-5F05-3D96-B360-DC57ECA6494F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DF1A94FF-C801-2729-922A-C27957F0DAAD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5" name="Graphic 14">
              <a:extLst>
                <a:ext uri="{FF2B5EF4-FFF2-40B4-BE49-F238E27FC236}">
                  <a16:creationId xmlns:a16="http://schemas.microsoft.com/office/drawing/2014/main" id="{52A4CF68-8736-16EF-B757-B932F090BF59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80B03C1B-9D0A-2DCE-1DAA-A6034F22950B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21F29C48-93DE-BA30-50FD-12C170557A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14">
              <a:extLst>
                <a:ext uri="{FF2B5EF4-FFF2-40B4-BE49-F238E27FC236}">
                  <a16:creationId xmlns:a16="http://schemas.microsoft.com/office/drawing/2014/main" id="{D471D6FC-2BA7-9474-F5C0-1AD3F1BB2500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7FCE9690-1DB2-F30E-3692-82A1258EAE62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83D73855-348E-840E-7E61-0A4B9161F4A8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1" name="Graphic 14">
              <a:extLst>
                <a:ext uri="{FF2B5EF4-FFF2-40B4-BE49-F238E27FC236}">
                  <a16:creationId xmlns:a16="http://schemas.microsoft.com/office/drawing/2014/main" id="{65B61DA1-C0D3-B445-155F-D4C818E050B9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0E34AC54-66AF-FE5A-5555-F7FFFCE40CF6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E6381025-472A-4E5B-9937-3AB85603D0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14">
              <a:extLst>
                <a:ext uri="{FF2B5EF4-FFF2-40B4-BE49-F238E27FC236}">
                  <a16:creationId xmlns:a16="http://schemas.microsoft.com/office/drawing/2014/main" id="{F3264165-795D-3190-987B-DE13E5353145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8D58ED89-D3AC-1CD8-A350-2789A5116872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6" name="Picture 225">
                <a:extLst>
                  <a:ext uri="{FF2B5EF4-FFF2-40B4-BE49-F238E27FC236}">
                    <a16:creationId xmlns:a16="http://schemas.microsoft.com/office/drawing/2014/main" id="{DF447F42-B86A-48A3-E247-5CBE46A6AA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14">
              <a:extLst>
                <a:ext uri="{FF2B5EF4-FFF2-40B4-BE49-F238E27FC236}">
                  <a16:creationId xmlns:a16="http://schemas.microsoft.com/office/drawing/2014/main" id="{1979BB01-7C30-84F2-DCF6-A0B6EB90575E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E50B6679-F2E2-9398-E2CD-A25B4A0FE8AE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9" name="Picture 228">
                <a:extLst>
                  <a:ext uri="{FF2B5EF4-FFF2-40B4-BE49-F238E27FC236}">
                    <a16:creationId xmlns:a16="http://schemas.microsoft.com/office/drawing/2014/main" id="{8F5825F5-1D2F-3A13-4A33-AED7AD7D7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0" name="Graphic 14">
              <a:extLst>
                <a:ext uri="{FF2B5EF4-FFF2-40B4-BE49-F238E27FC236}">
                  <a16:creationId xmlns:a16="http://schemas.microsoft.com/office/drawing/2014/main" id="{C2CEF14A-4201-0D80-76EC-E6AE055DD7CA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DABADC3B-85CC-25EA-46F9-692970263783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A2B8B983-7A53-CBFD-C696-8D1E8428A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4">
              <a:extLst>
                <a:ext uri="{FF2B5EF4-FFF2-40B4-BE49-F238E27FC236}">
                  <a16:creationId xmlns:a16="http://schemas.microsoft.com/office/drawing/2014/main" id="{D8CE96B0-CEE0-A4EF-ADFF-45E54558E588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C60247FC-866A-E138-4FA8-2673456E8F1B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E323E6F9-445B-6A1A-037D-E83BA33CBC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42" name="Graphic 14">
              <a:extLst>
                <a:ext uri="{FF2B5EF4-FFF2-40B4-BE49-F238E27FC236}">
                  <a16:creationId xmlns:a16="http://schemas.microsoft.com/office/drawing/2014/main" id="{0D10B538-D0AD-0F07-87B0-3C8EDEE00FEB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571147E5-8297-8B8D-6C0E-2D7D7F91CB14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E8E4EE83-5796-1BBD-C772-21102A40412A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69990F85-44EC-394A-0A0B-1870A40ED408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6" name="Graphic 14">
              <a:extLst>
                <a:ext uri="{FF2B5EF4-FFF2-40B4-BE49-F238E27FC236}">
                  <a16:creationId xmlns:a16="http://schemas.microsoft.com/office/drawing/2014/main" id="{8D4EBB53-DF14-BD04-2E85-8033FE1B827E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1435DC5E-FE78-A331-2B45-269B65769A74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F1A4E105-C9FE-DD7A-85D4-8D5AD4BD2B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49" name="Graphic 14">
              <a:extLst>
                <a:ext uri="{FF2B5EF4-FFF2-40B4-BE49-F238E27FC236}">
                  <a16:creationId xmlns:a16="http://schemas.microsoft.com/office/drawing/2014/main" id="{5C5C616B-3947-0921-46A5-B49E5A1E821A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AA811FD8-F58F-BF9C-6F17-51476423633C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5754ABE6-2CFC-66E6-4A6C-E98383A3898F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2" name="Graphic 14">
              <a:extLst>
                <a:ext uri="{FF2B5EF4-FFF2-40B4-BE49-F238E27FC236}">
                  <a16:creationId xmlns:a16="http://schemas.microsoft.com/office/drawing/2014/main" id="{15D16B49-8F58-FAEA-BFA4-CB1A77051A0F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4CF83EAE-B0B8-5A8E-292C-411BAB6B1DD1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562CE7E6-F3D2-8AA4-589E-1A1921F74C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55" name="Graphic 14">
              <a:extLst>
                <a:ext uri="{FF2B5EF4-FFF2-40B4-BE49-F238E27FC236}">
                  <a16:creationId xmlns:a16="http://schemas.microsoft.com/office/drawing/2014/main" id="{1818047A-C6D2-9595-1B7F-4ED48F222939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749CF7CB-AD28-BF97-CC21-04AB55746795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07808762-BFFB-495C-3E0D-9C60B9BDED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29F2C188-A9F6-7BDA-27C4-21505E9821EE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59" name="Graphic 14">
              <a:extLst>
                <a:ext uri="{FF2B5EF4-FFF2-40B4-BE49-F238E27FC236}">
                  <a16:creationId xmlns:a16="http://schemas.microsoft.com/office/drawing/2014/main" id="{1F6B24F1-929E-1612-D11C-9555BB1C36B6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2DB2F976-EB22-DA1E-9551-EE4AF2A97E81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8887E4F9-CB06-601E-5564-118D256C3A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62" name="Graphic 14">
              <a:extLst>
                <a:ext uri="{FF2B5EF4-FFF2-40B4-BE49-F238E27FC236}">
                  <a16:creationId xmlns:a16="http://schemas.microsoft.com/office/drawing/2014/main" id="{83E85805-264F-C5BA-8F27-217F88BCB54C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F48D81A-4A38-87BF-4985-F6A627E88654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8CC5B8FF-21D8-5DED-677D-DCACEA5C8D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" name="Graphic 14">
            <a:extLst>
              <a:ext uri="{FF2B5EF4-FFF2-40B4-BE49-F238E27FC236}">
                <a16:creationId xmlns:a16="http://schemas.microsoft.com/office/drawing/2014/main" id="{5777D68F-D0BF-E85A-F401-1BF24FF6ADD4}"/>
              </a:ext>
            </a:extLst>
          </p:cNvPr>
          <p:cNvGrpSpPr/>
          <p:nvPr/>
        </p:nvGrpSpPr>
        <p:grpSpPr>
          <a:xfrm>
            <a:off x="6440311" y="376646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3C57C93-DAA3-ED6C-4BCB-C275D36DD718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20851FA-F6F6-209D-0648-0A5F8B3A8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8" name="Graphic 14">
            <a:extLst>
              <a:ext uri="{FF2B5EF4-FFF2-40B4-BE49-F238E27FC236}">
                <a16:creationId xmlns:a16="http://schemas.microsoft.com/office/drawing/2014/main" id="{71607446-7337-B3D8-0987-3034912925A3}"/>
              </a:ext>
            </a:extLst>
          </p:cNvPr>
          <p:cNvGrpSpPr/>
          <p:nvPr/>
        </p:nvGrpSpPr>
        <p:grpSpPr>
          <a:xfrm>
            <a:off x="7476966" y="332792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5ADD974-AA4D-246A-82F7-CA58206249FB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A512317-8240-C6A8-BD1F-E304A7C5E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3" name="Graphic 14">
            <a:extLst>
              <a:ext uri="{FF2B5EF4-FFF2-40B4-BE49-F238E27FC236}">
                <a16:creationId xmlns:a16="http://schemas.microsoft.com/office/drawing/2014/main" id="{C48E4BF7-467B-E195-5418-524693003898}"/>
              </a:ext>
            </a:extLst>
          </p:cNvPr>
          <p:cNvGrpSpPr/>
          <p:nvPr/>
        </p:nvGrpSpPr>
        <p:grpSpPr>
          <a:xfrm>
            <a:off x="8141258" y="3897463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FE20395-6717-D4D9-F270-203D26B3FB36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788CF77-52D6-148B-10A3-2476F16F9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6" name="Graphic 14">
            <a:extLst>
              <a:ext uri="{FF2B5EF4-FFF2-40B4-BE49-F238E27FC236}">
                <a16:creationId xmlns:a16="http://schemas.microsoft.com/office/drawing/2014/main" id="{653F30D7-FA14-F265-1796-4E1A70C9F1DF}"/>
              </a:ext>
            </a:extLst>
          </p:cNvPr>
          <p:cNvGrpSpPr/>
          <p:nvPr/>
        </p:nvGrpSpPr>
        <p:grpSpPr>
          <a:xfrm>
            <a:off x="8994267" y="428783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F4770C9-F9B1-3856-4F13-FAE8735A677C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15B6D38-6860-8949-875F-4F49D5481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4495D8-F066-E461-6937-F25B3B9ED4CB}"/>
              </a:ext>
            </a:extLst>
          </p:cNvPr>
          <p:cNvGrpSpPr/>
          <p:nvPr/>
        </p:nvGrpSpPr>
        <p:grpSpPr>
          <a:xfrm>
            <a:off x="4739365" y="1241295"/>
            <a:ext cx="6107723" cy="1264189"/>
            <a:chOff x="4739365" y="1241295"/>
            <a:chExt cx="6107723" cy="1264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C3170D5-F77D-B546-D776-5125CA3C7EF9}"/>
                    </a:ext>
                  </a:extLst>
                </p:cNvPr>
                <p:cNvSpPr txBox="1"/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C3170D5-F77D-B546-D776-5125CA3C7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blipFill>
                  <a:blip r:embed="rId23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4BA77A5-E73D-F558-3F58-14918A857729}"/>
                </a:ext>
              </a:extLst>
            </p:cNvPr>
            <p:cNvSpPr txBox="1"/>
            <p:nvPr/>
          </p:nvSpPr>
          <p:spPr>
            <a:xfrm>
              <a:off x="4751088" y="124129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Producer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BB0;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Consumer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BB3;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547BF7B-347A-B49A-CD27-82E4CA6F5928}"/>
                    </a:ext>
                  </a:extLst>
                </p:cNvPr>
                <p:cNvSpPr txBox="1"/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𝑐𝑜𝑛𝑠</m:t>
                            </m:r>
                          </m:sub>
                        </m:sSub>
                        <m:r>
                          <a:rPr lang="ar-AE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b="0" i="1" dirty="0" smtClean="0">
                            <a:solidFill>
                              <a:srgbClr val="62731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b="0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 lang="ar-AE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547BF7B-347A-B49A-CD27-82E4CA6F5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blipFill>
                  <a:blip r:embed="rId24"/>
                  <a:stretch>
                    <a:fillRect t="-6667" r="-1852" b="-2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698172-FB38-7859-9A95-161891C8C2FA}"/>
              </a:ext>
            </a:extLst>
          </p:cNvPr>
          <p:cNvCxnSpPr>
            <a:cxnSpLocks/>
          </p:cNvCxnSpPr>
          <p:nvPr/>
        </p:nvCxnSpPr>
        <p:spPr>
          <a:xfrm>
            <a:off x="2099066" y="2320529"/>
            <a:ext cx="544819" cy="54533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991F21E-E9D9-63F5-BA8E-B81E3E83A97D}"/>
              </a:ext>
            </a:extLst>
          </p:cNvPr>
          <p:cNvCxnSpPr>
            <a:cxnSpLocks/>
          </p:cNvCxnSpPr>
          <p:nvPr/>
        </p:nvCxnSpPr>
        <p:spPr>
          <a:xfrm>
            <a:off x="2238833" y="3874467"/>
            <a:ext cx="638489" cy="4308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31DD31A-DF00-E548-3DDE-FA17BDDBCA71}"/>
              </a:ext>
            </a:extLst>
          </p:cNvPr>
          <p:cNvCxnSpPr>
            <a:cxnSpLocks/>
          </p:cNvCxnSpPr>
          <p:nvPr/>
        </p:nvCxnSpPr>
        <p:spPr>
          <a:xfrm flipH="1">
            <a:off x="2134668" y="3120696"/>
            <a:ext cx="538958" cy="38600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aphic 14">
            <a:extLst>
              <a:ext uri="{FF2B5EF4-FFF2-40B4-BE49-F238E27FC236}">
                <a16:creationId xmlns:a16="http://schemas.microsoft.com/office/drawing/2014/main" id="{4F2AC543-0971-6E0E-89AE-980FD4E88B2F}"/>
              </a:ext>
            </a:extLst>
          </p:cNvPr>
          <p:cNvGrpSpPr/>
          <p:nvPr/>
        </p:nvGrpSpPr>
        <p:grpSpPr>
          <a:xfrm>
            <a:off x="8143603" y="3910591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C9B93F3-AF54-EE7A-1BAC-896174DB3FF1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290CBC0-20C3-AABE-E269-1BEF6BE0B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7D02E749-B4E5-B8AF-291D-EB75E1B28650}"/>
              </a:ext>
            </a:extLst>
          </p:cNvPr>
          <p:cNvSpPr/>
          <p:nvPr/>
        </p:nvSpPr>
        <p:spPr>
          <a:xfrm>
            <a:off x="2751816" y="4394556"/>
            <a:ext cx="453886" cy="4538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0481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75B08-4AB9-CFE1-A152-E6022F7C4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7E07E3-A576-CE62-B46D-67D6FBDD2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48B9E5-364C-E706-5F1F-F4E9CF09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0A17E-2C60-82F8-5480-C39D8DB86673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D962A7D-0339-8A2E-6BEA-13BA691968E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C08D7C2-3092-BAB1-A477-DBAA1754F993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1D8E591C-C72D-A5A1-41C9-8F49EE3BA525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667506D6-CE1A-F0DF-BCC2-83ABE50CFBEB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304BE3B4-A100-F62E-1F4E-3CD4C0793F4D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21C5D7CF-F348-FD0C-4A35-6FAD803FDBE4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2B3F99C1-42A1-9B1F-2331-CE155FC7169D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4D78B470-44F5-DD3B-4BFD-B94F4A1A40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2BA5D542-62C0-0394-D9AF-2EF0EFE0B34B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08A69B70-CA2E-B507-A5A6-4DBE947F2F6C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A3A1019E-6B30-BBE0-9B8A-C2BEA33464AA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5756D1EB-811C-86FC-E8ED-9D1090C0BDAC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E94595C1-CB21-513F-9EF1-9F8EBDA52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7410EFDF-0F36-839E-538E-FAD9AD5276DF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49DA4C4C-5B63-FF0C-A2D6-88743D4D6383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6DD18F81-E6B9-9CB7-3DE7-33FAFDF42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5C537882-E762-9400-6A0D-B888EA1A1D44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1D381AB3-8F8F-6187-A29E-C5A0FA5D8603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2FE19471-8E04-9BFE-D2B6-94B499F1A8FF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DA1C8262-2116-5BB5-EF2E-461808C4DE7B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87BA6CC1-DA0F-A6C4-93C1-D519500A8E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8F841D03-BE45-2CB8-DF5D-5DBD16FCF431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E675AD60-AE46-46F2-4520-B6BDCD35119A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24E69FDF-D7A4-9CB4-E940-F46B493D18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DE4012A5-56F5-8578-CA09-794991E84AA6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0FBDB01F-540C-E004-B17F-A63A8D4E7550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850C6D73-E62D-5F79-F3EE-04AF2EAFE4FC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8F52955F-2BD6-7F96-4B39-1E2A39C5E6D2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E2131FB0-2295-32B9-F682-99BBDFE2B5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E1995BF3-0AD9-134B-F8EE-D4C58CCA0406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C8144F60-D0C8-670A-0907-58F6F0CA567C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8760B0BB-1F44-18B3-4FE2-E232A5F1C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9E773B5B-0D37-A221-AFE3-744B9B5361EB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D036D54D-6EB7-EF25-6D14-E70E4C0FFDBE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78C335A8-09A0-AC51-BE32-9BC16B989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495564CC-B3F6-997E-24C0-3970F7276636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B148C649-410F-1399-FABD-C33EFA483B72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8610C687-D869-20CC-9CB7-486CB15221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592E362D-9D2C-DF1B-7327-BC699FD5EB68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9E373CCA-9514-B697-2FD5-022647ABE415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D1C29D26-4ED1-84CC-7429-0313D8656B42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F0E2E0D5-FCEA-6CBB-7903-011549B2158E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03C054B4-5886-39BC-7CA2-3A9A44D8E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5D49EF0E-449D-D56C-27B9-066E73EBD5F7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0971C6EA-7E7F-4305-0E5B-66C28D497DFC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0B855428-A971-845D-8312-42D3D1714EB5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6EDE4E2D-1CF1-E5ED-99C7-8299D463BBD1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F8558D87-CD21-8B36-CC16-415B37C5A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555FCB5B-E0EE-C867-9FA3-F9B367994CA2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BBE764CA-4B6E-0728-F63E-B4DC3B7A1A40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FA2C4AF9-80E2-392B-1418-15FC02A7683E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994657CF-7F00-2DB7-489A-EB2AC76886BC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2DB92EA7-072D-C5E8-D815-C316575771AC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578ACC02-B8AB-FD5B-80ED-B95B3E1674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7C826D8A-9DEE-5C3F-75D9-A587162694ED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A3CC0E68-F2AD-DA26-0E77-D7AF2839E223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31CB3DC1-8BCD-59BA-FEBF-F2053EA3F4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402BE595-499A-DB25-E3DB-2ECB818200D5}"/>
              </a:ext>
            </a:extLst>
          </p:cNvPr>
          <p:cNvGrpSpPr/>
          <p:nvPr/>
        </p:nvGrpSpPr>
        <p:grpSpPr>
          <a:xfrm>
            <a:off x="5976077" y="2724604"/>
            <a:ext cx="3646022" cy="3440475"/>
            <a:chOff x="5082367" y="3054055"/>
            <a:chExt cx="3566567" cy="3365499"/>
          </a:xfrm>
        </p:grpSpPr>
        <p:grpSp>
          <p:nvGrpSpPr>
            <p:cNvPr id="174" name="Graphic 14">
              <a:extLst>
                <a:ext uri="{FF2B5EF4-FFF2-40B4-BE49-F238E27FC236}">
                  <a16:creationId xmlns:a16="http://schemas.microsoft.com/office/drawing/2014/main" id="{E1155A99-5BF5-45F2-CD9B-0EABAA27AF6A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31C3DB23-FD35-03A8-A5E1-D06A84379134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A23ED122-98E5-68B4-8F2B-2917D69A85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4">
              <a:extLst>
                <a:ext uri="{FF2B5EF4-FFF2-40B4-BE49-F238E27FC236}">
                  <a16:creationId xmlns:a16="http://schemas.microsoft.com/office/drawing/2014/main" id="{EF4AE885-875D-21CE-092E-78D5A8CF2F32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8B037458-03BA-E9EC-5B2F-454190CFD582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0364A125-0348-B8D6-5F59-E8B2220F90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8" name="Graphic 14">
              <a:extLst>
                <a:ext uri="{FF2B5EF4-FFF2-40B4-BE49-F238E27FC236}">
                  <a16:creationId xmlns:a16="http://schemas.microsoft.com/office/drawing/2014/main" id="{140DB1EA-B52C-B4AE-D247-85EDB5626AEF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0CF938B6-4DEA-3523-9D9F-758CDC31D595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94D441B7-CC92-BE16-1F8D-798D6C94278F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1" name="Graphic 14">
              <a:extLst>
                <a:ext uri="{FF2B5EF4-FFF2-40B4-BE49-F238E27FC236}">
                  <a16:creationId xmlns:a16="http://schemas.microsoft.com/office/drawing/2014/main" id="{3E881C49-B047-D8CE-29B9-F82C904348F5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C328D8FB-B629-026E-592B-BC1270658CA1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09E0598F-C005-BC5F-8CCC-3DBF590CDF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14">
              <a:extLst>
                <a:ext uri="{FF2B5EF4-FFF2-40B4-BE49-F238E27FC236}">
                  <a16:creationId xmlns:a16="http://schemas.microsoft.com/office/drawing/2014/main" id="{A291C7DD-7C80-55B8-7699-B1DBCE6EC063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1A3F9925-9018-8C90-1037-DB1FFDAEB43A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CF17C83F-5E3F-22EC-56AE-6347B0B73C8A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7" name="Graphic 14">
              <a:extLst>
                <a:ext uri="{FF2B5EF4-FFF2-40B4-BE49-F238E27FC236}">
                  <a16:creationId xmlns:a16="http://schemas.microsoft.com/office/drawing/2014/main" id="{84840BF9-CE5C-A0F8-4587-4E0D5F484E69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398E3480-47CF-AE3A-D985-2A18F64DCD92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F5F44013-B498-AA4E-28F5-A093B4D24993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0" name="Graphic 14">
              <a:extLst>
                <a:ext uri="{FF2B5EF4-FFF2-40B4-BE49-F238E27FC236}">
                  <a16:creationId xmlns:a16="http://schemas.microsoft.com/office/drawing/2014/main" id="{EDF5E7FF-488D-7E48-4FE4-95ACA51CEEC0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DDBC4BB3-C2BE-6A60-DBC3-00B5DDE39062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50F49B4F-895D-6E1D-4321-B047EEDBFC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3" name="Graphic 14">
              <a:extLst>
                <a:ext uri="{FF2B5EF4-FFF2-40B4-BE49-F238E27FC236}">
                  <a16:creationId xmlns:a16="http://schemas.microsoft.com/office/drawing/2014/main" id="{7E0FBD1C-ED2B-280A-6338-0EA69419F93D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D612A563-6129-FEFE-0B76-FC596971EAB3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352206DA-FDFF-D8CE-4EF0-6FD8865708DC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6" name="Graphic 14">
              <a:extLst>
                <a:ext uri="{FF2B5EF4-FFF2-40B4-BE49-F238E27FC236}">
                  <a16:creationId xmlns:a16="http://schemas.microsoft.com/office/drawing/2014/main" id="{B4A06E25-074A-6918-2175-9EFA3BD1729A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3C490A39-26C9-BE49-2934-B200F8B8946C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2E1CFCC9-A9FD-6F0C-C978-2AF4D363D1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9" name="Graphic 14">
              <a:extLst>
                <a:ext uri="{FF2B5EF4-FFF2-40B4-BE49-F238E27FC236}">
                  <a16:creationId xmlns:a16="http://schemas.microsoft.com/office/drawing/2014/main" id="{8739A7FE-B7B1-3811-0CA3-E0DFEFF6A702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BA3EB41E-22B2-722B-3269-B203CE533DD1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10D1B0B1-0955-F312-DAA6-71E7E43E0304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14">
              <a:extLst>
                <a:ext uri="{FF2B5EF4-FFF2-40B4-BE49-F238E27FC236}">
                  <a16:creationId xmlns:a16="http://schemas.microsoft.com/office/drawing/2014/main" id="{A2C9EB14-A8B1-4413-9042-74EFC45899B2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4C82D1FC-2490-971B-D244-FB949CD28A72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3321AC22-3E5A-3738-B583-541FCE5A92E6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5" name="Graphic 14">
              <a:extLst>
                <a:ext uri="{FF2B5EF4-FFF2-40B4-BE49-F238E27FC236}">
                  <a16:creationId xmlns:a16="http://schemas.microsoft.com/office/drawing/2014/main" id="{4591D862-9BCE-39B8-815C-4D18BC239201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10B3B3FE-9F22-B8A9-5A89-D3D32785161D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1F25EE5B-A498-4A3C-5221-BB34B866E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14">
              <a:extLst>
                <a:ext uri="{FF2B5EF4-FFF2-40B4-BE49-F238E27FC236}">
                  <a16:creationId xmlns:a16="http://schemas.microsoft.com/office/drawing/2014/main" id="{B6CF6BC5-5F41-6643-80E4-D6129F4709BD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15F846B3-A3DF-231C-FB75-91A0C873F451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A43EAD17-C3AD-19DF-E1B3-1338BB466AC6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1" name="Graphic 14">
              <a:extLst>
                <a:ext uri="{FF2B5EF4-FFF2-40B4-BE49-F238E27FC236}">
                  <a16:creationId xmlns:a16="http://schemas.microsoft.com/office/drawing/2014/main" id="{CDB1AB89-4B41-421F-D035-3784CFCB707F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FD89311B-D8CC-BB0C-9AA0-6D9D748CC897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91E41D35-F84B-E55D-6CCE-ADAC1CD2A3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14">
              <a:extLst>
                <a:ext uri="{FF2B5EF4-FFF2-40B4-BE49-F238E27FC236}">
                  <a16:creationId xmlns:a16="http://schemas.microsoft.com/office/drawing/2014/main" id="{46636AF2-5822-D9E8-D891-E26A73813F88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A5E5DAB5-ACE1-BA6C-B511-3A9023C8A586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6" name="Picture 225">
                <a:extLst>
                  <a:ext uri="{FF2B5EF4-FFF2-40B4-BE49-F238E27FC236}">
                    <a16:creationId xmlns:a16="http://schemas.microsoft.com/office/drawing/2014/main" id="{3491D500-37D3-B5AD-37FC-BA3083053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14">
              <a:extLst>
                <a:ext uri="{FF2B5EF4-FFF2-40B4-BE49-F238E27FC236}">
                  <a16:creationId xmlns:a16="http://schemas.microsoft.com/office/drawing/2014/main" id="{1A99A01C-8CCE-3D5D-4E16-F903599AEBF5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A96D0939-92EF-12C2-91D9-57A4C9B8CC00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9" name="Picture 228">
                <a:extLst>
                  <a:ext uri="{FF2B5EF4-FFF2-40B4-BE49-F238E27FC236}">
                    <a16:creationId xmlns:a16="http://schemas.microsoft.com/office/drawing/2014/main" id="{939E024D-7101-C97A-2CF5-5E7A3378E1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0" name="Graphic 14">
              <a:extLst>
                <a:ext uri="{FF2B5EF4-FFF2-40B4-BE49-F238E27FC236}">
                  <a16:creationId xmlns:a16="http://schemas.microsoft.com/office/drawing/2014/main" id="{3F8EC73F-ABF2-E997-B6E8-29535145200E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2C0B14F8-A85D-0A37-E098-287003A38269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5F846505-0B13-BCC3-7D76-C2820C749B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4">
              <a:extLst>
                <a:ext uri="{FF2B5EF4-FFF2-40B4-BE49-F238E27FC236}">
                  <a16:creationId xmlns:a16="http://schemas.microsoft.com/office/drawing/2014/main" id="{4708FAA7-66FA-06F1-DDBC-E61A889F44F8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8E680E1C-9E71-0346-8593-EC4878DF455B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35EA13BB-4C2A-C332-2ECA-9FCF075E8A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42" name="Graphic 14">
              <a:extLst>
                <a:ext uri="{FF2B5EF4-FFF2-40B4-BE49-F238E27FC236}">
                  <a16:creationId xmlns:a16="http://schemas.microsoft.com/office/drawing/2014/main" id="{6A80C508-FE41-DB88-55D5-6097028FD221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0F1D116F-6CAB-ABB3-1785-107C6E8C11E5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0AA3F480-4D50-DCFA-A5D8-28BFB13FD790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9AF8C201-3447-03CF-BF6B-83AC6A5C1E3F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6" name="Graphic 14">
              <a:extLst>
                <a:ext uri="{FF2B5EF4-FFF2-40B4-BE49-F238E27FC236}">
                  <a16:creationId xmlns:a16="http://schemas.microsoft.com/office/drawing/2014/main" id="{3D7E42EC-4DC6-63B2-42B9-E1A4B7D9D870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A85D9941-793D-CE8F-2B50-73256A3B6D80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932EBA33-6259-3A2C-CE3C-CFB523BB7C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49" name="Graphic 14">
              <a:extLst>
                <a:ext uri="{FF2B5EF4-FFF2-40B4-BE49-F238E27FC236}">
                  <a16:creationId xmlns:a16="http://schemas.microsoft.com/office/drawing/2014/main" id="{7160702C-4516-A0F6-92A4-334473A3C048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6AF29871-D8E1-5381-EA97-0FB6F5AA46A5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117C31BA-6503-DAD2-7B66-181F6ECE3769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2" name="Graphic 14">
              <a:extLst>
                <a:ext uri="{FF2B5EF4-FFF2-40B4-BE49-F238E27FC236}">
                  <a16:creationId xmlns:a16="http://schemas.microsoft.com/office/drawing/2014/main" id="{490EACBB-9322-5A6E-D1AF-5AEB43874817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ECBAA4A5-43B9-4B74-FCA1-F8085CCD3FF2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1DB4311F-1E07-9BF2-E4F8-28C189E320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55" name="Graphic 14">
              <a:extLst>
                <a:ext uri="{FF2B5EF4-FFF2-40B4-BE49-F238E27FC236}">
                  <a16:creationId xmlns:a16="http://schemas.microsoft.com/office/drawing/2014/main" id="{09A591F4-A13C-CF5E-CDE0-3A3E3F9FD5A6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383CC640-8002-FA25-701B-75DD4B591F8E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D210917A-2A8D-120A-5845-5EBEBA8FCE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610FCE18-9F33-CBB0-6866-DFFEFD076CC6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59" name="Graphic 14">
              <a:extLst>
                <a:ext uri="{FF2B5EF4-FFF2-40B4-BE49-F238E27FC236}">
                  <a16:creationId xmlns:a16="http://schemas.microsoft.com/office/drawing/2014/main" id="{A97EA81F-2CCB-68E8-2F25-B02AB6F98EC1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59A740E2-61F2-424C-A9F0-95009556B04A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85A65395-F657-5A62-3C26-8FF84AB988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62" name="Graphic 14">
              <a:extLst>
                <a:ext uri="{FF2B5EF4-FFF2-40B4-BE49-F238E27FC236}">
                  <a16:creationId xmlns:a16="http://schemas.microsoft.com/office/drawing/2014/main" id="{0A01C80F-0977-389C-4A59-88B07C636D58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AE1BD50D-F3B0-BAA6-9929-1169323105B7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654800DE-1DFE-682B-A16A-FE7BCF819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" name="Graphic 14">
            <a:extLst>
              <a:ext uri="{FF2B5EF4-FFF2-40B4-BE49-F238E27FC236}">
                <a16:creationId xmlns:a16="http://schemas.microsoft.com/office/drawing/2014/main" id="{3D15D366-C486-4002-7A80-9D991ED874BC}"/>
              </a:ext>
            </a:extLst>
          </p:cNvPr>
          <p:cNvGrpSpPr/>
          <p:nvPr/>
        </p:nvGrpSpPr>
        <p:grpSpPr>
          <a:xfrm>
            <a:off x="6440311" y="376646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49B4DD2-6532-BE2A-B2FF-B5ED4DE2B00A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FB60D7-67B2-035B-1169-D98ADF668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8" name="Graphic 14">
            <a:extLst>
              <a:ext uri="{FF2B5EF4-FFF2-40B4-BE49-F238E27FC236}">
                <a16:creationId xmlns:a16="http://schemas.microsoft.com/office/drawing/2014/main" id="{F13EB090-7F89-E1C7-C72F-57D45ACF9670}"/>
              </a:ext>
            </a:extLst>
          </p:cNvPr>
          <p:cNvGrpSpPr/>
          <p:nvPr/>
        </p:nvGrpSpPr>
        <p:grpSpPr>
          <a:xfrm>
            <a:off x="7476966" y="332792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289A2AD-38C4-B689-5ECA-B77AC3D79AD1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90ABF29-487C-5DD4-9C81-8313CE98D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3" name="Graphic 14">
            <a:extLst>
              <a:ext uri="{FF2B5EF4-FFF2-40B4-BE49-F238E27FC236}">
                <a16:creationId xmlns:a16="http://schemas.microsoft.com/office/drawing/2014/main" id="{37ED8B0F-93FC-B0E5-73FA-E678DD971DAF}"/>
              </a:ext>
            </a:extLst>
          </p:cNvPr>
          <p:cNvGrpSpPr/>
          <p:nvPr/>
        </p:nvGrpSpPr>
        <p:grpSpPr>
          <a:xfrm>
            <a:off x="7364706" y="4738292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D024CD7-CCA6-0260-4F88-203B2965B9DD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4F51F28-1DA8-CC55-BD5C-6888F082D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6" name="Graphic 14">
            <a:extLst>
              <a:ext uri="{FF2B5EF4-FFF2-40B4-BE49-F238E27FC236}">
                <a16:creationId xmlns:a16="http://schemas.microsoft.com/office/drawing/2014/main" id="{A9E2920D-43C1-17A2-E5A4-3C56583F2146}"/>
              </a:ext>
            </a:extLst>
          </p:cNvPr>
          <p:cNvGrpSpPr/>
          <p:nvPr/>
        </p:nvGrpSpPr>
        <p:grpSpPr>
          <a:xfrm>
            <a:off x="7364706" y="4738292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6CEF156-876E-8E67-D446-916093E65214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F6B93FE-3601-3527-AD23-338AC68C9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6387533-E8A9-CC76-E466-4ACA687937A3}"/>
              </a:ext>
            </a:extLst>
          </p:cNvPr>
          <p:cNvGrpSpPr/>
          <p:nvPr/>
        </p:nvGrpSpPr>
        <p:grpSpPr>
          <a:xfrm>
            <a:off x="4739365" y="1241295"/>
            <a:ext cx="6107723" cy="1264189"/>
            <a:chOff x="4739365" y="1241295"/>
            <a:chExt cx="6107723" cy="1264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B732D9B-6411-7780-77B7-A87647B153F9}"/>
                    </a:ext>
                  </a:extLst>
                </p:cNvPr>
                <p:cNvSpPr txBox="1"/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B732D9B-6411-7780-77B7-A87647B15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blipFill>
                  <a:blip r:embed="rId23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4C14D91-9FFE-8DC8-9FA8-94F6CC018A1B}"/>
                </a:ext>
              </a:extLst>
            </p:cNvPr>
            <p:cNvSpPr txBox="1"/>
            <p:nvPr/>
          </p:nvSpPr>
          <p:spPr>
            <a:xfrm>
              <a:off x="4751088" y="124129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Producer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BB0;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Consumer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BB3;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32E5E9F-4A85-79E1-A28B-D3E800489316}"/>
                    </a:ext>
                  </a:extLst>
                </p:cNvPr>
                <p:cNvSpPr txBox="1"/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𝑐𝑜𝑛𝑠</m:t>
                            </m:r>
                          </m:sub>
                        </m:sSub>
                        <m:r>
                          <a:rPr lang="ar-AE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b="0" i="1" dirty="0" smtClean="0">
                            <a:solidFill>
                              <a:srgbClr val="62731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b="0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 lang="ar-AE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32E5E9F-4A85-79E1-A28B-D3E8004893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blipFill>
                  <a:blip r:embed="rId24"/>
                  <a:stretch>
                    <a:fillRect t="-6667" r="-1852" b="-2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005484-675C-288E-7E66-9E3678E7F9EF}"/>
              </a:ext>
            </a:extLst>
          </p:cNvPr>
          <p:cNvCxnSpPr>
            <a:cxnSpLocks/>
          </p:cNvCxnSpPr>
          <p:nvPr/>
        </p:nvCxnSpPr>
        <p:spPr>
          <a:xfrm>
            <a:off x="2099066" y="2320529"/>
            <a:ext cx="544819" cy="54533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113F4B-8E8A-9EDC-3BFB-469B50BDBD70}"/>
              </a:ext>
            </a:extLst>
          </p:cNvPr>
          <p:cNvCxnSpPr>
            <a:cxnSpLocks/>
          </p:cNvCxnSpPr>
          <p:nvPr/>
        </p:nvCxnSpPr>
        <p:spPr>
          <a:xfrm>
            <a:off x="2238833" y="3874467"/>
            <a:ext cx="638489" cy="4308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A17220C-05A7-FBBD-65B2-DA6A83F69FC1}"/>
              </a:ext>
            </a:extLst>
          </p:cNvPr>
          <p:cNvCxnSpPr>
            <a:cxnSpLocks/>
          </p:cNvCxnSpPr>
          <p:nvPr/>
        </p:nvCxnSpPr>
        <p:spPr>
          <a:xfrm flipH="1">
            <a:off x="2134668" y="3120696"/>
            <a:ext cx="538958" cy="38600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726C7483-1694-0687-1455-CF03D507AF8D}"/>
              </a:ext>
            </a:extLst>
          </p:cNvPr>
          <p:cNvSpPr/>
          <p:nvPr/>
        </p:nvSpPr>
        <p:spPr>
          <a:xfrm>
            <a:off x="2751816" y="4394556"/>
            <a:ext cx="453886" cy="4538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3715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FA491-B351-B0DC-1F67-A7E04979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E270EB-7403-B493-A885-E072A0271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9B77C2-84C9-3DFC-4D14-71811A82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26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C25684-CE4D-2497-5620-4EA54CDDA79E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D10B4C9-2406-95F3-E2A2-F53BCD74ED0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328AE2B4-AFFD-DBD6-29CF-4BA59C0DA32E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06385E62-8EEB-9AA8-67F6-7DA79F0051B4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3522CE49-5280-9403-476C-699A383EF733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5E4241A9-6EE7-6809-15B9-6F945E9C41FB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E2290531-DD2C-2856-EB8E-C160470D38E9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0982A46F-01C3-9192-4172-D0BD7130A06F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ED880966-BBF0-176A-61F9-8FD6C243C7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4C547C8F-5B0C-0C20-E7C0-91F3CEFA0F57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9173A1CD-40B8-2179-D9DA-5AE781E002C4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BFE60201-7070-C063-989F-D5C5573A77D9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E97B08AA-9A77-F194-B2EF-4C7916818139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5B593655-A6AB-561D-6396-AB531719C7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DCEBAD2E-2F0B-6966-8D82-8C5B944F89E7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7AD1A815-7611-9E94-CB4A-9112C75FEC1B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0CE14B32-8E79-08EC-9C7B-15AA52233A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84926024-A258-E41A-5675-C6FECB64477B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EDB43965-6D6A-063C-6AAC-D9ACA9CCB4B8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69ED7A5D-D4F6-1E42-79CD-A529D6F95030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DDAADD3B-8623-08B2-F11B-64ABBD2BE231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29D250CC-2F1D-010B-8670-9CEE75A6F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F12FC228-AD24-ED8A-9BC2-7AA3EFE00A97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9343C97F-56DD-BDE4-D02D-046C2FBBBFEC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FFB1C8B5-DFFE-4DCA-83F9-1CA268E529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CF23FDA1-3D5E-4795-5383-142ADE8F0F32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FC7921A5-94B7-C9D6-3AF6-F04444219080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09A55329-E558-829F-2409-027E89AFF2AF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4DD3A529-DAA1-09B6-EC74-D911107F9A38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BAE02A9A-629A-3A8D-6515-BF28C0594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E1433689-8182-4421-24F3-2EA384BE7B9F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5E8151C7-2FAB-ECC1-FF8F-739250FCC1CA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0406628B-5349-9102-C500-299C1283F8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5786692D-A984-F5BB-5C40-CBADD3C685E8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89239D02-BE56-F269-4298-BFB011012A65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0A8F2CA1-F640-4B20-3172-286474327E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8ACC7F17-854C-A6D5-E123-00B469672062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E7440DFA-3F44-E55A-06D0-F33F0BC9CE70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5BBF7CA7-0EA1-7EA2-F2C0-FCFC5B7203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FE991F32-D53D-7FE0-7F5A-24EFD1EEB56C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27187B96-F1AB-2CC3-3FF0-EA7EF9906654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797EE66F-12C9-B7CA-A22C-276C7D2634B1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1FDBB894-1EDA-17AA-3E83-05452DA426C6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C9D010C6-C6EF-38B0-F59A-F05A8F0635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DED7B7CA-A013-A888-1C79-49310ED150CA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0B0E3DE4-8BC3-1B17-B8D1-C13940E8C2A5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B13E7DC4-C3AC-AEDD-D531-8B0C1F6E2301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498C0781-DCC8-76C9-7BF6-A1752F682F5F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42A30890-C97B-F798-A1BE-2C4DCE9A0C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7507E881-F935-6F11-F7B9-C77618186643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DF7C3E0F-7A7F-72BB-EBB2-28A6C8E8AA10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2FA5C976-399B-8BC6-DEEB-3EF7CCC81E87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F68E08D9-BD18-282B-B434-F352A7224F7F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B479FE3F-E906-2432-BA17-7D30095EE466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5F87C9F1-D20B-271F-F2C0-57A2E36775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19F550EF-F4FC-13A1-BA4A-3CEB96452CBA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53AC6EE7-EAE6-DBD0-5C14-F5A6D7FC0071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010264DB-1F99-D253-15E6-EFF213D0F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42DBD96C-58FE-5AF6-1BD0-D239BA713E49}"/>
              </a:ext>
            </a:extLst>
          </p:cNvPr>
          <p:cNvGrpSpPr/>
          <p:nvPr/>
        </p:nvGrpSpPr>
        <p:grpSpPr>
          <a:xfrm>
            <a:off x="5976077" y="2724604"/>
            <a:ext cx="3646022" cy="3440475"/>
            <a:chOff x="5082367" y="3054055"/>
            <a:chExt cx="3566567" cy="3365499"/>
          </a:xfrm>
        </p:grpSpPr>
        <p:grpSp>
          <p:nvGrpSpPr>
            <p:cNvPr id="174" name="Graphic 14">
              <a:extLst>
                <a:ext uri="{FF2B5EF4-FFF2-40B4-BE49-F238E27FC236}">
                  <a16:creationId xmlns:a16="http://schemas.microsoft.com/office/drawing/2014/main" id="{F4B234DE-2605-FAC1-2E44-F46F0CAECF4B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F52A493-4CAE-A046-F73C-ECF4F4B6726A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F7726FB3-02F3-E95E-3AFE-9B09D64589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4">
              <a:extLst>
                <a:ext uri="{FF2B5EF4-FFF2-40B4-BE49-F238E27FC236}">
                  <a16:creationId xmlns:a16="http://schemas.microsoft.com/office/drawing/2014/main" id="{4719DE50-8825-A5C9-CF0E-2D13FB4267E8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F5AF05F2-EAC7-38FD-2E13-D5991712D4DC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CA90C6FE-646B-E624-6435-53503C98FA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8" name="Graphic 14">
              <a:extLst>
                <a:ext uri="{FF2B5EF4-FFF2-40B4-BE49-F238E27FC236}">
                  <a16:creationId xmlns:a16="http://schemas.microsoft.com/office/drawing/2014/main" id="{2A24B43D-97D8-A798-F989-6F6B75B9174B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266A8A77-C7BB-F4EC-1CED-89C2A36EC760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99A8AE2D-529A-B822-4FE0-A1814D75597F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1" name="Graphic 14">
              <a:extLst>
                <a:ext uri="{FF2B5EF4-FFF2-40B4-BE49-F238E27FC236}">
                  <a16:creationId xmlns:a16="http://schemas.microsoft.com/office/drawing/2014/main" id="{69DF49D8-DCCA-F9CB-116C-A0FF182FE90A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A7738E67-AE67-C30A-9414-652BF95FE988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0CFF0856-B1F1-0B4E-7BED-0AA5D3BF7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14">
              <a:extLst>
                <a:ext uri="{FF2B5EF4-FFF2-40B4-BE49-F238E27FC236}">
                  <a16:creationId xmlns:a16="http://schemas.microsoft.com/office/drawing/2014/main" id="{BAA29464-4756-3DB1-8B4F-88C3FF467116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06259192-166C-839C-E219-CAF1DFF8D24F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55543436-4401-4706-B14A-F39F298C0707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7" name="Graphic 14">
              <a:extLst>
                <a:ext uri="{FF2B5EF4-FFF2-40B4-BE49-F238E27FC236}">
                  <a16:creationId xmlns:a16="http://schemas.microsoft.com/office/drawing/2014/main" id="{1570DA34-68CA-C8F1-A913-53272DED749C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C357AAD3-8922-B0F2-E7E2-01185D0C0441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72DCD894-8979-10C6-03D9-CB84D7E395BE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0" name="Graphic 14">
              <a:extLst>
                <a:ext uri="{FF2B5EF4-FFF2-40B4-BE49-F238E27FC236}">
                  <a16:creationId xmlns:a16="http://schemas.microsoft.com/office/drawing/2014/main" id="{5E4EE987-780B-82D6-B997-3EAC64F89028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7311AC4C-267C-F2C5-4E51-39446AF7789B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D45EC0C3-5131-B21D-E4B0-7D32830CAD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3" name="Graphic 14">
              <a:extLst>
                <a:ext uri="{FF2B5EF4-FFF2-40B4-BE49-F238E27FC236}">
                  <a16:creationId xmlns:a16="http://schemas.microsoft.com/office/drawing/2014/main" id="{7A48A762-EAD9-9F1C-26D9-7CC1C1F44008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4FC84BAE-981D-5B5C-BE0D-12AE7B4C292C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A45FEDAE-6EDB-A9B8-D3C2-E416C7A2A6EF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6" name="Graphic 14">
              <a:extLst>
                <a:ext uri="{FF2B5EF4-FFF2-40B4-BE49-F238E27FC236}">
                  <a16:creationId xmlns:a16="http://schemas.microsoft.com/office/drawing/2014/main" id="{D9EF5F8C-9AB2-965D-D917-3F61526B94BA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4EFFBE3B-CC6D-501A-275A-E5745F3429B2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9C52B420-FB0E-AA04-9D5C-A0B08A6BD6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9" name="Graphic 14">
              <a:extLst>
                <a:ext uri="{FF2B5EF4-FFF2-40B4-BE49-F238E27FC236}">
                  <a16:creationId xmlns:a16="http://schemas.microsoft.com/office/drawing/2014/main" id="{326424FF-BD65-B954-93A2-4BEBF4C7577D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3251F668-6B58-2FB1-1876-93AB9FD95D1B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100E2C14-E74C-AA23-775F-1272EF6D5A21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14">
              <a:extLst>
                <a:ext uri="{FF2B5EF4-FFF2-40B4-BE49-F238E27FC236}">
                  <a16:creationId xmlns:a16="http://schemas.microsoft.com/office/drawing/2014/main" id="{8A7F28B4-A5E7-577D-B8CC-58ADB4455B67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C050F76D-4235-40BE-9154-E4FB8A31264B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1658B103-EE30-2042-1CA6-4BAEDEDF808F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5" name="Graphic 14">
              <a:extLst>
                <a:ext uri="{FF2B5EF4-FFF2-40B4-BE49-F238E27FC236}">
                  <a16:creationId xmlns:a16="http://schemas.microsoft.com/office/drawing/2014/main" id="{3BFFB6D7-26AB-066F-6CC1-5411C60075DF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D5DAE082-B30F-EA26-953A-A266AEDA249B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75F08374-171A-239F-6F4B-D52C0C7626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14">
              <a:extLst>
                <a:ext uri="{FF2B5EF4-FFF2-40B4-BE49-F238E27FC236}">
                  <a16:creationId xmlns:a16="http://schemas.microsoft.com/office/drawing/2014/main" id="{498A668F-A73B-E81F-B2DA-2731A364C3A3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1B34122C-A544-0274-1F22-5DC60B797D88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2CDEE6EE-845C-1973-5CE1-C30017F333DB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1" name="Graphic 14">
              <a:extLst>
                <a:ext uri="{FF2B5EF4-FFF2-40B4-BE49-F238E27FC236}">
                  <a16:creationId xmlns:a16="http://schemas.microsoft.com/office/drawing/2014/main" id="{B13E6692-69DB-8991-4547-EBA340169C8E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E0FB07C-0235-65FD-E7DE-ACD2F16146B9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DAB5136C-C8F3-12D4-6E1D-ED3BFE5260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14">
              <a:extLst>
                <a:ext uri="{FF2B5EF4-FFF2-40B4-BE49-F238E27FC236}">
                  <a16:creationId xmlns:a16="http://schemas.microsoft.com/office/drawing/2014/main" id="{A7587515-7602-DC3F-0169-9E7E01A37106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E3A5A0E7-B9B6-9C63-0E86-9DD1FE448351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6" name="Picture 225">
                <a:extLst>
                  <a:ext uri="{FF2B5EF4-FFF2-40B4-BE49-F238E27FC236}">
                    <a16:creationId xmlns:a16="http://schemas.microsoft.com/office/drawing/2014/main" id="{2E864A66-7DAD-6546-7E5E-7866ADBD7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14">
              <a:extLst>
                <a:ext uri="{FF2B5EF4-FFF2-40B4-BE49-F238E27FC236}">
                  <a16:creationId xmlns:a16="http://schemas.microsoft.com/office/drawing/2014/main" id="{3EAA932B-66C7-AE5E-D58E-DCA3009745C0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2DA858BF-E4EC-49D5-C8F8-6A4A6FC1C7EC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9" name="Picture 228">
                <a:extLst>
                  <a:ext uri="{FF2B5EF4-FFF2-40B4-BE49-F238E27FC236}">
                    <a16:creationId xmlns:a16="http://schemas.microsoft.com/office/drawing/2014/main" id="{58C76BF2-A0EB-5BA9-43AE-4F1EFC163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0" name="Graphic 14">
              <a:extLst>
                <a:ext uri="{FF2B5EF4-FFF2-40B4-BE49-F238E27FC236}">
                  <a16:creationId xmlns:a16="http://schemas.microsoft.com/office/drawing/2014/main" id="{06BD489F-C5D7-6F09-9061-A75E8D703A66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56029BEB-49AB-77F1-5CFF-BBFD0765CA4F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B0DD1F69-47B7-62A6-30F7-A2A3A9CBDD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4">
              <a:extLst>
                <a:ext uri="{FF2B5EF4-FFF2-40B4-BE49-F238E27FC236}">
                  <a16:creationId xmlns:a16="http://schemas.microsoft.com/office/drawing/2014/main" id="{B5AB9602-C0D3-824D-B659-B030374E1B6F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EBE8F55C-D8F5-B2E8-F3FC-74C39E4D4028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48717A54-CA6A-EB37-F968-B87BF68583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42" name="Graphic 14">
              <a:extLst>
                <a:ext uri="{FF2B5EF4-FFF2-40B4-BE49-F238E27FC236}">
                  <a16:creationId xmlns:a16="http://schemas.microsoft.com/office/drawing/2014/main" id="{2CF8F88D-F5E6-5F8B-5546-4AC8E40F2F80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098B1285-9E2E-971D-B216-547B425838D6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AC06EFC8-F80A-5692-69EF-0E5B36600144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CFD3F834-615C-71E7-199D-60CB88F6EBE1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6" name="Graphic 14">
              <a:extLst>
                <a:ext uri="{FF2B5EF4-FFF2-40B4-BE49-F238E27FC236}">
                  <a16:creationId xmlns:a16="http://schemas.microsoft.com/office/drawing/2014/main" id="{B3CCB0CE-7933-1A98-1EAB-9279B6A06803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685615DB-2F32-ED52-EC4D-F75C8A2E7977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060A01F8-D176-E215-3488-B836E83B4D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49" name="Graphic 14">
              <a:extLst>
                <a:ext uri="{FF2B5EF4-FFF2-40B4-BE49-F238E27FC236}">
                  <a16:creationId xmlns:a16="http://schemas.microsoft.com/office/drawing/2014/main" id="{789B021C-F49E-F259-5BC1-DE3B2AD48423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1035E1D2-8EDB-0C25-A6A3-A287DECFF4EB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B777E2E5-CC92-3921-7CB4-93A09866A7CE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2" name="Graphic 14">
              <a:extLst>
                <a:ext uri="{FF2B5EF4-FFF2-40B4-BE49-F238E27FC236}">
                  <a16:creationId xmlns:a16="http://schemas.microsoft.com/office/drawing/2014/main" id="{E6931025-143B-85F2-887D-0C6A38D3D3C0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A824823D-E342-5B32-2A6C-6B8378579A53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1E695DFD-13EC-EB2A-2610-E131045BDE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55" name="Graphic 14">
              <a:extLst>
                <a:ext uri="{FF2B5EF4-FFF2-40B4-BE49-F238E27FC236}">
                  <a16:creationId xmlns:a16="http://schemas.microsoft.com/office/drawing/2014/main" id="{7E183483-BDC9-1B70-1440-12EAB0DFD85C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2A17E8D9-2256-5D8E-73C7-4A8FD1305C29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8181ADCC-3B7D-2578-0599-C8B72BCE4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ED9ACEE5-0CF2-E42B-2089-27F1B5AFA166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59" name="Graphic 14">
              <a:extLst>
                <a:ext uri="{FF2B5EF4-FFF2-40B4-BE49-F238E27FC236}">
                  <a16:creationId xmlns:a16="http://schemas.microsoft.com/office/drawing/2014/main" id="{B1CF5778-F7CF-88C8-7356-8D0D5389A150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A75654E2-1701-0AF0-E456-EBCFB9E51AFF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F14ECDD7-46BE-B5DD-FC70-F707B53849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62" name="Graphic 14">
              <a:extLst>
                <a:ext uri="{FF2B5EF4-FFF2-40B4-BE49-F238E27FC236}">
                  <a16:creationId xmlns:a16="http://schemas.microsoft.com/office/drawing/2014/main" id="{D3CF39B3-430A-079A-E8B5-4E9C191304DE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FAC40171-A209-6A9D-D822-A7782F970E80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FB01529A-8E85-9E0E-4527-9673597ACC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" name="Graphic 14">
            <a:extLst>
              <a:ext uri="{FF2B5EF4-FFF2-40B4-BE49-F238E27FC236}">
                <a16:creationId xmlns:a16="http://schemas.microsoft.com/office/drawing/2014/main" id="{104537AB-57CA-A4F0-5AEC-C81AD213753E}"/>
              </a:ext>
            </a:extLst>
          </p:cNvPr>
          <p:cNvGrpSpPr/>
          <p:nvPr/>
        </p:nvGrpSpPr>
        <p:grpSpPr>
          <a:xfrm>
            <a:off x="6040436" y="5460761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FBC0431-87D0-9BC6-539F-7ACE9448DACE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A0BA5B1-07E8-FFBC-4131-562CD2EA3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8" name="Graphic 14">
            <a:extLst>
              <a:ext uri="{FF2B5EF4-FFF2-40B4-BE49-F238E27FC236}">
                <a16:creationId xmlns:a16="http://schemas.microsoft.com/office/drawing/2014/main" id="{620173B0-3D0C-F949-253C-C9B305B9B71E}"/>
              </a:ext>
            </a:extLst>
          </p:cNvPr>
          <p:cNvGrpSpPr/>
          <p:nvPr/>
        </p:nvGrpSpPr>
        <p:grpSpPr>
          <a:xfrm>
            <a:off x="7476966" y="332792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6E52F7-EEA7-5A30-BC7B-F8867E797B4F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46D843A-F417-01C3-6B78-435E984AF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3" name="Graphic 14">
            <a:extLst>
              <a:ext uri="{FF2B5EF4-FFF2-40B4-BE49-F238E27FC236}">
                <a16:creationId xmlns:a16="http://schemas.microsoft.com/office/drawing/2014/main" id="{DE8DA3B7-FA85-8032-6311-70C274B80443}"/>
              </a:ext>
            </a:extLst>
          </p:cNvPr>
          <p:cNvGrpSpPr/>
          <p:nvPr/>
        </p:nvGrpSpPr>
        <p:grpSpPr>
          <a:xfrm>
            <a:off x="6032204" y="5460761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6B8B3DF-8716-2FE3-E27B-00A10927FCC6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609F41C-BEA8-9ADE-207E-4A0BC2032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37B63C1-6099-7914-024D-EB4F31412BAC}"/>
              </a:ext>
            </a:extLst>
          </p:cNvPr>
          <p:cNvGrpSpPr/>
          <p:nvPr/>
        </p:nvGrpSpPr>
        <p:grpSpPr>
          <a:xfrm>
            <a:off x="4739365" y="1241295"/>
            <a:ext cx="6107723" cy="1264189"/>
            <a:chOff x="4739365" y="1241295"/>
            <a:chExt cx="6107723" cy="1264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4ACD048-4EE1-FA7F-37C5-90828D7C81C1}"/>
                    </a:ext>
                  </a:extLst>
                </p:cNvPr>
                <p:cNvSpPr txBox="1"/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4ACD048-4EE1-FA7F-37C5-90828D7C8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blipFill>
                  <a:blip r:embed="rId23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C7141F0-3A36-27FE-94D0-4F9D260B1626}"/>
                </a:ext>
              </a:extLst>
            </p:cNvPr>
            <p:cNvSpPr txBox="1"/>
            <p:nvPr/>
          </p:nvSpPr>
          <p:spPr>
            <a:xfrm>
              <a:off x="4751088" y="124129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Producer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BB0;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Consumer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BB3;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41555C0-8A12-AFD1-A266-E6F3969E1241}"/>
                    </a:ext>
                  </a:extLst>
                </p:cNvPr>
                <p:cNvSpPr txBox="1"/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𝑐𝑜𝑛𝑠</m:t>
                            </m:r>
                          </m:sub>
                        </m:sSub>
                        <m:r>
                          <a:rPr lang="ar-AE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b="0" i="1" dirty="0" smtClean="0">
                            <a:solidFill>
                              <a:srgbClr val="62731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b="0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 lang="ar-AE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41555C0-8A12-AFD1-A266-E6F3969E1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blipFill>
                  <a:blip r:embed="rId24"/>
                  <a:stretch>
                    <a:fillRect t="-6667" r="-1852" b="-2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141532-4725-ACFB-B452-14E54BCAEBDD}"/>
              </a:ext>
            </a:extLst>
          </p:cNvPr>
          <p:cNvCxnSpPr>
            <a:cxnSpLocks/>
          </p:cNvCxnSpPr>
          <p:nvPr/>
        </p:nvCxnSpPr>
        <p:spPr>
          <a:xfrm>
            <a:off x="2099066" y="2320529"/>
            <a:ext cx="544819" cy="54533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13A216-2BCF-10E9-F96A-1792E1013D7F}"/>
              </a:ext>
            </a:extLst>
          </p:cNvPr>
          <p:cNvCxnSpPr>
            <a:cxnSpLocks/>
          </p:cNvCxnSpPr>
          <p:nvPr/>
        </p:nvCxnSpPr>
        <p:spPr>
          <a:xfrm>
            <a:off x="2238833" y="3874467"/>
            <a:ext cx="638489" cy="4308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AA7671-DAFD-2982-3B49-4060CEC948B5}"/>
              </a:ext>
            </a:extLst>
          </p:cNvPr>
          <p:cNvCxnSpPr>
            <a:cxnSpLocks/>
          </p:cNvCxnSpPr>
          <p:nvPr/>
        </p:nvCxnSpPr>
        <p:spPr>
          <a:xfrm flipH="1">
            <a:off x="2134668" y="3120696"/>
            <a:ext cx="538958" cy="38600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4CA80C8C-6F88-591F-6A0F-D5CAD3CD3F82}"/>
              </a:ext>
            </a:extLst>
          </p:cNvPr>
          <p:cNvSpPr/>
          <p:nvPr/>
        </p:nvSpPr>
        <p:spPr>
          <a:xfrm>
            <a:off x="2751816" y="4394556"/>
            <a:ext cx="453886" cy="4538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CE482A-2A20-9FB4-738B-87368B5C2B58}"/>
              </a:ext>
            </a:extLst>
          </p:cNvPr>
          <p:cNvSpPr/>
          <p:nvPr/>
        </p:nvSpPr>
        <p:spPr>
          <a:xfrm>
            <a:off x="7387459" y="3270486"/>
            <a:ext cx="428482" cy="369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653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3D492-3008-95F3-B246-4DA230264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3E6A9F-CFB6-070D-E263-A40E9B74E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2C27EB-9C47-E4D2-2D12-2BDF1EBD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27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87B310-1EA5-03C4-3E17-7C6FAB305AD9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338EFE6A-2ED0-3F88-1EBE-E4C51D2CED8A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94A4739E-4E21-FFA8-1D89-33B55BB5DFCA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2A5FFCE-404E-DA6F-D3CD-27B2F3E5EF26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1CB36BEA-113C-B0EB-CF18-79C2C79A21D7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B307D81D-4137-4C9E-7B2F-E6F8D354A5ED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92AE3BEF-0F79-EE74-9E13-1423391DC2DF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2952898E-A1EA-4889-6D83-0C2602471D09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7729DCAE-5873-57AB-81F5-A9656D6134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49ADBDDD-0A7A-33AF-2280-D24DAC4B5848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55E2EB8A-793B-54C4-A50C-1698346D3D8E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3C3FE853-9906-A485-EB5F-F0C9458482C8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9BD66C22-D5D2-F4D1-D094-0F94C3EB26BB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0B3221A1-8A13-6CF4-3AD7-99D2B7B14B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4E1156F3-2B28-8582-5D0E-C27F79FA7A8E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F5EE92C4-0C50-EAFB-2AAF-984EF4783B63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F7BD85B4-780E-3D1F-84A3-0F5301C19D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6E697223-A82C-6B96-F3D9-73EB72D73554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695BB568-4D77-C3AB-A692-444EF7ABA4BA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E70998C1-8D0B-99A0-87C9-ACAD31DDA7B2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045A97DC-67CA-2F5E-B7DF-FA25B4C1F559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52E774F3-85FE-E217-5280-457FD981C4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F9FF9179-1913-98DF-A4BC-A86B3DD81BF0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BEA96F30-B625-1A42-6794-D35306ED1AD5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47DF2984-B7E6-0F6F-E6DB-3613E53860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F5F62919-4B6A-B5B1-C118-0D18D9C790E9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DB1D49BA-AF80-29F9-DBB5-A82C79DC86FB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B99BA8DB-224A-8C65-BF1A-AECF5BA8FC68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B9FBAB21-5832-4F31-1BC4-3F57FEC1738E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F2EFDE90-9616-B44A-65F4-FEFFB290BA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35D1891A-547C-B21B-874E-8F43A0CE5812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C878B937-AA4F-F5D7-D1F4-EE3F16524EA2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0DCAA551-7383-05D4-FCBE-D3049BE4DE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672213B2-5078-BD85-CFC6-B80604096C64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FBC6EBC9-5BFF-D926-D5E1-D1EAE8C84861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5DADBBB3-62D1-AB07-CABB-C98EB01C66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9B1F3A5B-901E-1EE8-6AD2-6AAB95C793F8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1A5E6B3A-1D28-1410-A654-39E937464CB7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EB5FD858-A9FB-7092-583C-DA88C028B1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94EA6E28-21DC-BBB1-49F3-2EEAFBCE9A23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B028FC1A-2C77-7872-C05F-AEA15E19BF7F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17AABBC9-B7EC-BD9C-5982-D8750BB600B0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8BA95F3C-BFF3-18C3-4A2D-1AF7635DC424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E8BC689C-1B68-64CF-CDDC-69C7F6599A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0F2D4F9C-0C4F-C315-E9BA-4033B5460E21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3883FB9F-4F1A-BEF4-DEED-180E2663F973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3CB8DDAD-634B-4CE2-16A0-413C808C487F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A19A24A9-83D5-6D70-FC16-255E0D23181D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01C798A5-B7B6-CA09-4A47-3D1D665B4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2BCD7197-A321-05A3-E25D-8FB51701AB74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D91C8B63-3875-AB34-96E4-69AA438B9B58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325F40C0-4D6B-43C3-8365-AD5EAE319A2B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83C4E683-B6EC-2349-CFE8-B993377EC02D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72F72865-12DC-7F94-7AEE-444E53CBA8AE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2B77E0F5-3561-CA12-1586-A606876F8E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24ADD00A-1776-FAE5-25C8-3C5CECD22C84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72E8DE50-463B-F72D-CCC3-E94E38E59A08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B62B4D79-82A0-FCFA-5754-C329CF8C87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276777CB-7B12-AC9F-91E8-1AC2FDB97B68}"/>
              </a:ext>
            </a:extLst>
          </p:cNvPr>
          <p:cNvGrpSpPr/>
          <p:nvPr/>
        </p:nvGrpSpPr>
        <p:grpSpPr>
          <a:xfrm>
            <a:off x="5976077" y="2724604"/>
            <a:ext cx="3646022" cy="3440475"/>
            <a:chOff x="5082367" y="3054055"/>
            <a:chExt cx="3566567" cy="3365499"/>
          </a:xfrm>
        </p:grpSpPr>
        <p:grpSp>
          <p:nvGrpSpPr>
            <p:cNvPr id="174" name="Graphic 14">
              <a:extLst>
                <a:ext uri="{FF2B5EF4-FFF2-40B4-BE49-F238E27FC236}">
                  <a16:creationId xmlns:a16="http://schemas.microsoft.com/office/drawing/2014/main" id="{0711220C-0210-A62A-1A1E-889611D0DDCA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714BC7D-A277-99F9-EBC6-98E671DEFCF6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C47AD5C2-AC80-5F2D-F8D9-31928289D5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4">
              <a:extLst>
                <a:ext uri="{FF2B5EF4-FFF2-40B4-BE49-F238E27FC236}">
                  <a16:creationId xmlns:a16="http://schemas.microsoft.com/office/drawing/2014/main" id="{1E0ADC3C-3AAA-299C-0915-0AB128BF8385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2B349306-8E66-89AB-98AC-3D039EC19E28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F5CD67FD-A482-D1E4-6808-5031BF4B6B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8" name="Graphic 14">
              <a:extLst>
                <a:ext uri="{FF2B5EF4-FFF2-40B4-BE49-F238E27FC236}">
                  <a16:creationId xmlns:a16="http://schemas.microsoft.com/office/drawing/2014/main" id="{D9DE6D97-CF6E-B165-2C8D-406544068C59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E558EAF0-E2F5-C393-C5D0-8A86E1C33DA5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7D232E96-02B9-88F0-8EEB-E4E7BEBE9965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1" name="Graphic 14">
              <a:extLst>
                <a:ext uri="{FF2B5EF4-FFF2-40B4-BE49-F238E27FC236}">
                  <a16:creationId xmlns:a16="http://schemas.microsoft.com/office/drawing/2014/main" id="{737E3DE9-EDD5-4551-947C-B36375D9908B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71F5101E-88D5-57CA-4FC1-69308B128AFA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E7E582AE-8BA4-98FA-69EC-D9648F1D50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14">
              <a:extLst>
                <a:ext uri="{FF2B5EF4-FFF2-40B4-BE49-F238E27FC236}">
                  <a16:creationId xmlns:a16="http://schemas.microsoft.com/office/drawing/2014/main" id="{124CEDB8-1BDC-0E7E-170C-DA6EC08CE4E7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B4830816-0DBF-5A21-EBE9-27F809E52003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216BE681-2123-AB0D-F4DE-F9866E78873A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7" name="Graphic 14">
              <a:extLst>
                <a:ext uri="{FF2B5EF4-FFF2-40B4-BE49-F238E27FC236}">
                  <a16:creationId xmlns:a16="http://schemas.microsoft.com/office/drawing/2014/main" id="{AADF55A5-8C67-5F38-18F4-60A7F74A362A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6323227D-381B-73ED-2F6A-463E53EF98ED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E50F33DF-B398-140D-51BD-B7CA708F8583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0" name="Graphic 14">
              <a:extLst>
                <a:ext uri="{FF2B5EF4-FFF2-40B4-BE49-F238E27FC236}">
                  <a16:creationId xmlns:a16="http://schemas.microsoft.com/office/drawing/2014/main" id="{317E5CB9-A8D1-BD3E-97D7-76B24928157F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E49BB189-54AB-6695-80C4-5CD507A88B79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EA5B167B-9DF4-4DF4-BD7E-6B2FCA978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3" name="Graphic 14">
              <a:extLst>
                <a:ext uri="{FF2B5EF4-FFF2-40B4-BE49-F238E27FC236}">
                  <a16:creationId xmlns:a16="http://schemas.microsoft.com/office/drawing/2014/main" id="{BCE9163B-394C-D1E4-6BFC-42B331B4DAC0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E3E4B3F8-CE0A-7B9E-CBBD-B850A4CD425C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0799381D-9B94-5DC6-97FD-D4E5C56E423A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6" name="Graphic 14">
              <a:extLst>
                <a:ext uri="{FF2B5EF4-FFF2-40B4-BE49-F238E27FC236}">
                  <a16:creationId xmlns:a16="http://schemas.microsoft.com/office/drawing/2014/main" id="{7865A1D4-B014-3944-1326-0B86FA7B8A7F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77F3B148-E088-910C-8A72-9AF19B6BF233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F6C4FE29-C979-3E4E-B593-FEFA359F6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9" name="Graphic 14">
              <a:extLst>
                <a:ext uri="{FF2B5EF4-FFF2-40B4-BE49-F238E27FC236}">
                  <a16:creationId xmlns:a16="http://schemas.microsoft.com/office/drawing/2014/main" id="{E2E5758F-7FF7-D409-73C7-3160FA669DB4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9C591288-69AA-3A32-1BE5-0E81A31BA421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75331CE3-CF48-C51D-6422-91BEB68808DD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14">
              <a:extLst>
                <a:ext uri="{FF2B5EF4-FFF2-40B4-BE49-F238E27FC236}">
                  <a16:creationId xmlns:a16="http://schemas.microsoft.com/office/drawing/2014/main" id="{C84C6AEA-B261-826E-537A-CEDDA29977C0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9678288B-4D5D-7CCC-AF23-C69B0646282F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8071D82B-2DA2-7632-D66C-416A361120E4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5" name="Graphic 14">
              <a:extLst>
                <a:ext uri="{FF2B5EF4-FFF2-40B4-BE49-F238E27FC236}">
                  <a16:creationId xmlns:a16="http://schemas.microsoft.com/office/drawing/2014/main" id="{27456B45-D94F-2E2B-CC9F-0D3D98EA7F58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FC2A7A53-8785-4B28-E43C-ADAD0DCE0CC4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CB9F9A1C-9F83-D878-9CE5-F5538A41EE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14">
              <a:extLst>
                <a:ext uri="{FF2B5EF4-FFF2-40B4-BE49-F238E27FC236}">
                  <a16:creationId xmlns:a16="http://schemas.microsoft.com/office/drawing/2014/main" id="{93D1055B-2BF6-0C00-1438-F0BAE782BCCB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82A4C924-9CFA-1987-5850-D3AA67A236D8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30799BDA-89A3-2CFD-8CBD-8CCB868DF746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1" name="Graphic 14">
              <a:extLst>
                <a:ext uri="{FF2B5EF4-FFF2-40B4-BE49-F238E27FC236}">
                  <a16:creationId xmlns:a16="http://schemas.microsoft.com/office/drawing/2014/main" id="{B80A3B8F-F5A3-1769-4CBE-EAD897F22147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4C2DFDD8-9504-80F4-AFBA-4F2AE7D9ECD1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6090D493-64D2-086D-50B7-6B4E188E78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14">
              <a:extLst>
                <a:ext uri="{FF2B5EF4-FFF2-40B4-BE49-F238E27FC236}">
                  <a16:creationId xmlns:a16="http://schemas.microsoft.com/office/drawing/2014/main" id="{22C3D81D-4CF6-99D8-BE9F-7B8D44263E1A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BD8CB2B4-B57B-5EFF-8E3D-F4150C2A7935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6" name="Picture 225">
                <a:extLst>
                  <a:ext uri="{FF2B5EF4-FFF2-40B4-BE49-F238E27FC236}">
                    <a16:creationId xmlns:a16="http://schemas.microsoft.com/office/drawing/2014/main" id="{CB2E80AC-0D21-0240-70E5-D19DE026EE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14">
              <a:extLst>
                <a:ext uri="{FF2B5EF4-FFF2-40B4-BE49-F238E27FC236}">
                  <a16:creationId xmlns:a16="http://schemas.microsoft.com/office/drawing/2014/main" id="{C3117C8C-3026-F3DC-E39C-DBCCE7573E14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F7A09F41-928A-9A68-CB0B-E9AF6CCF4A95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9" name="Picture 228">
                <a:extLst>
                  <a:ext uri="{FF2B5EF4-FFF2-40B4-BE49-F238E27FC236}">
                    <a16:creationId xmlns:a16="http://schemas.microsoft.com/office/drawing/2014/main" id="{8348CD7C-E58A-24F8-756E-32D3444D85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0" name="Graphic 14">
              <a:extLst>
                <a:ext uri="{FF2B5EF4-FFF2-40B4-BE49-F238E27FC236}">
                  <a16:creationId xmlns:a16="http://schemas.microsoft.com/office/drawing/2014/main" id="{8515227C-8D6C-D14A-4A5D-B7111E8AC347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ED7168BA-618B-BF3D-129E-88C17D90CB3D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5E14C692-3C00-D246-6027-DBF9915431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4">
              <a:extLst>
                <a:ext uri="{FF2B5EF4-FFF2-40B4-BE49-F238E27FC236}">
                  <a16:creationId xmlns:a16="http://schemas.microsoft.com/office/drawing/2014/main" id="{228B12E5-057B-6DE2-BCA4-DA98CADFA7A8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4C3DD05C-7E37-FE18-8730-AF6C44B42FD8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2CCB6DA8-18B0-176C-ED98-0618719128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42" name="Graphic 14">
              <a:extLst>
                <a:ext uri="{FF2B5EF4-FFF2-40B4-BE49-F238E27FC236}">
                  <a16:creationId xmlns:a16="http://schemas.microsoft.com/office/drawing/2014/main" id="{ED0940D6-8B6D-D974-7E29-15F16A841E1E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9C9FE980-6A4C-F92F-DB8F-D6C14CA81E7E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16E641AC-7D44-D1F4-9A70-741002ACD893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75BA046A-7AB1-DB64-33B9-EEB88356D82C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6" name="Graphic 14">
              <a:extLst>
                <a:ext uri="{FF2B5EF4-FFF2-40B4-BE49-F238E27FC236}">
                  <a16:creationId xmlns:a16="http://schemas.microsoft.com/office/drawing/2014/main" id="{577BA903-4F73-11EC-57F1-5BDAD053B40E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DF807B20-6338-8BD6-5350-DF7E1C906E16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4911D5FA-8A2E-1CE1-0C7D-006E8F9E3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49" name="Graphic 14">
              <a:extLst>
                <a:ext uri="{FF2B5EF4-FFF2-40B4-BE49-F238E27FC236}">
                  <a16:creationId xmlns:a16="http://schemas.microsoft.com/office/drawing/2014/main" id="{92210904-8064-8562-AFE0-F48458DFD495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83AE139B-561E-F346-8BA7-C3B9E3211233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471A2C9B-B275-D003-423C-004DFA04553A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2" name="Graphic 14">
              <a:extLst>
                <a:ext uri="{FF2B5EF4-FFF2-40B4-BE49-F238E27FC236}">
                  <a16:creationId xmlns:a16="http://schemas.microsoft.com/office/drawing/2014/main" id="{13D93C14-3BB1-8DE3-C8E9-B42E2838F84C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210790AC-17DF-FB30-61B5-E6CE5EA07E65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96F9A18C-3595-7757-4117-4FFCF48E71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55" name="Graphic 14">
              <a:extLst>
                <a:ext uri="{FF2B5EF4-FFF2-40B4-BE49-F238E27FC236}">
                  <a16:creationId xmlns:a16="http://schemas.microsoft.com/office/drawing/2014/main" id="{06BD49FB-C2F7-F45D-0F07-888AB87279AE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A8AC1371-813C-9A7A-2E1A-C90C659426E9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009BA03A-F8A3-2A6A-ED57-C681984DC7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AA85F65A-11A4-9E5F-5960-E1996A40CAD4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59" name="Graphic 14">
              <a:extLst>
                <a:ext uri="{FF2B5EF4-FFF2-40B4-BE49-F238E27FC236}">
                  <a16:creationId xmlns:a16="http://schemas.microsoft.com/office/drawing/2014/main" id="{54DFE88B-CC0B-C404-6BFB-F66E7709F4A4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B5139A80-9FC9-2B78-B8BB-CB04D1BA6C07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630AAEDD-8A3F-90B7-1BAE-514D4580E4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62" name="Graphic 14">
              <a:extLst>
                <a:ext uri="{FF2B5EF4-FFF2-40B4-BE49-F238E27FC236}">
                  <a16:creationId xmlns:a16="http://schemas.microsoft.com/office/drawing/2014/main" id="{575E18DB-BC8A-EC39-843E-4DA6A9EA9855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301BEBC3-9540-DF0F-6A22-E49C5255F3B9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A74A54FF-D43B-94A9-EC1C-32D578692F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8" name="Graphic 14">
            <a:extLst>
              <a:ext uri="{FF2B5EF4-FFF2-40B4-BE49-F238E27FC236}">
                <a16:creationId xmlns:a16="http://schemas.microsoft.com/office/drawing/2014/main" id="{F816F6DC-9B38-439F-B286-2F1B6151F067}"/>
              </a:ext>
            </a:extLst>
          </p:cNvPr>
          <p:cNvGrpSpPr/>
          <p:nvPr/>
        </p:nvGrpSpPr>
        <p:grpSpPr>
          <a:xfrm>
            <a:off x="7476966" y="332792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EF5A504-341F-2933-0A09-369B22CADAFC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FF2E541-6957-F496-077C-6E602B82E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385F06-250E-979E-EBF7-4C9EA7EC4C9B}"/>
                  </a:ext>
                </a:extLst>
              </p:cNvPr>
              <p:cNvSpPr txBox="1"/>
              <p:nvPr/>
            </p:nvSpPr>
            <p:spPr>
              <a:xfrm>
                <a:off x="4686811" y="1685903"/>
                <a:ext cx="4711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Producer</m:t>
                      </m:r>
                      <m:r>
                        <m:rPr>
                          <m:nor/>
                        </m:rP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Block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BB</m:t>
                      </m:r>
                      <m:r>
                        <m:rPr>
                          <m:nor/>
                        </m:rPr>
                        <a:rPr lang="en-US" altLang="zh-CN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      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Consumer</m:t>
                      </m:r>
                      <m:r>
                        <m:rPr>
                          <m:nor/>
                        </m:rP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Block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altLang="zh-CN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?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385F06-250E-979E-EBF7-4C9EA7EC4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811" y="1685903"/>
                <a:ext cx="4711546" cy="369332"/>
              </a:xfrm>
              <a:prstGeom prst="rect">
                <a:avLst/>
              </a:prstGeom>
              <a:blipFill>
                <a:blip r:embed="rId2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36FF6E73-A2D7-77C7-C04C-AADD5D35448A}"/>
              </a:ext>
            </a:extLst>
          </p:cNvPr>
          <p:cNvSpPr txBox="1"/>
          <p:nvPr/>
        </p:nvSpPr>
        <p:spPr>
          <a:xfrm>
            <a:off x="4751088" y="12412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81E5A3-5824-532F-12AD-5C7BDC33BCE3}"/>
              </a:ext>
            </a:extLst>
          </p:cNvPr>
          <p:cNvSpPr/>
          <p:nvPr/>
        </p:nvSpPr>
        <p:spPr>
          <a:xfrm>
            <a:off x="7387459" y="3270486"/>
            <a:ext cx="428482" cy="369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grpSp>
        <p:nvGrpSpPr>
          <p:cNvPr id="16" name="Graphic 14">
            <a:extLst>
              <a:ext uri="{FF2B5EF4-FFF2-40B4-BE49-F238E27FC236}">
                <a16:creationId xmlns:a16="http://schemas.microsoft.com/office/drawing/2014/main" id="{D1F51467-8370-BCB0-AC43-B15FF00683AB}"/>
              </a:ext>
            </a:extLst>
          </p:cNvPr>
          <p:cNvGrpSpPr/>
          <p:nvPr/>
        </p:nvGrpSpPr>
        <p:grpSpPr>
          <a:xfrm>
            <a:off x="8141258" y="2548395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BE47761-0688-EE31-7A1B-0C6453044133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13B68A6-C2EF-0E8F-6977-052988A52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C870BE6A-7881-A5CC-18D5-461DD0DE3355}"/>
              </a:ext>
            </a:extLst>
          </p:cNvPr>
          <p:cNvSpPr/>
          <p:nvPr/>
        </p:nvSpPr>
        <p:spPr>
          <a:xfrm>
            <a:off x="8042856" y="2498495"/>
            <a:ext cx="428482" cy="369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349C26-4905-7691-8F88-1CC6A43FE40F}"/>
              </a:ext>
            </a:extLst>
          </p:cNvPr>
          <p:cNvSpPr txBox="1"/>
          <p:nvPr/>
        </p:nvSpPr>
        <p:spPr>
          <a:xfrm>
            <a:off x="4751088" y="2130511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expression!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D781F8-8595-0BC2-0EA1-DC47CDDC9BB6}"/>
              </a:ext>
            </a:extLst>
          </p:cNvPr>
          <p:cNvSpPr/>
          <p:nvPr/>
        </p:nvSpPr>
        <p:spPr>
          <a:xfrm>
            <a:off x="8643446" y="4253203"/>
            <a:ext cx="428482" cy="369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63B5DA-03E1-E8AE-857A-846AAD8C46D5}"/>
              </a:ext>
            </a:extLst>
          </p:cNvPr>
          <p:cNvCxnSpPr>
            <a:cxnSpLocks/>
          </p:cNvCxnSpPr>
          <p:nvPr/>
        </p:nvCxnSpPr>
        <p:spPr>
          <a:xfrm>
            <a:off x="1874996" y="2320529"/>
            <a:ext cx="0" cy="118617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94454FB-4215-FAB9-B9EF-2DD260931E47}"/>
              </a:ext>
            </a:extLst>
          </p:cNvPr>
          <p:cNvCxnSpPr>
            <a:cxnSpLocks/>
          </p:cNvCxnSpPr>
          <p:nvPr/>
        </p:nvCxnSpPr>
        <p:spPr>
          <a:xfrm>
            <a:off x="2069327" y="4078357"/>
            <a:ext cx="604299" cy="45388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5CECCD-E87B-AEDC-CD49-720F0DA7B4DE}"/>
              </a:ext>
            </a:extLst>
          </p:cNvPr>
          <p:cNvCxnSpPr>
            <a:cxnSpLocks/>
          </p:cNvCxnSpPr>
          <p:nvPr/>
        </p:nvCxnSpPr>
        <p:spPr>
          <a:xfrm>
            <a:off x="2099066" y="2320529"/>
            <a:ext cx="544819" cy="54533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C0CFDFE-D28C-5F07-B1C7-03A5C6BCEC1F}"/>
              </a:ext>
            </a:extLst>
          </p:cNvPr>
          <p:cNvCxnSpPr>
            <a:cxnSpLocks/>
          </p:cNvCxnSpPr>
          <p:nvPr/>
        </p:nvCxnSpPr>
        <p:spPr>
          <a:xfrm>
            <a:off x="2238833" y="3874467"/>
            <a:ext cx="638489" cy="4308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BE12E0D-6A6B-14B5-EB50-45131ED89D64}"/>
              </a:ext>
            </a:extLst>
          </p:cNvPr>
          <p:cNvCxnSpPr>
            <a:cxnSpLocks/>
          </p:cNvCxnSpPr>
          <p:nvPr/>
        </p:nvCxnSpPr>
        <p:spPr>
          <a:xfrm flipH="1">
            <a:off x="2134668" y="3120696"/>
            <a:ext cx="538958" cy="38600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71790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E184B-C0DB-ED8E-9A58-22A4D599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F89747-C5EC-6247-6754-337105D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5DBF6E-4ED0-7D54-EDC9-DC78A4EA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28</a:t>
            </a:fld>
            <a:endParaRPr lang="de-CH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3109FB-4C83-2064-6A55-0401EB6A4235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2CBB65B-AB1D-8804-8455-5E7DA1ABBE6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127AAACF-569D-9551-C984-CEB697D9BE52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4F3D8120-0717-DEB1-4841-E11D4E882B2B}"/>
              </a:ext>
            </a:extLst>
          </p:cNvPr>
          <p:cNvGrpSpPr/>
          <p:nvPr/>
        </p:nvGrpSpPr>
        <p:grpSpPr>
          <a:xfrm>
            <a:off x="1742172" y="1788702"/>
            <a:ext cx="2302883" cy="3876143"/>
            <a:chOff x="2258121" y="3054055"/>
            <a:chExt cx="1892183" cy="3184865"/>
          </a:xfrm>
        </p:grpSpPr>
        <p:grpSp>
          <p:nvGrpSpPr>
            <p:cNvPr id="20" name="Graphic 14">
              <a:extLst>
                <a:ext uri="{FF2B5EF4-FFF2-40B4-BE49-F238E27FC236}">
                  <a16:creationId xmlns:a16="http://schemas.microsoft.com/office/drawing/2014/main" id="{032DD087-A89F-D82F-1AD8-A01A24E3C337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21" name="Graphic 14">
                <a:extLst>
                  <a:ext uri="{FF2B5EF4-FFF2-40B4-BE49-F238E27FC236}">
                    <a16:creationId xmlns:a16="http://schemas.microsoft.com/office/drawing/2014/main" id="{44FD0F15-032F-EB21-9117-534D8CFFBBC1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5A585777-3AAA-EA19-5BE1-5FDA665F072F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0DDB8674-7BAE-C8CB-8845-7DCBB52DBBC0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02FC915A-90C9-FF05-4793-493427EEB4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1640E705-E356-37C2-644C-AC86053599D9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26" name="Graphic 14">
                <a:extLst>
                  <a:ext uri="{FF2B5EF4-FFF2-40B4-BE49-F238E27FC236}">
                    <a16:creationId xmlns:a16="http://schemas.microsoft.com/office/drawing/2014/main" id="{C857ECA0-A26B-1C34-3044-80CDF06BACBD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D49D2D99-F273-85AB-25A3-F37457FF1BA4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56AB32CC-69F4-B1FA-2EA1-DF0BA2384AC8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29616634-FF7B-91BE-E584-A4B273A15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Graphic 14">
              <a:extLst>
                <a:ext uri="{FF2B5EF4-FFF2-40B4-BE49-F238E27FC236}">
                  <a16:creationId xmlns:a16="http://schemas.microsoft.com/office/drawing/2014/main" id="{16BF5787-9072-C025-543E-B1C9878B1425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DC486A8B-818F-D5AE-EC84-95DF51FF0F07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8B6CA58C-4598-C4A1-5600-11FB9C79BE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" name="Graphic 14">
              <a:extLst>
                <a:ext uri="{FF2B5EF4-FFF2-40B4-BE49-F238E27FC236}">
                  <a16:creationId xmlns:a16="http://schemas.microsoft.com/office/drawing/2014/main" id="{A4F9E3E9-A985-3893-8A85-79B3A4997B76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148" name="Graphic 14">
                <a:extLst>
                  <a:ext uri="{FF2B5EF4-FFF2-40B4-BE49-F238E27FC236}">
                    <a16:creationId xmlns:a16="http://schemas.microsoft.com/office/drawing/2014/main" id="{277413FD-0742-C364-236F-A182611885A0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4E3F380A-93CF-DBC5-616B-1743E3E90007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8AFC1563-0524-221F-0D9B-E6A54AF98B60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722ED30D-83E2-2C55-7A89-AED3BFA58B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00736661-9519-3546-B5BB-F57EDDD37912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A19B2D24-CB63-0AA6-B315-F9D37DD57375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EF310C7C-B433-D7E1-36DD-0CE014BFD6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9BB1B7C9-9DD3-B72F-22D2-C7C1C56B4835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156" name="Graphic 14">
                <a:extLst>
                  <a:ext uri="{FF2B5EF4-FFF2-40B4-BE49-F238E27FC236}">
                    <a16:creationId xmlns:a16="http://schemas.microsoft.com/office/drawing/2014/main" id="{1CB37EB1-427C-CC34-2257-102698C62CCA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7D339821-4CD6-3A18-7785-227994CEE4B6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3E5D6BF8-BD05-C734-B96A-1FF973DB9BF8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C079BDE1-0501-20E5-B992-1DA1B930A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Graphic 14">
              <a:extLst>
                <a:ext uri="{FF2B5EF4-FFF2-40B4-BE49-F238E27FC236}">
                  <a16:creationId xmlns:a16="http://schemas.microsoft.com/office/drawing/2014/main" id="{E7BDFBB9-3E8B-F922-8AD2-5947E4E8978D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544C7723-EAE7-266F-2D74-57D0D2AF294D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0CCE2225-D242-2301-F58C-F08111F25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4">
              <a:extLst>
                <a:ext uri="{FF2B5EF4-FFF2-40B4-BE49-F238E27FC236}">
                  <a16:creationId xmlns:a16="http://schemas.microsoft.com/office/drawing/2014/main" id="{B06F7AF7-F2EC-F769-F212-9D9D6979BB56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C48D4136-B690-32D8-A5AA-1ACEE65CDE7F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E04306F2-C3DB-6C85-E79D-35A9A3108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Graphic 14">
              <a:extLst>
                <a:ext uri="{FF2B5EF4-FFF2-40B4-BE49-F238E27FC236}">
                  <a16:creationId xmlns:a16="http://schemas.microsoft.com/office/drawing/2014/main" id="{35411268-E978-C750-AAAA-6AADF64858AA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2B2C2196-EE68-C873-D568-12BA33D91CA3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BDA2B68A-6A49-E476-4CCE-856AE28C1A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Graphic 14">
              <a:extLst>
                <a:ext uri="{FF2B5EF4-FFF2-40B4-BE49-F238E27FC236}">
                  <a16:creationId xmlns:a16="http://schemas.microsoft.com/office/drawing/2014/main" id="{C98FF08D-178E-960F-AA03-BAF124EFE995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170" name="Graphic 14">
                <a:extLst>
                  <a:ext uri="{FF2B5EF4-FFF2-40B4-BE49-F238E27FC236}">
                    <a16:creationId xmlns:a16="http://schemas.microsoft.com/office/drawing/2014/main" id="{E09A6244-DA49-A6E1-BC28-78316188B53E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FA34162E-829C-AB52-5ADA-DB4BBC4E6CBE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80BE3BC4-F208-10D5-1016-8F42B40792E8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B92261FF-DBB3-C35E-99DB-E107481301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0" name="Graphic 14">
              <a:extLst>
                <a:ext uri="{FF2B5EF4-FFF2-40B4-BE49-F238E27FC236}">
                  <a16:creationId xmlns:a16="http://schemas.microsoft.com/office/drawing/2014/main" id="{0E580722-547C-36A6-C163-8A14B337B1E9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181" name="Graphic 14">
                <a:extLst>
                  <a:ext uri="{FF2B5EF4-FFF2-40B4-BE49-F238E27FC236}">
                    <a16:creationId xmlns:a16="http://schemas.microsoft.com/office/drawing/2014/main" id="{41E96F14-751F-D327-A9E9-5994450F86FD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CCEF3EC4-4538-FE08-E851-22A346B68E5D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1C3068E4-1938-73EE-9CEE-0A9E76C74B74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2D24C3DA-F6E3-B220-6B3A-E4C7D6025A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Graphic 14">
              <a:extLst>
                <a:ext uri="{FF2B5EF4-FFF2-40B4-BE49-F238E27FC236}">
                  <a16:creationId xmlns:a16="http://schemas.microsoft.com/office/drawing/2014/main" id="{252346DD-DFE7-2781-7BB9-60D1DD7E97AD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B080FCC6-0FE1-38B9-AF2C-DE2AB9FBD456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C60D8830-82EA-C036-F146-0CB49DC88149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4">
              <a:extLst>
                <a:ext uri="{FF2B5EF4-FFF2-40B4-BE49-F238E27FC236}">
                  <a16:creationId xmlns:a16="http://schemas.microsoft.com/office/drawing/2014/main" id="{91DE9F7C-B873-AB01-F942-E0A132652127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E1E2B326-5D1F-53CD-11F6-3CA8B60BFB8D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3B827D5E-C7AE-A5A9-C42F-5514B74AFB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14">
              <a:extLst>
                <a:ext uri="{FF2B5EF4-FFF2-40B4-BE49-F238E27FC236}">
                  <a16:creationId xmlns:a16="http://schemas.microsoft.com/office/drawing/2014/main" id="{1BAD328C-7272-2050-D234-7FE3620C25C8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B1629231-F0DC-AC2E-9AEF-2E48402F93F6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128C2CEC-7F27-D2BA-D0CC-3299928EE0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77" name="Graphic 14">
            <a:extLst>
              <a:ext uri="{FF2B5EF4-FFF2-40B4-BE49-F238E27FC236}">
                <a16:creationId xmlns:a16="http://schemas.microsoft.com/office/drawing/2014/main" id="{79F5A51B-CD8A-6805-9A99-21112B2CD872}"/>
              </a:ext>
            </a:extLst>
          </p:cNvPr>
          <p:cNvGrpSpPr/>
          <p:nvPr/>
        </p:nvGrpSpPr>
        <p:grpSpPr>
          <a:xfrm>
            <a:off x="7790300" y="3044109"/>
            <a:ext cx="388908" cy="388754"/>
            <a:chOff x="7697850" y="4518142"/>
            <a:chExt cx="380433" cy="380282"/>
          </a:xfrm>
          <a:noFill/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8CB61A99-E477-A85A-03AD-77E6EA58921D}"/>
                </a:ext>
              </a:extLst>
            </p:cNvPr>
            <p:cNvSpPr/>
            <p:nvPr/>
          </p:nvSpPr>
          <p:spPr>
            <a:xfrm>
              <a:off x="7697850" y="4518142"/>
              <a:ext cx="380433" cy="380282"/>
            </a:xfrm>
            <a:prstGeom prst="rect">
              <a:avLst/>
            </a:prstGeom>
            <a:noFill/>
            <a:ln w="951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BAC7C248-9B7D-7B6B-B11E-0DF54DC4A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788203" y="4589445"/>
              <a:ext cx="199727" cy="299472"/>
            </a:xfrm>
            <a:custGeom>
              <a:avLst/>
              <a:gdLst>
                <a:gd name="csX0" fmla="*/ 0 w 199727"/>
                <a:gd name="csY0" fmla="*/ 0 h 299472"/>
                <a:gd name="csX1" fmla="*/ 199728 w 199727"/>
                <a:gd name="csY1" fmla="*/ 0 h 299472"/>
                <a:gd name="csX2" fmla="*/ 199728 w 199727"/>
                <a:gd name="csY2" fmla="*/ 299472 h 299472"/>
                <a:gd name="csX3" fmla="*/ 0 w 199727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727" h="299472">
                  <a:moveTo>
                    <a:pt x="0" y="0"/>
                  </a:moveTo>
                  <a:lnTo>
                    <a:pt x="199728" y="0"/>
                  </a:lnTo>
                  <a:lnTo>
                    <a:pt x="199728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grpSp>
        <p:nvGrpSpPr>
          <p:cNvPr id="224" name="Graphic 14">
            <a:extLst>
              <a:ext uri="{FF2B5EF4-FFF2-40B4-BE49-F238E27FC236}">
                <a16:creationId xmlns:a16="http://schemas.microsoft.com/office/drawing/2014/main" id="{68CF5914-ED52-33E5-4554-9321EC48BA6F}"/>
              </a:ext>
            </a:extLst>
          </p:cNvPr>
          <p:cNvGrpSpPr/>
          <p:nvPr/>
        </p:nvGrpSpPr>
        <p:grpSpPr>
          <a:xfrm>
            <a:off x="6945756" y="1761461"/>
            <a:ext cx="1356319" cy="837950"/>
            <a:chOff x="5553154" y="3824127"/>
            <a:chExt cx="1326762" cy="819689"/>
          </a:xfrm>
          <a:noFill/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B329321-4D1A-C465-BC1D-134041A9057F}"/>
                </a:ext>
              </a:extLst>
            </p:cNvPr>
            <p:cNvSpPr/>
            <p:nvPr/>
          </p:nvSpPr>
          <p:spPr>
            <a:xfrm>
              <a:off x="6499483" y="3824127"/>
              <a:ext cx="380433" cy="380282"/>
            </a:xfrm>
            <a:prstGeom prst="rect">
              <a:avLst/>
            </a:prstGeom>
            <a:noFill/>
            <a:ln w="951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26" name="Picture 225">
              <a:extLst>
                <a:ext uri="{FF2B5EF4-FFF2-40B4-BE49-F238E27FC236}">
                  <a16:creationId xmlns:a16="http://schemas.microsoft.com/office/drawing/2014/main" id="{236057A7-D76A-6A02-6A95-FEB412F70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553154" y="4344344"/>
              <a:ext cx="199727" cy="299472"/>
            </a:xfrm>
            <a:custGeom>
              <a:avLst/>
              <a:gdLst>
                <a:gd name="csX0" fmla="*/ 0 w 199727"/>
                <a:gd name="csY0" fmla="*/ 0 h 299472"/>
                <a:gd name="csX1" fmla="*/ 199728 w 199727"/>
                <a:gd name="csY1" fmla="*/ 0 h 299472"/>
                <a:gd name="csX2" fmla="*/ 199728 w 199727"/>
                <a:gd name="csY2" fmla="*/ 299472 h 299472"/>
                <a:gd name="csX3" fmla="*/ 0 w 199727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727" h="299472">
                  <a:moveTo>
                    <a:pt x="0" y="0"/>
                  </a:moveTo>
                  <a:lnTo>
                    <a:pt x="199728" y="0"/>
                  </a:lnTo>
                  <a:lnTo>
                    <a:pt x="199728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grpSp>
        <p:nvGrpSpPr>
          <p:cNvPr id="242" name="Graphic 14">
            <a:extLst>
              <a:ext uri="{FF2B5EF4-FFF2-40B4-BE49-F238E27FC236}">
                <a16:creationId xmlns:a16="http://schemas.microsoft.com/office/drawing/2014/main" id="{273FAB62-65AD-C3C1-B301-D15E332B6ADD}"/>
              </a:ext>
            </a:extLst>
          </p:cNvPr>
          <p:cNvGrpSpPr/>
          <p:nvPr/>
        </p:nvGrpSpPr>
        <p:grpSpPr>
          <a:xfrm>
            <a:off x="6769483" y="3452541"/>
            <a:ext cx="77781" cy="561361"/>
            <a:chOff x="5380722" y="5478355"/>
            <a:chExt cx="76086" cy="549128"/>
          </a:xfrm>
        </p:grpSpPr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884A3E14-D519-BDE1-4AC1-8006E0B026D1}"/>
                </a:ext>
              </a:extLst>
            </p:cNvPr>
            <p:cNvSpPr/>
            <p:nvPr/>
          </p:nvSpPr>
          <p:spPr>
            <a:xfrm>
              <a:off x="5415247" y="5478355"/>
              <a:ext cx="5040" cy="492085"/>
            </a:xfrm>
            <a:custGeom>
              <a:avLst/>
              <a:gdLst>
                <a:gd name="csX0" fmla="*/ 0 w 5040"/>
                <a:gd name="csY0" fmla="*/ 0 h 492085"/>
                <a:gd name="csX1" fmla="*/ 5041 w 5040"/>
                <a:gd name="csY1" fmla="*/ 285212 h 492085"/>
                <a:gd name="csX2" fmla="*/ 3329 w 5040"/>
                <a:gd name="csY2" fmla="*/ 492086 h 492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040" h="492085">
                  <a:moveTo>
                    <a:pt x="0" y="0"/>
                  </a:moveTo>
                  <a:lnTo>
                    <a:pt x="5041" y="285212"/>
                  </a:lnTo>
                  <a:lnTo>
                    <a:pt x="3329" y="492086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1B8F681C-18D7-F6C7-060F-DBFED82A53A3}"/>
                </a:ext>
              </a:extLst>
            </p:cNvPr>
            <p:cNvSpPr/>
            <p:nvPr/>
          </p:nvSpPr>
          <p:spPr>
            <a:xfrm>
              <a:off x="5380722" y="5951142"/>
              <a:ext cx="76086" cy="76341"/>
            </a:xfrm>
            <a:custGeom>
              <a:avLst/>
              <a:gdLst>
                <a:gd name="csX0" fmla="*/ 37378 w 76086"/>
                <a:gd name="csY0" fmla="*/ 76342 h 76341"/>
                <a:gd name="csX1" fmla="*/ 0 w 76086"/>
                <a:gd name="csY1" fmla="*/ 0 h 76341"/>
                <a:gd name="csX2" fmla="*/ 37853 w 76086"/>
                <a:gd name="csY2" fmla="*/ 19299 h 76341"/>
                <a:gd name="csX3" fmla="*/ 76087 w 76086"/>
                <a:gd name="csY3" fmla="*/ 665 h 763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086" h="76341">
                  <a:moveTo>
                    <a:pt x="37378" y="76342"/>
                  </a:moveTo>
                  <a:lnTo>
                    <a:pt x="0" y="0"/>
                  </a:lnTo>
                  <a:lnTo>
                    <a:pt x="37853" y="19299"/>
                  </a:lnTo>
                  <a:lnTo>
                    <a:pt x="76087" y="665"/>
                  </a:lnTo>
                  <a:close/>
                </a:path>
              </a:pathLst>
            </a:custGeom>
            <a:solidFill>
              <a:srgbClr val="000000"/>
            </a:solidFill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245" name="Freeform 244">
            <a:extLst>
              <a:ext uri="{FF2B5EF4-FFF2-40B4-BE49-F238E27FC236}">
                <a16:creationId xmlns:a16="http://schemas.microsoft.com/office/drawing/2014/main" id="{001A3193-3914-AFAA-A16B-87B8F0B694A5}"/>
              </a:ext>
            </a:extLst>
          </p:cNvPr>
          <p:cNvSpPr/>
          <p:nvPr/>
        </p:nvSpPr>
        <p:spPr>
          <a:xfrm>
            <a:off x="7289551" y="3452541"/>
            <a:ext cx="1361" cy="291565"/>
          </a:xfrm>
          <a:custGeom>
            <a:avLst/>
            <a:gdLst>
              <a:gd name="csX0" fmla="*/ 1332 w 1331"/>
              <a:gd name="csY0" fmla="*/ 0 h 285211"/>
              <a:gd name="csX1" fmla="*/ 0 w 1331"/>
              <a:gd name="csY1" fmla="*/ 285212 h 28521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31" h="285211">
                <a:moveTo>
                  <a:pt x="1332" y="0"/>
                </a:moveTo>
                <a:lnTo>
                  <a:pt x="0" y="285212"/>
                </a:lnTo>
              </a:path>
            </a:pathLst>
          </a:custGeom>
          <a:noFill/>
          <a:ln w="1902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246" name="Graphic 14">
            <a:extLst>
              <a:ext uri="{FF2B5EF4-FFF2-40B4-BE49-F238E27FC236}">
                <a16:creationId xmlns:a16="http://schemas.microsoft.com/office/drawing/2014/main" id="{4BC4795F-541D-5684-7FC9-17BC64E58CD9}"/>
              </a:ext>
            </a:extLst>
          </p:cNvPr>
          <p:cNvGrpSpPr/>
          <p:nvPr/>
        </p:nvGrpSpPr>
        <p:grpSpPr>
          <a:xfrm>
            <a:off x="6561709" y="3063787"/>
            <a:ext cx="972272" cy="388754"/>
            <a:chOff x="5177476" y="5098073"/>
            <a:chExt cx="951084" cy="380282"/>
          </a:xfrm>
          <a:solidFill>
            <a:srgbClr val="D5E8D4"/>
          </a:solidFill>
        </p:grpSpPr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5CA2C335-5BFD-6039-0BA4-EFEEB6DA1A4E}"/>
                </a:ext>
              </a:extLst>
            </p:cNvPr>
            <p:cNvSpPr/>
            <p:nvPr/>
          </p:nvSpPr>
          <p:spPr>
            <a:xfrm>
              <a:off x="5177476" y="5098073"/>
              <a:ext cx="951084" cy="380282"/>
            </a:xfrm>
            <a:prstGeom prst="rect">
              <a:avLst/>
            </a:prstGeom>
            <a:solidFill>
              <a:srgbClr val="D5E8D4"/>
            </a:solidFill>
            <a:ln w="19022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97F5B983-6D15-448D-0D6D-60FCC7285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186986" y="5178883"/>
              <a:ext cx="932063" cy="256690"/>
            </a:xfrm>
            <a:custGeom>
              <a:avLst/>
              <a:gdLst>
                <a:gd name="csX0" fmla="*/ 0 w 932063"/>
                <a:gd name="csY0" fmla="*/ 0 h 256690"/>
                <a:gd name="csX1" fmla="*/ 932063 w 932063"/>
                <a:gd name="csY1" fmla="*/ 0 h 256690"/>
                <a:gd name="csX2" fmla="*/ 932063 w 932063"/>
                <a:gd name="csY2" fmla="*/ 256691 h 256690"/>
                <a:gd name="csX3" fmla="*/ 0 w 932063"/>
                <a:gd name="csY3" fmla="*/ 256691 h 2566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32063" h="256690">
                  <a:moveTo>
                    <a:pt x="0" y="0"/>
                  </a:moveTo>
                  <a:lnTo>
                    <a:pt x="932063" y="0"/>
                  </a:lnTo>
                  <a:lnTo>
                    <a:pt x="932063" y="256691"/>
                  </a:lnTo>
                  <a:lnTo>
                    <a:pt x="0" y="256691"/>
                  </a:lnTo>
                  <a:close/>
                </a:path>
              </a:pathLst>
            </a:custGeom>
          </p:spPr>
        </p:pic>
      </p:grpSp>
      <p:grpSp>
        <p:nvGrpSpPr>
          <p:cNvPr id="249" name="Graphic 14">
            <a:extLst>
              <a:ext uri="{FF2B5EF4-FFF2-40B4-BE49-F238E27FC236}">
                <a16:creationId xmlns:a16="http://schemas.microsoft.com/office/drawing/2014/main" id="{40314559-8694-BDC8-07BC-7A9A99BA5FB9}"/>
              </a:ext>
            </a:extLst>
          </p:cNvPr>
          <p:cNvGrpSpPr/>
          <p:nvPr/>
        </p:nvGrpSpPr>
        <p:grpSpPr>
          <a:xfrm>
            <a:off x="7008953" y="2616720"/>
            <a:ext cx="77781" cy="425296"/>
            <a:chOff x="5614974" y="4660748"/>
            <a:chExt cx="76086" cy="416028"/>
          </a:xfrm>
        </p:grpSpPr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17D34DE4-4285-23D3-5179-2C24483B7401}"/>
                </a:ext>
              </a:extLst>
            </p:cNvPr>
            <p:cNvSpPr/>
            <p:nvPr/>
          </p:nvSpPr>
          <p:spPr>
            <a:xfrm>
              <a:off x="5653018" y="4660748"/>
              <a:ext cx="9510" cy="358986"/>
            </a:xfrm>
            <a:custGeom>
              <a:avLst/>
              <a:gdLst>
                <a:gd name="csX0" fmla="*/ 0 w 9510"/>
                <a:gd name="csY0" fmla="*/ 0 h 358986"/>
                <a:gd name="csX1" fmla="*/ 0 w 9510"/>
                <a:gd name="csY1" fmla="*/ 358987 h 35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10" h="358986">
                  <a:moveTo>
                    <a:pt x="0" y="0"/>
                  </a:moveTo>
                  <a:lnTo>
                    <a:pt x="0" y="358987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35032821-789A-B3C4-973D-18E0B2C8D724}"/>
                </a:ext>
              </a:extLst>
            </p:cNvPr>
            <p:cNvSpPr/>
            <p:nvPr/>
          </p:nvSpPr>
          <p:spPr>
            <a:xfrm>
              <a:off x="5614974" y="5000720"/>
              <a:ext cx="76086" cy="76056"/>
            </a:xfrm>
            <a:custGeom>
              <a:avLst/>
              <a:gdLst>
                <a:gd name="csX0" fmla="*/ 38043 w 76086"/>
                <a:gd name="csY0" fmla="*/ 76057 h 76056"/>
                <a:gd name="csX1" fmla="*/ 0 w 76086"/>
                <a:gd name="csY1" fmla="*/ 0 h 76056"/>
                <a:gd name="csX2" fmla="*/ 38043 w 76086"/>
                <a:gd name="csY2" fmla="*/ 19014 h 76056"/>
                <a:gd name="csX3" fmla="*/ 76087 w 76086"/>
                <a:gd name="csY3" fmla="*/ 0 h 76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086" h="76056">
                  <a:moveTo>
                    <a:pt x="38043" y="76057"/>
                  </a:moveTo>
                  <a:lnTo>
                    <a:pt x="0" y="0"/>
                  </a:lnTo>
                  <a:lnTo>
                    <a:pt x="38043" y="19014"/>
                  </a:lnTo>
                  <a:lnTo>
                    <a:pt x="76087" y="0"/>
                  </a:lnTo>
                  <a:close/>
                </a:path>
              </a:pathLst>
            </a:custGeom>
            <a:solidFill>
              <a:srgbClr val="000000"/>
            </a:solidFill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253" name="Rectangle 252">
            <a:extLst>
              <a:ext uri="{FF2B5EF4-FFF2-40B4-BE49-F238E27FC236}">
                <a16:creationId xmlns:a16="http://schemas.microsoft.com/office/drawing/2014/main" id="{89E44853-3DA6-4778-EED6-7A0D241272E4}"/>
              </a:ext>
            </a:extLst>
          </p:cNvPr>
          <p:cNvSpPr/>
          <p:nvPr/>
        </p:nvSpPr>
        <p:spPr>
          <a:xfrm>
            <a:off x="6707549" y="2227966"/>
            <a:ext cx="680591" cy="388754"/>
          </a:xfrm>
          <a:prstGeom prst="rect">
            <a:avLst/>
          </a:prstGeom>
          <a:noFill/>
          <a:ln w="9511" cap="flat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040BD372-2295-095A-24CE-DC397CA81CED}"/>
              </a:ext>
            </a:extLst>
          </p:cNvPr>
          <p:cNvSpPr/>
          <p:nvPr/>
        </p:nvSpPr>
        <p:spPr>
          <a:xfrm>
            <a:off x="6464481" y="4025954"/>
            <a:ext cx="680591" cy="388754"/>
          </a:xfrm>
          <a:prstGeom prst="rect">
            <a:avLst/>
          </a:prstGeom>
          <a:noFill/>
          <a:ln w="9511" cap="flat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258" name="Freeform 257">
            <a:extLst>
              <a:ext uri="{FF2B5EF4-FFF2-40B4-BE49-F238E27FC236}">
                <a16:creationId xmlns:a16="http://schemas.microsoft.com/office/drawing/2014/main" id="{8FF02BC4-8348-FC7E-4ABF-BD2311B181A8}"/>
              </a:ext>
            </a:extLst>
          </p:cNvPr>
          <p:cNvSpPr/>
          <p:nvPr/>
        </p:nvSpPr>
        <p:spPr>
          <a:xfrm>
            <a:off x="7195047" y="3744107"/>
            <a:ext cx="193093" cy="9719"/>
          </a:xfrm>
          <a:custGeom>
            <a:avLst/>
            <a:gdLst>
              <a:gd name="csX0" fmla="*/ 0 w 188885"/>
              <a:gd name="csY0" fmla="*/ 0 h 9507"/>
              <a:gd name="csX1" fmla="*/ 188885 w 188885"/>
              <a:gd name="csY1" fmla="*/ 0 h 9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8885" h="9507">
                <a:moveTo>
                  <a:pt x="0" y="0"/>
                </a:moveTo>
                <a:lnTo>
                  <a:pt x="188885" y="0"/>
                </a:lnTo>
              </a:path>
            </a:pathLst>
          </a:custGeom>
          <a:noFill/>
          <a:ln w="1902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259" name="Graphic 14">
            <a:extLst>
              <a:ext uri="{FF2B5EF4-FFF2-40B4-BE49-F238E27FC236}">
                <a16:creationId xmlns:a16="http://schemas.microsoft.com/office/drawing/2014/main" id="{FC695868-D695-6063-3F66-0DA77CD165BA}"/>
              </a:ext>
            </a:extLst>
          </p:cNvPr>
          <p:cNvGrpSpPr/>
          <p:nvPr/>
        </p:nvGrpSpPr>
        <p:grpSpPr>
          <a:xfrm>
            <a:off x="6513094" y="3384510"/>
            <a:ext cx="291681" cy="388754"/>
            <a:chOff x="5129921" y="5411806"/>
            <a:chExt cx="285325" cy="380282"/>
          </a:xfrm>
          <a:noFill/>
        </p:grpSpPr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6E4EBF86-5C42-010F-5331-EDEED96BEED7}"/>
                </a:ext>
              </a:extLst>
            </p:cNvPr>
            <p:cNvSpPr/>
            <p:nvPr/>
          </p:nvSpPr>
          <p:spPr>
            <a:xfrm>
              <a:off x="5129921" y="5411806"/>
              <a:ext cx="285325" cy="380282"/>
            </a:xfrm>
            <a:prstGeom prst="rect">
              <a:avLst/>
            </a:prstGeom>
            <a:noFill/>
            <a:ln w="951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61" name="Picture 260">
              <a:extLst>
                <a:ext uri="{FF2B5EF4-FFF2-40B4-BE49-F238E27FC236}">
                  <a16:creationId xmlns:a16="http://schemas.microsoft.com/office/drawing/2014/main" id="{2F3112B9-C368-C373-9CFB-A4AA78250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220274" y="5502123"/>
              <a:ext cx="104619" cy="237676"/>
            </a:xfrm>
            <a:custGeom>
              <a:avLst/>
              <a:gdLst>
                <a:gd name="csX0" fmla="*/ 0 w 104619"/>
                <a:gd name="csY0" fmla="*/ 0 h 237676"/>
                <a:gd name="csX1" fmla="*/ 104619 w 104619"/>
                <a:gd name="csY1" fmla="*/ 0 h 237676"/>
                <a:gd name="csX2" fmla="*/ 104619 w 104619"/>
                <a:gd name="csY2" fmla="*/ 237677 h 237676"/>
                <a:gd name="csX3" fmla="*/ 0 w 104619"/>
                <a:gd name="csY3" fmla="*/ 237677 h 23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37676">
                  <a:moveTo>
                    <a:pt x="0" y="0"/>
                  </a:moveTo>
                  <a:lnTo>
                    <a:pt x="104619" y="0"/>
                  </a:lnTo>
                  <a:lnTo>
                    <a:pt x="104619" y="237677"/>
                  </a:lnTo>
                  <a:lnTo>
                    <a:pt x="0" y="237677"/>
                  </a:lnTo>
                  <a:close/>
                </a:path>
              </a:pathLst>
            </a:custGeom>
          </p:spPr>
        </p:pic>
      </p:grpSp>
      <p:grpSp>
        <p:nvGrpSpPr>
          <p:cNvPr id="262" name="Graphic 14">
            <a:extLst>
              <a:ext uri="{FF2B5EF4-FFF2-40B4-BE49-F238E27FC236}">
                <a16:creationId xmlns:a16="http://schemas.microsoft.com/office/drawing/2014/main" id="{9B9F2D9D-ADE0-D720-095F-AE38A76BFAC6}"/>
              </a:ext>
            </a:extLst>
          </p:cNvPr>
          <p:cNvGrpSpPr/>
          <p:nvPr/>
        </p:nvGrpSpPr>
        <p:grpSpPr>
          <a:xfrm>
            <a:off x="7281190" y="3394228"/>
            <a:ext cx="291681" cy="388754"/>
            <a:chOff x="5881278" y="5421313"/>
            <a:chExt cx="285325" cy="380282"/>
          </a:xfrm>
          <a:noFill/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57C48CA3-20AD-DA0E-2423-1E09A7D26EBB}"/>
                </a:ext>
              </a:extLst>
            </p:cNvPr>
            <p:cNvSpPr/>
            <p:nvPr/>
          </p:nvSpPr>
          <p:spPr>
            <a:xfrm>
              <a:off x="5881278" y="5421313"/>
              <a:ext cx="285325" cy="380282"/>
            </a:xfrm>
            <a:prstGeom prst="rect">
              <a:avLst/>
            </a:prstGeom>
            <a:noFill/>
            <a:ln w="951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8B667D54-7D30-9D99-3720-966BB0FD9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971631" y="5511630"/>
              <a:ext cx="104619" cy="237676"/>
            </a:xfrm>
            <a:custGeom>
              <a:avLst/>
              <a:gdLst>
                <a:gd name="csX0" fmla="*/ 0 w 104619"/>
                <a:gd name="csY0" fmla="*/ 0 h 237676"/>
                <a:gd name="csX1" fmla="*/ 104619 w 104619"/>
                <a:gd name="csY1" fmla="*/ 0 h 237676"/>
                <a:gd name="csX2" fmla="*/ 104619 w 104619"/>
                <a:gd name="csY2" fmla="*/ 237677 h 237676"/>
                <a:gd name="csX3" fmla="*/ 0 w 104619"/>
                <a:gd name="csY3" fmla="*/ 237677 h 23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37676">
                  <a:moveTo>
                    <a:pt x="0" y="0"/>
                  </a:moveTo>
                  <a:lnTo>
                    <a:pt x="104619" y="0"/>
                  </a:lnTo>
                  <a:lnTo>
                    <a:pt x="104619" y="237677"/>
                  </a:lnTo>
                  <a:lnTo>
                    <a:pt x="0" y="237677"/>
                  </a:lnTo>
                  <a:close/>
                </a:path>
              </a:pathLst>
            </a:cu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5C9C3AF-DA88-D9BE-37FB-338FAC5D9F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7549" y="4041953"/>
            <a:ext cx="204176" cy="306144"/>
          </a:xfrm>
          <a:custGeom>
            <a:avLst/>
            <a:gdLst>
              <a:gd name="csX0" fmla="*/ 0 w 199727"/>
              <a:gd name="csY0" fmla="*/ 0 h 299472"/>
              <a:gd name="csX1" fmla="*/ 199728 w 199727"/>
              <a:gd name="csY1" fmla="*/ 0 h 299472"/>
              <a:gd name="csX2" fmla="*/ 199728 w 199727"/>
              <a:gd name="csY2" fmla="*/ 299472 h 299472"/>
              <a:gd name="csX3" fmla="*/ 0 w 199727"/>
              <a:gd name="csY3" fmla="*/ 299472 h 2994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727" h="299472">
                <a:moveTo>
                  <a:pt x="0" y="0"/>
                </a:moveTo>
                <a:lnTo>
                  <a:pt x="199728" y="0"/>
                </a:lnTo>
                <a:lnTo>
                  <a:pt x="199728" y="299472"/>
                </a:lnTo>
                <a:lnTo>
                  <a:pt x="0" y="299472"/>
                </a:lnTo>
                <a:close/>
              </a:path>
            </a:pathLst>
          </a:cu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9CCE48-EE6E-51E8-15C0-9F310EF3F580}"/>
              </a:ext>
            </a:extLst>
          </p:cNvPr>
          <p:cNvCxnSpPr>
            <a:cxnSpLocks/>
          </p:cNvCxnSpPr>
          <p:nvPr/>
        </p:nvCxnSpPr>
        <p:spPr>
          <a:xfrm>
            <a:off x="2285667" y="2156257"/>
            <a:ext cx="544819" cy="545334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07B845-AD13-E06C-9CCE-E2723DC9465F}"/>
              </a:ext>
            </a:extLst>
          </p:cNvPr>
          <p:cNvCxnSpPr>
            <a:cxnSpLocks/>
          </p:cNvCxnSpPr>
          <p:nvPr/>
        </p:nvCxnSpPr>
        <p:spPr>
          <a:xfrm>
            <a:off x="3097913" y="3307839"/>
            <a:ext cx="0" cy="1038553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102C9921-30D9-A71E-593A-44A2327014D4}"/>
              </a:ext>
            </a:extLst>
          </p:cNvPr>
          <p:cNvSpPr/>
          <p:nvPr/>
        </p:nvSpPr>
        <p:spPr>
          <a:xfrm>
            <a:off x="7621103" y="3257025"/>
            <a:ext cx="211567" cy="9719"/>
          </a:xfrm>
          <a:custGeom>
            <a:avLst/>
            <a:gdLst>
              <a:gd name="csX0" fmla="*/ 206956 w 206956"/>
              <a:gd name="csY0" fmla="*/ 0 h 9507"/>
              <a:gd name="csX1" fmla="*/ 0 w 206956"/>
              <a:gd name="csY1" fmla="*/ 0 h 9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06956" h="9507">
                <a:moveTo>
                  <a:pt x="206956" y="0"/>
                </a:moveTo>
                <a:lnTo>
                  <a:pt x="0" y="0"/>
                </a:lnTo>
              </a:path>
            </a:pathLst>
          </a:custGeom>
          <a:noFill/>
          <a:ln w="1902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FF7793D1-D506-2278-EFF2-4E097BEB690A}"/>
              </a:ext>
            </a:extLst>
          </p:cNvPr>
          <p:cNvSpPr/>
          <p:nvPr/>
        </p:nvSpPr>
        <p:spPr>
          <a:xfrm>
            <a:off x="7562767" y="3218150"/>
            <a:ext cx="77781" cy="77750"/>
          </a:xfrm>
          <a:custGeom>
            <a:avLst/>
            <a:gdLst>
              <a:gd name="csX0" fmla="*/ 0 w 76086"/>
              <a:gd name="csY0" fmla="*/ 38028 h 76056"/>
              <a:gd name="csX1" fmla="*/ 76087 w 76086"/>
              <a:gd name="csY1" fmla="*/ 0 h 76056"/>
              <a:gd name="csX2" fmla="*/ 57065 w 76086"/>
              <a:gd name="csY2" fmla="*/ 38028 h 76056"/>
              <a:gd name="csX3" fmla="*/ 76087 w 76086"/>
              <a:gd name="csY3" fmla="*/ 76057 h 76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086" h="76056">
                <a:moveTo>
                  <a:pt x="0" y="38028"/>
                </a:moveTo>
                <a:lnTo>
                  <a:pt x="76087" y="0"/>
                </a:lnTo>
                <a:lnTo>
                  <a:pt x="57065" y="38028"/>
                </a:lnTo>
                <a:lnTo>
                  <a:pt x="76087" y="76057"/>
                </a:lnTo>
                <a:close/>
              </a:path>
            </a:pathLst>
          </a:custGeom>
          <a:solidFill>
            <a:srgbClr val="000000"/>
          </a:solidFill>
          <a:ln w="1902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5" name="Graphic 14">
            <a:extLst>
              <a:ext uri="{FF2B5EF4-FFF2-40B4-BE49-F238E27FC236}">
                <a16:creationId xmlns:a16="http://schemas.microsoft.com/office/drawing/2014/main" id="{0BCA382C-88AC-9B5B-7522-D2A7B6CCD557}"/>
              </a:ext>
            </a:extLst>
          </p:cNvPr>
          <p:cNvGrpSpPr/>
          <p:nvPr/>
        </p:nvGrpSpPr>
        <p:grpSpPr>
          <a:xfrm>
            <a:off x="8112813" y="3117001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5042C9-5974-B1C7-4FD6-3C817FB37508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DB8D8C4-00AC-5EEB-84B8-E47269EEA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C72007D-2BBD-9D2B-E7D2-4E63374583CE}"/>
              </a:ext>
            </a:extLst>
          </p:cNvPr>
          <p:cNvSpPr txBox="1"/>
          <p:nvPr/>
        </p:nvSpPr>
        <p:spPr>
          <a:xfrm>
            <a:off x="6513094" y="4691039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Termination?</a:t>
            </a:r>
          </a:p>
        </p:txBody>
      </p:sp>
    </p:spTree>
    <p:extLst>
      <p:ext uri="{BB962C8B-B14F-4D97-AF65-F5344CB8AC3E}">
        <p14:creationId xmlns:p14="http://schemas.microsoft.com/office/powerpoint/2010/main" val="106495522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7CADE-73AB-3D23-95DE-0B9A2924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AF0A2C-4F2D-20B9-9494-E932AA2F8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F13B6A-2CF5-749A-F2F8-31BC1ECF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29</a:t>
            </a:fld>
            <a:endParaRPr lang="de-CH" noProof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FEA10E9D-F544-40A1-F370-F4AAC38805D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DE4A530A-B566-A4A3-3C04-123A60932DFE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19" name="Graphic 8">
            <a:extLst>
              <a:ext uri="{FF2B5EF4-FFF2-40B4-BE49-F238E27FC236}">
                <a16:creationId xmlns:a16="http://schemas.microsoft.com/office/drawing/2014/main" id="{B2B2C70E-242D-332D-AEC8-46E537E427B3}"/>
              </a:ext>
            </a:extLst>
          </p:cNvPr>
          <p:cNvGrpSpPr/>
          <p:nvPr/>
        </p:nvGrpSpPr>
        <p:grpSpPr>
          <a:xfrm>
            <a:off x="2652767" y="2500734"/>
            <a:ext cx="90402" cy="279130"/>
            <a:chOff x="1736399" y="2314722"/>
            <a:chExt cx="90402" cy="279130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B33FC06-F011-BF01-18EC-367514E238B9}"/>
                </a:ext>
              </a:extLst>
            </p:cNvPr>
            <p:cNvSpPr/>
            <p:nvPr/>
          </p:nvSpPr>
          <p:spPr>
            <a:xfrm>
              <a:off x="1781600" y="2314722"/>
              <a:ext cx="11300" cy="211489"/>
            </a:xfrm>
            <a:custGeom>
              <a:avLst/>
              <a:gdLst>
                <a:gd name="csX0" fmla="*/ 0 w 11300"/>
                <a:gd name="csY0" fmla="*/ 0 h 211489"/>
                <a:gd name="csX1" fmla="*/ 0 w 11300"/>
                <a:gd name="csY1" fmla="*/ 211490 h 2114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00" h="211489">
                  <a:moveTo>
                    <a:pt x="0" y="0"/>
                  </a:moveTo>
                  <a:lnTo>
                    <a:pt x="0" y="211490"/>
                  </a:lnTo>
                </a:path>
              </a:pathLst>
            </a:custGeom>
            <a:noFill/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D77557E-E1B2-37A7-D141-1C57233262CE}"/>
                </a:ext>
              </a:extLst>
            </p:cNvPr>
            <p:cNvSpPr/>
            <p:nvPr/>
          </p:nvSpPr>
          <p:spPr>
            <a:xfrm>
              <a:off x="1736399" y="2503665"/>
              <a:ext cx="90402" cy="90187"/>
            </a:xfrm>
            <a:custGeom>
              <a:avLst/>
              <a:gdLst>
                <a:gd name="csX0" fmla="*/ 45201 w 90402"/>
                <a:gd name="csY0" fmla="*/ 90188 h 90187"/>
                <a:gd name="csX1" fmla="*/ 0 w 90402"/>
                <a:gd name="csY1" fmla="*/ 0 h 90187"/>
                <a:gd name="csX2" fmla="*/ 45201 w 90402"/>
                <a:gd name="csY2" fmla="*/ 22547 h 90187"/>
                <a:gd name="csX3" fmla="*/ 90402 w 90402"/>
                <a:gd name="csY3" fmla="*/ 0 h 9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402" h="90187">
                  <a:moveTo>
                    <a:pt x="45201" y="90188"/>
                  </a:moveTo>
                  <a:lnTo>
                    <a:pt x="0" y="0"/>
                  </a:lnTo>
                  <a:lnTo>
                    <a:pt x="45201" y="22547"/>
                  </a:lnTo>
                  <a:lnTo>
                    <a:pt x="90402" y="0"/>
                  </a:lnTo>
                  <a:close/>
                </a:path>
              </a:pathLst>
            </a:custGeom>
            <a:solidFill>
              <a:srgbClr val="000000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22" name="Graphic 8">
            <a:extLst>
              <a:ext uri="{FF2B5EF4-FFF2-40B4-BE49-F238E27FC236}">
                <a16:creationId xmlns:a16="http://schemas.microsoft.com/office/drawing/2014/main" id="{A9363E27-BF1A-67A9-7799-C79E4E125D9E}"/>
              </a:ext>
            </a:extLst>
          </p:cNvPr>
          <p:cNvGrpSpPr/>
          <p:nvPr/>
        </p:nvGrpSpPr>
        <p:grpSpPr>
          <a:xfrm>
            <a:off x="2471963" y="2049796"/>
            <a:ext cx="452010" cy="450937"/>
            <a:chOff x="1555595" y="1863784"/>
            <a:chExt cx="452010" cy="450937"/>
          </a:xfrm>
          <a:solidFill>
            <a:srgbClr val="FFFFFF"/>
          </a:solidFill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AD731D9-65E5-D8DA-2650-DC59B2111348}"/>
                </a:ext>
              </a:extLst>
            </p:cNvPr>
            <p:cNvSpPr/>
            <p:nvPr/>
          </p:nvSpPr>
          <p:spPr>
            <a:xfrm>
              <a:off x="1555595" y="1863784"/>
              <a:ext cx="452010" cy="450937"/>
            </a:xfrm>
            <a:prstGeom prst="ellipse">
              <a:avLst/>
            </a:prstGeom>
            <a:solidFill>
              <a:srgbClr val="FFFFFF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C9A24F1-301F-5FDA-B53F-318206966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895" y="1959608"/>
              <a:ext cx="429410" cy="326929"/>
            </a:xfrm>
            <a:custGeom>
              <a:avLst/>
              <a:gdLst>
                <a:gd name="csX0" fmla="*/ 0 w 429410"/>
                <a:gd name="csY0" fmla="*/ 0 h 326929"/>
                <a:gd name="csX1" fmla="*/ 429410 w 429410"/>
                <a:gd name="csY1" fmla="*/ 0 h 326929"/>
                <a:gd name="csX2" fmla="*/ 429410 w 429410"/>
                <a:gd name="csY2" fmla="*/ 326930 h 326929"/>
                <a:gd name="csX3" fmla="*/ 0 w 429410"/>
                <a:gd name="csY3" fmla="*/ 326930 h 326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9410" h="326929">
                  <a:moveTo>
                    <a:pt x="0" y="0"/>
                  </a:moveTo>
                  <a:lnTo>
                    <a:pt x="429410" y="0"/>
                  </a:lnTo>
                  <a:lnTo>
                    <a:pt x="429410" y="326930"/>
                  </a:lnTo>
                  <a:lnTo>
                    <a:pt x="0" y="326930"/>
                  </a:lnTo>
                  <a:close/>
                </a:path>
              </a:pathLst>
            </a:custGeom>
          </p:spPr>
        </p:pic>
      </p:grpSp>
      <p:grpSp>
        <p:nvGrpSpPr>
          <p:cNvPr id="25" name="Graphic 8">
            <a:extLst>
              <a:ext uri="{FF2B5EF4-FFF2-40B4-BE49-F238E27FC236}">
                <a16:creationId xmlns:a16="http://schemas.microsoft.com/office/drawing/2014/main" id="{4B8D129C-F010-6ABE-E2DF-72647264D37B}"/>
              </a:ext>
            </a:extLst>
          </p:cNvPr>
          <p:cNvGrpSpPr/>
          <p:nvPr/>
        </p:nvGrpSpPr>
        <p:grpSpPr>
          <a:xfrm>
            <a:off x="2652767" y="3256055"/>
            <a:ext cx="90402" cy="380591"/>
            <a:chOff x="1736399" y="3070043"/>
            <a:chExt cx="90402" cy="38059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3AFDEF2-CBF1-5779-1C30-D44D2BDE3BC5}"/>
                </a:ext>
              </a:extLst>
            </p:cNvPr>
            <p:cNvSpPr/>
            <p:nvPr/>
          </p:nvSpPr>
          <p:spPr>
            <a:xfrm>
              <a:off x="1781600" y="3070043"/>
              <a:ext cx="11300" cy="312950"/>
            </a:xfrm>
            <a:custGeom>
              <a:avLst/>
              <a:gdLst>
                <a:gd name="csX0" fmla="*/ 0 w 11300"/>
                <a:gd name="csY0" fmla="*/ 0 h 312950"/>
                <a:gd name="csX1" fmla="*/ 0 w 11300"/>
                <a:gd name="csY1" fmla="*/ 312951 h 31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00" h="312950">
                  <a:moveTo>
                    <a:pt x="0" y="0"/>
                  </a:moveTo>
                  <a:lnTo>
                    <a:pt x="0" y="312951"/>
                  </a:lnTo>
                </a:path>
              </a:pathLst>
            </a:custGeom>
            <a:noFill/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89F651A-5A5A-2603-811F-8DC4316BAB01}"/>
                </a:ext>
              </a:extLst>
            </p:cNvPr>
            <p:cNvSpPr/>
            <p:nvPr/>
          </p:nvSpPr>
          <p:spPr>
            <a:xfrm>
              <a:off x="1736399" y="3360447"/>
              <a:ext cx="90402" cy="90187"/>
            </a:xfrm>
            <a:custGeom>
              <a:avLst/>
              <a:gdLst>
                <a:gd name="csX0" fmla="*/ 45201 w 90402"/>
                <a:gd name="csY0" fmla="*/ 90188 h 90187"/>
                <a:gd name="csX1" fmla="*/ 0 w 90402"/>
                <a:gd name="csY1" fmla="*/ 0 h 90187"/>
                <a:gd name="csX2" fmla="*/ 45201 w 90402"/>
                <a:gd name="csY2" fmla="*/ 22547 h 90187"/>
                <a:gd name="csX3" fmla="*/ 90402 w 90402"/>
                <a:gd name="csY3" fmla="*/ 0 h 9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402" h="90187">
                  <a:moveTo>
                    <a:pt x="45201" y="90188"/>
                  </a:moveTo>
                  <a:lnTo>
                    <a:pt x="0" y="0"/>
                  </a:lnTo>
                  <a:lnTo>
                    <a:pt x="45201" y="22547"/>
                  </a:lnTo>
                  <a:lnTo>
                    <a:pt x="90402" y="0"/>
                  </a:lnTo>
                  <a:close/>
                </a:path>
              </a:pathLst>
            </a:custGeom>
            <a:solidFill>
              <a:srgbClr val="000000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28" name="Graphic 8">
            <a:extLst>
              <a:ext uri="{FF2B5EF4-FFF2-40B4-BE49-F238E27FC236}">
                <a16:creationId xmlns:a16="http://schemas.microsoft.com/office/drawing/2014/main" id="{577B26D8-13B4-1D6C-F2F0-3703992231D2}"/>
              </a:ext>
            </a:extLst>
          </p:cNvPr>
          <p:cNvGrpSpPr/>
          <p:nvPr/>
        </p:nvGrpSpPr>
        <p:grpSpPr>
          <a:xfrm>
            <a:off x="2471963" y="2805117"/>
            <a:ext cx="452010" cy="450937"/>
            <a:chOff x="1555595" y="2619105"/>
            <a:chExt cx="452010" cy="450937"/>
          </a:xfrm>
          <a:solidFill>
            <a:srgbClr val="FFFFFF"/>
          </a:solidFill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C7908ED-65B1-14C3-EB5B-CBC27BF4B405}"/>
                </a:ext>
              </a:extLst>
            </p:cNvPr>
            <p:cNvSpPr/>
            <p:nvPr/>
          </p:nvSpPr>
          <p:spPr>
            <a:xfrm>
              <a:off x="1555595" y="2619105"/>
              <a:ext cx="452010" cy="450937"/>
            </a:xfrm>
            <a:prstGeom prst="ellipse">
              <a:avLst/>
            </a:prstGeom>
            <a:solidFill>
              <a:srgbClr val="FFFFFF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782BE022-177B-5724-C492-269C11D9C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895" y="2714929"/>
              <a:ext cx="429410" cy="326929"/>
            </a:xfrm>
            <a:custGeom>
              <a:avLst/>
              <a:gdLst>
                <a:gd name="csX0" fmla="*/ 0 w 429410"/>
                <a:gd name="csY0" fmla="*/ 0 h 326929"/>
                <a:gd name="csX1" fmla="*/ 429410 w 429410"/>
                <a:gd name="csY1" fmla="*/ 0 h 326929"/>
                <a:gd name="csX2" fmla="*/ 429410 w 429410"/>
                <a:gd name="csY2" fmla="*/ 326930 h 326929"/>
                <a:gd name="csX3" fmla="*/ 0 w 429410"/>
                <a:gd name="csY3" fmla="*/ 326930 h 326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9410" h="326929">
                  <a:moveTo>
                    <a:pt x="0" y="0"/>
                  </a:moveTo>
                  <a:lnTo>
                    <a:pt x="429410" y="0"/>
                  </a:lnTo>
                  <a:lnTo>
                    <a:pt x="429410" y="326930"/>
                  </a:lnTo>
                  <a:lnTo>
                    <a:pt x="0" y="326930"/>
                  </a:lnTo>
                  <a:close/>
                </a:path>
              </a:pathLst>
            </a:custGeom>
          </p:spPr>
        </p:pic>
      </p:grpSp>
      <p:grpSp>
        <p:nvGrpSpPr>
          <p:cNvPr id="136" name="Graphic 8">
            <a:extLst>
              <a:ext uri="{FF2B5EF4-FFF2-40B4-BE49-F238E27FC236}">
                <a16:creationId xmlns:a16="http://schemas.microsoft.com/office/drawing/2014/main" id="{1E76A4B1-183B-0BFC-DBAC-51574DBE102E}"/>
              </a:ext>
            </a:extLst>
          </p:cNvPr>
          <p:cNvGrpSpPr/>
          <p:nvPr/>
        </p:nvGrpSpPr>
        <p:grpSpPr>
          <a:xfrm>
            <a:off x="2471963" y="4507408"/>
            <a:ext cx="452010" cy="450937"/>
            <a:chOff x="1555595" y="4321396"/>
            <a:chExt cx="452010" cy="450937"/>
          </a:xfrm>
          <a:solidFill>
            <a:srgbClr val="FFFFFF"/>
          </a:solidFill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88C48FF1-6876-0EA0-7CD8-A1A725A96024}"/>
                </a:ext>
              </a:extLst>
            </p:cNvPr>
            <p:cNvSpPr/>
            <p:nvPr/>
          </p:nvSpPr>
          <p:spPr>
            <a:xfrm>
              <a:off x="1555595" y="4321396"/>
              <a:ext cx="452010" cy="450937"/>
            </a:xfrm>
            <a:prstGeom prst="ellipse">
              <a:avLst/>
            </a:prstGeom>
            <a:solidFill>
              <a:srgbClr val="FFFFFF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2B63C9C1-9F1E-45D4-B60D-DFF71B2B0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6895" y="4417220"/>
              <a:ext cx="429410" cy="326929"/>
            </a:xfrm>
            <a:custGeom>
              <a:avLst/>
              <a:gdLst>
                <a:gd name="csX0" fmla="*/ 0 w 429410"/>
                <a:gd name="csY0" fmla="*/ 0 h 326929"/>
                <a:gd name="csX1" fmla="*/ 429410 w 429410"/>
                <a:gd name="csY1" fmla="*/ 0 h 326929"/>
                <a:gd name="csX2" fmla="*/ 429410 w 429410"/>
                <a:gd name="csY2" fmla="*/ 326930 h 326929"/>
                <a:gd name="csX3" fmla="*/ 0 w 429410"/>
                <a:gd name="csY3" fmla="*/ 326930 h 326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9410" h="326929">
                  <a:moveTo>
                    <a:pt x="0" y="0"/>
                  </a:moveTo>
                  <a:lnTo>
                    <a:pt x="429410" y="0"/>
                  </a:lnTo>
                  <a:lnTo>
                    <a:pt x="429410" y="326930"/>
                  </a:lnTo>
                  <a:lnTo>
                    <a:pt x="0" y="326930"/>
                  </a:lnTo>
                  <a:close/>
                </a:path>
              </a:pathLst>
            </a:custGeom>
          </p:spPr>
        </p:pic>
      </p:grpSp>
      <p:grpSp>
        <p:nvGrpSpPr>
          <p:cNvPr id="148" name="Graphic 8">
            <a:extLst>
              <a:ext uri="{FF2B5EF4-FFF2-40B4-BE49-F238E27FC236}">
                <a16:creationId xmlns:a16="http://schemas.microsoft.com/office/drawing/2014/main" id="{E9617428-9F07-B1BE-D8C3-FD6300AE2F01}"/>
              </a:ext>
            </a:extLst>
          </p:cNvPr>
          <p:cNvGrpSpPr/>
          <p:nvPr/>
        </p:nvGrpSpPr>
        <p:grpSpPr>
          <a:xfrm>
            <a:off x="2471963" y="3661899"/>
            <a:ext cx="452010" cy="450937"/>
            <a:chOff x="1555595" y="3475887"/>
            <a:chExt cx="452010" cy="450937"/>
          </a:xfrm>
          <a:solidFill>
            <a:srgbClr val="FFFFFF"/>
          </a:solidFill>
        </p:grpSpPr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6E1F5743-8958-2058-9307-CE15FD6D1A8A}"/>
                </a:ext>
              </a:extLst>
            </p:cNvPr>
            <p:cNvSpPr/>
            <p:nvPr/>
          </p:nvSpPr>
          <p:spPr>
            <a:xfrm>
              <a:off x="1555595" y="3475887"/>
              <a:ext cx="452010" cy="450937"/>
            </a:xfrm>
            <a:prstGeom prst="ellipse">
              <a:avLst/>
            </a:prstGeom>
            <a:solidFill>
              <a:srgbClr val="FFFFFF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0E7F0FEE-A18B-7C3F-E2B4-CC0995392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66895" y="3571711"/>
              <a:ext cx="429410" cy="326929"/>
            </a:xfrm>
            <a:custGeom>
              <a:avLst/>
              <a:gdLst>
                <a:gd name="csX0" fmla="*/ 0 w 429410"/>
                <a:gd name="csY0" fmla="*/ 0 h 326929"/>
                <a:gd name="csX1" fmla="*/ 429410 w 429410"/>
                <a:gd name="csY1" fmla="*/ 0 h 326929"/>
                <a:gd name="csX2" fmla="*/ 429410 w 429410"/>
                <a:gd name="csY2" fmla="*/ 326930 h 326929"/>
                <a:gd name="csX3" fmla="*/ 0 w 429410"/>
                <a:gd name="csY3" fmla="*/ 326930 h 326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9410" h="326929">
                  <a:moveTo>
                    <a:pt x="0" y="0"/>
                  </a:moveTo>
                  <a:lnTo>
                    <a:pt x="429410" y="0"/>
                  </a:lnTo>
                  <a:lnTo>
                    <a:pt x="429410" y="326930"/>
                  </a:lnTo>
                  <a:lnTo>
                    <a:pt x="0" y="326930"/>
                  </a:lnTo>
                  <a:close/>
                </a:path>
              </a:pathLst>
            </a:custGeom>
          </p:spPr>
        </p:pic>
      </p:grpSp>
      <p:grpSp>
        <p:nvGrpSpPr>
          <p:cNvPr id="151" name="Graphic 8">
            <a:extLst>
              <a:ext uri="{FF2B5EF4-FFF2-40B4-BE49-F238E27FC236}">
                <a16:creationId xmlns:a16="http://schemas.microsoft.com/office/drawing/2014/main" id="{C356AA88-C474-CBC0-8A61-8871D1E2C7CE}"/>
              </a:ext>
            </a:extLst>
          </p:cNvPr>
          <p:cNvGrpSpPr/>
          <p:nvPr/>
        </p:nvGrpSpPr>
        <p:grpSpPr>
          <a:xfrm>
            <a:off x="2099054" y="2826199"/>
            <a:ext cx="504895" cy="1275364"/>
            <a:chOff x="1182686" y="2640187"/>
            <a:chExt cx="504895" cy="1275364"/>
          </a:xfrm>
        </p:grpSpPr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8356B0CF-2174-3531-0EA2-B30FFEFE78F1}"/>
                </a:ext>
              </a:extLst>
            </p:cNvPr>
            <p:cNvSpPr/>
            <p:nvPr/>
          </p:nvSpPr>
          <p:spPr>
            <a:xfrm>
              <a:off x="1182686" y="2685280"/>
              <a:ext cx="504895" cy="1230271"/>
            </a:xfrm>
            <a:custGeom>
              <a:avLst/>
              <a:gdLst>
                <a:gd name="csX0" fmla="*/ 504896 w 504895"/>
                <a:gd name="csY0" fmla="*/ 1230271 h 1230271"/>
                <a:gd name="csX1" fmla="*/ 0 w 504895"/>
                <a:gd name="csY1" fmla="*/ 615305 h 1230271"/>
                <a:gd name="csX2" fmla="*/ 346014 w 504895"/>
                <a:gd name="csY2" fmla="*/ 0 h 1230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04895" h="1230271">
                  <a:moveTo>
                    <a:pt x="504896" y="1230271"/>
                  </a:moveTo>
                  <a:cubicBezTo>
                    <a:pt x="168299" y="1230271"/>
                    <a:pt x="0" y="1025282"/>
                    <a:pt x="0" y="615305"/>
                  </a:cubicBezTo>
                  <a:cubicBezTo>
                    <a:pt x="0" y="205327"/>
                    <a:pt x="115338" y="225"/>
                    <a:pt x="346014" y="0"/>
                  </a:cubicBezTo>
                </a:path>
              </a:pathLst>
            </a:custGeom>
            <a:noFill/>
            <a:ln w="22582" cap="flat">
              <a:solidFill>
                <a:srgbClr val="0000FF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8457DEAE-FD2B-F4AC-3FA9-134C0F9CDFB7}"/>
                </a:ext>
              </a:extLst>
            </p:cNvPr>
            <p:cNvSpPr/>
            <p:nvPr/>
          </p:nvSpPr>
          <p:spPr>
            <a:xfrm>
              <a:off x="1506100" y="2640187"/>
              <a:ext cx="90402" cy="90187"/>
            </a:xfrm>
            <a:custGeom>
              <a:avLst/>
              <a:gdLst>
                <a:gd name="csX0" fmla="*/ 90402 w 90402"/>
                <a:gd name="csY0" fmla="*/ 44981 h 90187"/>
                <a:gd name="csX1" fmla="*/ 113 w 90402"/>
                <a:gd name="csY1" fmla="*/ 90188 h 90187"/>
                <a:gd name="csX2" fmla="*/ 22601 w 90402"/>
                <a:gd name="csY2" fmla="*/ 45094 h 90187"/>
                <a:gd name="csX3" fmla="*/ 0 w 90402"/>
                <a:gd name="csY3" fmla="*/ 0 h 9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402" h="90187">
                  <a:moveTo>
                    <a:pt x="90402" y="44981"/>
                  </a:moveTo>
                  <a:lnTo>
                    <a:pt x="113" y="90188"/>
                  </a:lnTo>
                  <a:lnTo>
                    <a:pt x="22601" y="4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22582" cap="flat">
              <a:solidFill>
                <a:srgbClr val="0000FF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54" name="Graphic 8">
            <a:extLst>
              <a:ext uri="{FF2B5EF4-FFF2-40B4-BE49-F238E27FC236}">
                <a16:creationId xmlns:a16="http://schemas.microsoft.com/office/drawing/2014/main" id="{A03C4E81-9E11-EA23-CFA9-FC4042363A8F}"/>
              </a:ext>
            </a:extLst>
          </p:cNvPr>
          <p:cNvGrpSpPr/>
          <p:nvPr/>
        </p:nvGrpSpPr>
        <p:grpSpPr>
          <a:xfrm>
            <a:off x="2652767" y="4112837"/>
            <a:ext cx="90402" cy="369318"/>
            <a:chOff x="1736399" y="3926825"/>
            <a:chExt cx="90402" cy="369318"/>
          </a:xfrm>
        </p:grpSpPr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305856DA-A77A-C906-669C-17CA52CD0B10}"/>
                </a:ext>
              </a:extLst>
            </p:cNvPr>
            <p:cNvSpPr/>
            <p:nvPr/>
          </p:nvSpPr>
          <p:spPr>
            <a:xfrm>
              <a:off x="1781600" y="3926825"/>
              <a:ext cx="11300" cy="301677"/>
            </a:xfrm>
            <a:custGeom>
              <a:avLst/>
              <a:gdLst>
                <a:gd name="csX0" fmla="*/ 0 w 11300"/>
                <a:gd name="csY0" fmla="*/ 0 h 301677"/>
                <a:gd name="csX1" fmla="*/ 0 w 11300"/>
                <a:gd name="csY1" fmla="*/ 301677 h 301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00" h="301677">
                  <a:moveTo>
                    <a:pt x="0" y="0"/>
                  </a:moveTo>
                  <a:lnTo>
                    <a:pt x="0" y="301677"/>
                  </a:lnTo>
                </a:path>
              </a:pathLst>
            </a:custGeom>
            <a:noFill/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05CE48ED-9F56-D31E-3864-B0622941D822}"/>
                </a:ext>
              </a:extLst>
            </p:cNvPr>
            <p:cNvSpPr/>
            <p:nvPr/>
          </p:nvSpPr>
          <p:spPr>
            <a:xfrm>
              <a:off x="1736399" y="4205956"/>
              <a:ext cx="90402" cy="90187"/>
            </a:xfrm>
            <a:custGeom>
              <a:avLst/>
              <a:gdLst>
                <a:gd name="csX0" fmla="*/ 45201 w 90402"/>
                <a:gd name="csY0" fmla="*/ 90188 h 90187"/>
                <a:gd name="csX1" fmla="*/ 0 w 90402"/>
                <a:gd name="csY1" fmla="*/ 0 h 90187"/>
                <a:gd name="csX2" fmla="*/ 45201 w 90402"/>
                <a:gd name="csY2" fmla="*/ 22547 h 90187"/>
                <a:gd name="csX3" fmla="*/ 90402 w 90402"/>
                <a:gd name="csY3" fmla="*/ 0 h 9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402" h="90187">
                  <a:moveTo>
                    <a:pt x="45201" y="90188"/>
                  </a:moveTo>
                  <a:lnTo>
                    <a:pt x="0" y="0"/>
                  </a:lnTo>
                  <a:lnTo>
                    <a:pt x="45201" y="22547"/>
                  </a:lnTo>
                  <a:lnTo>
                    <a:pt x="90402" y="0"/>
                  </a:lnTo>
                  <a:close/>
                </a:path>
              </a:pathLst>
            </a:custGeom>
            <a:solidFill>
              <a:srgbClr val="000000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60" name="Graphic 8">
            <a:extLst>
              <a:ext uri="{FF2B5EF4-FFF2-40B4-BE49-F238E27FC236}">
                <a16:creationId xmlns:a16="http://schemas.microsoft.com/office/drawing/2014/main" id="{8A25B25E-6139-AB6C-D057-0817EDDEFA7C}"/>
              </a:ext>
            </a:extLst>
          </p:cNvPr>
          <p:cNvGrpSpPr/>
          <p:nvPr/>
        </p:nvGrpSpPr>
        <p:grpSpPr>
          <a:xfrm>
            <a:off x="1680945" y="2049796"/>
            <a:ext cx="791018" cy="450937"/>
            <a:chOff x="764577" y="1863784"/>
            <a:chExt cx="791018" cy="450937"/>
          </a:xfrm>
          <a:noFill/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E7210F0B-9C55-A8BB-8069-D00873D81933}"/>
                </a:ext>
              </a:extLst>
            </p:cNvPr>
            <p:cNvSpPr/>
            <p:nvPr/>
          </p:nvSpPr>
          <p:spPr>
            <a:xfrm>
              <a:off x="764577" y="1863784"/>
              <a:ext cx="791018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C344860F-824A-3A88-132E-AE5D0CF55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1929" y="1948335"/>
              <a:ext cx="576313" cy="355113"/>
            </a:xfrm>
            <a:custGeom>
              <a:avLst/>
              <a:gdLst>
                <a:gd name="csX0" fmla="*/ 0 w 576313"/>
                <a:gd name="csY0" fmla="*/ 0 h 355113"/>
                <a:gd name="csX1" fmla="*/ 576314 w 576313"/>
                <a:gd name="csY1" fmla="*/ 0 h 355113"/>
                <a:gd name="csX2" fmla="*/ 576314 w 576313"/>
                <a:gd name="csY2" fmla="*/ 355114 h 355113"/>
                <a:gd name="csX3" fmla="*/ 0 w 576313"/>
                <a:gd name="csY3" fmla="*/ 355114 h 355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13" h="355113">
                  <a:moveTo>
                    <a:pt x="0" y="0"/>
                  </a:moveTo>
                  <a:lnTo>
                    <a:pt x="576314" y="0"/>
                  </a:lnTo>
                  <a:lnTo>
                    <a:pt x="576314" y="355114"/>
                  </a:lnTo>
                  <a:lnTo>
                    <a:pt x="0" y="355114"/>
                  </a:lnTo>
                  <a:close/>
                </a:path>
              </a:pathLst>
            </a:custGeom>
          </p:spPr>
        </p:pic>
      </p:grpSp>
      <p:grpSp>
        <p:nvGrpSpPr>
          <p:cNvPr id="163" name="Graphic 8">
            <a:extLst>
              <a:ext uri="{FF2B5EF4-FFF2-40B4-BE49-F238E27FC236}">
                <a16:creationId xmlns:a16="http://schemas.microsoft.com/office/drawing/2014/main" id="{399A891A-5CA1-9D16-A99D-92179D3D5119}"/>
              </a:ext>
            </a:extLst>
          </p:cNvPr>
          <p:cNvGrpSpPr/>
          <p:nvPr/>
        </p:nvGrpSpPr>
        <p:grpSpPr>
          <a:xfrm>
            <a:off x="1680945" y="4507408"/>
            <a:ext cx="791018" cy="450937"/>
            <a:chOff x="764577" y="4321396"/>
            <a:chExt cx="791018" cy="450937"/>
          </a:xfrm>
          <a:noFill/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1421FFB5-07DC-35FF-B37D-57CA21166BA2}"/>
                </a:ext>
              </a:extLst>
            </p:cNvPr>
            <p:cNvSpPr/>
            <p:nvPr/>
          </p:nvSpPr>
          <p:spPr>
            <a:xfrm>
              <a:off x="764577" y="4321396"/>
              <a:ext cx="791018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1829F981-3CE4-91CC-24D3-50D8A2442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1929" y="4405947"/>
              <a:ext cx="576313" cy="355113"/>
            </a:xfrm>
            <a:custGeom>
              <a:avLst/>
              <a:gdLst>
                <a:gd name="csX0" fmla="*/ 0 w 576313"/>
                <a:gd name="csY0" fmla="*/ 0 h 355113"/>
                <a:gd name="csX1" fmla="*/ 576314 w 576313"/>
                <a:gd name="csY1" fmla="*/ 0 h 355113"/>
                <a:gd name="csX2" fmla="*/ 576314 w 576313"/>
                <a:gd name="csY2" fmla="*/ 355114 h 355113"/>
                <a:gd name="csX3" fmla="*/ 0 w 576313"/>
                <a:gd name="csY3" fmla="*/ 355114 h 355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13" h="355113">
                  <a:moveTo>
                    <a:pt x="0" y="0"/>
                  </a:moveTo>
                  <a:lnTo>
                    <a:pt x="576314" y="0"/>
                  </a:lnTo>
                  <a:lnTo>
                    <a:pt x="576314" y="355114"/>
                  </a:lnTo>
                  <a:lnTo>
                    <a:pt x="0" y="355114"/>
                  </a:lnTo>
                  <a:close/>
                </a:path>
              </a:pathLst>
            </a:custGeom>
          </p:spPr>
        </p:pic>
      </p:grpSp>
      <p:grpSp>
        <p:nvGrpSpPr>
          <p:cNvPr id="166" name="Graphic 8">
            <a:extLst>
              <a:ext uri="{FF2B5EF4-FFF2-40B4-BE49-F238E27FC236}">
                <a16:creationId xmlns:a16="http://schemas.microsoft.com/office/drawing/2014/main" id="{A024E5F8-B65B-A9A0-62D6-20A50D0EB15F}"/>
              </a:ext>
            </a:extLst>
          </p:cNvPr>
          <p:cNvGrpSpPr/>
          <p:nvPr/>
        </p:nvGrpSpPr>
        <p:grpSpPr>
          <a:xfrm>
            <a:off x="3093478" y="5127447"/>
            <a:ext cx="452010" cy="450937"/>
            <a:chOff x="2177110" y="4941435"/>
            <a:chExt cx="452010" cy="450937"/>
          </a:xfrm>
          <a:solidFill>
            <a:srgbClr val="FFFFFF"/>
          </a:solidFill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1AA35693-F103-99B1-424C-99DB1CBE0FD1}"/>
                </a:ext>
              </a:extLst>
            </p:cNvPr>
            <p:cNvSpPr/>
            <p:nvPr/>
          </p:nvSpPr>
          <p:spPr>
            <a:xfrm>
              <a:off x="2177110" y="4941435"/>
              <a:ext cx="452010" cy="450937"/>
            </a:xfrm>
            <a:prstGeom prst="ellipse">
              <a:avLst/>
            </a:prstGeom>
            <a:solidFill>
              <a:srgbClr val="FFFFFF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56D42A3D-1537-69F8-6520-DFE4A2B75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88410" y="5037260"/>
              <a:ext cx="429410" cy="326929"/>
            </a:xfrm>
            <a:custGeom>
              <a:avLst/>
              <a:gdLst>
                <a:gd name="csX0" fmla="*/ 0 w 429410"/>
                <a:gd name="csY0" fmla="*/ 0 h 326929"/>
                <a:gd name="csX1" fmla="*/ 429410 w 429410"/>
                <a:gd name="csY1" fmla="*/ 0 h 326929"/>
                <a:gd name="csX2" fmla="*/ 429410 w 429410"/>
                <a:gd name="csY2" fmla="*/ 326930 h 326929"/>
                <a:gd name="csX3" fmla="*/ 0 w 429410"/>
                <a:gd name="csY3" fmla="*/ 326930 h 326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9410" h="326929">
                  <a:moveTo>
                    <a:pt x="0" y="0"/>
                  </a:moveTo>
                  <a:lnTo>
                    <a:pt x="429410" y="0"/>
                  </a:lnTo>
                  <a:lnTo>
                    <a:pt x="429410" y="326930"/>
                  </a:lnTo>
                  <a:lnTo>
                    <a:pt x="0" y="326930"/>
                  </a:lnTo>
                  <a:close/>
                </a:path>
              </a:pathLst>
            </a:custGeom>
          </p:spPr>
        </p:pic>
      </p:grpSp>
      <p:grpSp>
        <p:nvGrpSpPr>
          <p:cNvPr id="169" name="Graphic 8">
            <a:extLst>
              <a:ext uri="{FF2B5EF4-FFF2-40B4-BE49-F238E27FC236}">
                <a16:creationId xmlns:a16="http://schemas.microsoft.com/office/drawing/2014/main" id="{1A528AE2-0F0C-1F16-D4B6-12C87E898EC4}"/>
              </a:ext>
            </a:extLst>
          </p:cNvPr>
          <p:cNvGrpSpPr/>
          <p:nvPr/>
        </p:nvGrpSpPr>
        <p:grpSpPr>
          <a:xfrm>
            <a:off x="2857754" y="4892283"/>
            <a:ext cx="284088" cy="283414"/>
            <a:chOff x="1941386" y="4706271"/>
            <a:chExt cx="284088" cy="283414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8FEDB454-57AA-99CC-F8FB-7E94BE6DAC9B}"/>
                </a:ext>
              </a:extLst>
            </p:cNvPr>
            <p:cNvSpPr/>
            <p:nvPr/>
          </p:nvSpPr>
          <p:spPr>
            <a:xfrm>
              <a:off x="1941386" y="4706271"/>
              <a:ext cx="236062" cy="235502"/>
            </a:xfrm>
            <a:custGeom>
              <a:avLst/>
              <a:gdLst>
                <a:gd name="csX0" fmla="*/ 0 w 236062"/>
                <a:gd name="csY0" fmla="*/ 0 h 235502"/>
                <a:gd name="csX1" fmla="*/ 236063 w 236062"/>
                <a:gd name="csY1" fmla="*/ 235502 h 235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6062" h="235502">
                  <a:moveTo>
                    <a:pt x="0" y="0"/>
                  </a:moveTo>
                  <a:lnTo>
                    <a:pt x="236063" y="235502"/>
                  </a:lnTo>
                </a:path>
              </a:pathLst>
            </a:custGeom>
            <a:noFill/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FFA0F328-19D1-4C94-56A4-46D105BDF444}"/>
                </a:ext>
              </a:extLst>
            </p:cNvPr>
            <p:cNvSpPr/>
            <p:nvPr/>
          </p:nvSpPr>
          <p:spPr>
            <a:xfrm>
              <a:off x="2129535" y="4893974"/>
              <a:ext cx="95939" cy="95711"/>
            </a:xfrm>
            <a:custGeom>
              <a:avLst/>
              <a:gdLst>
                <a:gd name="csX0" fmla="*/ 95939 w 95939"/>
                <a:gd name="csY0" fmla="*/ 95711 h 95711"/>
                <a:gd name="csX1" fmla="*/ 0 w 95939"/>
                <a:gd name="csY1" fmla="*/ 63808 h 95711"/>
                <a:gd name="csX2" fmla="*/ 47913 w 95939"/>
                <a:gd name="csY2" fmla="*/ 47799 h 95711"/>
                <a:gd name="csX3" fmla="*/ 63959 w 95939"/>
                <a:gd name="csY3" fmla="*/ 0 h 95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5939" h="95711">
                  <a:moveTo>
                    <a:pt x="95939" y="95711"/>
                  </a:moveTo>
                  <a:lnTo>
                    <a:pt x="0" y="63808"/>
                  </a:lnTo>
                  <a:lnTo>
                    <a:pt x="47913" y="47799"/>
                  </a:lnTo>
                  <a:lnTo>
                    <a:pt x="63959" y="0"/>
                  </a:lnTo>
                  <a:close/>
                </a:path>
              </a:pathLst>
            </a:custGeom>
            <a:solidFill>
              <a:srgbClr val="000000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72" name="Graphic 8">
            <a:extLst>
              <a:ext uri="{FF2B5EF4-FFF2-40B4-BE49-F238E27FC236}">
                <a16:creationId xmlns:a16="http://schemas.microsoft.com/office/drawing/2014/main" id="{520A9773-9BDD-B053-CA9A-83B7195AE943}"/>
              </a:ext>
            </a:extLst>
          </p:cNvPr>
          <p:cNvGrpSpPr/>
          <p:nvPr/>
        </p:nvGrpSpPr>
        <p:grpSpPr>
          <a:xfrm>
            <a:off x="2857754" y="3189993"/>
            <a:ext cx="478905" cy="1912878"/>
            <a:chOff x="1941386" y="3003981"/>
            <a:chExt cx="478905" cy="1912878"/>
          </a:xfrm>
        </p:grpSpPr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10A1E1AA-2F58-0535-650B-CF0FD62D7ECD}"/>
                </a:ext>
              </a:extLst>
            </p:cNvPr>
            <p:cNvSpPr/>
            <p:nvPr/>
          </p:nvSpPr>
          <p:spPr>
            <a:xfrm>
              <a:off x="1941386" y="3003981"/>
              <a:ext cx="440258" cy="1847154"/>
            </a:xfrm>
            <a:custGeom>
              <a:avLst/>
              <a:gdLst>
                <a:gd name="csX0" fmla="*/ 0 w 440258"/>
                <a:gd name="csY0" fmla="*/ 0 h 1847154"/>
                <a:gd name="csX1" fmla="*/ 440258 w 440258"/>
                <a:gd name="csY1" fmla="*/ 1847154 h 1847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0258" h="1847154">
                  <a:moveTo>
                    <a:pt x="0" y="0"/>
                  </a:moveTo>
                  <a:lnTo>
                    <a:pt x="440258" y="1847154"/>
                  </a:lnTo>
                </a:path>
              </a:pathLst>
            </a:custGeom>
            <a:noFill/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778F782D-BF85-4C0F-3E97-96FD64554C51}"/>
                </a:ext>
              </a:extLst>
            </p:cNvPr>
            <p:cNvSpPr/>
            <p:nvPr/>
          </p:nvSpPr>
          <p:spPr>
            <a:xfrm>
              <a:off x="2332375" y="4818780"/>
              <a:ext cx="87916" cy="98079"/>
            </a:xfrm>
            <a:custGeom>
              <a:avLst/>
              <a:gdLst>
                <a:gd name="csX0" fmla="*/ 64863 w 87916"/>
                <a:gd name="csY0" fmla="*/ 98079 h 98079"/>
                <a:gd name="csX1" fmla="*/ 0 w 87916"/>
                <a:gd name="csY1" fmla="*/ 20856 h 98079"/>
                <a:gd name="csX2" fmla="*/ 49269 w 87916"/>
                <a:gd name="csY2" fmla="*/ 32355 h 98079"/>
                <a:gd name="csX3" fmla="*/ 87916 w 87916"/>
                <a:gd name="csY3" fmla="*/ 0 h 980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7916" h="98079">
                  <a:moveTo>
                    <a:pt x="64863" y="98079"/>
                  </a:moveTo>
                  <a:lnTo>
                    <a:pt x="0" y="20856"/>
                  </a:lnTo>
                  <a:lnTo>
                    <a:pt x="49269" y="32355"/>
                  </a:lnTo>
                  <a:lnTo>
                    <a:pt x="87916" y="0"/>
                  </a:lnTo>
                  <a:close/>
                </a:path>
              </a:pathLst>
            </a:custGeom>
            <a:solidFill>
              <a:srgbClr val="000000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99" name="Graphic 8">
            <a:extLst>
              <a:ext uri="{FF2B5EF4-FFF2-40B4-BE49-F238E27FC236}">
                <a16:creationId xmlns:a16="http://schemas.microsoft.com/office/drawing/2014/main" id="{1B9BEB5A-E432-CA34-ED67-93C778F25CF6}"/>
              </a:ext>
            </a:extLst>
          </p:cNvPr>
          <p:cNvGrpSpPr/>
          <p:nvPr/>
        </p:nvGrpSpPr>
        <p:grpSpPr>
          <a:xfrm>
            <a:off x="2415462" y="3199688"/>
            <a:ext cx="339007" cy="450937"/>
            <a:chOff x="1499094" y="3013676"/>
            <a:chExt cx="339007" cy="450937"/>
          </a:xfrm>
          <a:noFill/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8C93310E-8F32-492B-D032-F10F8B2BF336}"/>
                </a:ext>
              </a:extLst>
            </p:cNvPr>
            <p:cNvSpPr/>
            <p:nvPr/>
          </p:nvSpPr>
          <p:spPr>
            <a:xfrm>
              <a:off x="1499094" y="3013676"/>
              <a:ext cx="339007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01" name="Picture 200">
              <a:extLst>
                <a:ext uri="{FF2B5EF4-FFF2-40B4-BE49-F238E27FC236}">
                  <a16:creationId xmlns:a16="http://schemas.microsoft.com/office/drawing/2014/main" id="{EA55AF91-B6C1-5EA1-28E9-A5AD93955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06446" y="3120774"/>
              <a:ext cx="124302" cy="281836"/>
            </a:xfrm>
            <a:custGeom>
              <a:avLst/>
              <a:gdLst>
                <a:gd name="csX0" fmla="*/ 0 w 124302"/>
                <a:gd name="csY0" fmla="*/ 0 h 281836"/>
                <a:gd name="csX1" fmla="*/ 124303 w 124302"/>
                <a:gd name="csY1" fmla="*/ 0 h 281836"/>
                <a:gd name="csX2" fmla="*/ 124303 w 124302"/>
                <a:gd name="csY2" fmla="*/ 281836 h 281836"/>
                <a:gd name="csX3" fmla="*/ 0 w 124302"/>
                <a:gd name="csY3" fmla="*/ 281836 h 281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4302" h="281836">
                  <a:moveTo>
                    <a:pt x="0" y="0"/>
                  </a:moveTo>
                  <a:lnTo>
                    <a:pt x="124303" y="0"/>
                  </a:lnTo>
                  <a:lnTo>
                    <a:pt x="124303" y="281836"/>
                  </a:lnTo>
                  <a:lnTo>
                    <a:pt x="0" y="281836"/>
                  </a:lnTo>
                  <a:close/>
                </a:path>
              </a:pathLst>
            </a:custGeom>
          </p:spPr>
        </p:pic>
      </p:grpSp>
      <p:grpSp>
        <p:nvGrpSpPr>
          <p:cNvPr id="202" name="Graphic 8">
            <a:extLst>
              <a:ext uri="{FF2B5EF4-FFF2-40B4-BE49-F238E27FC236}">
                <a16:creationId xmlns:a16="http://schemas.microsoft.com/office/drawing/2014/main" id="{B1C65D7E-B342-513B-A7B5-D7F36C414AC8}"/>
              </a:ext>
            </a:extLst>
          </p:cNvPr>
          <p:cNvGrpSpPr/>
          <p:nvPr/>
        </p:nvGrpSpPr>
        <p:grpSpPr>
          <a:xfrm>
            <a:off x="2415462" y="4056470"/>
            <a:ext cx="339007" cy="450937"/>
            <a:chOff x="1499094" y="3870458"/>
            <a:chExt cx="339007" cy="450937"/>
          </a:xfrm>
          <a:noFill/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DD8F189-E8D0-38AD-1E07-BBCA0C9814F5}"/>
                </a:ext>
              </a:extLst>
            </p:cNvPr>
            <p:cNvSpPr/>
            <p:nvPr/>
          </p:nvSpPr>
          <p:spPr>
            <a:xfrm>
              <a:off x="1499094" y="3870458"/>
              <a:ext cx="339007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04" name="Picture 203">
              <a:extLst>
                <a:ext uri="{FF2B5EF4-FFF2-40B4-BE49-F238E27FC236}">
                  <a16:creationId xmlns:a16="http://schemas.microsoft.com/office/drawing/2014/main" id="{348FA82F-23C3-9927-4576-5A692C757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06446" y="3977556"/>
              <a:ext cx="124302" cy="281836"/>
            </a:xfrm>
            <a:custGeom>
              <a:avLst/>
              <a:gdLst>
                <a:gd name="csX0" fmla="*/ 0 w 124302"/>
                <a:gd name="csY0" fmla="*/ 0 h 281836"/>
                <a:gd name="csX1" fmla="*/ 124303 w 124302"/>
                <a:gd name="csY1" fmla="*/ 0 h 281836"/>
                <a:gd name="csX2" fmla="*/ 124303 w 124302"/>
                <a:gd name="csY2" fmla="*/ 281836 h 281836"/>
                <a:gd name="csX3" fmla="*/ 0 w 124302"/>
                <a:gd name="csY3" fmla="*/ 281836 h 281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4302" h="281836">
                  <a:moveTo>
                    <a:pt x="0" y="0"/>
                  </a:moveTo>
                  <a:lnTo>
                    <a:pt x="124303" y="0"/>
                  </a:lnTo>
                  <a:lnTo>
                    <a:pt x="124303" y="281836"/>
                  </a:lnTo>
                  <a:lnTo>
                    <a:pt x="0" y="281836"/>
                  </a:lnTo>
                  <a:close/>
                </a:path>
              </a:pathLst>
            </a:custGeom>
          </p:spPr>
        </p:pic>
      </p:grpSp>
      <p:grpSp>
        <p:nvGrpSpPr>
          <p:cNvPr id="205" name="Graphic 8">
            <a:extLst>
              <a:ext uri="{FF2B5EF4-FFF2-40B4-BE49-F238E27FC236}">
                <a16:creationId xmlns:a16="http://schemas.microsoft.com/office/drawing/2014/main" id="{7F0C58DD-D701-5CC8-1665-55A117558111}"/>
              </a:ext>
            </a:extLst>
          </p:cNvPr>
          <p:cNvGrpSpPr/>
          <p:nvPr/>
        </p:nvGrpSpPr>
        <p:grpSpPr>
          <a:xfrm>
            <a:off x="2076454" y="3909915"/>
            <a:ext cx="339007" cy="450937"/>
            <a:chOff x="1160086" y="3723903"/>
            <a:chExt cx="339007" cy="450937"/>
          </a:xfrm>
          <a:noFill/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2D9A6BB6-EE9A-4926-5749-9E4968700864}"/>
                </a:ext>
              </a:extLst>
            </p:cNvPr>
            <p:cNvSpPr/>
            <p:nvPr/>
          </p:nvSpPr>
          <p:spPr>
            <a:xfrm>
              <a:off x="1160086" y="3723903"/>
              <a:ext cx="339007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07" name="Picture 206">
              <a:extLst>
                <a:ext uri="{FF2B5EF4-FFF2-40B4-BE49-F238E27FC236}">
                  <a16:creationId xmlns:a16="http://schemas.microsoft.com/office/drawing/2014/main" id="{421E635C-4D6B-7611-0629-9051F65F6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67438" y="3831001"/>
              <a:ext cx="124302" cy="281836"/>
            </a:xfrm>
            <a:custGeom>
              <a:avLst/>
              <a:gdLst>
                <a:gd name="csX0" fmla="*/ 0 w 124302"/>
                <a:gd name="csY0" fmla="*/ 0 h 281836"/>
                <a:gd name="csX1" fmla="*/ 124303 w 124302"/>
                <a:gd name="csY1" fmla="*/ 0 h 281836"/>
                <a:gd name="csX2" fmla="*/ 124303 w 124302"/>
                <a:gd name="csY2" fmla="*/ 281836 h 281836"/>
                <a:gd name="csX3" fmla="*/ 0 w 124302"/>
                <a:gd name="csY3" fmla="*/ 281836 h 281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4302" h="281836">
                  <a:moveTo>
                    <a:pt x="0" y="0"/>
                  </a:moveTo>
                  <a:lnTo>
                    <a:pt x="124303" y="0"/>
                  </a:lnTo>
                  <a:lnTo>
                    <a:pt x="124303" y="281836"/>
                  </a:lnTo>
                  <a:lnTo>
                    <a:pt x="0" y="281836"/>
                  </a:lnTo>
                  <a:close/>
                </a:path>
              </a:pathLst>
            </a:custGeom>
          </p:spPr>
        </p:pic>
      </p:grpSp>
      <p:grpSp>
        <p:nvGrpSpPr>
          <p:cNvPr id="208" name="Graphic 8">
            <a:extLst>
              <a:ext uri="{FF2B5EF4-FFF2-40B4-BE49-F238E27FC236}">
                <a16:creationId xmlns:a16="http://schemas.microsoft.com/office/drawing/2014/main" id="{1395BC55-C562-E85B-8797-07655997966A}"/>
              </a:ext>
            </a:extLst>
          </p:cNvPr>
          <p:cNvGrpSpPr/>
          <p:nvPr/>
        </p:nvGrpSpPr>
        <p:grpSpPr>
          <a:xfrm>
            <a:off x="2844872" y="3199688"/>
            <a:ext cx="339007" cy="450937"/>
            <a:chOff x="1928504" y="3013676"/>
            <a:chExt cx="339007" cy="450937"/>
          </a:xfrm>
          <a:noFill/>
        </p:grpSpPr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7440D906-8517-0C5C-AAA3-A3FA54D25A6F}"/>
                </a:ext>
              </a:extLst>
            </p:cNvPr>
            <p:cNvSpPr/>
            <p:nvPr/>
          </p:nvSpPr>
          <p:spPr>
            <a:xfrm>
              <a:off x="1928504" y="3013676"/>
              <a:ext cx="339007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10" name="Picture 209">
              <a:extLst>
                <a:ext uri="{FF2B5EF4-FFF2-40B4-BE49-F238E27FC236}">
                  <a16:creationId xmlns:a16="http://schemas.microsoft.com/office/drawing/2014/main" id="{957A49F2-E737-BB71-D8F7-B05D410C4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035856" y="3120774"/>
              <a:ext cx="124302" cy="281836"/>
            </a:xfrm>
            <a:custGeom>
              <a:avLst/>
              <a:gdLst>
                <a:gd name="csX0" fmla="*/ 0 w 124302"/>
                <a:gd name="csY0" fmla="*/ 0 h 281836"/>
                <a:gd name="csX1" fmla="*/ 124303 w 124302"/>
                <a:gd name="csY1" fmla="*/ 0 h 281836"/>
                <a:gd name="csX2" fmla="*/ 124303 w 124302"/>
                <a:gd name="csY2" fmla="*/ 281836 h 281836"/>
                <a:gd name="csX3" fmla="*/ 0 w 124302"/>
                <a:gd name="csY3" fmla="*/ 281836 h 281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4302" h="281836">
                  <a:moveTo>
                    <a:pt x="0" y="0"/>
                  </a:moveTo>
                  <a:lnTo>
                    <a:pt x="124303" y="0"/>
                  </a:lnTo>
                  <a:lnTo>
                    <a:pt x="124303" y="281836"/>
                  </a:lnTo>
                  <a:lnTo>
                    <a:pt x="0" y="281836"/>
                  </a:lnTo>
                  <a:close/>
                </a:path>
              </a:pathLst>
            </a:custGeom>
          </p:spPr>
        </p:pic>
      </p:grpSp>
      <p:grpSp>
        <p:nvGrpSpPr>
          <p:cNvPr id="217" name="Graphic 8">
            <a:extLst>
              <a:ext uri="{FF2B5EF4-FFF2-40B4-BE49-F238E27FC236}">
                <a16:creationId xmlns:a16="http://schemas.microsoft.com/office/drawing/2014/main" id="{0B7A22D3-B928-2679-1851-8CDB4F7E44E7}"/>
              </a:ext>
            </a:extLst>
          </p:cNvPr>
          <p:cNvGrpSpPr/>
          <p:nvPr/>
        </p:nvGrpSpPr>
        <p:grpSpPr>
          <a:xfrm>
            <a:off x="6908599" y="4586320"/>
            <a:ext cx="90402" cy="651154"/>
            <a:chOff x="6938589" y="4039559"/>
            <a:chExt cx="90402" cy="651154"/>
          </a:xfrm>
        </p:grpSpPr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986FCBAD-05B1-84CA-FF0B-803A7DF96A43}"/>
                </a:ext>
              </a:extLst>
            </p:cNvPr>
            <p:cNvSpPr/>
            <p:nvPr/>
          </p:nvSpPr>
          <p:spPr>
            <a:xfrm>
              <a:off x="6979722" y="4039559"/>
              <a:ext cx="5650" cy="583513"/>
            </a:xfrm>
            <a:custGeom>
              <a:avLst/>
              <a:gdLst>
                <a:gd name="csX0" fmla="*/ 0 w 5650"/>
                <a:gd name="csY0" fmla="*/ 0 h 583513"/>
                <a:gd name="csX1" fmla="*/ 5650 w 5650"/>
                <a:gd name="csY1" fmla="*/ 343840 h 583513"/>
                <a:gd name="csX2" fmla="*/ 3955 w 5650"/>
                <a:gd name="csY2" fmla="*/ 583514 h 583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650" h="583513">
                  <a:moveTo>
                    <a:pt x="0" y="0"/>
                  </a:moveTo>
                  <a:lnTo>
                    <a:pt x="5650" y="343840"/>
                  </a:lnTo>
                  <a:lnTo>
                    <a:pt x="3955" y="583514"/>
                  </a:lnTo>
                </a:path>
              </a:pathLst>
            </a:custGeom>
            <a:noFill/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7E925332-53E9-2DA9-BEFF-931613D52DE4}"/>
                </a:ext>
              </a:extLst>
            </p:cNvPr>
            <p:cNvSpPr/>
            <p:nvPr/>
          </p:nvSpPr>
          <p:spPr>
            <a:xfrm>
              <a:off x="6938589" y="4600301"/>
              <a:ext cx="90402" cy="90413"/>
            </a:xfrm>
            <a:custGeom>
              <a:avLst/>
              <a:gdLst>
                <a:gd name="csX0" fmla="*/ 44523 w 90402"/>
                <a:gd name="csY0" fmla="*/ 90413 h 90413"/>
                <a:gd name="csX1" fmla="*/ 0 w 90402"/>
                <a:gd name="csY1" fmla="*/ 0 h 90413"/>
                <a:gd name="csX2" fmla="*/ 45088 w 90402"/>
                <a:gd name="csY2" fmla="*/ 22772 h 90413"/>
                <a:gd name="csX3" fmla="*/ 90402 w 90402"/>
                <a:gd name="csY3" fmla="*/ 564 h 90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402" h="90413">
                  <a:moveTo>
                    <a:pt x="44523" y="90413"/>
                  </a:moveTo>
                  <a:lnTo>
                    <a:pt x="0" y="0"/>
                  </a:lnTo>
                  <a:lnTo>
                    <a:pt x="45088" y="22772"/>
                  </a:lnTo>
                  <a:lnTo>
                    <a:pt x="90402" y="564"/>
                  </a:lnTo>
                  <a:close/>
                </a:path>
              </a:pathLst>
            </a:custGeom>
            <a:solidFill>
              <a:srgbClr val="000000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220" name="Freeform 219">
            <a:extLst>
              <a:ext uri="{FF2B5EF4-FFF2-40B4-BE49-F238E27FC236}">
                <a16:creationId xmlns:a16="http://schemas.microsoft.com/office/drawing/2014/main" id="{96D477F7-CF5C-8358-E62A-AD7AAEE1B0BB}"/>
              </a:ext>
            </a:extLst>
          </p:cNvPr>
          <p:cNvSpPr/>
          <p:nvPr/>
        </p:nvSpPr>
        <p:spPr>
          <a:xfrm>
            <a:off x="7513163" y="4586320"/>
            <a:ext cx="1582" cy="338203"/>
          </a:xfrm>
          <a:custGeom>
            <a:avLst/>
            <a:gdLst>
              <a:gd name="csX0" fmla="*/ 1582 w 1582"/>
              <a:gd name="csY0" fmla="*/ 0 h 338203"/>
              <a:gd name="csX1" fmla="*/ 0 w 1582"/>
              <a:gd name="csY1" fmla="*/ 338203 h 338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82" h="338203">
                <a:moveTo>
                  <a:pt x="1582" y="0"/>
                </a:moveTo>
                <a:lnTo>
                  <a:pt x="0" y="338203"/>
                </a:lnTo>
              </a:path>
            </a:pathLst>
          </a:custGeom>
          <a:noFill/>
          <a:ln w="2258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221" name="Graphic 8">
            <a:extLst>
              <a:ext uri="{FF2B5EF4-FFF2-40B4-BE49-F238E27FC236}">
                <a16:creationId xmlns:a16="http://schemas.microsoft.com/office/drawing/2014/main" id="{4063F509-E118-2B88-9FA0-095E1B602C46}"/>
              </a:ext>
            </a:extLst>
          </p:cNvPr>
          <p:cNvGrpSpPr/>
          <p:nvPr/>
        </p:nvGrpSpPr>
        <p:grpSpPr>
          <a:xfrm>
            <a:off x="7822564" y="4315758"/>
            <a:ext cx="313695" cy="90187"/>
            <a:chOff x="7852554" y="3768997"/>
            <a:chExt cx="313695" cy="90187"/>
          </a:xfrm>
        </p:grpSpPr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32BE5702-1D50-33CF-64D8-F9FCD3738B05}"/>
                </a:ext>
              </a:extLst>
            </p:cNvPr>
            <p:cNvSpPr/>
            <p:nvPr/>
          </p:nvSpPr>
          <p:spPr>
            <a:xfrm>
              <a:off x="7920356" y="3814091"/>
              <a:ext cx="245893" cy="11273"/>
            </a:xfrm>
            <a:custGeom>
              <a:avLst/>
              <a:gdLst>
                <a:gd name="csX0" fmla="*/ 245894 w 245893"/>
                <a:gd name="csY0" fmla="*/ 0 h 11273"/>
                <a:gd name="csX1" fmla="*/ 0 w 245893"/>
                <a:gd name="csY1" fmla="*/ 0 h 11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5893" h="11273">
                  <a:moveTo>
                    <a:pt x="245894" y="0"/>
                  </a:moveTo>
                  <a:lnTo>
                    <a:pt x="0" y="0"/>
                  </a:lnTo>
                </a:path>
              </a:pathLst>
            </a:custGeom>
            <a:noFill/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B0F15318-0A7D-CD80-03A3-43E96C76B4AF}"/>
                </a:ext>
              </a:extLst>
            </p:cNvPr>
            <p:cNvSpPr/>
            <p:nvPr/>
          </p:nvSpPr>
          <p:spPr>
            <a:xfrm>
              <a:off x="7852554" y="3768997"/>
              <a:ext cx="90402" cy="90187"/>
            </a:xfrm>
            <a:custGeom>
              <a:avLst/>
              <a:gdLst>
                <a:gd name="csX0" fmla="*/ 0 w 90402"/>
                <a:gd name="csY0" fmla="*/ 45094 h 90187"/>
                <a:gd name="csX1" fmla="*/ 90402 w 90402"/>
                <a:gd name="csY1" fmla="*/ 0 h 90187"/>
                <a:gd name="csX2" fmla="*/ 67802 w 90402"/>
                <a:gd name="csY2" fmla="*/ 45094 h 90187"/>
                <a:gd name="csX3" fmla="*/ 90402 w 90402"/>
                <a:gd name="csY3" fmla="*/ 90188 h 9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402" h="90187">
                  <a:moveTo>
                    <a:pt x="0" y="45094"/>
                  </a:moveTo>
                  <a:lnTo>
                    <a:pt x="90402" y="0"/>
                  </a:lnTo>
                  <a:lnTo>
                    <a:pt x="67802" y="45094"/>
                  </a:lnTo>
                  <a:lnTo>
                    <a:pt x="90402" y="90188"/>
                  </a:lnTo>
                  <a:close/>
                </a:path>
              </a:pathLst>
            </a:custGeom>
            <a:solidFill>
              <a:srgbClr val="000000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224" name="Graphic 8">
            <a:extLst>
              <a:ext uri="{FF2B5EF4-FFF2-40B4-BE49-F238E27FC236}">
                <a16:creationId xmlns:a16="http://schemas.microsoft.com/office/drawing/2014/main" id="{B7AF4FA5-5404-EB7F-83BB-FEFE15000ACE}"/>
              </a:ext>
            </a:extLst>
          </p:cNvPr>
          <p:cNvGrpSpPr/>
          <p:nvPr/>
        </p:nvGrpSpPr>
        <p:grpSpPr>
          <a:xfrm>
            <a:off x="6667225" y="4135383"/>
            <a:ext cx="1130026" cy="450937"/>
            <a:chOff x="6697215" y="3588622"/>
            <a:chExt cx="1130026" cy="450937"/>
          </a:xfrm>
          <a:solidFill>
            <a:srgbClr val="D5E8D4"/>
          </a:solidFill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E15356F5-2CC7-A755-AA9C-BCB1FAFA8286}"/>
                </a:ext>
              </a:extLst>
            </p:cNvPr>
            <p:cNvSpPr/>
            <p:nvPr/>
          </p:nvSpPr>
          <p:spPr>
            <a:xfrm>
              <a:off x="6697215" y="3588622"/>
              <a:ext cx="1130026" cy="450937"/>
            </a:xfrm>
            <a:prstGeom prst="rect">
              <a:avLst/>
            </a:prstGeom>
            <a:solidFill>
              <a:srgbClr val="D5E8D4"/>
            </a:solidFill>
            <a:ln w="22582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26" name="Picture 225">
              <a:extLst>
                <a:ext uri="{FF2B5EF4-FFF2-40B4-BE49-F238E27FC236}">
                  <a16:creationId xmlns:a16="http://schemas.microsoft.com/office/drawing/2014/main" id="{A7E3D10D-5054-78FD-C715-D3D573F2A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08516" y="3684446"/>
              <a:ext cx="1107425" cy="304383"/>
            </a:xfrm>
            <a:custGeom>
              <a:avLst/>
              <a:gdLst>
                <a:gd name="csX0" fmla="*/ 0 w 1107425"/>
                <a:gd name="csY0" fmla="*/ 0 h 304383"/>
                <a:gd name="csX1" fmla="*/ 1107426 w 1107425"/>
                <a:gd name="csY1" fmla="*/ 0 h 304383"/>
                <a:gd name="csX2" fmla="*/ 1107426 w 1107425"/>
                <a:gd name="csY2" fmla="*/ 304383 h 304383"/>
                <a:gd name="csX3" fmla="*/ 0 w 1107425"/>
                <a:gd name="csY3" fmla="*/ 304383 h 304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07425" h="304383">
                  <a:moveTo>
                    <a:pt x="0" y="0"/>
                  </a:moveTo>
                  <a:lnTo>
                    <a:pt x="1107426" y="0"/>
                  </a:lnTo>
                  <a:lnTo>
                    <a:pt x="1107426" y="304383"/>
                  </a:lnTo>
                  <a:lnTo>
                    <a:pt x="0" y="304383"/>
                  </a:lnTo>
                  <a:close/>
                </a:path>
              </a:pathLst>
            </a:custGeom>
          </p:spPr>
        </p:pic>
      </p:grpSp>
      <p:grpSp>
        <p:nvGrpSpPr>
          <p:cNvPr id="227" name="Graphic 8">
            <a:extLst>
              <a:ext uri="{FF2B5EF4-FFF2-40B4-BE49-F238E27FC236}">
                <a16:creationId xmlns:a16="http://schemas.microsoft.com/office/drawing/2014/main" id="{93C2DED7-4B3C-7B93-D9FC-66E929BE32D7}"/>
              </a:ext>
            </a:extLst>
          </p:cNvPr>
          <p:cNvGrpSpPr/>
          <p:nvPr/>
        </p:nvGrpSpPr>
        <p:grpSpPr>
          <a:xfrm>
            <a:off x="7187037" y="3616804"/>
            <a:ext cx="90402" cy="493325"/>
            <a:chOff x="7217027" y="3070043"/>
            <a:chExt cx="90402" cy="493325"/>
          </a:xfrm>
        </p:grpSpPr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9ACAEDE2-00B8-B3F6-EFF8-39878D26D661}"/>
                </a:ext>
              </a:extLst>
            </p:cNvPr>
            <p:cNvSpPr/>
            <p:nvPr/>
          </p:nvSpPr>
          <p:spPr>
            <a:xfrm>
              <a:off x="7262229" y="3070043"/>
              <a:ext cx="11300" cy="425685"/>
            </a:xfrm>
            <a:custGeom>
              <a:avLst/>
              <a:gdLst>
                <a:gd name="csX0" fmla="*/ 0 w 11300"/>
                <a:gd name="csY0" fmla="*/ 0 h 425685"/>
                <a:gd name="csX1" fmla="*/ 0 w 11300"/>
                <a:gd name="csY1" fmla="*/ 425685 h 425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00" h="425685">
                  <a:moveTo>
                    <a:pt x="0" y="0"/>
                  </a:moveTo>
                  <a:lnTo>
                    <a:pt x="0" y="425685"/>
                  </a:lnTo>
                </a:path>
              </a:pathLst>
            </a:custGeom>
            <a:noFill/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FDC44C1F-AE62-380F-654F-A9DE841BB7D6}"/>
                </a:ext>
              </a:extLst>
            </p:cNvPr>
            <p:cNvSpPr/>
            <p:nvPr/>
          </p:nvSpPr>
          <p:spPr>
            <a:xfrm>
              <a:off x="7217027" y="3473181"/>
              <a:ext cx="90402" cy="90187"/>
            </a:xfrm>
            <a:custGeom>
              <a:avLst/>
              <a:gdLst>
                <a:gd name="csX0" fmla="*/ 45201 w 90402"/>
                <a:gd name="csY0" fmla="*/ 90188 h 90187"/>
                <a:gd name="csX1" fmla="*/ 0 w 90402"/>
                <a:gd name="csY1" fmla="*/ 0 h 90187"/>
                <a:gd name="csX2" fmla="*/ 45201 w 90402"/>
                <a:gd name="csY2" fmla="*/ 22547 h 90187"/>
                <a:gd name="csX3" fmla="*/ 90402 w 90402"/>
                <a:gd name="csY3" fmla="*/ 0 h 9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402" h="90187">
                  <a:moveTo>
                    <a:pt x="45201" y="90188"/>
                  </a:moveTo>
                  <a:lnTo>
                    <a:pt x="0" y="0"/>
                  </a:lnTo>
                  <a:lnTo>
                    <a:pt x="45201" y="22547"/>
                  </a:lnTo>
                  <a:lnTo>
                    <a:pt x="90402" y="0"/>
                  </a:lnTo>
                  <a:close/>
                </a:path>
              </a:pathLst>
            </a:custGeom>
            <a:solidFill>
              <a:srgbClr val="000000"/>
            </a:solidFill>
            <a:ln w="2258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230" name="Graphic 8">
            <a:extLst>
              <a:ext uri="{FF2B5EF4-FFF2-40B4-BE49-F238E27FC236}">
                <a16:creationId xmlns:a16="http://schemas.microsoft.com/office/drawing/2014/main" id="{CF3EA50A-8DC7-7C5F-1F06-B61A4D894684}"/>
              </a:ext>
            </a:extLst>
          </p:cNvPr>
          <p:cNvGrpSpPr/>
          <p:nvPr/>
        </p:nvGrpSpPr>
        <p:grpSpPr>
          <a:xfrm>
            <a:off x="6836729" y="3165866"/>
            <a:ext cx="791018" cy="450937"/>
            <a:chOff x="6866719" y="2619105"/>
            <a:chExt cx="791018" cy="450937"/>
          </a:xfrm>
          <a:noFill/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F7B6C487-763B-1206-D393-A375B807D4B2}"/>
                </a:ext>
              </a:extLst>
            </p:cNvPr>
            <p:cNvSpPr/>
            <p:nvPr/>
          </p:nvSpPr>
          <p:spPr>
            <a:xfrm>
              <a:off x="6866719" y="2619105"/>
              <a:ext cx="791018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31F7B526-975C-9B98-EE10-3F3F3956E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74072" y="2703656"/>
              <a:ext cx="576313" cy="355113"/>
            </a:xfrm>
            <a:custGeom>
              <a:avLst/>
              <a:gdLst>
                <a:gd name="csX0" fmla="*/ 0 w 576313"/>
                <a:gd name="csY0" fmla="*/ 0 h 355113"/>
                <a:gd name="csX1" fmla="*/ 576314 w 576313"/>
                <a:gd name="csY1" fmla="*/ 0 h 355113"/>
                <a:gd name="csX2" fmla="*/ 576314 w 576313"/>
                <a:gd name="csY2" fmla="*/ 355114 h 355113"/>
                <a:gd name="csX3" fmla="*/ 0 w 576313"/>
                <a:gd name="csY3" fmla="*/ 355114 h 355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13" h="355113">
                  <a:moveTo>
                    <a:pt x="0" y="0"/>
                  </a:moveTo>
                  <a:lnTo>
                    <a:pt x="576314" y="0"/>
                  </a:lnTo>
                  <a:lnTo>
                    <a:pt x="576314" y="355114"/>
                  </a:lnTo>
                  <a:lnTo>
                    <a:pt x="0" y="355114"/>
                  </a:lnTo>
                  <a:close/>
                </a:path>
              </a:pathLst>
            </a:custGeom>
          </p:spPr>
        </p:pic>
      </p:grpSp>
      <p:grpSp>
        <p:nvGrpSpPr>
          <p:cNvPr id="233" name="Graphic 8">
            <a:extLst>
              <a:ext uri="{FF2B5EF4-FFF2-40B4-BE49-F238E27FC236}">
                <a16:creationId xmlns:a16="http://schemas.microsoft.com/office/drawing/2014/main" id="{1FA6839C-8E66-2365-A33D-9CB4CC25715F}"/>
              </a:ext>
            </a:extLst>
          </p:cNvPr>
          <p:cNvGrpSpPr/>
          <p:nvPr/>
        </p:nvGrpSpPr>
        <p:grpSpPr>
          <a:xfrm>
            <a:off x="6554223" y="5251454"/>
            <a:ext cx="791018" cy="450937"/>
            <a:chOff x="6584213" y="4704693"/>
            <a:chExt cx="791018" cy="450937"/>
          </a:xfrm>
          <a:noFill/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3A18A5B2-ACED-FC84-6FAD-D6183DB963E8}"/>
                </a:ext>
              </a:extLst>
            </p:cNvPr>
            <p:cNvSpPr/>
            <p:nvPr/>
          </p:nvSpPr>
          <p:spPr>
            <a:xfrm>
              <a:off x="6584213" y="4704693"/>
              <a:ext cx="791018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35" name="Picture 234">
              <a:extLst>
                <a:ext uri="{FF2B5EF4-FFF2-40B4-BE49-F238E27FC236}">
                  <a16:creationId xmlns:a16="http://schemas.microsoft.com/office/drawing/2014/main" id="{8DF6A433-03DC-D4BF-8449-631DD0E6F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91565" y="4789244"/>
              <a:ext cx="576313" cy="355113"/>
            </a:xfrm>
            <a:custGeom>
              <a:avLst/>
              <a:gdLst>
                <a:gd name="csX0" fmla="*/ 0 w 576313"/>
                <a:gd name="csY0" fmla="*/ 0 h 355113"/>
                <a:gd name="csX1" fmla="*/ 576314 w 576313"/>
                <a:gd name="csY1" fmla="*/ 0 h 355113"/>
                <a:gd name="csX2" fmla="*/ 576314 w 576313"/>
                <a:gd name="csY2" fmla="*/ 355114 h 355113"/>
                <a:gd name="csX3" fmla="*/ 0 w 576313"/>
                <a:gd name="csY3" fmla="*/ 355114 h 355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13" h="355113">
                  <a:moveTo>
                    <a:pt x="0" y="0"/>
                  </a:moveTo>
                  <a:lnTo>
                    <a:pt x="576314" y="0"/>
                  </a:lnTo>
                  <a:lnTo>
                    <a:pt x="576314" y="355114"/>
                  </a:lnTo>
                  <a:lnTo>
                    <a:pt x="0" y="355114"/>
                  </a:lnTo>
                  <a:close/>
                </a:path>
              </a:pathLst>
            </a:custGeom>
          </p:spPr>
        </p:pic>
      </p:grpSp>
      <p:sp>
        <p:nvSpPr>
          <p:cNvPr id="236" name="Freeform 235">
            <a:extLst>
              <a:ext uri="{FF2B5EF4-FFF2-40B4-BE49-F238E27FC236}">
                <a16:creationId xmlns:a16="http://schemas.microsoft.com/office/drawing/2014/main" id="{9E816B75-338C-0A65-3F1D-4EC1840102E4}"/>
              </a:ext>
            </a:extLst>
          </p:cNvPr>
          <p:cNvSpPr/>
          <p:nvPr/>
        </p:nvSpPr>
        <p:spPr>
          <a:xfrm>
            <a:off x="7403325" y="4924524"/>
            <a:ext cx="224423" cy="11273"/>
          </a:xfrm>
          <a:custGeom>
            <a:avLst/>
            <a:gdLst>
              <a:gd name="csX0" fmla="*/ 0 w 224423"/>
              <a:gd name="csY0" fmla="*/ 0 h 11273"/>
              <a:gd name="csX1" fmla="*/ 224423 w 224423"/>
              <a:gd name="csY1" fmla="*/ 0 h 11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24423" h="11273">
                <a:moveTo>
                  <a:pt x="0" y="0"/>
                </a:moveTo>
                <a:lnTo>
                  <a:pt x="224423" y="0"/>
                </a:lnTo>
              </a:path>
            </a:pathLst>
          </a:custGeom>
          <a:noFill/>
          <a:ln w="22582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237" name="Graphic 8">
            <a:extLst>
              <a:ext uri="{FF2B5EF4-FFF2-40B4-BE49-F238E27FC236}">
                <a16:creationId xmlns:a16="http://schemas.microsoft.com/office/drawing/2014/main" id="{5BE4A7A3-D6BA-858B-B1AC-F9FD8BFF9003}"/>
              </a:ext>
            </a:extLst>
          </p:cNvPr>
          <p:cNvGrpSpPr/>
          <p:nvPr/>
        </p:nvGrpSpPr>
        <p:grpSpPr>
          <a:xfrm>
            <a:off x="7887654" y="4135383"/>
            <a:ext cx="904021" cy="450937"/>
            <a:chOff x="7917644" y="3588622"/>
            <a:chExt cx="904021" cy="450937"/>
          </a:xfrm>
          <a:noFill/>
        </p:grpSpPr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80E91A0D-09D7-33D8-D630-7852AFECA279}"/>
                </a:ext>
              </a:extLst>
            </p:cNvPr>
            <p:cNvSpPr/>
            <p:nvPr/>
          </p:nvSpPr>
          <p:spPr>
            <a:xfrm>
              <a:off x="7917644" y="3588622"/>
              <a:ext cx="904021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39" name="Picture 238">
              <a:extLst>
                <a:ext uri="{FF2B5EF4-FFF2-40B4-BE49-F238E27FC236}">
                  <a16:creationId xmlns:a16="http://schemas.microsoft.com/office/drawing/2014/main" id="{156EBFF4-E74B-9852-B48E-5AE6939B0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262302" y="3673172"/>
              <a:ext cx="214705" cy="355113"/>
            </a:xfrm>
            <a:custGeom>
              <a:avLst/>
              <a:gdLst>
                <a:gd name="csX0" fmla="*/ 0 w 214705"/>
                <a:gd name="csY0" fmla="*/ 0 h 355113"/>
                <a:gd name="csX1" fmla="*/ 214705 w 214705"/>
                <a:gd name="csY1" fmla="*/ 0 h 355113"/>
                <a:gd name="csX2" fmla="*/ 214705 w 214705"/>
                <a:gd name="csY2" fmla="*/ 355114 h 355113"/>
                <a:gd name="csX3" fmla="*/ 0 w 214705"/>
                <a:gd name="csY3" fmla="*/ 355114 h 355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4705" h="355113">
                  <a:moveTo>
                    <a:pt x="0" y="0"/>
                  </a:moveTo>
                  <a:lnTo>
                    <a:pt x="214705" y="0"/>
                  </a:lnTo>
                  <a:lnTo>
                    <a:pt x="214705" y="355114"/>
                  </a:lnTo>
                  <a:lnTo>
                    <a:pt x="0" y="355114"/>
                  </a:lnTo>
                  <a:close/>
                </a:path>
              </a:pathLst>
            </a:custGeom>
          </p:spPr>
        </p:pic>
      </p:grpSp>
      <p:grpSp>
        <p:nvGrpSpPr>
          <p:cNvPr id="260" name="Graphic 8">
            <a:extLst>
              <a:ext uri="{FF2B5EF4-FFF2-40B4-BE49-F238E27FC236}">
                <a16:creationId xmlns:a16="http://schemas.microsoft.com/office/drawing/2014/main" id="{F1E241BE-2565-2119-7EEC-00F97A815612}"/>
              </a:ext>
            </a:extLst>
          </p:cNvPr>
          <p:cNvGrpSpPr/>
          <p:nvPr/>
        </p:nvGrpSpPr>
        <p:grpSpPr>
          <a:xfrm>
            <a:off x="6610724" y="4507406"/>
            <a:ext cx="339007" cy="450937"/>
            <a:chOff x="6640714" y="3960645"/>
            <a:chExt cx="339007" cy="450937"/>
          </a:xfrm>
          <a:noFill/>
        </p:grpSpPr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A9BF1765-79DC-7322-7DF2-F42156B55D71}"/>
                </a:ext>
              </a:extLst>
            </p:cNvPr>
            <p:cNvSpPr/>
            <p:nvPr/>
          </p:nvSpPr>
          <p:spPr>
            <a:xfrm>
              <a:off x="6640714" y="3960645"/>
              <a:ext cx="339007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971153C5-F779-4948-C353-15A429BC7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748067" y="4067743"/>
              <a:ext cx="124302" cy="281836"/>
            </a:xfrm>
            <a:custGeom>
              <a:avLst/>
              <a:gdLst>
                <a:gd name="csX0" fmla="*/ 0 w 124302"/>
                <a:gd name="csY0" fmla="*/ 0 h 281836"/>
                <a:gd name="csX1" fmla="*/ 124303 w 124302"/>
                <a:gd name="csY1" fmla="*/ 0 h 281836"/>
                <a:gd name="csX2" fmla="*/ 124303 w 124302"/>
                <a:gd name="csY2" fmla="*/ 281836 h 281836"/>
                <a:gd name="csX3" fmla="*/ 0 w 124302"/>
                <a:gd name="csY3" fmla="*/ 281836 h 281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4302" h="281836">
                  <a:moveTo>
                    <a:pt x="0" y="0"/>
                  </a:moveTo>
                  <a:lnTo>
                    <a:pt x="124303" y="0"/>
                  </a:lnTo>
                  <a:lnTo>
                    <a:pt x="124303" y="281836"/>
                  </a:lnTo>
                  <a:lnTo>
                    <a:pt x="0" y="281836"/>
                  </a:lnTo>
                  <a:close/>
                </a:path>
              </a:pathLst>
            </a:custGeom>
          </p:spPr>
        </p:pic>
      </p:grpSp>
      <p:grpSp>
        <p:nvGrpSpPr>
          <p:cNvPr id="263" name="Graphic 8">
            <a:extLst>
              <a:ext uri="{FF2B5EF4-FFF2-40B4-BE49-F238E27FC236}">
                <a16:creationId xmlns:a16="http://schemas.microsoft.com/office/drawing/2014/main" id="{6F489B4B-40CF-D689-D393-F875A733035A}"/>
              </a:ext>
            </a:extLst>
          </p:cNvPr>
          <p:cNvGrpSpPr/>
          <p:nvPr/>
        </p:nvGrpSpPr>
        <p:grpSpPr>
          <a:xfrm>
            <a:off x="7503445" y="4518680"/>
            <a:ext cx="339007" cy="450937"/>
            <a:chOff x="7533435" y="3971919"/>
            <a:chExt cx="339007" cy="450937"/>
          </a:xfrm>
          <a:noFill/>
        </p:grpSpPr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D92C27D9-C01D-F850-9862-F151A5A0C04C}"/>
                </a:ext>
              </a:extLst>
            </p:cNvPr>
            <p:cNvSpPr/>
            <p:nvPr/>
          </p:nvSpPr>
          <p:spPr>
            <a:xfrm>
              <a:off x="7533435" y="3971919"/>
              <a:ext cx="339007" cy="450937"/>
            </a:xfrm>
            <a:prstGeom prst="rect">
              <a:avLst/>
            </a:prstGeom>
            <a:noFill/>
            <a:ln w="11291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C93FE0F5-C89B-C3C1-E750-9CBA9B797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640787" y="4079017"/>
              <a:ext cx="124302" cy="281836"/>
            </a:xfrm>
            <a:custGeom>
              <a:avLst/>
              <a:gdLst>
                <a:gd name="csX0" fmla="*/ 0 w 124302"/>
                <a:gd name="csY0" fmla="*/ 0 h 281836"/>
                <a:gd name="csX1" fmla="*/ 124303 w 124302"/>
                <a:gd name="csY1" fmla="*/ 0 h 281836"/>
                <a:gd name="csX2" fmla="*/ 124303 w 124302"/>
                <a:gd name="csY2" fmla="*/ 281836 h 281836"/>
                <a:gd name="csX3" fmla="*/ 0 w 124302"/>
                <a:gd name="csY3" fmla="*/ 281836 h 281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4302" h="281836">
                  <a:moveTo>
                    <a:pt x="0" y="0"/>
                  </a:moveTo>
                  <a:lnTo>
                    <a:pt x="124303" y="0"/>
                  </a:lnTo>
                  <a:lnTo>
                    <a:pt x="124303" y="281836"/>
                  </a:lnTo>
                  <a:lnTo>
                    <a:pt x="0" y="281836"/>
                  </a:lnTo>
                  <a:close/>
                </a:path>
              </a:pathLst>
            </a:cu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EFE3C05-B815-217F-3BD6-DF83A79FDB37}"/>
              </a:ext>
            </a:extLst>
          </p:cNvPr>
          <p:cNvSpPr txBox="1"/>
          <p:nvPr/>
        </p:nvSpPr>
        <p:spPr>
          <a:xfrm>
            <a:off x="935502" y="1176353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E8662F11-77B4-C9A1-C9C8-CCADF02A5EC6}"/>
                  </a:ext>
                </a:extLst>
              </p:cNvPr>
              <p:cNvSpPr txBox="1"/>
              <p:nvPr/>
            </p:nvSpPr>
            <p:spPr>
              <a:xfrm>
                <a:off x="4739365" y="1677727"/>
                <a:ext cx="1173398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𝑝𝑟𝑜𝑑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C2BCF1A7-3773-1E87-ABFD-022B8AE0D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365" y="1677727"/>
                <a:ext cx="1173398" cy="390748"/>
              </a:xfrm>
              <a:prstGeom prst="rect">
                <a:avLst/>
              </a:prstGeom>
              <a:blipFill>
                <a:blip r:embed="rId15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TextBox 277">
            <a:extLst>
              <a:ext uri="{FF2B5EF4-FFF2-40B4-BE49-F238E27FC236}">
                <a16:creationId xmlns:a16="http://schemas.microsoft.com/office/drawing/2014/main" id="{164BE8E4-88D1-F0B0-3BB6-FBF0CDFBDA2B}"/>
              </a:ext>
            </a:extLst>
          </p:cNvPr>
          <p:cNvSpPr txBox="1"/>
          <p:nvPr/>
        </p:nvSpPr>
        <p:spPr>
          <a:xfrm>
            <a:off x="4751088" y="12412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Block: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BB0;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BB3;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BDAA52F8-C551-005E-9741-5E02A2F0E9F7}"/>
                  </a:ext>
                </a:extLst>
              </p:cNvPr>
              <p:cNvSpPr txBox="1"/>
              <p:nvPr/>
            </p:nvSpPr>
            <p:spPr>
              <a:xfrm>
                <a:off x="4739365" y="2135575"/>
                <a:ext cx="12538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BDAA52F8-C551-005E-9741-5E02A2F0E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365" y="2135575"/>
                <a:ext cx="1253868" cy="369332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aphic 14">
            <a:extLst>
              <a:ext uri="{FF2B5EF4-FFF2-40B4-BE49-F238E27FC236}">
                <a16:creationId xmlns:a16="http://schemas.microsoft.com/office/drawing/2014/main" id="{F5420F0B-AE2D-03C1-2C01-D4149E06A4B2}"/>
              </a:ext>
            </a:extLst>
          </p:cNvPr>
          <p:cNvGrpSpPr/>
          <p:nvPr/>
        </p:nvGrpSpPr>
        <p:grpSpPr>
          <a:xfrm>
            <a:off x="8114232" y="3956891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0323D47-2C78-7529-C8AF-2E9567984144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08C84E4-F03E-92A5-C75D-6CC513030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7" name="Graphic 14">
            <a:extLst>
              <a:ext uri="{FF2B5EF4-FFF2-40B4-BE49-F238E27FC236}">
                <a16:creationId xmlns:a16="http://schemas.microsoft.com/office/drawing/2014/main" id="{25BCB35B-1F9D-5F3E-F745-9445D293EE39}"/>
              </a:ext>
            </a:extLst>
          </p:cNvPr>
          <p:cNvGrpSpPr/>
          <p:nvPr/>
        </p:nvGrpSpPr>
        <p:grpSpPr>
          <a:xfrm>
            <a:off x="7809845" y="3956891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3F4618-D011-DD82-95F8-F4AF55717A61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B375143-4111-5340-539C-4EA7C09AB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0" name="Graphic 14">
            <a:extLst>
              <a:ext uri="{FF2B5EF4-FFF2-40B4-BE49-F238E27FC236}">
                <a16:creationId xmlns:a16="http://schemas.microsoft.com/office/drawing/2014/main" id="{98AEFCA3-25C0-6860-3FB7-35920B6DFFE2}"/>
              </a:ext>
            </a:extLst>
          </p:cNvPr>
          <p:cNvGrpSpPr/>
          <p:nvPr/>
        </p:nvGrpSpPr>
        <p:grpSpPr>
          <a:xfrm>
            <a:off x="7051647" y="3017502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82B9C07-FAC9-EC8C-00C5-B31B5EF0F08D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F1BFF25-A3B2-0DBF-4720-CEDA43A1B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6" name="Graphic 14">
            <a:extLst>
              <a:ext uri="{FF2B5EF4-FFF2-40B4-BE49-F238E27FC236}">
                <a16:creationId xmlns:a16="http://schemas.microsoft.com/office/drawing/2014/main" id="{28BE2F9A-5D56-7E98-3989-BF407E2FADBC}"/>
              </a:ext>
            </a:extLst>
          </p:cNvPr>
          <p:cNvGrpSpPr/>
          <p:nvPr/>
        </p:nvGrpSpPr>
        <p:grpSpPr>
          <a:xfrm>
            <a:off x="8413245" y="3956891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44AC6BD-7897-3947-EE2F-E9B9504F7FD1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5AE9812-F984-5A7A-3FA1-D4E282942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B6621E1-EF99-96E1-04DC-F1C6B5197D06}"/>
              </a:ext>
            </a:extLst>
          </p:cNvPr>
          <p:cNvSpPr txBox="1"/>
          <p:nvPr/>
        </p:nvSpPr>
        <p:spPr>
          <a:xfrm>
            <a:off x="8629128" y="384894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grpSp>
        <p:nvGrpSpPr>
          <p:cNvPr id="35" name="Graphic 14">
            <a:extLst>
              <a:ext uri="{FF2B5EF4-FFF2-40B4-BE49-F238E27FC236}">
                <a16:creationId xmlns:a16="http://schemas.microsoft.com/office/drawing/2014/main" id="{F2F14072-E233-6120-2073-7CB76F9F0C5D}"/>
              </a:ext>
            </a:extLst>
          </p:cNvPr>
          <p:cNvGrpSpPr/>
          <p:nvPr/>
        </p:nvGrpSpPr>
        <p:grpSpPr>
          <a:xfrm>
            <a:off x="8989452" y="3960290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2E29F23-5F6A-B7DB-6047-6578D8374C0D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C494E89-5DB1-3AF8-7C3C-C2E298B2E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370DA07-E2F3-3063-2F05-D73EE6F2C091}"/>
              </a:ext>
            </a:extLst>
          </p:cNvPr>
          <p:cNvGrpSpPr/>
          <p:nvPr/>
        </p:nvGrpSpPr>
        <p:grpSpPr>
          <a:xfrm>
            <a:off x="7735099" y="3955396"/>
            <a:ext cx="989901" cy="264149"/>
            <a:chOff x="4848837" y="3657038"/>
            <a:chExt cx="989901" cy="264149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B96B62-A9D9-74D4-22F5-21E642A1DCC0}"/>
                </a:ext>
              </a:extLst>
            </p:cNvPr>
            <p:cNvCxnSpPr/>
            <p:nvPr/>
          </p:nvCxnSpPr>
          <p:spPr>
            <a:xfrm>
              <a:off x="4848837" y="3661899"/>
              <a:ext cx="989901" cy="25928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9D0B4E0-82B4-2887-FD25-C5E1926DE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8837" y="3657038"/>
              <a:ext cx="989901" cy="25928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Freeform 41">
            <a:extLst>
              <a:ext uri="{FF2B5EF4-FFF2-40B4-BE49-F238E27FC236}">
                <a16:creationId xmlns:a16="http://schemas.microsoft.com/office/drawing/2014/main" id="{3A7E7F1D-FFFF-A5B0-A4E0-56E7C43AB7E4}"/>
              </a:ext>
            </a:extLst>
          </p:cNvPr>
          <p:cNvSpPr/>
          <p:nvPr/>
        </p:nvSpPr>
        <p:spPr>
          <a:xfrm>
            <a:off x="2121694" y="2271713"/>
            <a:ext cx="1243012" cy="3186112"/>
          </a:xfrm>
          <a:custGeom>
            <a:avLst/>
            <a:gdLst>
              <a:gd name="csX0" fmla="*/ 557212 w 1243012"/>
              <a:gd name="csY0" fmla="*/ 0 h 3186112"/>
              <a:gd name="csX1" fmla="*/ 564356 w 1243012"/>
              <a:gd name="csY1" fmla="*/ 328612 h 3186112"/>
              <a:gd name="csX2" fmla="*/ 550069 w 1243012"/>
              <a:gd name="csY2" fmla="*/ 642937 h 3186112"/>
              <a:gd name="csX3" fmla="*/ 557212 w 1243012"/>
              <a:gd name="csY3" fmla="*/ 892968 h 3186112"/>
              <a:gd name="csX4" fmla="*/ 571500 w 1243012"/>
              <a:gd name="csY4" fmla="*/ 964406 h 3186112"/>
              <a:gd name="csX5" fmla="*/ 585787 w 1243012"/>
              <a:gd name="csY5" fmla="*/ 1035843 h 3186112"/>
              <a:gd name="csX6" fmla="*/ 592931 w 1243012"/>
              <a:gd name="csY6" fmla="*/ 1071562 h 3186112"/>
              <a:gd name="csX7" fmla="*/ 607219 w 1243012"/>
              <a:gd name="csY7" fmla="*/ 1128712 h 3186112"/>
              <a:gd name="csX8" fmla="*/ 600075 w 1243012"/>
              <a:gd name="csY8" fmla="*/ 1278731 h 3186112"/>
              <a:gd name="csX9" fmla="*/ 592931 w 1243012"/>
              <a:gd name="csY9" fmla="*/ 1321593 h 3186112"/>
              <a:gd name="csX10" fmla="*/ 571500 w 1243012"/>
              <a:gd name="csY10" fmla="*/ 1400175 h 3186112"/>
              <a:gd name="csX11" fmla="*/ 564356 w 1243012"/>
              <a:gd name="csY11" fmla="*/ 1450181 h 3186112"/>
              <a:gd name="csX12" fmla="*/ 550069 w 1243012"/>
              <a:gd name="csY12" fmla="*/ 1578768 h 3186112"/>
              <a:gd name="csX13" fmla="*/ 521494 w 1243012"/>
              <a:gd name="csY13" fmla="*/ 1771650 h 3186112"/>
              <a:gd name="csX14" fmla="*/ 500062 w 1243012"/>
              <a:gd name="csY14" fmla="*/ 1785937 h 3186112"/>
              <a:gd name="csX15" fmla="*/ 485775 w 1243012"/>
              <a:gd name="csY15" fmla="*/ 1807368 h 3186112"/>
              <a:gd name="csX16" fmla="*/ 457200 w 1243012"/>
              <a:gd name="csY16" fmla="*/ 1821656 h 3186112"/>
              <a:gd name="csX17" fmla="*/ 435769 w 1243012"/>
              <a:gd name="csY17" fmla="*/ 1835943 h 3186112"/>
              <a:gd name="csX18" fmla="*/ 400050 w 1243012"/>
              <a:gd name="csY18" fmla="*/ 1843087 h 3186112"/>
              <a:gd name="csX19" fmla="*/ 371475 w 1243012"/>
              <a:gd name="csY19" fmla="*/ 1850231 h 3186112"/>
              <a:gd name="csX20" fmla="*/ 264319 w 1243012"/>
              <a:gd name="csY20" fmla="*/ 1835943 h 3186112"/>
              <a:gd name="csX21" fmla="*/ 242887 w 1243012"/>
              <a:gd name="csY21" fmla="*/ 1821656 h 3186112"/>
              <a:gd name="csX22" fmla="*/ 192881 w 1243012"/>
              <a:gd name="csY22" fmla="*/ 1771650 h 3186112"/>
              <a:gd name="csX23" fmla="*/ 171450 w 1243012"/>
              <a:gd name="csY23" fmla="*/ 1728787 h 3186112"/>
              <a:gd name="csX24" fmla="*/ 157162 w 1243012"/>
              <a:gd name="csY24" fmla="*/ 1707356 h 3186112"/>
              <a:gd name="csX25" fmla="*/ 135731 w 1243012"/>
              <a:gd name="csY25" fmla="*/ 1664493 h 3186112"/>
              <a:gd name="csX26" fmla="*/ 121444 w 1243012"/>
              <a:gd name="csY26" fmla="*/ 1621631 h 3186112"/>
              <a:gd name="csX27" fmla="*/ 92869 w 1243012"/>
              <a:gd name="csY27" fmla="*/ 1578768 h 3186112"/>
              <a:gd name="csX28" fmla="*/ 85725 w 1243012"/>
              <a:gd name="csY28" fmla="*/ 1557337 h 3186112"/>
              <a:gd name="csX29" fmla="*/ 57150 w 1243012"/>
              <a:gd name="csY29" fmla="*/ 1514475 h 3186112"/>
              <a:gd name="csX30" fmla="*/ 42862 w 1243012"/>
              <a:gd name="csY30" fmla="*/ 1485900 h 3186112"/>
              <a:gd name="csX31" fmla="*/ 28575 w 1243012"/>
              <a:gd name="csY31" fmla="*/ 1464468 h 3186112"/>
              <a:gd name="csX32" fmla="*/ 21431 w 1243012"/>
              <a:gd name="csY32" fmla="*/ 1443037 h 3186112"/>
              <a:gd name="csX33" fmla="*/ 7144 w 1243012"/>
              <a:gd name="csY33" fmla="*/ 1300162 h 3186112"/>
              <a:gd name="csX34" fmla="*/ 14287 w 1243012"/>
              <a:gd name="csY34" fmla="*/ 950118 h 3186112"/>
              <a:gd name="csX35" fmla="*/ 35719 w 1243012"/>
              <a:gd name="csY35" fmla="*/ 871537 h 3186112"/>
              <a:gd name="csX36" fmla="*/ 42862 w 1243012"/>
              <a:gd name="csY36" fmla="*/ 850106 h 3186112"/>
              <a:gd name="csX37" fmla="*/ 50006 w 1243012"/>
              <a:gd name="csY37" fmla="*/ 821531 h 3186112"/>
              <a:gd name="csX38" fmla="*/ 64294 w 1243012"/>
              <a:gd name="csY38" fmla="*/ 800100 h 3186112"/>
              <a:gd name="csX39" fmla="*/ 92869 w 1243012"/>
              <a:gd name="csY39" fmla="*/ 750093 h 3186112"/>
              <a:gd name="csX40" fmla="*/ 114300 w 1243012"/>
              <a:gd name="csY40" fmla="*/ 728662 h 3186112"/>
              <a:gd name="csX41" fmla="*/ 135731 w 1243012"/>
              <a:gd name="csY41" fmla="*/ 700087 h 3186112"/>
              <a:gd name="csX42" fmla="*/ 157162 w 1243012"/>
              <a:gd name="csY42" fmla="*/ 685800 h 3186112"/>
              <a:gd name="csX43" fmla="*/ 200025 w 1243012"/>
              <a:gd name="csY43" fmla="*/ 657225 h 3186112"/>
              <a:gd name="csX44" fmla="*/ 221456 w 1243012"/>
              <a:gd name="csY44" fmla="*/ 642937 h 3186112"/>
              <a:gd name="csX45" fmla="*/ 250031 w 1243012"/>
              <a:gd name="csY45" fmla="*/ 635793 h 3186112"/>
              <a:gd name="csX46" fmla="*/ 314325 w 1243012"/>
              <a:gd name="csY46" fmla="*/ 621506 h 3186112"/>
              <a:gd name="csX47" fmla="*/ 400050 w 1243012"/>
              <a:gd name="csY47" fmla="*/ 628650 h 3186112"/>
              <a:gd name="csX48" fmla="*/ 442912 w 1243012"/>
              <a:gd name="csY48" fmla="*/ 642937 h 3186112"/>
              <a:gd name="csX49" fmla="*/ 478631 w 1243012"/>
              <a:gd name="csY49" fmla="*/ 692943 h 3186112"/>
              <a:gd name="csX50" fmla="*/ 492919 w 1243012"/>
              <a:gd name="csY50" fmla="*/ 735806 h 3186112"/>
              <a:gd name="csX51" fmla="*/ 500062 w 1243012"/>
              <a:gd name="csY51" fmla="*/ 757237 h 3186112"/>
              <a:gd name="csX52" fmla="*/ 514350 w 1243012"/>
              <a:gd name="csY52" fmla="*/ 778668 h 3186112"/>
              <a:gd name="csX53" fmla="*/ 521494 w 1243012"/>
              <a:gd name="csY53" fmla="*/ 821531 h 3186112"/>
              <a:gd name="csX54" fmla="*/ 528637 w 1243012"/>
              <a:gd name="csY54" fmla="*/ 892968 h 3186112"/>
              <a:gd name="csX55" fmla="*/ 542925 w 1243012"/>
              <a:gd name="csY55" fmla="*/ 1193006 h 3186112"/>
              <a:gd name="csX56" fmla="*/ 535781 w 1243012"/>
              <a:gd name="csY56" fmla="*/ 1528762 h 3186112"/>
              <a:gd name="csX57" fmla="*/ 521494 w 1243012"/>
              <a:gd name="csY57" fmla="*/ 1628775 h 3186112"/>
              <a:gd name="csX58" fmla="*/ 514350 w 1243012"/>
              <a:gd name="csY58" fmla="*/ 1650206 h 3186112"/>
              <a:gd name="csX59" fmla="*/ 492919 w 1243012"/>
              <a:gd name="csY59" fmla="*/ 1671637 h 3186112"/>
              <a:gd name="csX60" fmla="*/ 478631 w 1243012"/>
              <a:gd name="csY60" fmla="*/ 1693068 h 3186112"/>
              <a:gd name="csX61" fmla="*/ 435769 w 1243012"/>
              <a:gd name="csY61" fmla="*/ 1721643 h 3186112"/>
              <a:gd name="csX62" fmla="*/ 407194 w 1243012"/>
              <a:gd name="csY62" fmla="*/ 1743075 h 3186112"/>
              <a:gd name="csX63" fmla="*/ 335756 w 1243012"/>
              <a:gd name="csY63" fmla="*/ 1764506 h 3186112"/>
              <a:gd name="csX64" fmla="*/ 257175 w 1243012"/>
              <a:gd name="csY64" fmla="*/ 1757362 h 3186112"/>
              <a:gd name="csX65" fmla="*/ 192881 w 1243012"/>
              <a:gd name="csY65" fmla="*/ 1721643 h 3186112"/>
              <a:gd name="csX66" fmla="*/ 164306 w 1243012"/>
              <a:gd name="csY66" fmla="*/ 1707356 h 3186112"/>
              <a:gd name="csX67" fmla="*/ 128587 w 1243012"/>
              <a:gd name="csY67" fmla="*/ 1671637 h 3186112"/>
              <a:gd name="csX68" fmla="*/ 114300 w 1243012"/>
              <a:gd name="csY68" fmla="*/ 1650206 h 3186112"/>
              <a:gd name="csX69" fmla="*/ 92869 w 1243012"/>
              <a:gd name="csY69" fmla="*/ 1621631 h 3186112"/>
              <a:gd name="csX70" fmla="*/ 85725 w 1243012"/>
              <a:gd name="csY70" fmla="*/ 1600200 h 3186112"/>
              <a:gd name="csX71" fmla="*/ 71437 w 1243012"/>
              <a:gd name="csY71" fmla="*/ 1578768 h 3186112"/>
              <a:gd name="csX72" fmla="*/ 50006 w 1243012"/>
              <a:gd name="csY72" fmla="*/ 1485900 h 3186112"/>
              <a:gd name="csX73" fmla="*/ 42862 w 1243012"/>
              <a:gd name="csY73" fmla="*/ 1414462 h 3186112"/>
              <a:gd name="csX74" fmla="*/ 35719 w 1243012"/>
              <a:gd name="csY74" fmla="*/ 1371600 h 3186112"/>
              <a:gd name="csX75" fmla="*/ 14287 w 1243012"/>
              <a:gd name="csY75" fmla="*/ 1271587 h 3186112"/>
              <a:gd name="csX76" fmla="*/ 7144 w 1243012"/>
              <a:gd name="csY76" fmla="*/ 1250156 h 3186112"/>
              <a:gd name="csX77" fmla="*/ 0 w 1243012"/>
              <a:gd name="csY77" fmla="*/ 1193006 h 3186112"/>
              <a:gd name="csX78" fmla="*/ 7144 w 1243012"/>
              <a:gd name="csY78" fmla="*/ 1078706 h 3186112"/>
              <a:gd name="csX79" fmla="*/ 28575 w 1243012"/>
              <a:gd name="csY79" fmla="*/ 978693 h 3186112"/>
              <a:gd name="csX80" fmla="*/ 35719 w 1243012"/>
              <a:gd name="csY80" fmla="*/ 957262 h 3186112"/>
              <a:gd name="csX81" fmla="*/ 50006 w 1243012"/>
              <a:gd name="csY81" fmla="*/ 907256 h 3186112"/>
              <a:gd name="csX82" fmla="*/ 78581 w 1243012"/>
              <a:gd name="csY82" fmla="*/ 857250 h 3186112"/>
              <a:gd name="csX83" fmla="*/ 85725 w 1243012"/>
              <a:gd name="csY83" fmla="*/ 835818 h 3186112"/>
              <a:gd name="csX84" fmla="*/ 114300 w 1243012"/>
              <a:gd name="csY84" fmla="*/ 792956 h 3186112"/>
              <a:gd name="csX85" fmla="*/ 135731 w 1243012"/>
              <a:gd name="csY85" fmla="*/ 757237 h 3186112"/>
              <a:gd name="csX86" fmla="*/ 157162 w 1243012"/>
              <a:gd name="csY86" fmla="*/ 735806 h 3186112"/>
              <a:gd name="csX87" fmla="*/ 185737 w 1243012"/>
              <a:gd name="csY87" fmla="*/ 692943 h 3186112"/>
              <a:gd name="csX88" fmla="*/ 257175 w 1243012"/>
              <a:gd name="csY88" fmla="*/ 628650 h 3186112"/>
              <a:gd name="csX89" fmla="*/ 307181 w 1243012"/>
              <a:gd name="csY89" fmla="*/ 614362 h 3186112"/>
              <a:gd name="csX90" fmla="*/ 392906 w 1243012"/>
              <a:gd name="csY90" fmla="*/ 628650 h 3186112"/>
              <a:gd name="csX91" fmla="*/ 421481 w 1243012"/>
              <a:gd name="csY91" fmla="*/ 642937 h 3186112"/>
              <a:gd name="csX92" fmla="*/ 464344 w 1243012"/>
              <a:gd name="csY92" fmla="*/ 671512 h 3186112"/>
              <a:gd name="csX93" fmla="*/ 485775 w 1243012"/>
              <a:gd name="csY93" fmla="*/ 678656 h 3186112"/>
              <a:gd name="csX94" fmla="*/ 535781 w 1243012"/>
              <a:gd name="csY94" fmla="*/ 721518 h 3186112"/>
              <a:gd name="csX95" fmla="*/ 585787 w 1243012"/>
              <a:gd name="csY95" fmla="*/ 792956 h 3186112"/>
              <a:gd name="csX96" fmla="*/ 614362 w 1243012"/>
              <a:gd name="csY96" fmla="*/ 835818 h 3186112"/>
              <a:gd name="csX97" fmla="*/ 621506 w 1243012"/>
              <a:gd name="csY97" fmla="*/ 857250 h 3186112"/>
              <a:gd name="csX98" fmla="*/ 642937 w 1243012"/>
              <a:gd name="csY98" fmla="*/ 878681 h 3186112"/>
              <a:gd name="csX99" fmla="*/ 671512 w 1243012"/>
              <a:gd name="csY99" fmla="*/ 921543 h 3186112"/>
              <a:gd name="csX100" fmla="*/ 685800 w 1243012"/>
              <a:gd name="csY100" fmla="*/ 942975 h 3186112"/>
              <a:gd name="csX101" fmla="*/ 700087 w 1243012"/>
              <a:gd name="csY101" fmla="*/ 964406 h 3186112"/>
              <a:gd name="csX102" fmla="*/ 721519 w 1243012"/>
              <a:gd name="csY102" fmla="*/ 992981 h 3186112"/>
              <a:gd name="csX103" fmla="*/ 750094 w 1243012"/>
              <a:gd name="csY103" fmla="*/ 1042987 h 3186112"/>
              <a:gd name="csX104" fmla="*/ 757237 w 1243012"/>
              <a:gd name="csY104" fmla="*/ 1064418 h 3186112"/>
              <a:gd name="csX105" fmla="*/ 771525 w 1243012"/>
              <a:gd name="csY105" fmla="*/ 1085850 h 3186112"/>
              <a:gd name="csX106" fmla="*/ 778669 w 1243012"/>
              <a:gd name="csY106" fmla="*/ 1107281 h 3186112"/>
              <a:gd name="csX107" fmla="*/ 807244 w 1243012"/>
              <a:gd name="csY107" fmla="*/ 1150143 h 3186112"/>
              <a:gd name="csX108" fmla="*/ 835819 w 1243012"/>
              <a:gd name="csY108" fmla="*/ 1235868 h 3186112"/>
              <a:gd name="csX109" fmla="*/ 842962 w 1243012"/>
              <a:gd name="csY109" fmla="*/ 1257300 h 3186112"/>
              <a:gd name="csX110" fmla="*/ 850106 w 1243012"/>
              <a:gd name="csY110" fmla="*/ 1278731 h 3186112"/>
              <a:gd name="csX111" fmla="*/ 857250 w 1243012"/>
              <a:gd name="csY111" fmla="*/ 1400175 h 3186112"/>
              <a:gd name="csX112" fmla="*/ 864394 w 1243012"/>
              <a:gd name="csY112" fmla="*/ 1421606 h 3186112"/>
              <a:gd name="csX113" fmla="*/ 871537 w 1243012"/>
              <a:gd name="csY113" fmla="*/ 1464468 h 3186112"/>
              <a:gd name="csX114" fmla="*/ 885825 w 1243012"/>
              <a:gd name="csY114" fmla="*/ 1507331 h 3186112"/>
              <a:gd name="csX115" fmla="*/ 892969 w 1243012"/>
              <a:gd name="csY115" fmla="*/ 1528762 h 3186112"/>
              <a:gd name="csX116" fmla="*/ 907256 w 1243012"/>
              <a:gd name="csY116" fmla="*/ 1578768 h 3186112"/>
              <a:gd name="csX117" fmla="*/ 921544 w 1243012"/>
              <a:gd name="csY117" fmla="*/ 1643062 h 3186112"/>
              <a:gd name="csX118" fmla="*/ 928687 w 1243012"/>
              <a:gd name="csY118" fmla="*/ 1671637 h 3186112"/>
              <a:gd name="csX119" fmla="*/ 942975 w 1243012"/>
              <a:gd name="csY119" fmla="*/ 1778793 h 3186112"/>
              <a:gd name="csX120" fmla="*/ 957262 w 1243012"/>
              <a:gd name="csY120" fmla="*/ 1878806 h 3186112"/>
              <a:gd name="csX121" fmla="*/ 964406 w 1243012"/>
              <a:gd name="csY121" fmla="*/ 1914525 h 3186112"/>
              <a:gd name="csX122" fmla="*/ 971550 w 1243012"/>
              <a:gd name="csY122" fmla="*/ 1964531 h 3186112"/>
              <a:gd name="csX123" fmla="*/ 985837 w 1243012"/>
              <a:gd name="csY123" fmla="*/ 2007393 h 3186112"/>
              <a:gd name="csX124" fmla="*/ 992981 w 1243012"/>
              <a:gd name="csY124" fmla="*/ 2043112 h 3186112"/>
              <a:gd name="csX125" fmla="*/ 1000125 w 1243012"/>
              <a:gd name="csY125" fmla="*/ 2071687 h 3186112"/>
              <a:gd name="csX126" fmla="*/ 1014412 w 1243012"/>
              <a:gd name="csY126" fmla="*/ 2143125 h 3186112"/>
              <a:gd name="csX127" fmla="*/ 1021556 w 1243012"/>
              <a:gd name="csY127" fmla="*/ 2171700 h 3186112"/>
              <a:gd name="csX128" fmla="*/ 1028700 w 1243012"/>
              <a:gd name="csY128" fmla="*/ 2193131 h 3186112"/>
              <a:gd name="csX129" fmla="*/ 1035844 w 1243012"/>
              <a:gd name="csY129" fmla="*/ 2228850 h 3186112"/>
              <a:gd name="csX130" fmla="*/ 1050131 w 1243012"/>
              <a:gd name="csY130" fmla="*/ 2278856 h 3186112"/>
              <a:gd name="csX131" fmla="*/ 1064419 w 1243012"/>
              <a:gd name="csY131" fmla="*/ 2343150 h 3186112"/>
              <a:gd name="csX132" fmla="*/ 1078706 w 1243012"/>
              <a:gd name="csY132" fmla="*/ 2386012 h 3186112"/>
              <a:gd name="csX133" fmla="*/ 1100137 w 1243012"/>
              <a:gd name="csY133" fmla="*/ 2450306 h 3186112"/>
              <a:gd name="csX134" fmla="*/ 1128712 w 1243012"/>
              <a:gd name="csY134" fmla="*/ 2536031 h 3186112"/>
              <a:gd name="csX135" fmla="*/ 1135856 w 1243012"/>
              <a:gd name="csY135" fmla="*/ 2557462 h 3186112"/>
              <a:gd name="csX136" fmla="*/ 1143000 w 1243012"/>
              <a:gd name="csY136" fmla="*/ 2578893 h 3186112"/>
              <a:gd name="csX137" fmla="*/ 1164431 w 1243012"/>
              <a:gd name="csY137" fmla="*/ 2643187 h 3186112"/>
              <a:gd name="csX138" fmla="*/ 1178719 w 1243012"/>
              <a:gd name="csY138" fmla="*/ 2671762 h 3186112"/>
              <a:gd name="csX139" fmla="*/ 1200150 w 1243012"/>
              <a:gd name="csY139" fmla="*/ 2714625 h 3186112"/>
              <a:gd name="csX140" fmla="*/ 1207294 w 1243012"/>
              <a:gd name="csY140" fmla="*/ 2743200 h 3186112"/>
              <a:gd name="csX141" fmla="*/ 1214437 w 1243012"/>
              <a:gd name="csY141" fmla="*/ 2764631 h 3186112"/>
              <a:gd name="csX142" fmla="*/ 1228725 w 1243012"/>
              <a:gd name="csY142" fmla="*/ 2821781 h 3186112"/>
              <a:gd name="csX143" fmla="*/ 1235869 w 1243012"/>
              <a:gd name="csY143" fmla="*/ 2843212 h 3186112"/>
              <a:gd name="csX144" fmla="*/ 1243012 w 1243012"/>
              <a:gd name="csY144" fmla="*/ 2878931 h 3186112"/>
              <a:gd name="csX145" fmla="*/ 1235869 w 1243012"/>
              <a:gd name="csY145" fmla="*/ 3186112 h 3186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</a:cxnLst>
            <a:rect l="l" t="t" r="r" b="b"/>
            <a:pathLst>
              <a:path w="1243012" h="3186112">
                <a:moveTo>
                  <a:pt x="557212" y="0"/>
                </a:moveTo>
                <a:cubicBezTo>
                  <a:pt x="559593" y="109537"/>
                  <a:pt x="564356" y="219049"/>
                  <a:pt x="564356" y="328612"/>
                </a:cubicBezTo>
                <a:cubicBezTo>
                  <a:pt x="564356" y="556565"/>
                  <a:pt x="568224" y="515841"/>
                  <a:pt x="550069" y="642937"/>
                </a:cubicBezTo>
                <a:cubicBezTo>
                  <a:pt x="552450" y="726281"/>
                  <a:pt x="553150" y="809689"/>
                  <a:pt x="557212" y="892968"/>
                </a:cubicBezTo>
                <a:cubicBezTo>
                  <a:pt x="558612" y="921660"/>
                  <a:pt x="565831" y="937949"/>
                  <a:pt x="571500" y="964406"/>
                </a:cubicBezTo>
                <a:cubicBezTo>
                  <a:pt x="576588" y="988151"/>
                  <a:pt x="581025" y="1012031"/>
                  <a:pt x="585787" y="1035843"/>
                </a:cubicBezTo>
                <a:cubicBezTo>
                  <a:pt x="588168" y="1047749"/>
                  <a:pt x="589091" y="1060043"/>
                  <a:pt x="592931" y="1071562"/>
                </a:cubicBezTo>
                <a:cubicBezTo>
                  <a:pt x="603915" y="1104512"/>
                  <a:pt x="598598" y="1085609"/>
                  <a:pt x="607219" y="1128712"/>
                </a:cubicBezTo>
                <a:cubicBezTo>
                  <a:pt x="604838" y="1178718"/>
                  <a:pt x="603773" y="1228805"/>
                  <a:pt x="600075" y="1278731"/>
                </a:cubicBezTo>
                <a:cubicBezTo>
                  <a:pt x="599005" y="1293176"/>
                  <a:pt x="595966" y="1307430"/>
                  <a:pt x="592931" y="1321593"/>
                </a:cubicBezTo>
                <a:cubicBezTo>
                  <a:pt x="583262" y="1366716"/>
                  <a:pt x="582382" y="1367528"/>
                  <a:pt x="571500" y="1400175"/>
                </a:cubicBezTo>
                <a:cubicBezTo>
                  <a:pt x="569119" y="1416844"/>
                  <a:pt x="566362" y="1433463"/>
                  <a:pt x="564356" y="1450181"/>
                </a:cubicBezTo>
                <a:cubicBezTo>
                  <a:pt x="559218" y="1493000"/>
                  <a:pt x="550069" y="1578768"/>
                  <a:pt x="550069" y="1578768"/>
                </a:cubicBezTo>
                <a:cubicBezTo>
                  <a:pt x="545026" y="1699806"/>
                  <a:pt x="582925" y="1720458"/>
                  <a:pt x="521494" y="1771650"/>
                </a:cubicBezTo>
                <a:cubicBezTo>
                  <a:pt x="514898" y="1777147"/>
                  <a:pt x="507206" y="1781175"/>
                  <a:pt x="500062" y="1785937"/>
                </a:cubicBezTo>
                <a:cubicBezTo>
                  <a:pt x="495300" y="1793081"/>
                  <a:pt x="492371" y="1801872"/>
                  <a:pt x="485775" y="1807368"/>
                </a:cubicBezTo>
                <a:cubicBezTo>
                  <a:pt x="477594" y="1814186"/>
                  <a:pt x="466446" y="1816372"/>
                  <a:pt x="457200" y="1821656"/>
                </a:cubicBezTo>
                <a:cubicBezTo>
                  <a:pt x="449746" y="1825916"/>
                  <a:pt x="443808" y="1832928"/>
                  <a:pt x="435769" y="1835943"/>
                </a:cubicBezTo>
                <a:cubicBezTo>
                  <a:pt x="424400" y="1840206"/>
                  <a:pt x="411903" y="1840453"/>
                  <a:pt x="400050" y="1843087"/>
                </a:cubicBezTo>
                <a:cubicBezTo>
                  <a:pt x="390466" y="1845217"/>
                  <a:pt x="381000" y="1847850"/>
                  <a:pt x="371475" y="1850231"/>
                </a:cubicBezTo>
                <a:cubicBezTo>
                  <a:pt x="352313" y="1848634"/>
                  <a:pt x="293502" y="1850534"/>
                  <a:pt x="264319" y="1835943"/>
                </a:cubicBezTo>
                <a:cubicBezTo>
                  <a:pt x="256640" y="1832103"/>
                  <a:pt x="250031" y="1826418"/>
                  <a:pt x="242887" y="1821656"/>
                </a:cubicBezTo>
                <a:cubicBezTo>
                  <a:pt x="210586" y="1773204"/>
                  <a:pt x="252275" y="1831045"/>
                  <a:pt x="192881" y="1771650"/>
                </a:cubicBezTo>
                <a:cubicBezTo>
                  <a:pt x="172410" y="1751178"/>
                  <a:pt x="183070" y="1752026"/>
                  <a:pt x="171450" y="1728787"/>
                </a:cubicBezTo>
                <a:cubicBezTo>
                  <a:pt x="167610" y="1721108"/>
                  <a:pt x="161925" y="1714500"/>
                  <a:pt x="157162" y="1707356"/>
                </a:cubicBezTo>
                <a:cubicBezTo>
                  <a:pt x="131116" y="1629210"/>
                  <a:pt x="172654" y="1747571"/>
                  <a:pt x="135731" y="1664493"/>
                </a:cubicBezTo>
                <a:cubicBezTo>
                  <a:pt x="129615" y="1650731"/>
                  <a:pt x="129798" y="1634162"/>
                  <a:pt x="121444" y="1621631"/>
                </a:cubicBezTo>
                <a:cubicBezTo>
                  <a:pt x="111919" y="1607343"/>
                  <a:pt x="98299" y="1595058"/>
                  <a:pt x="92869" y="1578768"/>
                </a:cubicBezTo>
                <a:cubicBezTo>
                  <a:pt x="90488" y="1571624"/>
                  <a:pt x="89382" y="1563919"/>
                  <a:pt x="85725" y="1557337"/>
                </a:cubicBezTo>
                <a:cubicBezTo>
                  <a:pt x="77386" y="1542327"/>
                  <a:pt x="64829" y="1529833"/>
                  <a:pt x="57150" y="1514475"/>
                </a:cubicBezTo>
                <a:cubicBezTo>
                  <a:pt x="52387" y="1504950"/>
                  <a:pt x="48145" y="1495146"/>
                  <a:pt x="42862" y="1485900"/>
                </a:cubicBezTo>
                <a:cubicBezTo>
                  <a:pt x="38602" y="1478445"/>
                  <a:pt x="32415" y="1472147"/>
                  <a:pt x="28575" y="1464468"/>
                </a:cubicBezTo>
                <a:cubicBezTo>
                  <a:pt x="25207" y="1457733"/>
                  <a:pt x="23812" y="1450181"/>
                  <a:pt x="21431" y="1443037"/>
                </a:cubicBezTo>
                <a:cubicBezTo>
                  <a:pt x="18839" y="1419709"/>
                  <a:pt x="7144" y="1318365"/>
                  <a:pt x="7144" y="1300162"/>
                </a:cubicBezTo>
                <a:cubicBezTo>
                  <a:pt x="7144" y="1183456"/>
                  <a:pt x="9968" y="1066744"/>
                  <a:pt x="14287" y="950118"/>
                </a:cubicBezTo>
                <a:cubicBezTo>
                  <a:pt x="15128" y="927400"/>
                  <a:pt x="29073" y="891476"/>
                  <a:pt x="35719" y="871537"/>
                </a:cubicBezTo>
                <a:cubicBezTo>
                  <a:pt x="38100" y="864393"/>
                  <a:pt x="41036" y="857411"/>
                  <a:pt x="42862" y="850106"/>
                </a:cubicBezTo>
                <a:cubicBezTo>
                  <a:pt x="45243" y="840581"/>
                  <a:pt x="46138" y="830555"/>
                  <a:pt x="50006" y="821531"/>
                </a:cubicBezTo>
                <a:cubicBezTo>
                  <a:pt x="53388" y="813640"/>
                  <a:pt x="60034" y="807555"/>
                  <a:pt x="64294" y="800100"/>
                </a:cubicBezTo>
                <a:cubicBezTo>
                  <a:pt x="77000" y="777864"/>
                  <a:pt x="77044" y="769083"/>
                  <a:pt x="92869" y="750093"/>
                </a:cubicBezTo>
                <a:cubicBezTo>
                  <a:pt x="99337" y="742332"/>
                  <a:pt x="107725" y="736333"/>
                  <a:pt x="114300" y="728662"/>
                </a:cubicBezTo>
                <a:cubicBezTo>
                  <a:pt x="122048" y="719622"/>
                  <a:pt x="127312" y="708506"/>
                  <a:pt x="135731" y="700087"/>
                </a:cubicBezTo>
                <a:cubicBezTo>
                  <a:pt x="141802" y="694016"/>
                  <a:pt x="150566" y="691296"/>
                  <a:pt x="157162" y="685800"/>
                </a:cubicBezTo>
                <a:cubicBezTo>
                  <a:pt x="192837" y="656071"/>
                  <a:pt x="162362" y="669778"/>
                  <a:pt x="200025" y="657225"/>
                </a:cubicBezTo>
                <a:cubicBezTo>
                  <a:pt x="207169" y="652462"/>
                  <a:pt x="213565" y="646319"/>
                  <a:pt x="221456" y="642937"/>
                </a:cubicBezTo>
                <a:cubicBezTo>
                  <a:pt x="230480" y="639069"/>
                  <a:pt x="240591" y="638490"/>
                  <a:pt x="250031" y="635793"/>
                </a:cubicBezTo>
                <a:cubicBezTo>
                  <a:pt x="299267" y="621726"/>
                  <a:pt x="236981" y="634397"/>
                  <a:pt x="314325" y="621506"/>
                </a:cubicBezTo>
                <a:cubicBezTo>
                  <a:pt x="342900" y="623887"/>
                  <a:pt x="371766" y="623936"/>
                  <a:pt x="400050" y="628650"/>
                </a:cubicBezTo>
                <a:cubicBezTo>
                  <a:pt x="414905" y="631126"/>
                  <a:pt x="442912" y="642937"/>
                  <a:pt x="442912" y="642937"/>
                </a:cubicBezTo>
                <a:cubicBezTo>
                  <a:pt x="445793" y="646779"/>
                  <a:pt x="474831" y="684393"/>
                  <a:pt x="478631" y="692943"/>
                </a:cubicBezTo>
                <a:cubicBezTo>
                  <a:pt x="484748" y="706706"/>
                  <a:pt x="488157" y="721518"/>
                  <a:pt x="492919" y="735806"/>
                </a:cubicBezTo>
                <a:cubicBezTo>
                  <a:pt x="495300" y="742950"/>
                  <a:pt x="495885" y="750972"/>
                  <a:pt x="500062" y="757237"/>
                </a:cubicBezTo>
                <a:lnTo>
                  <a:pt x="514350" y="778668"/>
                </a:lnTo>
                <a:cubicBezTo>
                  <a:pt x="516731" y="792956"/>
                  <a:pt x="519697" y="807158"/>
                  <a:pt x="521494" y="821531"/>
                </a:cubicBezTo>
                <a:cubicBezTo>
                  <a:pt x="524462" y="845277"/>
                  <a:pt x="526729" y="869113"/>
                  <a:pt x="528637" y="892968"/>
                </a:cubicBezTo>
                <a:cubicBezTo>
                  <a:pt x="538092" y="1011156"/>
                  <a:pt x="537995" y="1059900"/>
                  <a:pt x="542925" y="1193006"/>
                </a:cubicBezTo>
                <a:cubicBezTo>
                  <a:pt x="540544" y="1304925"/>
                  <a:pt x="539849" y="1416892"/>
                  <a:pt x="535781" y="1528762"/>
                </a:cubicBezTo>
                <a:cubicBezTo>
                  <a:pt x="535311" y="1541682"/>
                  <a:pt x="525402" y="1611189"/>
                  <a:pt x="521494" y="1628775"/>
                </a:cubicBezTo>
                <a:cubicBezTo>
                  <a:pt x="519861" y="1636126"/>
                  <a:pt x="518527" y="1643941"/>
                  <a:pt x="514350" y="1650206"/>
                </a:cubicBezTo>
                <a:cubicBezTo>
                  <a:pt x="508746" y="1658612"/>
                  <a:pt x="499387" y="1663876"/>
                  <a:pt x="492919" y="1671637"/>
                </a:cubicBezTo>
                <a:cubicBezTo>
                  <a:pt x="487422" y="1678233"/>
                  <a:pt x="485092" y="1687414"/>
                  <a:pt x="478631" y="1693068"/>
                </a:cubicBezTo>
                <a:cubicBezTo>
                  <a:pt x="465708" y="1704375"/>
                  <a:pt x="449506" y="1711340"/>
                  <a:pt x="435769" y="1721643"/>
                </a:cubicBezTo>
                <a:cubicBezTo>
                  <a:pt x="426244" y="1728787"/>
                  <a:pt x="417843" y="1737750"/>
                  <a:pt x="407194" y="1743075"/>
                </a:cubicBezTo>
                <a:cubicBezTo>
                  <a:pt x="389806" y="1751769"/>
                  <a:pt x="356262" y="1759379"/>
                  <a:pt x="335756" y="1764506"/>
                </a:cubicBezTo>
                <a:cubicBezTo>
                  <a:pt x="309562" y="1762125"/>
                  <a:pt x="283212" y="1761082"/>
                  <a:pt x="257175" y="1757362"/>
                </a:cubicBezTo>
                <a:cubicBezTo>
                  <a:pt x="229519" y="1753411"/>
                  <a:pt x="219057" y="1734730"/>
                  <a:pt x="192881" y="1721643"/>
                </a:cubicBezTo>
                <a:lnTo>
                  <a:pt x="164306" y="1707356"/>
                </a:lnTo>
                <a:cubicBezTo>
                  <a:pt x="126208" y="1650208"/>
                  <a:pt x="176212" y="1719262"/>
                  <a:pt x="128587" y="1671637"/>
                </a:cubicBezTo>
                <a:cubicBezTo>
                  <a:pt x="122516" y="1665566"/>
                  <a:pt x="119290" y="1657192"/>
                  <a:pt x="114300" y="1650206"/>
                </a:cubicBezTo>
                <a:cubicBezTo>
                  <a:pt x="107380" y="1640517"/>
                  <a:pt x="100013" y="1631156"/>
                  <a:pt x="92869" y="1621631"/>
                </a:cubicBezTo>
                <a:cubicBezTo>
                  <a:pt x="90488" y="1614487"/>
                  <a:pt x="89093" y="1606935"/>
                  <a:pt x="85725" y="1600200"/>
                </a:cubicBezTo>
                <a:cubicBezTo>
                  <a:pt x="81885" y="1592520"/>
                  <a:pt x="74371" y="1586837"/>
                  <a:pt x="71437" y="1578768"/>
                </a:cubicBezTo>
                <a:cubicBezTo>
                  <a:pt x="63781" y="1557713"/>
                  <a:pt x="55080" y="1511271"/>
                  <a:pt x="50006" y="1485900"/>
                </a:cubicBezTo>
                <a:cubicBezTo>
                  <a:pt x="47625" y="1462087"/>
                  <a:pt x="45830" y="1438209"/>
                  <a:pt x="42862" y="1414462"/>
                </a:cubicBezTo>
                <a:cubicBezTo>
                  <a:pt x="41065" y="1400089"/>
                  <a:pt x="38388" y="1385836"/>
                  <a:pt x="35719" y="1371600"/>
                </a:cubicBezTo>
                <a:cubicBezTo>
                  <a:pt x="31243" y="1347730"/>
                  <a:pt x="22575" y="1300597"/>
                  <a:pt x="14287" y="1271587"/>
                </a:cubicBezTo>
                <a:cubicBezTo>
                  <a:pt x="12218" y="1264347"/>
                  <a:pt x="9525" y="1257300"/>
                  <a:pt x="7144" y="1250156"/>
                </a:cubicBezTo>
                <a:cubicBezTo>
                  <a:pt x="4763" y="1231106"/>
                  <a:pt x="0" y="1212204"/>
                  <a:pt x="0" y="1193006"/>
                </a:cubicBezTo>
                <a:cubicBezTo>
                  <a:pt x="0" y="1154832"/>
                  <a:pt x="2768" y="1116629"/>
                  <a:pt x="7144" y="1078706"/>
                </a:cubicBezTo>
                <a:cubicBezTo>
                  <a:pt x="8732" y="1064943"/>
                  <a:pt x="21454" y="1003617"/>
                  <a:pt x="28575" y="978693"/>
                </a:cubicBezTo>
                <a:cubicBezTo>
                  <a:pt x="30644" y="971453"/>
                  <a:pt x="33650" y="964502"/>
                  <a:pt x="35719" y="957262"/>
                </a:cubicBezTo>
                <a:cubicBezTo>
                  <a:pt x="40900" y="939129"/>
                  <a:pt x="42663" y="924390"/>
                  <a:pt x="50006" y="907256"/>
                </a:cubicBezTo>
                <a:cubicBezTo>
                  <a:pt x="87589" y="819566"/>
                  <a:pt x="42702" y="929010"/>
                  <a:pt x="78581" y="857250"/>
                </a:cubicBezTo>
                <a:cubicBezTo>
                  <a:pt x="81949" y="850515"/>
                  <a:pt x="82068" y="842401"/>
                  <a:pt x="85725" y="835818"/>
                </a:cubicBezTo>
                <a:cubicBezTo>
                  <a:pt x="94064" y="820808"/>
                  <a:pt x="105466" y="807680"/>
                  <a:pt x="114300" y="792956"/>
                </a:cubicBezTo>
                <a:cubicBezTo>
                  <a:pt x="121444" y="781050"/>
                  <a:pt x="127400" y="768345"/>
                  <a:pt x="135731" y="757237"/>
                </a:cubicBezTo>
                <a:cubicBezTo>
                  <a:pt x="141793" y="749155"/>
                  <a:pt x="150960" y="743781"/>
                  <a:pt x="157162" y="735806"/>
                </a:cubicBezTo>
                <a:cubicBezTo>
                  <a:pt x="167704" y="722252"/>
                  <a:pt x="173595" y="705085"/>
                  <a:pt x="185737" y="692943"/>
                </a:cubicBezTo>
                <a:cubicBezTo>
                  <a:pt x="205383" y="673297"/>
                  <a:pt x="231077" y="643563"/>
                  <a:pt x="257175" y="628650"/>
                </a:cubicBezTo>
                <a:cubicBezTo>
                  <a:pt x="265147" y="624095"/>
                  <a:pt x="300994" y="615909"/>
                  <a:pt x="307181" y="614362"/>
                </a:cubicBezTo>
                <a:cubicBezTo>
                  <a:pt x="342981" y="618340"/>
                  <a:pt x="363583" y="616083"/>
                  <a:pt x="392906" y="628650"/>
                </a:cubicBezTo>
                <a:cubicBezTo>
                  <a:pt x="402694" y="632845"/>
                  <a:pt x="412349" y="637458"/>
                  <a:pt x="421481" y="642937"/>
                </a:cubicBezTo>
                <a:cubicBezTo>
                  <a:pt x="436206" y="651772"/>
                  <a:pt x="448054" y="666082"/>
                  <a:pt x="464344" y="671512"/>
                </a:cubicBezTo>
                <a:lnTo>
                  <a:pt x="485775" y="678656"/>
                </a:lnTo>
                <a:cubicBezTo>
                  <a:pt x="508361" y="695595"/>
                  <a:pt x="517871" y="700623"/>
                  <a:pt x="535781" y="721518"/>
                </a:cubicBezTo>
                <a:cubicBezTo>
                  <a:pt x="551648" y="740030"/>
                  <a:pt x="573491" y="774512"/>
                  <a:pt x="585787" y="792956"/>
                </a:cubicBezTo>
                <a:lnTo>
                  <a:pt x="614362" y="835818"/>
                </a:lnTo>
                <a:cubicBezTo>
                  <a:pt x="616743" y="842962"/>
                  <a:pt x="617329" y="850984"/>
                  <a:pt x="621506" y="857250"/>
                </a:cubicBezTo>
                <a:cubicBezTo>
                  <a:pt x="627110" y="865656"/>
                  <a:pt x="636735" y="870706"/>
                  <a:pt x="642937" y="878681"/>
                </a:cubicBezTo>
                <a:cubicBezTo>
                  <a:pt x="653479" y="892235"/>
                  <a:pt x="661987" y="907256"/>
                  <a:pt x="671512" y="921543"/>
                </a:cubicBezTo>
                <a:lnTo>
                  <a:pt x="685800" y="942975"/>
                </a:lnTo>
                <a:cubicBezTo>
                  <a:pt x="690562" y="950119"/>
                  <a:pt x="694936" y="957538"/>
                  <a:pt x="700087" y="964406"/>
                </a:cubicBezTo>
                <a:cubicBezTo>
                  <a:pt x="707231" y="973931"/>
                  <a:pt x="714598" y="983292"/>
                  <a:pt x="721519" y="992981"/>
                </a:cubicBezTo>
                <a:cubicBezTo>
                  <a:pt x="734328" y="1010913"/>
                  <a:pt x="741127" y="1022064"/>
                  <a:pt x="750094" y="1042987"/>
                </a:cubicBezTo>
                <a:cubicBezTo>
                  <a:pt x="753060" y="1049908"/>
                  <a:pt x="753870" y="1057683"/>
                  <a:pt x="757237" y="1064418"/>
                </a:cubicBezTo>
                <a:cubicBezTo>
                  <a:pt x="761077" y="1072098"/>
                  <a:pt x="767685" y="1078170"/>
                  <a:pt x="771525" y="1085850"/>
                </a:cubicBezTo>
                <a:cubicBezTo>
                  <a:pt x="774893" y="1092585"/>
                  <a:pt x="775012" y="1100699"/>
                  <a:pt x="778669" y="1107281"/>
                </a:cubicBezTo>
                <a:cubicBezTo>
                  <a:pt x="787008" y="1122291"/>
                  <a:pt x="807244" y="1150143"/>
                  <a:pt x="807244" y="1150143"/>
                </a:cubicBezTo>
                <a:lnTo>
                  <a:pt x="835819" y="1235868"/>
                </a:lnTo>
                <a:lnTo>
                  <a:pt x="842962" y="1257300"/>
                </a:lnTo>
                <a:lnTo>
                  <a:pt x="850106" y="1278731"/>
                </a:lnTo>
                <a:cubicBezTo>
                  <a:pt x="852487" y="1319212"/>
                  <a:pt x="853215" y="1359825"/>
                  <a:pt x="857250" y="1400175"/>
                </a:cubicBezTo>
                <a:cubicBezTo>
                  <a:pt x="857999" y="1407668"/>
                  <a:pt x="862761" y="1414255"/>
                  <a:pt x="864394" y="1421606"/>
                </a:cubicBezTo>
                <a:cubicBezTo>
                  <a:pt x="867536" y="1435745"/>
                  <a:pt x="868024" y="1450416"/>
                  <a:pt x="871537" y="1464468"/>
                </a:cubicBezTo>
                <a:cubicBezTo>
                  <a:pt x="875190" y="1479079"/>
                  <a:pt x="881062" y="1493043"/>
                  <a:pt x="885825" y="1507331"/>
                </a:cubicBezTo>
                <a:cubicBezTo>
                  <a:pt x="888206" y="1514475"/>
                  <a:pt x="891143" y="1521457"/>
                  <a:pt x="892969" y="1528762"/>
                </a:cubicBezTo>
                <a:cubicBezTo>
                  <a:pt x="915286" y="1618040"/>
                  <a:pt x="886770" y="1507069"/>
                  <a:pt x="907256" y="1578768"/>
                </a:cubicBezTo>
                <a:cubicBezTo>
                  <a:pt x="915965" y="1609250"/>
                  <a:pt x="914181" y="1609925"/>
                  <a:pt x="921544" y="1643062"/>
                </a:cubicBezTo>
                <a:cubicBezTo>
                  <a:pt x="923674" y="1652646"/>
                  <a:pt x="926931" y="1661977"/>
                  <a:pt x="928687" y="1671637"/>
                </a:cubicBezTo>
                <a:cubicBezTo>
                  <a:pt x="933425" y="1697695"/>
                  <a:pt x="939582" y="1753910"/>
                  <a:pt x="942975" y="1778793"/>
                </a:cubicBezTo>
                <a:cubicBezTo>
                  <a:pt x="947525" y="1812160"/>
                  <a:pt x="950657" y="1845784"/>
                  <a:pt x="957262" y="1878806"/>
                </a:cubicBezTo>
                <a:cubicBezTo>
                  <a:pt x="959643" y="1890712"/>
                  <a:pt x="962410" y="1902548"/>
                  <a:pt x="964406" y="1914525"/>
                </a:cubicBezTo>
                <a:cubicBezTo>
                  <a:pt x="967174" y="1931134"/>
                  <a:pt x="967764" y="1948124"/>
                  <a:pt x="971550" y="1964531"/>
                </a:cubicBezTo>
                <a:cubicBezTo>
                  <a:pt x="974936" y="1979205"/>
                  <a:pt x="982883" y="1992625"/>
                  <a:pt x="985837" y="2007393"/>
                </a:cubicBezTo>
                <a:cubicBezTo>
                  <a:pt x="988218" y="2019299"/>
                  <a:pt x="990347" y="2031259"/>
                  <a:pt x="992981" y="2043112"/>
                </a:cubicBezTo>
                <a:cubicBezTo>
                  <a:pt x="995111" y="2052696"/>
                  <a:pt x="998068" y="2062087"/>
                  <a:pt x="1000125" y="2071687"/>
                </a:cubicBezTo>
                <a:cubicBezTo>
                  <a:pt x="1005213" y="2095432"/>
                  <a:pt x="1008522" y="2119566"/>
                  <a:pt x="1014412" y="2143125"/>
                </a:cubicBezTo>
                <a:cubicBezTo>
                  <a:pt x="1016793" y="2152650"/>
                  <a:pt x="1018859" y="2162260"/>
                  <a:pt x="1021556" y="2171700"/>
                </a:cubicBezTo>
                <a:cubicBezTo>
                  <a:pt x="1023625" y="2178940"/>
                  <a:pt x="1026874" y="2185826"/>
                  <a:pt x="1028700" y="2193131"/>
                </a:cubicBezTo>
                <a:cubicBezTo>
                  <a:pt x="1031645" y="2204911"/>
                  <a:pt x="1032899" y="2217070"/>
                  <a:pt x="1035844" y="2228850"/>
                </a:cubicBezTo>
                <a:cubicBezTo>
                  <a:pt x="1040048" y="2245668"/>
                  <a:pt x="1045927" y="2262038"/>
                  <a:pt x="1050131" y="2278856"/>
                </a:cubicBezTo>
                <a:cubicBezTo>
                  <a:pt x="1060328" y="2319645"/>
                  <a:pt x="1053418" y="2306481"/>
                  <a:pt x="1064419" y="2343150"/>
                </a:cubicBezTo>
                <a:cubicBezTo>
                  <a:pt x="1068746" y="2357575"/>
                  <a:pt x="1073944" y="2371725"/>
                  <a:pt x="1078706" y="2386012"/>
                </a:cubicBezTo>
                <a:lnTo>
                  <a:pt x="1100137" y="2450306"/>
                </a:lnTo>
                <a:lnTo>
                  <a:pt x="1128712" y="2536031"/>
                </a:lnTo>
                <a:lnTo>
                  <a:pt x="1135856" y="2557462"/>
                </a:lnTo>
                <a:cubicBezTo>
                  <a:pt x="1138237" y="2564606"/>
                  <a:pt x="1141174" y="2571588"/>
                  <a:pt x="1143000" y="2578893"/>
                </a:cubicBezTo>
                <a:cubicBezTo>
                  <a:pt x="1151292" y="2612059"/>
                  <a:pt x="1149061" y="2608604"/>
                  <a:pt x="1164431" y="2643187"/>
                </a:cubicBezTo>
                <a:cubicBezTo>
                  <a:pt x="1168756" y="2652919"/>
                  <a:pt x="1174524" y="2661974"/>
                  <a:pt x="1178719" y="2671762"/>
                </a:cubicBezTo>
                <a:cubicBezTo>
                  <a:pt x="1196466" y="2713172"/>
                  <a:pt x="1172689" y="2673434"/>
                  <a:pt x="1200150" y="2714625"/>
                </a:cubicBezTo>
                <a:cubicBezTo>
                  <a:pt x="1202531" y="2724150"/>
                  <a:pt x="1204597" y="2733760"/>
                  <a:pt x="1207294" y="2743200"/>
                </a:cubicBezTo>
                <a:cubicBezTo>
                  <a:pt x="1209363" y="2750440"/>
                  <a:pt x="1212456" y="2757366"/>
                  <a:pt x="1214437" y="2764631"/>
                </a:cubicBezTo>
                <a:cubicBezTo>
                  <a:pt x="1219604" y="2783575"/>
                  <a:pt x="1223558" y="2802837"/>
                  <a:pt x="1228725" y="2821781"/>
                </a:cubicBezTo>
                <a:cubicBezTo>
                  <a:pt x="1230706" y="2829046"/>
                  <a:pt x="1234043" y="2835907"/>
                  <a:pt x="1235869" y="2843212"/>
                </a:cubicBezTo>
                <a:cubicBezTo>
                  <a:pt x="1238814" y="2854992"/>
                  <a:pt x="1240631" y="2867025"/>
                  <a:pt x="1243012" y="2878931"/>
                </a:cubicBezTo>
                <a:cubicBezTo>
                  <a:pt x="1240515" y="2981322"/>
                  <a:pt x="1235869" y="3083691"/>
                  <a:pt x="1235869" y="3186112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990751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1F4C3-BA48-179C-E02B-CAA21F8E6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B33AB3-62B0-1577-793E-A6D1A3DD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BA8146-F295-23DA-0144-D72C771C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30</a:t>
            </a:fld>
            <a:endParaRPr lang="de-CH" noProof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A473DDF-B059-E8B8-F67A-A9289EF51C9C}"/>
              </a:ext>
            </a:extLst>
          </p:cNvPr>
          <p:cNvSpPr/>
          <p:nvPr/>
        </p:nvSpPr>
        <p:spPr>
          <a:xfrm>
            <a:off x="853440" y="1365504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A9E997D-305D-CB77-5975-B9BC3DDFF6D4}"/>
              </a:ext>
            </a:extLst>
          </p:cNvPr>
          <p:cNvSpPr/>
          <p:nvPr/>
        </p:nvSpPr>
        <p:spPr>
          <a:xfrm>
            <a:off x="853440" y="1365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0CF5A37-17D0-8093-A4E5-9046B7A17A50}"/>
              </a:ext>
            </a:extLst>
          </p:cNvPr>
          <p:cNvSpPr/>
          <p:nvPr/>
        </p:nvSpPr>
        <p:spPr>
          <a:xfrm>
            <a:off x="1524000" y="1341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2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0996F4A-FAE3-3D11-5D08-CB0EE5E65E48}"/>
              </a:ext>
            </a:extLst>
          </p:cNvPr>
          <p:cNvSpPr/>
          <p:nvPr/>
        </p:nvSpPr>
        <p:spPr>
          <a:xfrm>
            <a:off x="853440" y="2072640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CD02C01-F90B-0FE1-88C3-2AB345F92883}"/>
              </a:ext>
            </a:extLst>
          </p:cNvPr>
          <p:cNvSpPr/>
          <p:nvPr/>
        </p:nvSpPr>
        <p:spPr>
          <a:xfrm>
            <a:off x="853440" y="2072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BCFFC9D-3B79-9EFD-08B0-FB9412B4BD48}"/>
              </a:ext>
            </a:extLst>
          </p:cNvPr>
          <p:cNvSpPr/>
          <p:nvPr/>
        </p:nvSpPr>
        <p:spPr>
          <a:xfrm>
            <a:off x="853440" y="2779776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E140AF5-7635-98D2-21C3-8BC7B0B14CD6}"/>
              </a:ext>
            </a:extLst>
          </p:cNvPr>
          <p:cNvSpPr/>
          <p:nvPr/>
        </p:nvSpPr>
        <p:spPr>
          <a:xfrm>
            <a:off x="853440" y="2779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8BC53B5-3776-B2DE-3EDE-F9F43E940FB3}"/>
              </a:ext>
            </a:extLst>
          </p:cNvPr>
          <p:cNvSpPr/>
          <p:nvPr/>
        </p:nvSpPr>
        <p:spPr>
          <a:xfrm>
            <a:off x="1524000" y="2043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1E6B1F4-25B7-F841-4867-AA12A4CE61E3}"/>
              </a:ext>
            </a:extLst>
          </p:cNvPr>
          <p:cNvSpPr/>
          <p:nvPr/>
        </p:nvSpPr>
        <p:spPr>
          <a:xfrm>
            <a:off x="853440" y="3486912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7880059-81AF-AEFE-2C44-E2722A15D462}"/>
              </a:ext>
            </a:extLst>
          </p:cNvPr>
          <p:cNvSpPr/>
          <p:nvPr/>
        </p:nvSpPr>
        <p:spPr>
          <a:xfrm>
            <a:off x="853440" y="3486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9178EC5-F4D6-83FC-96FE-41B3CC9D30FD}"/>
              </a:ext>
            </a:extLst>
          </p:cNvPr>
          <p:cNvSpPr/>
          <p:nvPr/>
        </p:nvSpPr>
        <p:spPr>
          <a:xfrm>
            <a:off x="1524000" y="2750256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Fast Token Delivery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B14E474C-4935-2009-5E92-5FC93E734D5F}"/>
              </a:ext>
            </a:extLst>
          </p:cNvPr>
          <p:cNvSpPr/>
          <p:nvPr/>
        </p:nvSpPr>
        <p:spPr>
          <a:xfrm>
            <a:off x="853440" y="4194048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BA87448D-976E-DAD0-9011-E12FB2C69A85}"/>
              </a:ext>
            </a:extLst>
          </p:cNvPr>
          <p:cNvSpPr/>
          <p:nvPr/>
        </p:nvSpPr>
        <p:spPr>
          <a:xfrm>
            <a:off x="853440" y="4194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FD2D8ED3-45DB-40DE-9C4A-515505726D38}"/>
              </a:ext>
            </a:extLst>
          </p:cNvPr>
          <p:cNvSpPr/>
          <p:nvPr/>
        </p:nvSpPr>
        <p:spPr>
          <a:xfrm>
            <a:off x="1524000" y="3457392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Suppression Algorithm (Core Contribution)</a:t>
            </a:r>
            <a:endParaRPr lang="en-US" sz="20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692D9D4C-3EBA-06FC-5629-F4C8CFFBDE8D}"/>
              </a:ext>
            </a:extLst>
          </p:cNvPr>
          <p:cNvSpPr/>
          <p:nvPr/>
        </p:nvSpPr>
        <p:spPr>
          <a:xfrm>
            <a:off x="1524000" y="4164528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0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DDC0B250-F8E1-1521-1884-BB6F3BFE7050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D8BC1B6B-51CD-8AE7-1B5A-50413F546CA5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</p:spTree>
    <p:extLst>
      <p:ext uri="{BB962C8B-B14F-4D97-AF65-F5344CB8AC3E}">
        <p14:creationId xmlns:p14="http://schemas.microsoft.com/office/powerpoint/2010/main" val="2668029428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49B7-A30B-7E0F-C568-A38B20E0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D6E293-0C4C-3C90-9591-15861B0A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9E950A-9343-0A8F-9842-A52EDCBE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31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9B8C37F9-1AC7-9AFD-7F35-5FE423C74BBD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C41C3597-F68A-F2FB-9400-743D7160401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CC540941-DCE8-4DD9-CB3B-FEAA8E94753B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E90C80-DB87-E4FD-F2E4-4F947DC590EC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B13F004F-7747-DDC2-D6D7-AC3DEAE1EC4D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454BBD13-2883-D5A8-9951-8B919CCA1A61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D606F97F-3917-8E0F-C28A-3B970EB1D257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BAD43C2E-E924-62A5-3A1E-77AF3E46082C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A706852B-8032-8C49-3173-F0B7218611BA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843605E7-329F-387A-E166-DB94763F3948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68247F80-22E0-B26A-92C9-BC2C4566DEBC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A3930871-5178-433A-7950-DD890D884366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4771B15A-8849-04B4-BD4C-BC3993DDF8F1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00FDCE40-9AC6-43E2-8954-B55B6399A0EB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378CBC78-712A-8E51-768E-C7C4FDF02957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8652A03-0E74-7A10-FFB2-3BF7C7753A4A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076380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EA570-3284-6251-E8F2-67C823CED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5C7B72-2233-DEE4-2BB3-45E9F882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68D29A-AD97-77B3-A05F-61466826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32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879F11CC-AB43-C8AD-7F46-712FA1A3E756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A96C10F5-5230-F970-F5B0-C6CB7F1543EF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27E26800-588F-B431-CA91-5C3C4E4269B5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44C70E6-1BEF-ADCC-4A28-29FC98AF7C0C}"/>
              </a:ext>
            </a:extLst>
          </p:cNvPr>
          <p:cNvSpPr/>
          <p:nvPr/>
        </p:nvSpPr>
        <p:spPr>
          <a:xfrm>
            <a:off x="2912876" y="1567385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1191B92-D32A-DD00-FA75-DF275F17A28A}"/>
              </a:ext>
            </a:extLst>
          </p:cNvPr>
          <p:cNvSpPr/>
          <p:nvPr/>
        </p:nvSpPr>
        <p:spPr>
          <a:xfrm>
            <a:off x="9989441" y="1564728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E74F608-A5F1-7CB8-EF5A-CE264549FBC3}"/>
              </a:ext>
            </a:extLst>
          </p:cNvPr>
          <p:cNvSpPr/>
          <p:nvPr/>
        </p:nvSpPr>
        <p:spPr>
          <a:xfrm>
            <a:off x="5271731" y="1567384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5F85F8F-678A-C350-ED56-28C8BC3E1394}"/>
              </a:ext>
            </a:extLst>
          </p:cNvPr>
          <p:cNvSpPr/>
          <p:nvPr/>
        </p:nvSpPr>
        <p:spPr>
          <a:xfrm>
            <a:off x="7630586" y="1567382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A3663-74C3-4BE4-55FF-F4C39130A615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FFA442D6-9F50-E638-729B-2E1E61F44C72}"/>
              </a:ext>
            </a:extLst>
          </p:cNvPr>
          <p:cNvSpPr/>
          <p:nvPr/>
        </p:nvSpPr>
        <p:spPr>
          <a:xfrm>
            <a:off x="554021" y="1580207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019A2B-CCCA-4508-4F03-26166D7F0F8A}"/>
              </a:ext>
            </a:extLst>
          </p:cNvPr>
          <p:cNvGrpSpPr/>
          <p:nvPr/>
        </p:nvGrpSpPr>
        <p:grpSpPr>
          <a:xfrm>
            <a:off x="554022" y="1860648"/>
            <a:ext cx="11083955" cy="695810"/>
            <a:chOff x="565829" y="1860648"/>
            <a:chExt cx="11083955" cy="695810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A878149F-FB4C-087D-D756-4BF3AE2879BC}"/>
                </a:ext>
              </a:extLst>
            </p:cNvPr>
            <p:cNvSpPr/>
            <p:nvPr/>
          </p:nvSpPr>
          <p:spPr>
            <a:xfrm>
              <a:off x="4641456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67F30B54-3832-34AF-857D-0E9223E5703F}"/>
                </a:ext>
              </a:extLst>
            </p:cNvPr>
            <p:cNvSpPr/>
            <p:nvPr/>
          </p:nvSpPr>
          <p:spPr>
            <a:xfrm>
              <a:off x="2924685" y="1860648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D6DF7525-4B22-FE4A-7E16-77BCD74DC3AD}"/>
                </a:ext>
              </a:extLst>
            </p:cNvPr>
            <p:cNvSpPr/>
            <p:nvPr/>
          </p:nvSpPr>
          <p:spPr>
            <a:xfrm>
              <a:off x="5283541" y="1860648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EBB2F894-022C-2229-B8E1-08216E26B00E}"/>
                </a:ext>
              </a:extLst>
            </p:cNvPr>
            <p:cNvSpPr/>
            <p:nvPr/>
          </p:nvSpPr>
          <p:spPr>
            <a:xfrm>
              <a:off x="7642397" y="1860648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CF96B9E1-F325-5C59-17B5-B5131E58FEA0}"/>
                </a:ext>
              </a:extLst>
            </p:cNvPr>
            <p:cNvSpPr/>
            <p:nvPr/>
          </p:nvSpPr>
          <p:spPr>
            <a:xfrm>
              <a:off x="10001249" y="1860648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446C41E9-9C8A-0015-AB71-B5A96C7D24D7}"/>
                </a:ext>
              </a:extLst>
            </p:cNvPr>
            <p:cNvSpPr/>
            <p:nvPr/>
          </p:nvSpPr>
          <p:spPr>
            <a:xfrm>
              <a:off x="7000312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740EA14A-6275-0854-1C82-A4E008C19450}"/>
                </a:ext>
              </a:extLst>
            </p:cNvPr>
            <p:cNvSpPr/>
            <p:nvPr/>
          </p:nvSpPr>
          <p:spPr>
            <a:xfrm>
              <a:off x="9359168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A81BAA9A-3BD2-D678-2EB2-DBA705470FBF}"/>
                </a:ext>
              </a:extLst>
            </p:cNvPr>
            <p:cNvSpPr/>
            <p:nvPr/>
          </p:nvSpPr>
          <p:spPr>
            <a:xfrm>
              <a:off x="565829" y="1860648"/>
              <a:ext cx="1648535" cy="6958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Condition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Token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Setup</a:t>
              </a:r>
              <a:endPara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035DBBF2-7AA1-7D7F-C0FC-20B07FBFDED6}"/>
                </a:ext>
              </a:extLst>
            </p:cNvPr>
            <p:cNvSpPr/>
            <p:nvPr/>
          </p:nvSpPr>
          <p:spPr>
            <a:xfrm>
              <a:off x="2282600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C235D7A-D8FD-A861-14BC-A2AF567B1E6B}"/>
              </a:ext>
            </a:extLst>
          </p:cNvPr>
          <p:cNvSpPr/>
          <p:nvPr/>
        </p:nvSpPr>
        <p:spPr>
          <a:xfrm>
            <a:off x="336137" y="1488023"/>
            <a:ext cx="2508503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696869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258FB-A485-C1C8-C95E-19125D15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7B1EDC-B02E-61EB-C097-1ECCA927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79D1B0-1D5E-4DB3-8815-D6DA59683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33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133E1901-00E3-1665-2A14-72E4DFFD3D9A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C6DCEDF-FF64-81AC-E2D0-B2BC5D7F5BE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1B286CD7-A25F-114A-AEE2-3B05BAA7695A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D629DDD-43DD-D78C-2684-9361F94C663B}"/>
              </a:ext>
            </a:extLst>
          </p:cNvPr>
          <p:cNvSpPr/>
          <p:nvPr/>
        </p:nvSpPr>
        <p:spPr>
          <a:xfrm>
            <a:off x="2912876" y="1567385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AC0DC77-7DF3-CD90-94E0-E38B3D6B1D60}"/>
              </a:ext>
            </a:extLst>
          </p:cNvPr>
          <p:cNvSpPr/>
          <p:nvPr/>
        </p:nvSpPr>
        <p:spPr>
          <a:xfrm>
            <a:off x="9989441" y="1564728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958B53E3-B9FB-16FE-9CD9-0EE9372F26D0}"/>
              </a:ext>
            </a:extLst>
          </p:cNvPr>
          <p:cNvSpPr/>
          <p:nvPr/>
        </p:nvSpPr>
        <p:spPr>
          <a:xfrm>
            <a:off x="5271731" y="1567384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242F669-10E6-8521-71F2-E53D677286FF}"/>
              </a:ext>
            </a:extLst>
          </p:cNvPr>
          <p:cNvSpPr/>
          <p:nvPr/>
        </p:nvSpPr>
        <p:spPr>
          <a:xfrm>
            <a:off x="7630586" y="1567382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3393F2-BB0D-52A8-B7E9-79ABA880AFC2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62450774-7BE9-8BDF-7BE8-ABA2EE7D5AC4}"/>
              </a:ext>
            </a:extLst>
          </p:cNvPr>
          <p:cNvSpPr/>
          <p:nvPr/>
        </p:nvSpPr>
        <p:spPr>
          <a:xfrm>
            <a:off x="554021" y="1580207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EEDC16-58C6-E010-94FE-8B70A665B962}"/>
              </a:ext>
            </a:extLst>
          </p:cNvPr>
          <p:cNvGrpSpPr/>
          <p:nvPr/>
        </p:nvGrpSpPr>
        <p:grpSpPr>
          <a:xfrm>
            <a:off x="554022" y="1860648"/>
            <a:ext cx="11083955" cy="695810"/>
            <a:chOff x="565829" y="1860648"/>
            <a:chExt cx="11083955" cy="695810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0FA514F0-26E4-2FEB-CBA9-5DBBA923A0A9}"/>
                </a:ext>
              </a:extLst>
            </p:cNvPr>
            <p:cNvSpPr/>
            <p:nvPr/>
          </p:nvSpPr>
          <p:spPr>
            <a:xfrm>
              <a:off x="4641456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DCA9B2C2-59C6-BAE6-7771-9BA32E8ACFBF}"/>
                </a:ext>
              </a:extLst>
            </p:cNvPr>
            <p:cNvSpPr/>
            <p:nvPr/>
          </p:nvSpPr>
          <p:spPr>
            <a:xfrm>
              <a:off x="2924685" y="1860648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5C84088D-175C-6AB8-5179-C5AFC2D16BD4}"/>
                </a:ext>
              </a:extLst>
            </p:cNvPr>
            <p:cNvSpPr/>
            <p:nvPr/>
          </p:nvSpPr>
          <p:spPr>
            <a:xfrm>
              <a:off x="5283541" y="1860648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978360AB-7CB3-1552-69C9-B13F46BB14EC}"/>
                </a:ext>
              </a:extLst>
            </p:cNvPr>
            <p:cNvSpPr/>
            <p:nvPr/>
          </p:nvSpPr>
          <p:spPr>
            <a:xfrm>
              <a:off x="7642397" y="1860648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16DD8E92-70D2-D1BA-E768-3B27497130F6}"/>
                </a:ext>
              </a:extLst>
            </p:cNvPr>
            <p:cNvSpPr/>
            <p:nvPr/>
          </p:nvSpPr>
          <p:spPr>
            <a:xfrm>
              <a:off x="10001249" y="1860648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FA450935-A189-F006-8754-087F24EA2540}"/>
                </a:ext>
              </a:extLst>
            </p:cNvPr>
            <p:cNvSpPr/>
            <p:nvPr/>
          </p:nvSpPr>
          <p:spPr>
            <a:xfrm>
              <a:off x="7000312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7B4E6B49-3862-0C9D-5781-738DA95FE964}"/>
                </a:ext>
              </a:extLst>
            </p:cNvPr>
            <p:cNvSpPr/>
            <p:nvPr/>
          </p:nvSpPr>
          <p:spPr>
            <a:xfrm>
              <a:off x="9359168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968DB500-FA46-2FC1-1880-C4B5DAB1773B}"/>
                </a:ext>
              </a:extLst>
            </p:cNvPr>
            <p:cNvSpPr/>
            <p:nvPr/>
          </p:nvSpPr>
          <p:spPr>
            <a:xfrm>
              <a:off x="565829" y="1860648"/>
              <a:ext cx="1648535" cy="6958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Condition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Token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Setup</a:t>
              </a:r>
              <a:endPara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8F25B43C-6D04-A8C4-EA60-B2E8C74E5137}"/>
                </a:ext>
              </a:extLst>
            </p:cNvPr>
            <p:cNvSpPr/>
            <p:nvPr/>
          </p:nvSpPr>
          <p:spPr>
            <a:xfrm>
              <a:off x="2282600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BD0A078-C28E-057B-359A-745DFE695ED1}"/>
              </a:ext>
            </a:extLst>
          </p:cNvPr>
          <p:cNvSpPr/>
          <p:nvPr/>
        </p:nvSpPr>
        <p:spPr>
          <a:xfrm>
            <a:off x="336137" y="1488023"/>
            <a:ext cx="2508503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FAE5F2-AD7C-5FB0-3EE3-9BFDB9E086EC}"/>
              </a:ext>
            </a:extLst>
          </p:cNvPr>
          <p:cNvGrpSpPr/>
          <p:nvPr/>
        </p:nvGrpSpPr>
        <p:grpSpPr>
          <a:xfrm>
            <a:off x="3227659" y="3220802"/>
            <a:ext cx="1729884" cy="2911689"/>
            <a:chOff x="2258121" y="3054055"/>
            <a:chExt cx="1892183" cy="3184865"/>
          </a:xfrm>
        </p:grpSpPr>
        <p:grpSp>
          <p:nvGrpSpPr>
            <p:cNvPr id="22" name="Graphic 14">
              <a:extLst>
                <a:ext uri="{FF2B5EF4-FFF2-40B4-BE49-F238E27FC236}">
                  <a16:creationId xmlns:a16="http://schemas.microsoft.com/office/drawing/2014/main" id="{2CABD0D2-890F-060A-151A-A3589B496349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75" name="Graphic 14">
                <a:extLst>
                  <a:ext uri="{FF2B5EF4-FFF2-40B4-BE49-F238E27FC236}">
                    <a16:creationId xmlns:a16="http://schemas.microsoft.com/office/drawing/2014/main" id="{026EC90D-2ED1-9BDA-B18C-79D711122023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CC0A157F-74CA-6020-BFF7-017FA93AB4A9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8" name="Freeform 77">
                  <a:extLst>
                    <a:ext uri="{FF2B5EF4-FFF2-40B4-BE49-F238E27FC236}">
                      <a16:creationId xmlns:a16="http://schemas.microsoft.com/office/drawing/2014/main" id="{3B49BA5B-4265-9D0C-6077-70B723A0D179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BBACDAAF-2EF1-61E3-0D73-26710CA9FA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" name="Graphic 14">
              <a:extLst>
                <a:ext uri="{FF2B5EF4-FFF2-40B4-BE49-F238E27FC236}">
                  <a16:creationId xmlns:a16="http://schemas.microsoft.com/office/drawing/2014/main" id="{E2C6F1E5-D429-3176-55A8-6D40C20DCC55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71" name="Graphic 14">
                <a:extLst>
                  <a:ext uri="{FF2B5EF4-FFF2-40B4-BE49-F238E27FC236}">
                    <a16:creationId xmlns:a16="http://schemas.microsoft.com/office/drawing/2014/main" id="{624BF1E5-DFE9-1D08-F21A-FF99DD4096D3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73" name="Freeform 72">
                  <a:extLst>
                    <a:ext uri="{FF2B5EF4-FFF2-40B4-BE49-F238E27FC236}">
                      <a16:creationId xmlns:a16="http://schemas.microsoft.com/office/drawing/2014/main" id="{A4F7B36C-C208-1A22-C035-A7BED75FB106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EF14409D-DB34-16D4-CE01-2E8F44CF7741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82D48C89-06D8-74FE-1564-FDDB691E15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4" name="Graphic 14">
              <a:extLst>
                <a:ext uri="{FF2B5EF4-FFF2-40B4-BE49-F238E27FC236}">
                  <a16:creationId xmlns:a16="http://schemas.microsoft.com/office/drawing/2014/main" id="{C3AB0CBA-51DF-2A96-F3E0-EEC9597590D3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4D442C0-EFBA-B077-81BB-C78C7C8F1F6F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8E8379CC-07C2-BC3A-350A-DA1B4CA635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201B08B7-96F0-7D5E-FACA-B63B0F20E98F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65" name="Graphic 14">
                <a:extLst>
                  <a:ext uri="{FF2B5EF4-FFF2-40B4-BE49-F238E27FC236}">
                    <a16:creationId xmlns:a16="http://schemas.microsoft.com/office/drawing/2014/main" id="{EA7FEE36-DA90-E50F-6ADE-EE30E7AD0291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8EC9B3D6-62E0-82D1-1CA0-0F95DB503EB1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8" name="Freeform 67">
                  <a:extLst>
                    <a:ext uri="{FF2B5EF4-FFF2-40B4-BE49-F238E27FC236}">
                      <a16:creationId xmlns:a16="http://schemas.microsoft.com/office/drawing/2014/main" id="{34BB1D19-1EFB-53A0-DBD2-9E8F4EBEE18D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D4478AC1-5B4F-13DE-57E2-7D8C38178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Graphic 14">
              <a:extLst>
                <a:ext uri="{FF2B5EF4-FFF2-40B4-BE49-F238E27FC236}">
                  <a16:creationId xmlns:a16="http://schemas.microsoft.com/office/drawing/2014/main" id="{AE6627E6-5AB1-C711-5EE4-C96396F9789C}"/>
                </a:ext>
              </a:extLst>
            </p:cNvPr>
            <p:cNvGrpSpPr/>
            <p:nvPr/>
          </p:nvGrpSpPr>
          <p:grpSpPr>
            <a:xfrm>
              <a:off x="3085089" y="3881170"/>
              <a:ext cx="380433" cy="380282"/>
              <a:chOff x="3085089" y="3881170"/>
              <a:chExt cx="380433" cy="380282"/>
            </a:xfrm>
            <a:solidFill>
              <a:srgbClr val="FFFFFF"/>
            </a:solidFill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9BBA285-582E-29B2-DEAC-3229C02827D0}"/>
                  </a:ext>
                </a:extLst>
              </p:cNvPr>
              <p:cNvSpPr/>
              <p:nvPr/>
            </p:nvSpPr>
            <p:spPr>
              <a:xfrm>
                <a:off x="3085089" y="3881170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E028F77A-D744-59C2-2858-48A9F5CB8C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14">
              <a:extLst>
                <a:ext uri="{FF2B5EF4-FFF2-40B4-BE49-F238E27FC236}">
                  <a16:creationId xmlns:a16="http://schemas.microsoft.com/office/drawing/2014/main" id="{E57902E4-B3F5-F7BE-A459-3B530A974D6A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59" name="Graphic 14">
                <a:extLst>
                  <a:ext uri="{FF2B5EF4-FFF2-40B4-BE49-F238E27FC236}">
                    <a16:creationId xmlns:a16="http://schemas.microsoft.com/office/drawing/2014/main" id="{5611A927-D0A1-FB3B-1148-8E9005FBAFCC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61" name="Freeform 60">
                  <a:extLst>
                    <a:ext uri="{FF2B5EF4-FFF2-40B4-BE49-F238E27FC236}">
                      <a16:creationId xmlns:a16="http://schemas.microsoft.com/office/drawing/2014/main" id="{85312E7D-4DC9-C3F4-576E-983596355B6B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2" name="Freeform 61">
                  <a:extLst>
                    <a:ext uri="{FF2B5EF4-FFF2-40B4-BE49-F238E27FC236}">
                      <a16:creationId xmlns:a16="http://schemas.microsoft.com/office/drawing/2014/main" id="{750AA713-0E04-40D8-16AB-42F6E16C760F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3EDA1D50-AFC7-2A5B-F50D-6A69E60808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9" name="Graphic 14">
              <a:extLst>
                <a:ext uri="{FF2B5EF4-FFF2-40B4-BE49-F238E27FC236}">
                  <a16:creationId xmlns:a16="http://schemas.microsoft.com/office/drawing/2014/main" id="{F052906E-73DA-036E-A9DE-4426C6449F17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A4979CC-3B3A-7E71-69B8-781B14E61448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2B02F10C-AFC5-BEE5-60B4-6717A0F031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30" name="Graphic 14">
              <a:extLst>
                <a:ext uri="{FF2B5EF4-FFF2-40B4-BE49-F238E27FC236}">
                  <a16:creationId xmlns:a16="http://schemas.microsoft.com/office/drawing/2014/main" id="{2FCE91C4-BD89-78A0-101C-E62B1A39325C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AC906DC-D85B-2322-E338-8ABDE100D98A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4F3412A5-F3EF-4074-8B18-6B40282551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14">
              <a:extLst>
                <a:ext uri="{FF2B5EF4-FFF2-40B4-BE49-F238E27FC236}">
                  <a16:creationId xmlns:a16="http://schemas.microsoft.com/office/drawing/2014/main" id="{B13442DF-5FF4-6A97-3F1F-F38B56DCA305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754C85A-447B-3022-6CE0-39275A1A74E8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6ED96E88-CD35-A83B-81E0-CB25D1CBC9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34" name="Graphic 14">
              <a:extLst>
                <a:ext uri="{FF2B5EF4-FFF2-40B4-BE49-F238E27FC236}">
                  <a16:creationId xmlns:a16="http://schemas.microsoft.com/office/drawing/2014/main" id="{A998CB12-5C4E-A466-79BA-51426C59E125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49" name="Graphic 14">
                <a:extLst>
                  <a:ext uri="{FF2B5EF4-FFF2-40B4-BE49-F238E27FC236}">
                    <a16:creationId xmlns:a16="http://schemas.microsoft.com/office/drawing/2014/main" id="{D6476D6C-713A-B6EB-21A4-A8670DF18096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176117DA-1B79-3A47-8845-6190B08F6BA1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53A9D342-F0FA-1290-9DAA-E11F3F7FC253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CACCD744-1289-719A-8D6A-B98902F50D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35" name="Graphic 14">
              <a:extLst>
                <a:ext uri="{FF2B5EF4-FFF2-40B4-BE49-F238E27FC236}">
                  <a16:creationId xmlns:a16="http://schemas.microsoft.com/office/drawing/2014/main" id="{3FAC7788-2185-1C11-1457-D1E14AFD6AE3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45" name="Graphic 14">
                <a:extLst>
                  <a:ext uri="{FF2B5EF4-FFF2-40B4-BE49-F238E27FC236}">
                    <a16:creationId xmlns:a16="http://schemas.microsoft.com/office/drawing/2014/main" id="{C0A812B8-1E26-E7C2-96DF-78DB42AC94FA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AB47A7D5-9645-6ACF-2A6C-31674B19B752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00D12F78-F9D1-9667-AE65-75836F93BB52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6003ADAF-95F3-2D6F-46EE-32F52E81BC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36" name="Graphic 14">
              <a:extLst>
                <a:ext uri="{FF2B5EF4-FFF2-40B4-BE49-F238E27FC236}">
                  <a16:creationId xmlns:a16="http://schemas.microsoft.com/office/drawing/2014/main" id="{8B9DE080-C055-428A-5868-08673A18E2E0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95D3587C-E744-05BF-1ACD-1DD8499752DC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3CB9A48E-6D23-CEEC-FDB5-635083C07A6F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7" name="Graphic 14">
              <a:extLst>
                <a:ext uri="{FF2B5EF4-FFF2-40B4-BE49-F238E27FC236}">
                  <a16:creationId xmlns:a16="http://schemas.microsoft.com/office/drawing/2014/main" id="{E1E1BBAB-38B5-3CFD-1F6E-DD345E18D822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765D3EF-25FD-BE14-6536-9011486B52E2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78D8F6A2-673F-F09E-1C53-0083769434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38" name="Graphic 14">
              <a:extLst>
                <a:ext uri="{FF2B5EF4-FFF2-40B4-BE49-F238E27FC236}">
                  <a16:creationId xmlns:a16="http://schemas.microsoft.com/office/drawing/2014/main" id="{52190B78-5B5B-CF38-3FD2-32D432829EC3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4A17249-3B2F-A2F0-89F7-6CC35E8AC7F9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35A1C719-3B95-2144-CDE8-FFD723CDA6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8FA900A-F8EB-BAC0-194E-19ADE7399AA8}"/>
              </a:ext>
            </a:extLst>
          </p:cNvPr>
          <p:cNvGrpSpPr/>
          <p:nvPr/>
        </p:nvGrpSpPr>
        <p:grpSpPr>
          <a:xfrm>
            <a:off x="6192941" y="3424412"/>
            <a:ext cx="2738826" cy="2584423"/>
            <a:chOff x="5082367" y="3054055"/>
            <a:chExt cx="3566567" cy="3365499"/>
          </a:xfrm>
        </p:grpSpPr>
        <p:grpSp>
          <p:nvGrpSpPr>
            <p:cNvPr id="80" name="Graphic 14">
              <a:extLst>
                <a:ext uri="{FF2B5EF4-FFF2-40B4-BE49-F238E27FC236}">
                  <a16:creationId xmlns:a16="http://schemas.microsoft.com/office/drawing/2014/main" id="{483B0EAE-857D-6324-9659-4198AB2467D4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F6571218-8965-CF43-E987-7EAC6E1DE882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6" name="Picture 155">
                <a:extLst>
                  <a:ext uri="{FF2B5EF4-FFF2-40B4-BE49-F238E27FC236}">
                    <a16:creationId xmlns:a16="http://schemas.microsoft.com/office/drawing/2014/main" id="{466688DF-57D8-38F8-86A3-5C14ADE503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81" name="Graphic 14">
              <a:extLst>
                <a:ext uri="{FF2B5EF4-FFF2-40B4-BE49-F238E27FC236}">
                  <a16:creationId xmlns:a16="http://schemas.microsoft.com/office/drawing/2014/main" id="{F3C591B6-4B1E-6C6B-9ECC-51445C720812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40244F4-766C-46CC-1C13-DA6FD9B88BA1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21B61DB8-84A0-054C-90E5-FF5ABEB065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82" name="Graphic 14">
              <a:extLst>
                <a:ext uri="{FF2B5EF4-FFF2-40B4-BE49-F238E27FC236}">
                  <a16:creationId xmlns:a16="http://schemas.microsoft.com/office/drawing/2014/main" id="{642E33F0-B6A6-3545-5137-002C3567784F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37C07E0B-2C95-6DD9-AA0B-F59C3029EAA6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B666C7D-1D1C-5A23-BEEC-E669647A7CB2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3" name="Graphic 14">
              <a:extLst>
                <a:ext uri="{FF2B5EF4-FFF2-40B4-BE49-F238E27FC236}">
                  <a16:creationId xmlns:a16="http://schemas.microsoft.com/office/drawing/2014/main" id="{5091011F-B720-203E-727C-0F825DE20B62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837F3549-9654-E293-DCE6-3899592F39E6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0" name="Picture 149">
                <a:extLst>
                  <a:ext uri="{FF2B5EF4-FFF2-40B4-BE49-F238E27FC236}">
                    <a16:creationId xmlns:a16="http://schemas.microsoft.com/office/drawing/2014/main" id="{8BF90CD9-1329-90B3-380C-23EA28B814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84" name="Graphic 14">
              <a:extLst>
                <a:ext uri="{FF2B5EF4-FFF2-40B4-BE49-F238E27FC236}">
                  <a16:creationId xmlns:a16="http://schemas.microsoft.com/office/drawing/2014/main" id="{597005B3-F86A-3543-F1A3-72F45349181A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ED970CC-3FDD-9A91-8E6E-1C2DE4D8F000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D2E3C24C-8DF0-3A05-222D-620122C8307C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5" name="Graphic 14">
              <a:extLst>
                <a:ext uri="{FF2B5EF4-FFF2-40B4-BE49-F238E27FC236}">
                  <a16:creationId xmlns:a16="http://schemas.microsoft.com/office/drawing/2014/main" id="{34B54FEF-8C4D-483A-860A-9EA3CED24A76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79521B1B-6257-D709-F34D-EE3AA3C9BB3F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ABC7C784-5DE9-5FA5-356F-8F227CF1D529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6" name="Graphic 14">
              <a:extLst>
                <a:ext uri="{FF2B5EF4-FFF2-40B4-BE49-F238E27FC236}">
                  <a16:creationId xmlns:a16="http://schemas.microsoft.com/office/drawing/2014/main" id="{8877DCC8-F80F-239E-0D52-B0742401CAC3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BAA77C24-B54E-79C6-BE30-23806E017E8E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4" name="Picture 143">
                <a:extLst>
                  <a:ext uri="{FF2B5EF4-FFF2-40B4-BE49-F238E27FC236}">
                    <a16:creationId xmlns:a16="http://schemas.microsoft.com/office/drawing/2014/main" id="{8CB76D99-9AA1-D8E5-6232-8B7AE82B0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87" name="Graphic 14">
              <a:extLst>
                <a:ext uri="{FF2B5EF4-FFF2-40B4-BE49-F238E27FC236}">
                  <a16:creationId xmlns:a16="http://schemas.microsoft.com/office/drawing/2014/main" id="{F2561EC7-68A7-BB8F-E2BE-0B791DE78C2E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84DBFC1E-16D2-4139-545E-2163FDE7761C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03C17A3-4CD2-F564-B147-CA78E1B43513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8" name="Graphic 14">
              <a:extLst>
                <a:ext uri="{FF2B5EF4-FFF2-40B4-BE49-F238E27FC236}">
                  <a16:creationId xmlns:a16="http://schemas.microsoft.com/office/drawing/2014/main" id="{2E7E2C1C-54F5-91FF-DB21-6DEF5A1B255B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A5D84437-94D1-B3BD-5D81-73E463BE0B0C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0" name="Picture 139">
                <a:extLst>
                  <a:ext uri="{FF2B5EF4-FFF2-40B4-BE49-F238E27FC236}">
                    <a16:creationId xmlns:a16="http://schemas.microsoft.com/office/drawing/2014/main" id="{43AC8659-AD83-D96D-02A4-2D6FCE0BCA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89" name="Graphic 14">
              <a:extLst>
                <a:ext uri="{FF2B5EF4-FFF2-40B4-BE49-F238E27FC236}">
                  <a16:creationId xmlns:a16="http://schemas.microsoft.com/office/drawing/2014/main" id="{7A7C402C-B2C4-7B2B-B482-3023DF8986FD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85BAC95B-AF8A-DD39-E329-039AB78E4856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2770528C-2E9A-0149-1AA9-8F947F280AD1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0" name="Graphic 14">
              <a:extLst>
                <a:ext uri="{FF2B5EF4-FFF2-40B4-BE49-F238E27FC236}">
                  <a16:creationId xmlns:a16="http://schemas.microsoft.com/office/drawing/2014/main" id="{5488ACC5-5E79-5EAD-C3F0-320F7B49B68E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E0E48774-C03F-6D52-4563-D6373BF9166D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29855A99-E2A0-88C0-308F-6596F8ED7A1A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1" name="Graphic 14">
              <a:extLst>
                <a:ext uri="{FF2B5EF4-FFF2-40B4-BE49-F238E27FC236}">
                  <a16:creationId xmlns:a16="http://schemas.microsoft.com/office/drawing/2014/main" id="{A6D572CF-8004-ACD6-5A15-049CC78B1DB4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EE26A04B-B140-15C5-D14B-96C9EA0D380D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2469B40B-8B9A-0ADB-5970-54B7C7651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92" name="Graphic 14">
              <a:extLst>
                <a:ext uri="{FF2B5EF4-FFF2-40B4-BE49-F238E27FC236}">
                  <a16:creationId xmlns:a16="http://schemas.microsoft.com/office/drawing/2014/main" id="{22D629BC-A781-65EA-BAF4-1CAA1882D30D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4A7F676B-4C70-0CDE-80C4-A0F4D51D784B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887D52F0-D473-342A-9E22-02EA31B55064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3" name="Graphic 14">
              <a:extLst>
                <a:ext uri="{FF2B5EF4-FFF2-40B4-BE49-F238E27FC236}">
                  <a16:creationId xmlns:a16="http://schemas.microsoft.com/office/drawing/2014/main" id="{8410841A-C8D7-D856-E51D-D639591E70AB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0F4774BC-AE2D-A902-B3C7-FD5C38A2FF7D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F25785B4-86D0-2629-6AD1-490A367FB0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94" name="Graphic 14">
              <a:extLst>
                <a:ext uri="{FF2B5EF4-FFF2-40B4-BE49-F238E27FC236}">
                  <a16:creationId xmlns:a16="http://schemas.microsoft.com/office/drawing/2014/main" id="{E13D11CD-30CE-F0BA-3FF1-40268DF8F48E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ECC79F0-7CA9-A79A-8FF8-26C0F61A9F26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7675BDBD-8CCB-2276-2907-E60F76C04F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95" name="Graphic 14">
              <a:extLst>
                <a:ext uri="{FF2B5EF4-FFF2-40B4-BE49-F238E27FC236}">
                  <a16:creationId xmlns:a16="http://schemas.microsoft.com/office/drawing/2014/main" id="{3ACB0D15-FF64-E9EC-364B-B14104226832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7DE8D1E2-9F7B-0A3E-AD6B-F4B3637EE151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30F47C76-2F8A-B109-4C4B-DBA06DCC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96" name="Graphic 14">
              <a:extLst>
                <a:ext uri="{FF2B5EF4-FFF2-40B4-BE49-F238E27FC236}">
                  <a16:creationId xmlns:a16="http://schemas.microsoft.com/office/drawing/2014/main" id="{8AD3D524-A21E-9FF4-CB22-B34B874EE6C6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FFDE970B-468A-32E9-60E4-BEFF78251279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4" name="Picture 123">
                <a:extLst>
                  <a:ext uri="{FF2B5EF4-FFF2-40B4-BE49-F238E27FC236}">
                    <a16:creationId xmlns:a16="http://schemas.microsoft.com/office/drawing/2014/main" id="{B092F3D6-C5EF-67C2-29AC-6BF4CAA6F1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97" name="Graphic 14">
              <a:extLst>
                <a:ext uri="{FF2B5EF4-FFF2-40B4-BE49-F238E27FC236}">
                  <a16:creationId xmlns:a16="http://schemas.microsoft.com/office/drawing/2014/main" id="{5DD0EE2C-318E-D3F4-7490-A9162A204F35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091F0115-F0BC-256C-0549-D04532CD9D8F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B7CBE2B6-5DA4-E28E-4BCF-855B767B3E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98" name="Graphic 14">
              <a:extLst>
                <a:ext uri="{FF2B5EF4-FFF2-40B4-BE49-F238E27FC236}">
                  <a16:creationId xmlns:a16="http://schemas.microsoft.com/office/drawing/2014/main" id="{2C1CB61F-A158-5552-7EF4-49874A647D44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E6156846-3DD1-C559-B6DF-814C04509070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114F9592-417A-DBCB-3C09-70B89E0AC654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C696B76E-4DDF-B922-BC9D-C8E3D868A444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0" name="Graphic 14">
              <a:extLst>
                <a:ext uri="{FF2B5EF4-FFF2-40B4-BE49-F238E27FC236}">
                  <a16:creationId xmlns:a16="http://schemas.microsoft.com/office/drawing/2014/main" id="{E68C4BBA-6D06-F77A-E3AF-588D36E34F4F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63677639-4ED4-04F1-999A-9E305725F670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6CF1000F-7E9A-AD95-4B4C-D204EF8102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01" name="Graphic 14">
              <a:extLst>
                <a:ext uri="{FF2B5EF4-FFF2-40B4-BE49-F238E27FC236}">
                  <a16:creationId xmlns:a16="http://schemas.microsoft.com/office/drawing/2014/main" id="{81229DAD-69CC-C633-D98C-03CDC1D0620D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FEA931D2-DDE9-79A9-BCEE-CB3B44059D54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F88157CA-E303-5005-6F76-17800DC66B90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2" name="Graphic 14">
              <a:extLst>
                <a:ext uri="{FF2B5EF4-FFF2-40B4-BE49-F238E27FC236}">
                  <a16:creationId xmlns:a16="http://schemas.microsoft.com/office/drawing/2014/main" id="{5976E05D-B3ED-D86B-544B-0FA58C4B29B5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361B1EAF-3305-286C-A4AB-0FEB0DF9A7ED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4D989891-C840-EF88-F376-8E55781592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03" name="Graphic 14">
              <a:extLst>
                <a:ext uri="{FF2B5EF4-FFF2-40B4-BE49-F238E27FC236}">
                  <a16:creationId xmlns:a16="http://schemas.microsoft.com/office/drawing/2014/main" id="{5ED6975F-7F03-0840-0F5A-C48A7A82097B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CFC1491A-EB8C-3A86-CF97-6B804C95B698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B22E5B04-9007-6A0B-0734-144E2F922E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23B60365-63C2-2D82-6440-89E91C966DA1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5" name="Graphic 14">
              <a:extLst>
                <a:ext uri="{FF2B5EF4-FFF2-40B4-BE49-F238E27FC236}">
                  <a16:creationId xmlns:a16="http://schemas.microsoft.com/office/drawing/2014/main" id="{28BF09F6-9E98-6B16-5D66-B63D3B5A8C7D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82E3BA88-97EE-646B-160A-7E578CF72772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FD504F9C-0B9F-08B1-BBF7-526A41DE91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106" name="Graphic 14">
              <a:extLst>
                <a:ext uri="{FF2B5EF4-FFF2-40B4-BE49-F238E27FC236}">
                  <a16:creationId xmlns:a16="http://schemas.microsoft.com/office/drawing/2014/main" id="{FDB9E2EA-61A9-81D1-0E7A-ABDA8435BA4A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1F5AA26B-FD2C-1B68-F6F4-842C27BEF9E4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F565CC1D-F725-FD7E-1ACF-2B73BCE6BE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57" name="Graphic 14">
            <a:extLst>
              <a:ext uri="{FF2B5EF4-FFF2-40B4-BE49-F238E27FC236}">
                <a16:creationId xmlns:a16="http://schemas.microsoft.com/office/drawing/2014/main" id="{969B0AF1-9369-BD35-5699-64E219BAEDE5}"/>
              </a:ext>
            </a:extLst>
          </p:cNvPr>
          <p:cNvGrpSpPr/>
          <p:nvPr/>
        </p:nvGrpSpPr>
        <p:grpSpPr>
          <a:xfrm>
            <a:off x="8880825" y="4018920"/>
            <a:ext cx="187396" cy="234285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D4C38F68-B741-CA64-6CE8-6D168BB0B90D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59" name="Picture 158">
              <a:extLst>
                <a:ext uri="{FF2B5EF4-FFF2-40B4-BE49-F238E27FC236}">
                  <a16:creationId xmlns:a16="http://schemas.microsoft.com/office/drawing/2014/main" id="{7DC5A7F4-5C7B-47C5-7DB7-7AE967A13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sp>
        <p:nvSpPr>
          <p:cNvPr id="164" name="Oval 163">
            <a:extLst>
              <a:ext uri="{FF2B5EF4-FFF2-40B4-BE49-F238E27FC236}">
                <a16:creationId xmlns:a16="http://schemas.microsoft.com/office/drawing/2014/main" id="{91037421-555C-37AF-FFEE-10746E344C11}"/>
              </a:ext>
            </a:extLst>
          </p:cNvPr>
          <p:cNvSpPr/>
          <p:nvPr/>
        </p:nvSpPr>
        <p:spPr>
          <a:xfrm>
            <a:off x="4001261" y="3990019"/>
            <a:ext cx="321463" cy="32146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94286770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E52A7-E9FB-E1D9-78A6-191C768AE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7F09EF-27CE-69AB-A86E-292B963A4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584B39-9F50-5691-AE7A-6573F6D1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34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B309DCCF-7507-797A-B4DE-0D3621342DF2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19D999A9-46AE-EAA4-8DAA-ACEA0C45AE58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077F0334-A53B-B4AB-C512-171D1F9F81BA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1AC4ED11-683F-3D37-EF59-4411C37B8E1B}"/>
              </a:ext>
            </a:extLst>
          </p:cNvPr>
          <p:cNvSpPr/>
          <p:nvPr/>
        </p:nvSpPr>
        <p:spPr>
          <a:xfrm>
            <a:off x="2912876" y="1567385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AF02CE8-D7A0-6B25-787C-423D6D286960}"/>
              </a:ext>
            </a:extLst>
          </p:cNvPr>
          <p:cNvSpPr/>
          <p:nvPr/>
        </p:nvSpPr>
        <p:spPr>
          <a:xfrm>
            <a:off x="9989441" y="1564728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8BB1293-C7F9-390E-DB38-68F18D059F5B}"/>
              </a:ext>
            </a:extLst>
          </p:cNvPr>
          <p:cNvSpPr/>
          <p:nvPr/>
        </p:nvSpPr>
        <p:spPr>
          <a:xfrm>
            <a:off x="5271731" y="1567384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44443F1-A69C-0C98-5501-41858CC58E4B}"/>
              </a:ext>
            </a:extLst>
          </p:cNvPr>
          <p:cNvSpPr/>
          <p:nvPr/>
        </p:nvSpPr>
        <p:spPr>
          <a:xfrm>
            <a:off x="7630586" y="1567382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B1DCB2-4419-619A-5893-C093F0DB0FDF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F0F9E740-5D00-EC73-DE02-49806651A0EB}"/>
              </a:ext>
            </a:extLst>
          </p:cNvPr>
          <p:cNvSpPr/>
          <p:nvPr/>
        </p:nvSpPr>
        <p:spPr>
          <a:xfrm>
            <a:off x="554021" y="1580207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7A9D6F8-4DD4-CF00-C2BC-793ED32A8F94}"/>
              </a:ext>
            </a:extLst>
          </p:cNvPr>
          <p:cNvGrpSpPr/>
          <p:nvPr/>
        </p:nvGrpSpPr>
        <p:grpSpPr>
          <a:xfrm>
            <a:off x="554022" y="1860648"/>
            <a:ext cx="11083955" cy="695810"/>
            <a:chOff x="565829" y="1860648"/>
            <a:chExt cx="11083955" cy="695810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376775FF-5EF5-1C12-73AB-E48AAD490FE6}"/>
                </a:ext>
              </a:extLst>
            </p:cNvPr>
            <p:cNvSpPr/>
            <p:nvPr/>
          </p:nvSpPr>
          <p:spPr>
            <a:xfrm>
              <a:off x="4641456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C829007B-55CB-5010-6C31-D34CA059B919}"/>
                </a:ext>
              </a:extLst>
            </p:cNvPr>
            <p:cNvSpPr/>
            <p:nvPr/>
          </p:nvSpPr>
          <p:spPr>
            <a:xfrm>
              <a:off x="2924685" y="1860648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8D2CB82F-9DBA-9316-0665-8DA33B32B5C2}"/>
                </a:ext>
              </a:extLst>
            </p:cNvPr>
            <p:cNvSpPr/>
            <p:nvPr/>
          </p:nvSpPr>
          <p:spPr>
            <a:xfrm>
              <a:off x="5283541" y="1860648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0E0A286E-05D9-7634-AF41-465FF8234069}"/>
                </a:ext>
              </a:extLst>
            </p:cNvPr>
            <p:cNvSpPr/>
            <p:nvPr/>
          </p:nvSpPr>
          <p:spPr>
            <a:xfrm>
              <a:off x="7642397" y="1860648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B867D543-6922-02D1-5BB4-A07A09F1257B}"/>
                </a:ext>
              </a:extLst>
            </p:cNvPr>
            <p:cNvSpPr/>
            <p:nvPr/>
          </p:nvSpPr>
          <p:spPr>
            <a:xfrm>
              <a:off x="10001249" y="1860648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1A273B1E-A452-630C-1068-6AB66706640C}"/>
                </a:ext>
              </a:extLst>
            </p:cNvPr>
            <p:cNvSpPr/>
            <p:nvPr/>
          </p:nvSpPr>
          <p:spPr>
            <a:xfrm>
              <a:off x="7000312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4C09D223-D2A0-AAE1-80B2-B1634F7E030D}"/>
                </a:ext>
              </a:extLst>
            </p:cNvPr>
            <p:cNvSpPr/>
            <p:nvPr/>
          </p:nvSpPr>
          <p:spPr>
            <a:xfrm>
              <a:off x="9359168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2EDC5523-DCC7-3AC5-FFC1-B6A805071669}"/>
                </a:ext>
              </a:extLst>
            </p:cNvPr>
            <p:cNvSpPr/>
            <p:nvPr/>
          </p:nvSpPr>
          <p:spPr>
            <a:xfrm>
              <a:off x="565829" y="1860648"/>
              <a:ext cx="1648535" cy="6958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Condition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Token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Setup</a:t>
              </a:r>
              <a:endPara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AD5A877E-29A5-70DC-D71E-A92371B54837}"/>
                </a:ext>
              </a:extLst>
            </p:cNvPr>
            <p:cNvSpPr/>
            <p:nvPr/>
          </p:nvSpPr>
          <p:spPr>
            <a:xfrm>
              <a:off x="2282600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7033B80-7C72-A91A-6C34-E710F761BE0F}"/>
              </a:ext>
            </a:extLst>
          </p:cNvPr>
          <p:cNvSpPr/>
          <p:nvPr/>
        </p:nvSpPr>
        <p:spPr>
          <a:xfrm>
            <a:off x="336137" y="1488023"/>
            <a:ext cx="2508503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57" name="Rounded Rectangle 256">
            <a:extLst>
              <a:ext uri="{FF2B5EF4-FFF2-40B4-BE49-F238E27FC236}">
                <a16:creationId xmlns:a16="http://schemas.microsoft.com/office/drawing/2014/main" id="{FFDC7248-7C47-F731-4741-268639FFDDDE}"/>
              </a:ext>
            </a:extLst>
          </p:cNvPr>
          <p:cNvSpPr/>
          <p:nvPr/>
        </p:nvSpPr>
        <p:spPr>
          <a:xfrm>
            <a:off x="7161993" y="3322989"/>
            <a:ext cx="1306747" cy="335072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2644DEC2-5F3E-0FDC-C6B0-E769619E4DBA}"/>
              </a:ext>
            </a:extLst>
          </p:cNvPr>
          <p:cNvSpPr/>
          <p:nvPr/>
        </p:nvSpPr>
        <p:spPr>
          <a:xfrm>
            <a:off x="7161994" y="5657707"/>
            <a:ext cx="1306748" cy="355563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483AA15E-1C45-B063-B783-2769F133A066}"/>
              </a:ext>
            </a:extLst>
          </p:cNvPr>
          <p:cNvCxnSpPr>
            <a:cxnSpLocks/>
            <a:stCxn id="257" idx="2"/>
            <a:endCxn id="258" idx="0"/>
          </p:cNvCxnSpPr>
          <p:nvPr/>
        </p:nvCxnSpPr>
        <p:spPr>
          <a:xfrm>
            <a:off x="7815367" y="3658061"/>
            <a:ext cx="1" cy="1999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 11">
            <a:extLst>
              <a:ext uri="{FF2B5EF4-FFF2-40B4-BE49-F238E27FC236}">
                <a16:creationId xmlns:a16="http://schemas.microsoft.com/office/drawing/2014/main" id="{B99D1F76-EFAD-70CA-B078-F26EC8D75853}"/>
              </a:ext>
            </a:extLst>
          </p:cNvPr>
          <p:cNvSpPr/>
          <p:nvPr/>
        </p:nvSpPr>
        <p:spPr>
          <a:xfrm>
            <a:off x="7238619" y="4393771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Regeneration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Text 11">
            <a:extLst>
              <a:ext uri="{FF2B5EF4-FFF2-40B4-BE49-F238E27FC236}">
                <a16:creationId xmlns:a16="http://schemas.microsoft.com/office/drawing/2014/main" id="{1FAC7E01-05A8-5532-7160-40F9083F2E80}"/>
              </a:ext>
            </a:extLst>
          </p:cNvPr>
          <p:cNvSpPr/>
          <p:nvPr/>
        </p:nvSpPr>
        <p:spPr>
          <a:xfrm>
            <a:off x="7238620" y="3891543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835F0D2-0BF7-0DFB-5C09-C2333F175F15}"/>
              </a:ext>
            </a:extLst>
          </p:cNvPr>
          <p:cNvSpPr txBox="1"/>
          <p:nvPr/>
        </p:nvSpPr>
        <p:spPr>
          <a:xfrm>
            <a:off x="7103658" y="5349930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BB1</a:t>
            </a:r>
            <a:endParaRPr lang="en-CN" sz="14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C859261-D36C-882D-569F-7EC7B5E8078B}"/>
              </a:ext>
            </a:extLst>
          </p:cNvPr>
          <p:cNvSpPr txBox="1"/>
          <p:nvPr/>
        </p:nvSpPr>
        <p:spPr>
          <a:xfrm>
            <a:off x="7103657" y="3000025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BB0</a:t>
            </a:r>
            <a:endParaRPr lang="en-CN" sz="1400" dirty="0"/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1206948F-DF1C-A14F-1892-CC87D33FF81E}"/>
              </a:ext>
            </a:extLst>
          </p:cNvPr>
          <p:cNvCxnSpPr>
            <a:cxnSpLocks/>
            <a:stCxn id="257" idx="1"/>
          </p:cNvCxnSpPr>
          <p:nvPr/>
        </p:nvCxnSpPr>
        <p:spPr>
          <a:xfrm flipH="1">
            <a:off x="5549409" y="3490525"/>
            <a:ext cx="1612584" cy="1040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11379447-ED6D-57F3-4683-0B20C436C815}"/>
              </a:ext>
            </a:extLst>
          </p:cNvPr>
          <p:cNvSpPr txBox="1"/>
          <p:nvPr/>
        </p:nvSpPr>
        <p:spPr>
          <a:xfrm>
            <a:off x="6122823" y="3718176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X</a:t>
            </a:r>
            <a:endParaRPr lang="en-CN" sz="3200" dirty="0">
              <a:solidFill>
                <a:srgbClr val="C00000"/>
              </a:solidFill>
            </a:endParaRPr>
          </a:p>
        </p:txBody>
      </p: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3473C6E3-27C7-F340-9756-F5A221F374BD}"/>
              </a:ext>
            </a:extLst>
          </p:cNvPr>
          <p:cNvCxnSpPr>
            <a:cxnSpLocks/>
          </p:cNvCxnSpPr>
          <p:nvPr/>
        </p:nvCxnSpPr>
        <p:spPr>
          <a:xfrm flipH="1" flipV="1">
            <a:off x="5549409" y="4609601"/>
            <a:ext cx="2265958" cy="563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5CF40B-9837-CB58-F516-2AA62F96BD16}"/>
              </a:ext>
            </a:extLst>
          </p:cNvPr>
          <p:cNvSpPr txBox="1"/>
          <p:nvPr/>
        </p:nvSpPr>
        <p:spPr>
          <a:xfrm>
            <a:off x="6262075" y="4565661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X</a:t>
            </a:r>
            <a:endParaRPr lang="en-CN" sz="3200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2BF355-5F2B-3370-9CF0-18EA3A178258}"/>
              </a:ext>
            </a:extLst>
          </p:cNvPr>
          <p:cNvSpPr txBox="1"/>
          <p:nvPr/>
        </p:nvSpPr>
        <p:spPr>
          <a:xfrm>
            <a:off x="1301797" y="3121193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477B19-B80F-1FF8-08D5-BAA4A91BD23B}"/>
              </a:ext>
            </a:extLst>
          </p:cNvPr>
          <p:cNvGrpSpPr/>
          <p:nvPr/>
        </p:nvGrpSpPr>
        <p:grpSpPr>
          <a:xfrm>
            <a:off x="2213734" y="3749861"/>
            <a:ext cx="3391325" cy="3200137"/>
            <a:chOff x="5082367" y="3054055"/>
            <a:chExt cx="3566567" cy="3365499"/>
          </a:xfrm>
        </p:grpSpPr>
        <p:grpSp>
          <p:nvGrpSpPr>
            <p:cNvPr id="28" name="Graphic 14">
              <a:extLst>
                <a:ext uri="{FF2B5EF4-FFF2-40B4-BE49-F238E27FC236}">
                  <a16:creationId xmlns:a16="http://schemas.microsoft.com/office/drawing/2014/main" id="{6628E115-A1C6-268D-9B85-8E6BED0553FB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3F453DD8-249C-F610-8943-E56C1799C861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8" name="Picture 337">
                <a:extLst>
                  <a:ext uri="{FF2B5EF4-FFF2-40B4-BE49-F238E27FC236}">
                    <a16:creationId xmlns:a16="http://schemas.microsoft.com/office/drawing/2014/main" id="{12D72692-583A-57CB-F779-51952CE0B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9" name="Graphic 14">
              <a:extLst>
                <a:ext uri="{FF2B5EF4-FFF2-40B4-BE49-F238E27FC236}">
                  <a16:creationId xmlns:a16="http://schemas.microsoft.com/office/drawing/2014/main" id="{F321ED52-A517-C954-4674-D455C114C496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56BF3F50-3671-1C00-5F87-2244D2667E48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6" name="Picture 335">
                <a:extLst>
                  <a:ext uri="{FF2B5EF4-FFF2-40B4-BE49-F238E27FC236}">
                    <a16:creationId xmlns:a16="http://schemas.microsoft.com/office/drawing/2014/main" id="{5D16DD73-D811-C729-050C-BC4EA1DA8F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30" name="Graphic 14">
              <a:extLst>
                <a:ext uri="{FF2B5EF4-FFF2-40B4-BE49-F238E27FC236}">
                  <a16:creationId xmlns:a16="http://schemas.microsoft.com/office/drawing/2014/main" id="{F54B817E-6D1D-A2FB-1CC7-330B712288F0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802DFFEB-FA26-4D88-9D0B-DBBA1DC56266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C8A78668-B990-7D77-91A7-832DE61B49C5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" name="Graphic 14">
              <a:extLst>
                <a:ext uri="{FF2B5EF4-FFF2-40B4-BE49-F238E27FC236}">
                  <a16:creationId xmlns:a16="http://schemas.microsoft.com/office/drawing/2014/main" id="{78A70BA4-C468-3097-3F74-6A913C75B823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27F8ABB4-8F67-6578-4AA9-A49A77009208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2" name="Picture 331">
                <a:extLst>
                  <a:ext uri="{FF2B5EF4-FFF2-40B4-BE49-F238E27FC236}">
                    <a16:creationId xmlns:a16="http://schemas.microsoft.com/office/drawing/2014/main" id="{85793A9F-0727-0D98-D30C-2C5DFCADA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34" name="Graphic 14">
              <a:extLst>
                <a:ext uri="{FF2B5EF4-FFF2-40B4-BE49-F238E27FC236}">
                  <a16:creationId xmlns:a16="http://schemas.microsoft.com/office/drawing/2014/main" id="{08B7A345-EB87-02DC-8E4B-D7FFA6E525AA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3CF814E3-8E8E-9C3F-96BB-366AAF6F264D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149B10F2-C41E-AFCB-7EEB-7FDA8158B5DA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" name="Graphic 14">
              <a:extLst>
                <a:ext uri="{FF2B5EF4-FFF2-40B4-BE49-F238E27FC236}">
                  <a16:creationId xmlns:a16="http://schemas.microsoft.com/office/drawing/2014/main" id="{88D669B2-DA2F-9D18-2E7B-3E68BECAA884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C3A62D8B-42EC-0C4C-6417-641E70BC3F03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CE5A436E-F227-DAA1-79A2-E4EAACF34C4F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6" name="Graphic 14">
              <a:extLst>
                <a:ext uri="{FF2B5EF4-FFF2-40B4-BE49-F238E27FC236}">
                  <a16:creationId xmlns:a16="http://schemas.microsoft.com/office/drawing/2014/main" id="{9889323D-B291-F4F2-A6D1-05BDB735F489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7876BB9C-1B7D-B851-821B-B0A359EEB292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4" name="Picture 323">
                <a:extLst>
                  <a:ext uri="{FF2B5EF4-FFF2-40B4-BE49-F238E27FC236}">
                    <a16:creationId xmlns:a16="http://schemas.microsoft.com/office/drawing/2014/main" id="{1CFABD24-49BD-8AB6-7585-56695608E3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37" name="Graphic 14">
              <a:extLst>
                <a:ext uri="{FF2B5EF4-FFF2-40B4-BE49-F238E27FC236}">
                  <a16:creationId xmlns:a16="http://schemas.microsoft.com/office/drawing/2014/main" id="{7EBEDAE5-D21D-B648-B70E-709A2FB17D95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A199C620-4A56-7294-6D4A-B680EC08B0E8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CEBC9C7B-7F10-60CA-9A4F-49917EDC6319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8" name="Graphic 14">
              <a:extLst>
                <a:ext uri="{FF2B5EF4-FFF2-40B4-BE49-F238E27FC236}">
                  <a16:creationId xmlns:a16="http://schemas.microsoft.com/office/drawing/2014/main" id="{41B5D95B-13A4-D5AF-6317-25BE51704212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EEF0D3DB-66CB-21BD-E528-BA238719852E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8" name="Picture 317">
                <a:extLst>
                  <a:ext uri="{FF2B5EF4-FFF2-40B4-BE49-F238E27FC236}">
                    <a16:creationId xmlns:a16="http://schemas.microsoft.com/office/drawing/2014/main" id="{38DE0851-9721-B3F5-4B09-D54DE0E89E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39" name="Graphic 14">
              <a:extLst>
                <a:ext uri="{FF2B5EF4-FFF2-40B4-BE49-F238E27FC236}">
                  <a16:creationId xmlns:a16="http://schemas.microsoft.com/office/drawing/2014/main" id="{7CE31EAC-E13F-8D54-F735-E7C2207B1824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B1042119-DBF0-65CF-EBFD-1241AF7E71B4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E63DDF77-1D5E-4399-CFA4-59F9C76B426F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0" name="Graphic 14">
              <a:extLst>
                <a:ext uri="{FF2B5EF4-FFF2-40B4-BE49-F238E27FC236}">
                  <a16:creationId xmlns:a16="http://schemas.microsoft.com/office/drawing/2014/main" id="{5162835E-789C-B403-DE7F-534A7E77DA62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25D22A7E-6CF0-CDB3-9D1B-344416D7C39D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DCBA1370-7B89-DE56-60D1-41EE8121B4BE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1" name="Graphic 14">
              <a:extLst>
                <a:ext uri="{FF2B5EF4-FFF2-40B4-BE49-F238E27FC236}">
                  <a16:creationId xmlns:a16="http://schemas.microsoft.com/office/drawing/2014/main" id="{8EA8E994-4736-25E4-8981-73A8D4D417B0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A5FB9DA3-CFA2-9179-B5EE-F0FA019ADBDA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2" name="Picture 311">
                <a:extLst>
                  <a:ext uri="{FF2B5EF4-FFF2-40B4-BE49-F238E27FC236}">
                    <a16:creationId xmlns:a16="http://schemas.microsoft.com/office/drawing/2014/main" id="{63EA2654-75B3-D90C-D375-4C898FDB03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42" name="Graphic 14">
              <a:extLst>
                <a:ext uri="{FF2B5EF4-FFF2-40B4-BE49-F238E27FC236}">
                  <a16:creationId xmlns:a16="http://schemas.microsoft.com/office/drawing/2014/main" id="{0DDA24F1-6A39-39BF-6408-3E096F56ACF9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E9F5EA27-22F5-C793-92C6-8DB211B1C712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531940C4-31CA-A300-994C-953E4999F1CF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" name="Graphic 14">
              <a:extLst>
                <a:ext uri="{FF2B5EF4-FFF2-40B4-BE49-F238E27FC236}">
                  <a16:creationId xmlns:a16="http://schemas.microsoft.com/office/drawing/2014/main" id="{A96A2BFD-6FED-56B1-8268-654722B73BAA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83FA78BD-287C-21CC-26FD-427352D80067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8" name="Picture 307">
                <a:extLst>
                  <a:ext uri="{FF2B5EF4-FFF2-40B4-BE49-F238E27FC236}">
                    <a16:creationId xmlns:a16="http://schemas.microsoft.com/office/drawing/2014/main" id="{589749AC-0DDE-735C-034D-48C8A3039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44" name="Graphic 14">
              <a:extLst>
                <a:ext uri="{FF2B5EF4-FFF2-40B4-BE49-F238E27FC236}">
                  <a16:creationId xmlns:a16="http://schemas.microsoft.com/office/drawing/2014/main" id="{655882FA-3855-6347-B7DB-8CE94CA83EAB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4509DF06-CF34-EE08-F5B9-FB02E362AA7C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6" name="Picture 305">
                <a:extLst>
                  <a:ext uri="{FF2B5EF4-FFF2-40B4-BE49-F238E27FC236}">
                    <a16:creationId xmlns:a16="http://schemas.microsoft.com/office/drawing/2014/main" id="{1DF0A4BB-D1C6-CFC0-AA2F-266D0FDD5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5" name="Graphic 14">
              <a:extLst>
                <a:ext uri="{FF2B5EF4-FFF2-40B4-BE49-F238E27FC236}">
                  <a16:creationId xmlns:a16="http://schemas.microsoft.com/office/drawing/2014/main" id="{D72A7836-0394-7726-BA6A-DBA560CDE333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12D313C3-B6D2-9B1C-5D2C-65EF4A8296DE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4" name="Picture 303">
                <a:extLst>
                  <a:ext uri="{FF2B5EF4-FFF2-40B4-BE49-F238E27FC236}">
                    <a16:creationId xmlns:a16="http://schemas.microsoft.com/office/drawing/2014/main" id="{FB167850-9444-688B-977C-E086DC5EED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6" name="Graphic 14">
              <a:extLst>
                <a:ext uri="{FF2B5EF4-FFF2-40B4-BE49-F238E27FC236}">
                  <a16:creationId xmlns:a16="http://schemas.microsoft.com/office/drawing/2014/main" id="{580027AE-F677-822D-4D3D-3F02130344EE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B6CC1DB4-9100-D19B-747E-857A0941BA79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3" name="Picture 272">
                <a:extLst>
                  <a:ext uri="{FF2B5EF4-FFF2-40B4-BE49-F238E27FC236}">
                    <a16:creationId xmlns:a16="http://schemas.microsoft.com/office/drawing/2014/main" id="{1BD81272-BC13-4187-D490-9F81DA0A9B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7" name="Graphic 14">
              <a:extLst>
                <a:ext uri="{FF2B5EF4-FFF2-40B4-BE49-F238E27FC236}">
                  <a16:creationId xmlns:a16="http://schemas.microsoft.com/office/drawing/2014/main" id="{CAC8DFF1-E87B-8047-BD3E-AACC29B4B66A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7A3F5B8D-C046-F1FF-D88D-744CA1EC4B02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9" name="Picture 268">
                <a:extLst>
                  <a:ext uri="{FF2B5EF4-FFF2-40B4-BE49-F238E27FC236}">
                    <a16:creationId xmlns:a16="http://schemas.microsoft.com/office/drawing/2014/main" id="{DFB4D40A-39F3-3919-B170-166DA63B65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8" name="Graphic 14">
              <a:extLst>
                <a:ext uri="{FF2B5EF4-FFF2-40B4-BE49-F238E27FC236}">
                  <a16:creationId xmlns:a16="http://schemas.microsoft.com/office/drawing/2014/main" id="{B08B83B0-CA40-ED83-7917-0032E30170AA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FCAB68BE-781C-F662-DA26-B07C2C56124A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03B7CD53-FE3C-149E-D04D-78A98C483050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41C05A0-BBD6-DBE3-1083-7F4B1F627A5E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50" name="Graphic 14">
              <a:extLst>
                <a:ext uri="{FF2B5EF4-FFF2-40B4-BE49-F238E27FC236}">
                  <a16:creationId xmlns:a16="http://schemas.microsoft.com/office/drawing/2014/main" id="{33FF318E-3B71-B7AE-60B6-0492495525D7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62BFA117-50B2-FCC9-280F-EC5A5B1CA5D5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3" name="Picture 262">
                <a:extLst>
                  <a:ext uri="{FF2B5EF4-FFF2-40B4-BE49-F238E27FC236}">
                    <a16:creationId xmlns:a16="http://schemas.microsoft.com/office/drawing/2014/main" id="{886676CC-01DD-B787-D550-CE34856161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51" name="Graphic 14">
              <a:extLst>
                <a:ext uri="{FF2B5EF4-FFF2-40B4-BE49-F238E27FC236}">
                  <a16:creationId xmlns:a16="http://schemas.microsoft.com/office/drawing/2014/main" id="{64F7BDDF-B843-3A76-D4BC-CCDB41916F96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2E33F72F-39DA-0594-62C0-1541E14E40A2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CD0464DB-CB74-ED2F-6670-E3A52D2FE0B2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2" name="Graphic 14">
              <a:extLst>
                <a:ext uri="{FF2B5EF4-FFF2-40B4-BE49-F238E27FC236}">
                  <a16:creationId xmlns:a16="http://schemas.microsoft.com/office/drawing/2014/main" id="{431BCE92-D0A4-0BEF-8FCE-36EEDCD8D11D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77B1907-EEE3-5659-1784-1A11FA81EE7A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6" name="Picture 255">
                <a:extLst>
                  <a:ext uri="{FF2B5EF4-FFF2-40B4-BE49-F238E27FC236}">
                    <a16:creationId xmlns:a16="http://schemas.microsoft.com/office/drawing/2014/main" id="{CEA706D0-F65B-63BD-FEC7-139C114B64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53" name="Graphic 14">
              <a:extLst>
                <a:ext uri="{FF2B5EF4-FFF2-40B4-BE49-F238E27FC236}">
                  <a16:creationId xmlns:a16="http://schemas.microsoft.com/office/drawing/2014/main" id="{171A0AC3-2325-ABEE-FBA6-F56420AFC083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9B54745-8BF7-153C-9247-CD3DD5C40E81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9F12C26F-73F5-8BD9-CEA5-BF8C7C102B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DCF4047-FDA9-B036-C615-55509E12A370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55" name="Graphic 14">
              <a:extLst>
                <a:ext uri="{FF2B5EF4-FFF2-40B4-BE49-F238E27FC236}">
                  <a16:creationId xmlns:a16="http://schemas.microsoft.com/office/drawing/2014/main" id="{FED49A48-7E06-4C48-1EE2-828FD5B4B111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ABCBB8D-BB04-4F4A-2C51-42A1E7DD8403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642F7E14-0481-0F81-A5CC-559373C584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56" name="Graphic 14">
              <a:extLst>
                <a:ext uri="{FF2B5EF4-FFF2-40B4-BE49-F238E27FC236}">
                  <a16:creationId xmlns:a16="http://schemas.microsoft.com/office/drawing/2014/main" id="{B8A97395-1133-2243-9230-86AEB4EFB1F3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1DD8369-1F2C-4E00-EFCB-DBB4F2FA7727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40F121EF-6362-6468-6101-C06759795B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6AECE2DA-3074-E665-BC60-BB476635295B}"/>
              </a:ext>
            </a:extLst>
          </p:cNvPr>
          <p:cNvGrpSpPr/>
          <p:nvPr/>
        </p:nvGrpSpPr>
        <p:grpSpPr>
          <a:xfrm>
            <a:off x="1981096" y="4988560"/>
            <a:ext cx="2935477" cy="1869440"/>
            <a:chOff x="1981096" y="4988560"/>
            <a:chExt cx="2935477" cy="1869440"/>
          </a:xfrm>
        </p:grpSpPr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403551AB-024D-67F9-79DE-FEC8AE39406E}"/>
                </a:ext>
              </a:extLst>
            </p:cNvPr>
            <p:cNvSpPr/>
            <p:nvPr/>
          </p:nvSpPr>
          <p:spPr>
            <a:xfrm>
              <a:off x="1981096" y="4988560"/>
              <a:ext cx="1577212" cy="1869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A9A27F6E-0C5E-C96B-19DE-6D416956E40D}"/>
                </a:ext>
              </a:extLst>
            </p:cNvPr>
            <p:cNvSpPr/>
            <p:nvPr/>
          </p:nvSpPr>
          <p:spPr>
            <a:xfrm>
              <a:off x="3339361" y="5693866"/>
              <a:ext cx="1577212" cy="11279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</p:spTree>
    <p:extLst>
      <p:ext uri="{BB962C8B-B14F-4D97-AF65-F5344CB8AC3E}">
        <p14:creationId xmlns:p14="http://schemas.microsoft.com/office/powerpoint/2010/main" val="686609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 animBg="1"/>
      <p:bldP spid="268" grpId="0" animBg="1"/>
      <p:bldP spid="326" grpId="0"/>
      <p:bldP spid="326" grpId="1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3687-01DC-3E9F-0121-7CA5CE7F5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E5EBED-6AA8-201D-B837-0E65CE54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35E816-5CA7-CF7C-40DD-BC424670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35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AD470C07-D0C7-E1C5-4570-272B1DE5F519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E7DE99EE-2DE5-427E-42DF-3E1077B749B9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0FA4C2E-85E4-3556-4719-E697C56CFB33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0A83A375-1532-8807-EC18-C0FD51E5F9F5}"/>
              </a:ext>
            </a:extLst>
          </p:cNvPr>
          <p:cNvSpPr/>
          <p:nvPr/>
        </p:nvSpPr>
        <p:spPr>
          <a:xfrm>
            <a:off x="2912876" y="1567385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890607E-4728-2A98-5982-BFC12B71F90C}"/>
              </a:ext>
            </a:extLst>
          </p:cNvPr>
          <p:cNvSpPr/>
          <p:nvPr/>
        </p:nvSpPr>
        <p:spPr>
          <a:xfrm>
            <a:off x="9989441" y="1564728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079DFB3-DF03-F1B9-FA58-36E006B28FF7}"/>
              </a:ext>
            </a:extLst>
          </p:cNvPr>
          <p:cNvSpPr/>
          <p:nvPr/>
        </p:nvSpPr>
        <p:spPr>
          <a:xfrm>
            <a:off x="5271731" y="1567384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3A0AD73-E61B-D125-11F2-23CB9F262A43}"/>
              </a:ext>
            </a:extLst>
          </p:cNvPr>
          <p:cNvSpPr/>
          <p:nvPr/>
        </p:nvSpPr>
        <p:spPr>
          <a:xfrm>
            <a:off x="7630586" y="1567382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AB1706-F91E-0554-61F8-D36CB3945EF8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7523A390-C7B5-7673-B3AD-1D0B36798B1F}"/>
              </a:ext>
            </a:extLst>
          </p:cNvPr>
          <p:cNvSpPr/>
          <p:nvPr/>
        </p:nvSpPr>
        <p:spPr>
          <a:xfrm>
            <a:off x="554021" y="1580207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E03BB6-7D55-AD3F-DB3C-8EEBA2147899}"/>
              </a:ext>
            </a:extLst>
          </p:cNvPr>
          <p:cNvGrpSpPr/>
          <p:nvPr/>
        </p:nvGrpSpPr>
        <p:grpSpPr>
          <a:xfrm>
            <a:off x="554022" y="1860648"/>
            <a:ext cx="11083955" cy="695810"/>
            <a:chOff x="565829" y="1860648"/>
            <a:chExt cx="11083955" cy="695810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14AA89D0-2481-6667-045B-BB12DCA36DFD}"/>
                </a:ext>
              </a:extLst>
            </p:cNvPr>
            <p:cNvSpPr/>
            <p:nvPr/>
          </p:nvSpPr>
          <p:spPr>
            <a:xfrm>
              <a:off x="4641456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31FFEE94-F29F-DF10-1F6F-70C48E317C2B}"/>
                </a:ext>
              </a:extLst>
            </p:cNvPr>
            <p:cNvSpPr/>
            <p:nvPr/>
          </p:nvSpPr>
          <p:spPr>
            <a:xfrm>
              <a:off x="2924685" y="1860648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2865ECF5-F147-82B6-23F1-CE8F45CB1EAD}"/>
                </a:ext>
              </a:extLst>
            </p:cNvPr>
            <p:cNvSpPr/>
            <p:nvPr/>
          </p:nvSpPr>
          <p:spPr>
            <a:xfrm>
              <a:off x="5283541" y="1860648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BC0C4E54-5CF1-D52C-BC47-6E17785B620B}"/>
                </a:ext>
              </a:extLst>
            </p:cNvPr>
            <p:cNvSpPr/>
            <p:nvPr/>
          </p:nvSpPr>
          <p:spPr>
            <a:xfrm>
              <a:off x="7642397" y="1860648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E1119C1B-6145-BAB3-3810-ED853AB1FD2B}"/>
                </a:ext>
              </a:extLst>
            </p:cNvPr>
            <p:cNvSpPr/>
            <p:nvPr/>
          </p:nvSpPr>
          <p:spPr>
            <a:xfrm>
              <a:off x="10001249" y="1860648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4BA06119-2F98-54CA-B94D-CF6FC70589E3}"/>
                </a:ext>
              </a:extLst>
            </p:cNvPr>
            <p:cNvSpPr/>
            <p:nvPr/>
          </p:nvSpPr>
          <p:spPr>
            <a:xfrm>
              <a:off x="7000312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8EA8A2F5-5F9D-9D9A-FCF8-CD5D138909B6}"/>
                </a:ext>
              </a:extLst>
            </p:cNvPr>
            <p:cNvSpPr/>
            <p:nvPr/>
          </p:nvSpPr>
          <p:spPr>
            <a:xfrm>
              <a:off x="9359168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FC80D769-823F-3A0A-FA28-594914767AF7}"/>
                </a:ext>
              </a:extLst>
            </p:cNvPr>
            <p:cNvSpPr/>
            <p:nvPr/>
          </p:nvSpPr>
          <p:spPr>
            <a:xfrm>
              <a:off x="565829" y="1860648"/>
              <a:ext cx="1648535" cy="6958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Condition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Token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Setup</a:t>
              </a:r>
              <a:endPara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F90B57FF-E5CC-58FD-9F52-CA1669E52DA2}"/>
                </a:ext>
              </a:extLst>
            </p:cNvPr>
            <p:cNvSpPr/>
            <p:nvPr/>
          </p:nvSpPr>
          <p:spPr>
            <a:xfrm>
              <a:off x="2282600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56C0FE5-8AA4-F43F-DAF3-D2B7005043F6}"/>
              </a:ext>
            </a:extLst>
          </p:cNvPr>
          <p:cNvSpPr/>
          <p:nvPr/>
        </p:nvSpPr>
        <p:spPr>
          <a:xfrm>
            <a:off x="336137" y="1488023"/>
            <a:ext cx="2508503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57" name="Rounded Rectangle 256">
            <a:extLst>
              <a:ext uri="{FF2B5EF4-FFF2-40B4-BE49-F238E27FC236}">
                <a16:creationId xmlns:a16="http://schemas.microsoft.com/office/drawing/2014/main" id="{580000EE-8B5A-4581-A79C-E518000F906D}"/>
              </a:ext>
            </a:extLst>
          </p:cNvPr>
          <p:cNvSpPr/>
          <p:nvPr/>
        </p:nvSpPr>
        <p:spPr>
          <a:xfrm>
            <a:off x="7161993" y="3322989"/>
            <a:ext cx="1306747" cy="335072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D23AF88B-9D42-40AB-F357-6052319A2E4C}"/>
              </a:ext>
            </a:extLst>
          </p:cNvPr>
          <p:cNvSpPr/>
          <p:nvPr/>
        </p:nvSpPr>
        <p:spPr>
          <a:xfrm>
            <a:off x="7161994" y="5657707"/>
            <a:ext cx="1306748" cy="355563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D5DFAC99-DA79-AA9E-4641-41E0811A8771}"/>
              </a:ext>
            </a:extLst>
          </p:cNvPr>
          <p:cNvCxnSpPr>
            <a:cxnSpLocks/>
            <a:stCxn id="257" idx="2"/>
            <a:endCxn id="258" idx="0"/>
          </p:cNvCxnSpPr>
          <p:nvPr/>
        </p:nvCxnSpPr>
        <p:spPr>
          <a:xfrm>
            <a:off x="7815367" y="3658061"/>
            <a:ext cx="1" cy="1999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 11">
            <a:extLst>
              <a:ext uri="{FF2B5EF4-FFF2-40B4-BE49-F238E27FC236}">
                <a16:creationId xmlns:a16="http://schemas.microsoft.com/office/drawing/2014/main" id="{81F89B43-941F-BF2B-6C91-E820C0A86629}"/>
              </a:ext>
            </a:extLst>
          </p:cNvPr>
          <p:cNvSpPr/>
          <p:nvPr/>
        </p:nvSpPr>
        <p:spPr>
          <a:xfrm>
            <a:off x="7238619" y="4393771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Regeneration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Text 11">
            <a:extLst>
              <a:ext uri="{FF2B5EF4-FFF2-40B4-BE49-F238E27FC236}">
                <a16:creationId xmlns:a16="http://schemas.microsoft.com/office/drawing/2014/main" id="{827DE07F-8512-A46F-630D-D619084373FD}"/>
              </a:ext>
            </a:extLst>
          </p:cNvPr>
          <p:cNvSpPr/>
          <p:nvPr/>
        </p:nvSpPr>
        <p:spPr>
          <a:xfrm>
            <a:off x="7238620" y="3891543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ECB2A7A-3BC1-5243-19C9-3A4005EE0C2C}"/>
              </a:ext>
            </a:extLst>
          </p:cNvPr>
          <p:cNvSpPr txBox="1"/>
          <p:nvPr/>
        </p:nvSpPr>
        <p:spPr>
          <a:xfrm>
            <a:off x="7103658" y="5349930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BB1</a:t>
            </a:r>
            <a:endParaRPr lang="en-CN" sz="14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DD017EA2-C18D-1051-DF05-D4CA59905862}"/>
              </a:ext>
            </a:extLst>
          </p:cNvPr>
          <p:cNvSpPr txBox="1"/>
          <p:nvPr/>
        </p:nvSpPr>
        <p:spPr>
          <a:xfrm>
            <a:off x="7103657" y="3000025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BB0</a:t>
            </a:r>
            <a:endParaRPr lang="en-CN" sz="1400" dirty="0"/>
          </a:p>
        </p:txBody>
      </p: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3E54BC52-866C-46D7-B318-831FC28E6441}"/>
              </a:ext>
            </a:extLst>
          </p:cNvPr>
          <p:cNvCxnSpPr>
            <a:cxnSpLocks/>
          </p:cNvCxnSpPr>
          <p:nvPr/>
        </p:nvCxnSpPr>
        <p:spPr>
          <a:xfrm flipH="1" flipV="1">
            <a:off x="5549409" y="4609601"/>
            <a:ext cx="2265958" cy="563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552A0D6-DD68-4D60-8404-2B4AFBC1A034}"/>
              </a:ext>
            </a:extLst>
          </p:cNvPr>
          <p:cNvSpPr txBox="1"/>
          <p:nvPr/>
        </p:nvSpPr>
        <p:spPr>
          <a:xfrm>
            <a:off x="1301797" y="3121193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B05603-5AF5-9076-161C-E73A0A7A0544}"/>
              </a:ext>
            </a:extLst>
          </p:cNvPr>
          <p:cNvSpPr/>
          <p:nvPr/>
        </p:nvSpPr>
        <p:spPr>
          <a:xfrm>
            <a:off x="7668132" y="5023414"/>
            <a:ext cx="297243" cy="297243"/>
          </a:xfrm>
          <a:prstGeom prst="rect">
            <a:avLst/>
          </a:prstGeom>
          <a:solidFill>
            <a:srgbClr val="EB91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CB23DE-B906-EE13-9B33-B93883A037B4}"/>
              </a:ext>
            </a:extLst>
          </p:cNvPr>
          <p:cNvSpPr txBox="1"/>
          <p:nvPr/>
        </p:nvSpPr>
        <p:spPr>
          <a:xfrm>
            <a:off x="7611466" y="5019384"/>
            <a:ext cx="407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6EFF401-C5D1-B303-3C9D-B301667E6B69}"/>
              </a:ext>
            </a:extLst>
          </p:cNvPr>
          <p:cNvGrpSpPr/>
          <p:nvPr/>
        </p:nvGrpSpPr>
        <p:grpSpPr>
          <a:xfrm>
            <a:off x="2213734" y="3749861"/>
            <a:ext cx="3391325" cy="3200137"/>
            <a:chOff x="5082367" y="3054055"/>
            <a:chExt cx="3566567" cy="3365499"/>
          </a:xfrm>
        </p:grpSpPr>
        <p:grpSp>
          <p:nvGrpSpPr>
            <p:cNvPr id="26" name="Graphic 14">
              <a:extLst>
                <a:ext uri="{FF2B5EF4-FFF2-40B4-BE49-F238E27FC236}">
                  <a16:creationId xmlns:a16="http://schemas.microsoft.com/office/drawing/2014/main" id="{ECE3575A-54D7-0831-4882-C46E11B98057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27D60A9A-4D71-47FF-2ACC-41627B3E2786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7" name="Picture 336">
                <a:extLst>
                  <a:ext uri="{FF2B5EF4-FFF2-40B4-BE49-F238E27FC236}">
                    <a16:creationId xmlns:a16="http://schemas.microsoft.com/office/drawing/2014/main" id="{C197482A-7BD9-716D-26AC-3B2ECBC7F4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14">
              <a:extLst>
                <a:ext uri="{FF2B5EF4-FFF2-40B4-BE49-F238E27FC236}">
                  <a16:creationId xmlns:a16="http://schemas.microsoft.com/office/drawing/2014/main" id="{FD1B9BDD-5B4D-8940-955D-607187DF3B1A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51D60734-7A4A-04F2-5240-6BDEF21509C7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5" name="Picture 334">
                <a:extLst>
                  <a:ext uri="{FF2B5EF4-FFF2-40B4-BE49-F238E27FC236}">
                    <a16:creationId xmlns:a16="http://schemas.microsoft.com/office/drawing/2014/main" id="{2DD47A46-E4FA-F22F-C200-D2C4288BF3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9" name="Graphic 14">
              <a:extLst>
                <a:ext uri="{FF2B5EF4-FFF2-40B4-BE49-F238E27FC236}">
                  <a16:creationId xmlns:a16="http://schemas.microsoft.com/office/drawing/2014/main" id="{8A46B69F-EBE9-BEC3-BE16-178026305BDD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9AF30667-D608-035C-A670-4864BE327D1F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4FDAD62C-CF0F-1BF4-6C76-9B46B003C911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0" name="Graphic 14">
              <a:extLst>
                <a:ext uri="{FF2B5EF4-FFF2-40B4-BE49-F238E27FC236}">
                  <a16:creationId xmlns:a16="http://schemas.microsoft.com/office/drawing/2014/main" id="{FCE7AA7B-1546-6B4B-0223-ADD72D617CC0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E149515B-5638-B1F5-1438-B6793C22020D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1" name="Picture 330">
                <a:extLst>
                  <a:ext uri="{FF2B5EF4-FFF2-40B4-BE49-F238E27FC236}">
                    <a16:creationId xmlns:a16="http://schemas.microsoft.com/office/drawing/2014/main" id="{11260088-DEF0-4D58-7581-EFF890F236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14">
              <a:extLst>
                <a:ext uri="{FF2B5EF4-FFF2-40B4-BE49-F238E27FC236}">
                  <a16:creationId xmlns:a16="http://schemas.microsoft.com/office/drawing/2014/main" id="{87DCB8D5-4771-D42E-E2B6-85FEED25B3BD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2CD9903E-063E-2166-F9EE-8DC0E3943E34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E8758F85-F295-739E-C4DC-FF3B9A12CE95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" name="Graphic 14">
              <a:extLst>
                <a:ext uri="{FF2B5EF4-FFF2-40B4-BE49-F238E27FC236}">
                  <a16:creationId xmlns:a16="http://schemas.microsoft.com/office/drawing/2014/main" id="{E8FB302C-57BD-4D15-4D24-8FD77965AEC9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5F80E383-087D-B713-FEEE-2A5C04025647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D41934A0-ABC8-1CF0-683F-90F138C1BA70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" name="Graphic 14">
              <a:extLst>
                <a:ext uri="{FF2B5EF4-FFF2-40B4-BE49-F238E27FC236}">
                  <a16:creationId xmlns:a16="http://schemas.microsoft.com/office/drawing/2014/main" id="{C65FE77E-E13A-C208-F999-C8BAAFBDE4E3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D6FFF585-682B-7658-C820-45A84A0B6712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1" name="Picture 320">
                <a:extLst>
                  <a:ext uri="{FF2B5EF4-FFF2-40B4-BE49-F238E27FC236}">
                    <a16:creationId xmlns:a16="http://schemas.microsoft.com/office/drawing/2014/main" id="{C2612E86-F218-78D0-0BFD-43AC171A58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36" name="Graphic 14">
              <a:extLst>
                <a:ext uri="{FF2B5EF4-FFF2-40B4-BE49-F238E27FC236}">
                  <a16:creationId xmlns:a16="http://schemas.microsoft.com/office/drawing/2014/main" id="{3BA5E471-AF68-351E-B45E-C89F467CFD7C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1FB4EC9C-D468-06C6-B264-24F52CE05B2D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ACCDC2C8-C5A2-EFE7-950C-EC5A677EBAA5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7" name="Graphic 14">
              <a:extLst>
                <a:ext uri="{FF2B5EF4-FFF2-40B4-BE49-F238E27FC236}">
                  <a16:creationId xmlns:a16="http://schemas.microsoft.com/office/drawing/2014/main" id="{1204FBB1-7876-B421-08F0-5E1E51603A7C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FCA17AE0-B358-4E5B-4387-6C43D768DE5E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EA1A7F05-35A9-0FD2-C076-210F31648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38" name="Graphic 14">
              <a:extLst>
                <a:ext uri="{FF2B5EF4-FFF2-40B4-BE49-F238E27FC236}">
                  <a16:creationId xmlns:a16="http://schemas.microsoft.com/office/drawing/2014/main" id="{1D4BA183-1962-C33D-7527-8FFEB152A239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AE736A1D-AD53-9A65-9B2F-574084CA50AA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9D36EE8E-8F46-E7B3-451D-AF736FAF9BE4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9" name="Graphic 14">
              <a:extLst>
                <a:ext uri="{FF2B5EF4-FFF2-40B4-BE49-F238E27FC236}">
                  <a16:creationId xmlns:a16="http://schemas.microsoft.com/office/drawing/2014/main" id="{6CFF23F4-C937-D6E3-DAC6-547FB539B954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7DA69F94-43BC-866D-2C61-A165BEDCDBC1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D32CDE8C-4555-CB83-3801-FC857CEF3BAC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0" name="Graphic 14">
              <a:extLst>
                <a:ext uri="{FF2B5EF4-FFF2-40B4-BE49-F238E27FC236}">
                  <a16:creationId xmlns:a16="http://schemas.microsoft.com/office/drawing/2014/main" id="{97FADDE5-20C3-D6F3-E8B2-5E0ADF27E260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9B746E60-57FB-6B44-8B03-A03E069811F2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1" name="Picture 310">
                <a:extLst>
                  <a:ext uri="{FF2B5EF4-FFF2-40B4-BE49-F238E27FC236}">
                    <a16:creationId xmlns:a16="http://schemas.microsoft.com/office/drawing/2014/main" id="{F64476D2-2FEC-4533-F846-6C283E75F3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41" name="Graphic 14">
              <a:extLst>
                <a:ext uri="{FF2B5EF4-FFF2-40B4-BE49-F238E27FC236}">
                  <a16:creationId xmlns:a16="http://schemas.microsoft.com/office/drawing/2014/main" id="{4BC41817-0D47-60BE-1B68-774FC695BD4C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AD1D8E03-38A2-C902-2C3B-DB6BEF16D760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C72A1796-A8D7-898D-4B10-FC5986DC633B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2" name="Graphic 14">
              <a:extLst>
                <a:ext uri="{FF2B5EF4-FFF2-40B4-BE49-F238E27FC236}">
                  <a16:creationId xmlns:a16="http://schemas.microsoft.com/office/drawing/2014/main" id="{3816D738-E7E1-2FA2-EFEC-7D909FBD3F59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BAA81D24-00D4-9B64-C546-E74A403BDF84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7" name="Picture 306">
                <a:extLst>
                  <a:ext uri="{FF2B5EF4-FFF2-40B4-BE49-F238E27FC236}">
                    <a16:creationId xmlns:a16="http://schemas.microsoft.com/office/drawing/2014/main" id="{E8FEE9F9-4058-7841-B736-A703A46E8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43" name="Graphic 14">
              <a:extLst>
                <a:ext uri="{FF2B5EF4-FFF2-40B4-BE49-F238E27FC236}">
                  <a16:creationId xmlns:a16="http://schemas.microsoft.com/office/drawing/2014/main" id="{40010309-D2B6-C395-375E-7E4AF59D45CF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00A21185-752B-1796-F829-61014F34ACE2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5" name="Picture 304">
                <a:extLst>
                  <a:ext uri="{FF2B5EF4-FFF2-40B4-BE49-F238E27FC236}">
                    <a16:creationId xmlns:a16="http://schemas.microsoft.com/office/drawing/2014/main" id="{FD8CD47B-BB48-6179-F51E-D9EE452E7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4" name="Graphic 14">
              <a:extLst>
                <a:ext uri="{FF2B5EF4-FFF2-40B4-BE49-F238E27FC236}">
                  <a16:creationId xmlns:a16="http://schemas.microsoft.com/office/drawing/2014/main" id="{CE6E95E6-2FB9-9874-7053-16FCC49AFA5E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CC7EC1C9-2419-EB8E-1510-18DF091E7A8E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47A23400-0437-72C3-2410-885AA2200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5" name="Graphic 14">
              <a:extLst>
                <a:ext uri="{FF2B5EF4-FFF2-40B4-BE49-F238E27FC236}">
                  <a16:creationId xmlns:a16="http://schemas.microsoft.com/office/drawing/2014/main" id="{6604795E-A67B-4287-7A2F-13D5155CEECE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23CA6B58-8F75-3E47-6078-E76F2172FC0E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0" name="Picture 269">
                <a:extLst>
                  <a:ext uri="{FF2B5EF4-FFF2-40B4-BE49-F238E27FC236}">
                    <a16:creationId xmlns:a16="http://schemas.microsoft.com/office/drawing/2014/main" id="{AFBFA2DB-ACAE-F18E-8652-BEDC5925E2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6" name="Graphic 14">
              <a:extLst>
                <a:ext uri="{FF2B5EF4-FFF2-40B4-BE49-F238E27FC236}">
                  <a16:creationId xmlns:a16="http://schemas.microsoft.com/office/drawing/2014/main" id="{EC5BCA28-F09B-22C4-0DB9-8AEA05CCEE15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CEB0D754-B87E-C7FE-6E9E-2953D2EA2368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7" name="Picture 266">
                <a:extLst>
                  <a:ext uri="{FF2B5EF4-FFF2-40B4-BE49-F238E27FC236}">
                    <a16:creationId xmlns:a16="http://schemas.microsoft.com/office/drawing/2014/main" id="{E2214A38-0083-4289-7087-CF5F2ACBD7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47" name="Graphic 14">
              <a:extLst>
                <a:ext uri="{FF2B5EF4-FFF2-40B4-BE49-F238E27FC236}">
                  <a16:creationId xmlns:a16="http://schemas.microsoft.com/office/drawing/2014/main" id="{D0163E09-85EE-9071-AD00-30E0452C8092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57682A20-8D7B-6AFB-7996-12EBC1B706E4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35A53CC6-FEAB-CC81-9055-9E4958C873E6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D49D644-EC16-43F5-8275-03ACBA6AD108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49" name="Graphic 14">
              <a:extLst>
                <a:ext uri="{FF2B5EF4-FFF2-40B4-BE49-F238E27FC236}">
                  <a16:creationId xmlns:a16="http://schemas.microsoft.com/office/drawing/2014/main" id="{C8FA65BD-4906-7EAE-E646-65D636C2E1A8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C606FAC5-B2D1-7FAB-A8AA-3CC4FBBE0F45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27E54F0D-7857-9CB4-1F8F-8701E40D9D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50" name="Graphic 14">
              <a:extLst>
                <a:ext uri="{FF2B5EF4-FFF2-40B4-BE49-F238E27FC236}">
                  <a16:creationId xmlns:a16="http://schemas.microsoft.com/office/drawing/2014/main" id="{5D326665-4313-862A-EF8C-F709BE08A176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99B833D6-B5AE-E1F5-B046-44F22C7C54A8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D185C64F-5E92-A1E7-E75E-AB1284F04112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1" name="Graphic 14">
              <a:extLst>
                <a:ext uri="{FF2B5EF4-FFF2-40B4-BE49-F238E27FC236}">
                  <a16:creationId xmlns:a16="http://schemas.microsoft.com/office/drawing/2014/main" id="{E4BF1E07-BA9A-EDA3-2516-74A7C0648682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B746CBD-A126-11F1-7C98-A473732A66E0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F7E1520D-80CB-718A-C318-06AE400F5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52" name="Graphic 14">
              <a:extLst>
                <a:ext uri="{FF2B5EF4-FFF2-40B4-BE49-F238E27FC236}">
                  <a16:creationId xmlns:a16="http://schemas.microsoft.com/office/drawing/2014/main" id="{D653B4A6-0AAD-77C3-A42D-936A49D4A23B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42A8899-C227-031D-FECD-CB7DEF56CBA5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02864D9B-9024-5AA1-4216-15054D7494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0A868CB-9A5E-C825-A6D0-793264386CB0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54" name="Graphic 14">
              <a:extLst>
                <a:ext uri="{FF2B5EF4-FFF2-40B4-BE49-F238E27FC236}">
                  <a16:creationId xmlns:a16="http://schemas.microsoft.com/office/drawing/2014/main" id="{044BBBEA-320D-42E2-D8FF-95121A12E58E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6AAF0F1-8D34-E97D-0D4E-7814868C75E5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A10052DB-95B4-0823-F837-CB04A68ECE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55" name="Graphic 14">
              <a:extLst>
                <a:ext uri="{FF2B5EF4-FFF2-40B4-BE49-F238E27FC236}">
                  <a16:creationId xmlns:a16="http://schemas.microsoft.com/office/drawing/2014/main" id="{748BFF3E-4F1A-73AF-CC82-7A4CB219631C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0E6CD5C-4BB3-204B-7BB5-6B089C3B26A7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4BB532E2-018E-4EFD-704E-22806A812F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E2F23BC7-F70D-F88A-CFB6-B012AA9ABB8B}"/>
              </a:ext>
            </a:extLst>
          </p:cNvPr>
          <p:cNvGrpSpPr/>
          <p:nvPr/>
        </p:nvGrpSpPr>
        <p:grpSpPr>
          <a:xfrm>
            <a:off x="1981096" y="4988560"/>
            <a:ext cx="2935477" cy="1869440"/>
            <a:chOff x="1981096" y="4988560"/>
            <a:chExt cx="2935477" cy="1869440"/>
          </a:xfrm>
        </p:grpSpPr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BF47FFB9-A5F5-151B-D56D-A7FD2E608C48}"/>
                </a:ext>
              </a:extLst>
            </p:cNvPr>
            <p:cNvSpPr/>
            <p:nvPr/>
          </p:nvSpPr>
          <p:spPr>
            <a:xfrm>
              <a:off x="1981096" y="4988560"/>
              <a:ext cx="1577212" cy="1869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18065F3F-2F88-F44C-6D42-15B74BF970C6}"/>
                </a:ext>
              </a:extLst>
            </p:cNvPr>
            <p:cNvSpPr/>
            <p:nvPr/>
          </p:nvSpPr>
          <p:spPr>
            <a:xfrm>
              <a:off x="3339361" y="5693866"/>
              <a:ext cx="1577212" cy="11279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</p:spTree>
    <p:extLst>
      <p:ext uri="{BB962C8B-B14F-4D97-AF65-F5344CB8AC3E}">
        <p14:creationId xmlns:p14="http://schemas.microsoft.com/office/powerpoint/2010/main" val="8712759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 animBg="1"/>
      <p:bldP spid="26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A581A-6259-AEEB-FFD9-2C0A8634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71D48200-2BE6-D344-0C59-7C4C6D8DA4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680" r="3758"/>
          <a:stretch>
            <a:fillRect/>
          </a:stretch>
        </p:blipFill>
        <p:spPr>
          <a:xfrm>
            <a:off x="8927378" y="3272860"/>
            <a:ext cx="1964636" cy="2394835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2DE99A-A841-0FA1-E64B-6653ABAE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428509-FF8C-EEE2-89D0-E67D5E93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36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D5166481-9F6C-3F17-90EC-D822CDC8F1EF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C55CEB54-59E6-4C98-AF7C-3DAE52376D2C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CD889529-9EB1-1624-173D-52BAC8F28D5B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27FDB0E-2985-BB4F-2264-5965B0317656}"/>
              </a:ext>
            </a:extLst>
          </p:cNvPr>
          <p:cNvSpPr/>
          <p:nvPr/>
        </p:nvSpPr>
        <p:spPr>
          <a:xfrm>
            <a:off x="2912876" y="1567385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A8B63F5-1D23-CBCF-2344-0B403F60F963}"/>
              </a:ext>
            </a:extLst>
          </p:cNvPr>
          <p:cNvSpPr/>
          <p:nvPr/>
        </p:nvSpPr>
        <p:spPr>
          <a:xfrm>
            <a:off x="9989441" y="1564728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729A03D-5E19-6503-4B00-44165A1024BA}"/>
              </a:ext>
            </a:extLst>
          </p:cNvPr>
          <p:cNvSpPr/>
          <p:nvPr/>
        </p:nvSpPr>
        <p:spPr>
          <a:xfrm>
            <a:off x="5271731" y="1567384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AF295BD-4767-8B31-1EE9-2C7B079E67A8}"/>
              </a:ext>
            </a:extLst>
          </p:cNvPr>
          <p:cNvSpPr/>
          <p:nvPr/>
        </p:nvSpPr>
        <p:spPr>
          <a:xfrm>
            <a:off x="7630586" y="1567382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4D80F2-4E6D-0FB8-BED7-31D5AFEACCC5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C0E48-8F93-0A7E-ED73-1D5BE381F28F}"/>
              </a:ext>
            </a:extLst>
          </p:cNvPr>
          <p:cNvSpPr/>
          <p:nvPr/>
        </p:nvSpPr>
        <p:spPr>
          <a:xfrm>
            <a:off x="554021" y="1580207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810FDE-24F9-BDC2-0F00-C760939718EE}"/>
              </a:ext>
            </a:extLst>
          </p:cNvPr>
          <p:cNvGrpSpPr/>
          <p:nvPr/>
        </p:nvGrpSpPr>
        <p:grpSpPr>
          <a:xfrm>
            <a:off x="554022" y="1860648"/>
            <a:ext cx="11083955" cy="695810"/>
            <a:chOff x="565829" y="1860648"/>
            <a:chExt cx="11083955" cy="695810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794B4C9A-522D-D7D8-0FA0-0E8FC077DF0F}"/>
                </a:ext>
              </a:extLst>
            </p:cNvPr>
            <p:cNvSpPr/>
            <p:nvPr/>
          </p:nvSpPr>
          <p:spPr>
            <a:xfrm>
              <a:off x="4641456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F44CF835-F851-3072-98EE-091A5D44166E}"/>
                </a:ext>
              </a:extLst>
            </p:cNvPr>
            <p:cNvSpPr/>
            <p:nvPr/>
          </p:nvSpPr>
          <p:spPr>
            <a:xfrm>
              <a:off x="2924685" y="1860648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CBC5660E-D9B8-87D3-6ACC-308262050D02}"/>
                </a:ext>
              </a:extLst>
            </p:cNvPr>
            <p:cNvSpPr/>
            <p:nvPr/>
          </p:nvSpPr>
          <p:spPr>
            <a:xfrm>
              <a:off x="5283541" y="1860648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C4AEA6EA-FA49-96E3-F346-7E7F385B8C05}"/>
                </a:ext>
              </a:extLst>
            </p:cNvPr>
            <p:cNvSpPr/>
            <p:nvPr/>
          </p:nvSpPr>
          <p:spPr>
            <a:xfrm>
              <a:off x="7642397" y="1860648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6B37B56E-2728-CC16-BB89-889425E5E6A4}"/>
                </a:ext>
              </a:extLst>
            </p:cNvPr>
            <p:cNvSpPr/>
            <p:nvPr/>
          </p:nvSpPr>
          <p:spPr>
            <a:xfrm>
              <a:off x="10001249" y="1860648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5A355C0A-D62D-7ECF-6D38-CEE742DF9611}"/>
                </a:ext>
              </a:extLst>
            </p:cNvPr>
            <p:cNvSpPr/>
            <p:nvPr/>
          </p:nvSpPr>
          <p:spPr>
            <a:xfrm>
              <a:off x="7000312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588ADD65-D765-06CA-2824-6A9D44B111F4}"/>
                </a:ext>
              </a:extLst>
            </p:cNvPr>
            <p:cNvSpPr/>
            <p:nvPr/>
          </p:nvSpPr>
          <p:spPr>
            <a:xfrm>
              <a:off x="9359168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DEC08D77-5B6A-112B-F1EB-CA154F488B9E}"/>
                </a:ext>
              </a:extLst>
            </p:cNvPr>
            <p:cNvSpPr/>
            <p:nvPr/>
          </p:nvSpPr>
          <p:spPr>
            <a:xfrm>
              <a:off x="565829" y="1860648"/>
              <a:ext cx="1648535" cy="6958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Condition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Token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Setup</a:t>
              </a:r>
              <a:endPara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87D8A767-6B3C-FD7F-649C-F51ABCB186C5}"/>
                </a:ext>
              </a:extLst>
            </p:cNvPr>
            <p:cNvSpPr/>
            <p:nvPr/>
          </p:nvSpPr>
          <p:spPr>
            <a:xfrm>
              <a:off x="2282600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228960-9ECA-EDF4-C6EB-7FF82E5ED1F2}"/>
              </a:ext>
            </a:extLst>
          </p:cNvPr>
          <p:cNvSpPr/>
          <p:nvPr/>
        </p:nvSpPr>
        <p:spPr>
          <a:xfrm>
            <a:off x="2752838" y="1488023"/>
            <a:ext cx="1964636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557449-20C5-F5BD-0130-39FA2BB1AE01}"/>
              </a:ext>
            </a:extLst>
          </p:cNvPr>
          <p:cNvSpPr/>
          <p:nvPr/>
        </p:nvSpPr>
        <p:spPr>
          <a:xfrm>
            <a:off x="7464132" y="1488022"/>
            <a:ext cx="1964636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2B617F62-64BF-2E25-3328-DD5C3D6E6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2188"/>
          <a:stretch>
            <a:fillRect/>
          </a:stretch>
        </p:blipFill>
        <p:spPr>
          <a:xfrm>
            <a:off x="1211033" y="3282101"/>
            <a:ext cx="4187720" cy="241322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160B174-1BE1-F784-66A0-AB70A30C8A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4641" b="11653"/>
          <a:stretch>
            <a:fillRect/>
          </a:stretch>
        </p:blipFill>
        <p:spPr>
          <a:xfrm>
            <a:off x="6988506" y="3282101"/>
            <a:ext cx="1442976" cy="250446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9CB0569-A563-D26B-A178-1A2846EB3A06}"/>
              </a:ext>
            </a:extLst>
          </p:cNvPr>
          <p:cNvSpPr/>
          <p:nvPr/>
        </p:nvSpPr>
        <p:spPr>
          <a:xfrm>
            <a:off x="4629649" y="4317877"/>
            <a:ext cx="567978" cy="475507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53D88F-C3EE-EB4E-509D-F24E02526BF8}"/>
              </a:ext>
            </a:extLst>
          </p:cNvPr>
          <p:cNvSpPr/>
          <p:nvPr/>
        </p:nvSpPr>
        <p:spPr>
          <a:xfrm>
            <a:off x="10377065" y="4357258"/>
            <a:ext cx="564215" cy="457698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565394"/>
      </p:ext>
    </p:extLst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065B-B1DB-0AEF-4890-CCE9CF92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C96A27-3C5F-3759-DE39-22E4EE44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5E096B-5D57-3845-394C-C70B8760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37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50F82D44-DA06-A5F2-1F68-50668503791E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F549B9A0-BB62-45A8-6AE7-9643822D2D02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8F67C0E-6F93-3EE5-CA0A-BAA3F3C7E588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251815BF-84AE-65E1-6C61-7844622048DE}"/>
              </a:ext>
            </a:extLst>
          </p:cNvPr>
          <p:cNvSpPr/>
          <p:nvPr/>
        </p:nvSpPr>
        <p:spPr>
          <a:xfrm>
            <a:off x="2912876" y="1567385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8DCFD69-C189-2B3E-2F7F-EE25460FC126}"/>
              </a:ext>
            </a:extLst>
          </p:cNvPr>
          <p:cNvSpPr/>
          <p:nvPr/>
        </p:nvSpPr>
        <p:spPr>
          <a:xfrm>
            <a:off x="9989441" y="1564728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7B25F53-E901-3CA3-1378-4ABE1547E5E1}"/>
              </a:ext>
            </a:extLst>
          </p:cNvPr>
          <p:cNvSpPr/>
          <p:nvPr/>
        </p:nvSpPr>
        <p:spPr>
          <a:xfrm>
            <a:off x="5271731" y="1567384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8E585AC-EEA6-E404-ABF0-4D289D180A2D}"/>
              </a:ext>
            </a:extLst>
          </p:cNvPr>
          <p:cNvSpPr/>
          <p:nvPr/>
        </p:nvSpPr>
        <p:spPr>
          <a:xfrm>
            <a:off x="7630586" y="1567382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6D1064-05BE-C81E-CB75-6BA2C0365C12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9754EFD-1E46-E498-59F3-EDE7FBA39DB4}"/>
              </a:ext>
            </a:extLst>
          </p:cNvPr>
          <p:cNvSpPr/>
          <p:nvPr/>
        </p:nvSpPr>
        <p:spPr>
          <a:xfrm>
            <a:off x="554021" y="1580207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7365206-D662-FF10-9A8F-549979CAF4CE}"/>
              </a:ext>
            </a:extLst>
          </p:cNvPr>
          <p:cNvGrpSpPr/>
          <p:nvPr/>
        </p:nvGrpSpPr>
        <p:grpSpPr>
          <a:xfrm>
            <a:off x="554022" y="1860648"/>
            <a:ext cx="11083955" cy="695810"/>
            <a:chOff x="565829" y="1860648"/>
            <a:chExt cx="11083955" cy="695810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14882901-B995-FA28-732D-2850B70EE2D2}"/>
                </a:ext>
              </a:extLst>
            </p:cNvPr>
            <p:cNvSpPr/>
            <p:nvPr/>
          </p:nvSpPr>
          <p:spPr>
            <a:xfrm>
              <a:off x="4641456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6FE91B05-E369-3BBC-57DE-DCD64F0F5317}"/>
                </a:ext>
              </a:extLst>
            </p:cNvPr>
            <p:cNvSpPr/>
            <p:nvPr/>
          </p:nvSpPr>
          <p:spPr>
            <a:xfrm>
              <a:off x="2924685" y="1860648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F30562F4-64F1-75AF-DB55-9E75CAF54A08}"/>
                </a:ext>
              </a:extLst>
            </p:cNvPr>
            <p:cNvSpPr/>
            <p:nvPr/>
          </p:nvSpPr>
          <p:spPr>
            <a:xfrm>
              <a:off x="5283541" y="1860648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BEC98FCE-1506-F955-0288-05F7917A01CF}"/>
                </a:ext>
              </a:extLst>
            </p:cNvPr>
            <p:cNvSpPr/>
            <p:nvPr/>
          </p:nvSpPr>
          <p:spPr>
            <a:xfrm>
              <a:off x="7642397" y="1860648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64A30C1F-9FF7-1908-1D8B-2FFD7D42E471}"/>
                </a:ext>
              </a:extLst>
            </p:cNvPr>
            <p:cNvSpPr/>
            <p:nvPr/>
          </p:nvSpPr>
          <p:spPr>
            <a:xfrm>
              <a:off x="10001249" y="1860648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45113003-3B83-3D06-C55E-D6C63877B70A}"/>
                </a:ext>
              </a:extLst>
            </p:cNvPr>
            <p:cNvSpPr/>
            <p:nvPr/>
          </p:nvSpPr>
          <p:spPr>
            <a:xfrm>
              <a:off x="7000312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41CCD3C3-1A3E-5E04-E7CB-890CF91A0A05}"/>
                </a:ext>
              </a:extLst>
            </p:cNvPr>
            <p:cNvSpPr/>
            <p:nvPr/>
          </p:nvSpPr>
          <p:spPr>
            <a:xfrm>
              <a:off x="9359168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3F0BED30-9302-3D67-613D-6B1F9A655AC4}"/>
                </a:ext>
              </a:extLst>
            </p:cNvPr>
            <p:cNvSpPr/>
            <p:nvPr/>
          </p:nvSpPr>
          <p:spPr>
            <a:xfrm>
              <a:off x="565829" y="1860648"/>
              <a:ext cx="1648535" cy="6958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Condition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Token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Setup</a:t>
              </a:r>
              <a:endPara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AB119296-BCF1-4B1E-037B-CD7BC260246C}"/>
                </a:ext>
              </a:extLst>
            </p:cNvPr>
            <p:cNvSpPr/>
            <p:nvPr/>
          </p:nvSpPr>
          <p:spPr>
            <a:xfrm>
              <a:off x="2282600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68A6397-68D0-61F8-87DE-9FCBF2798A9B}"/>
              </a:ext>
            </a:extLst>
          </p:cNvPr>
          <p:cNvSpPr/>
          <p:nvPr/>
        </p:nvSpPr>
        <p:spPr>
          <a:xfrm>
            <a:off x="2752838" y="1488023"/>
            <a:ext cx="1964636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E7CD00-DF33-1516-4069-C122CDC4D0AE}"/>
              </a:ext>
            </a:extLst>
          </p:cNvPr>
          <p:cNvSpPr/>
          <p:nvPr/>
        </p:nvSpPr>
        <p:spPr>
          <a:xfrm>
            <a:off x="7464132" y="1488022"/>
            <a:ext cx="1964636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73C6F778-3023-DFF0-F34E-A2BE6075D4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53952" y="3350704"/>
            <a:ext cx="1638300" cy="28702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066422B-67C7-9284-D3B7-6608C6BEE47D}"/>
              </a:ext>
            </a:extLst>
          </p:cNvPr>
          <p:cNvSpPr txBox="1"/>
          <p:nvPr/>
        </p:nvSpPr>
        <p:spPr>
          <a:xfrm>
            <a:off x="5162909" y="3193555"/>
            <a:ext cx="1601721" cy="87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Token?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741D06AB-235F-3F46-71AB-904C1C4549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9321" y="3833304"/>
            <a:ext cx="2209800" cy="2387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392ECF4-0A73-FF6A-87CD-8EC98167F9D8}"/>
              </a:ext>
            </a:extLst>
          </p:cNvPr>
          <p:cNvSpPr txBox="1"/>
          <p:nvPr/>
        </p:nvSpPr>
        <p:spPr>
          <a:xfrm>
            <a:off x="2614856" y="3350704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37E2FB-3CC5-1E25-FEEE-33AED785418C}"/>
              </a:ext>
            </a:extLst>
          </p:cNvPr>
          <p:cNvSpPr txBox="1"/>
          <p:nvPr/>
        </p:nvSpPr>
        <p:spPr>
          <a:xfrm>
            <a:off x="2477032" y="5185311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4F9CE0-E9F6-F6E4-EFBF-A0054ACBF5B7}"/>
              </a:ext>
            </a:extLst>
          </p:cNvPr>
          <p:cNvCxnSpPr>
            <a:cxnSpLocks/>
          </p:cNvCxnSpPr>
          <p:nvPr/>
        </p:nvCxnSpPr>
        <p:spPr>
          <a:xfrm>
            <a:off x="3869421" y="4067064"/>
            <a:ext cx="691990" cy="111824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31D453D-950F-6515-974D-204014534552}"/>
              </a:ext>
            </a:extLst>
          </p:cNvPr>
          <p:cNvGrpSpPr/>
          <p:nvPr/>
        </p:nvGrpSpPr>
        <p:grpSpPr>
          <a:xfrm>
            <a:off x="9828132" y="4205743"/>
            <a:ext cx="1485467" cy="1190003"/>
            <a:chOff x="9828132" y="4205743"/>
            <a:chExt cx="1485467" cy="1190003"/>
          </a:xfrm>
        </p:grpSpPr>
        <p:grpSp>
          <p:nvGrpSpPr>
            <p:cNvPr id="23" name="Graphic 14">
              <a:extLst>
                <a:ext uri="{FF2B5EF4-FFF2-40B4-BE49-F238E27FC236}">
                  <a16:creationId xmlns:a16="http://schemas.microsoft.com/office/drawing/2014/main" id="{E65D8552-27FC-87D7-F83E-54C7EBDF257A}"/>
                </a:ext>
              </a:extLst>
            </p:cNvPr>
            <p:cNvGrpSpPr/>
            <p:nvPr/>
          </p:nvGrpSpPr>
          <p:grpSpPr>
            <a:xfrm>
              <a:off x="9918623" y="5103721"/>
              <a:ext cx="730353" cy="292025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5C153540-BA4D-FA59-3A69-9B380D8B7E9B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4C15E896-85AE-8147-CD91-50B1CEDCAB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14">
              <a:extLst>
                <a:ext uri="{FF2B5EF4-FFF2-40B4-BE49-F238E27FC236}">
                  <a16:creationId xmlns:a16="http://schemas.microsoft.com/office/drawing/2014/main" id="{57ECE5F0-F7B7-2CA6-0690-65ED72FBEDE4}"/>
                </a:ext>
              </a:extLst>
            </p:cNvPr>
            <p:cNvGrpSpPr/>
            <p:nvPr/>
          </p:nvGrpSpPr>
          <p:grpSpPr>
            <a:xfrm>
              <a:off x="10480995" y="4797095"/>
              <a:ext cx="58428" cy="282972"/>
              <a:chOff x="7231818" y="4128353"/>
              <a:chExt cx="76086" cy="368493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23CFC6C8-7362-8B3E-D6C8-3FE5818C4AFF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668CA956-6B09-BA01-FD14-C286287BA4E5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" name="Graphic 14">
              <a:extLst>
                <a:ext uri="{FF2B5EF4-FFF2-40B4-BE49-F238E27FC236}">
                  <a16:creationId xmlns:a16="http://schemas.microsoft.com/office/drawing/2014/main" id="{6D23B6BE-A759-749F-3FF5-E97F2F718CF1}"/>
                </a:ext>
              </a:extLst>
            </p:cNvPr>
            <p:cNvGrpSpPr/>
            <p:nvPr/>
          </p:nvGrpSpPr>
          <p:grpSpPr>
            <a:xfrm>
              <a:off x="10356835" y="4512370"/>
              <a:ext cx="730353" cy="292025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FFAF2F0-9A21-9854-842C-858F3D88909B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F438903E-A6C3-D52F-DBEA-3448D863A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37" name="Graphic 14">
              <a:extLst>
                <a:ext uri="{FF2B5EF4-FFF2-40B4-BE49-F238E27FC236}">
                  <a16:creationId xmlns:a16="http://schemas.microsoft.com/office/drawing/2014/main" id="{621A5318-EE5E-B6B6-5BC1-95E41EBE69AC}"/>
                </a:ext>
              </a:extLst>
            </p:cNvPr>
            <p:cNvGrpSpPr/>
            <p:nvPr/>
          </p:nvGrpSpPr>
          <p:grpSpPr>
            <a:xfrm>
              <a:off x="10672640" y="5224182"/>
              <a:ext cx="202746" cy="58405"/>
              <a:chOff x="7481383" y="4684516"/>
              <a:chExt cx="264021" cy="76056"/>
            </a:xfrm>
          </p:grpSpPr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20EE02D1-0CAF-058F-755A-A6C725686A79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A4E3E8D6-0ED1-528C-A71C-E3B999D271EC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8" name="Graphic 14">
              <a:extLst>
                <a:ext uri="{FF2B5EF4-FFF2-40B4-BE49-F238E27FC236}">
                  <a16:creationId xmlns:a16="http://schemas.microsoft.com/office/drawing/2014/main" id="{CE57EB9C-3FB0-294D-AD28-24B12594169E}"/>
                </a:ext>
              </a:extLst>
            </p:cNvPr>
            <p:cNvGrpSpPr/>
            <p:nvPr/>
          </p:nvGrpSpPr>
          <p:grpSpPr>
            <a:xfrm>
              <a:off x="9852892" y="4906604"/>
              <a:ext cx="219106" cy="219018"/>
              <a:chOff x="6413886" y="4270958"/>
              <a:chExt cx="285325" cy="285211"/>
            </a:xfrm>
            <a:noFill/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784AE629-91EF-527A-32F8-5D0E4DA3B617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623E7B1F-D837-10F7-E001-54828395EE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39" name="Graphic 14">
              <a:extLst>
                <a:ext uri="{FF2B5EF4-FFF2-40B4-BE49-F238E27FC236}">
                  <a16:creationId xmlns:a16="http://schemas.microsoft.com/office/drawing/2014/main" id="{687A1DFD-494C-8F6D-01EB-523EF5CEB199}"/>
                </a:ext>
              </a:extLst>
            </p:cNvPr>
            <p:cNvGrpSpPr/>
            <p:nvPr/>
          </p:nvGrpSpPr>
          <p:grpSpPr>
            <a:xfrm>
              <a:off x="10035480" y="4811697"/>
              <a:ext cx="58428" cy="268371"/>
              <a:chOff x="6651657" y="4147367"/>
              <a:chExt cx="76086" cy="349479"/>
            </a:xfrm>
          </p:grpSpPr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3CF0AF5A-14BB-B613-61B6-BDB4B36FCF0E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C091A0E6-4A7B-7669-6893-8D7203DC121F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0" name="Graphic 14">
              <a:extLst>
                <a:ext uri="{FF2B5EF4-FFF2-40B4-BE49-F238E27FC236}">
                  <a16:creationId xmlns:a16="http://schemas.microsoft.com/office/drawing/2014/main" id="{8A5342A8-0B82-5FF8-428D-2D33CF6013FE}"/>
                </a:ext>
              </a:extLst>
            </p:cNvPr>
            <p:cNvGrpSpPr/>
            <p:nvPr/>
          </p:nvGrpSpPr>
          <p:grpSpPr>
            <a:xfrm>
              <a:off x="10488299" y="4906604"/>
              <a:ext cx="219106" cy="219018"/>
              <a:chOff x="7241329" y="4270958"/>
              <a:chExt cx="285325" cy="285211"/>
            </a:xfrm>
            <a:noFill/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9740BBB2-DF7F-C5BA-6E0E-E964BF012CB3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42B4D69D-696D-977C-077E-55A988F629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41" name="Graphic 14">
              <a:extLst>
                <a:ext uri="{FF2B5EF4-FFF2-40B4-BE49-F238E27FC236}">
                  <a16:creationId xmlns:a16="http://schemas.microsoft.com/office/drawing/2014/main" id="{8C07044B-0761-64A8-535D-0A358E32DA4C}"/>
                </a:ext>
              </a:extLst>
            </p:cNvPr>
            <p:cNvGrpSpPr/>
            <p:nvPr/>
          </p:nvGrpSpPr>
          <p:grpSpPr>
            <a:xfrm>
              <a:off x="10919207" y="4205743"/>
              <a:ext cx="58428" cy="282972"/>
              <a:chOff x="7802469" y="3358280"/>
              <a:chExt cx="76086" cy="368493"/>
            </a:xfrm>
          </p:grpSpPr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16DD2F7C-EB25-345A-AA62-3B3381D4D663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0E3B3CAD-C673-CB59-3614-C678F7EC3DF3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2" name="Graphic 14">
              <a:extLst>
                <a:ext uri="{FF2B5EF4-FFF2-40B4-BE49-F238E27FC236}">
                  <a16:creationId xmlns:a16="http://schemas.microsoft.com/office/drawing/2014/main" id="{5A774F69-FAB2-3B89-142A-09A37E0C22E4}"/>
                </a:ext>
              </a:extLst>
            </p:cNvPr>
            <p:cNvGrpSpPr/>
            <p:nvPr/>
          </p:nvGrpSpPr>
          <p:grpSpPr>
            <a:xfrm>
              <a:off x="11110853" y="4632831"/>
              <a:ext cx="202746" cy="58405"/>
              <a:chOff x="8052034" y="3914444"/>
              <a:chExt cx="264021" cy="76056"/>
            </a:xfrm>
          </p:grpSpPr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8547C8A4-33C1-F754-14DF-DBB354F29663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C23A9046-E8D0-C5DA-46A8-569CD7673A33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" name="Graphic 14">
              <a:extLst>
                <a:ext uri="{FF2B5EF4-FFF2-40B4-BE49-F238E27FC236}">
                  <a16:creationId xmlns:a16="http://schemas.microsoft.com/office/drawing/2014/main" id="{C258A54A-BE1F-D347-3590-FF2BC2C4C048}"/>
                </a:ext>
              </a:extLst>
            </p:cNvPr>
            <p:cNvGrpSpPr/>
            <p:nvPr/>
          </p:nvGrpSpPr>
          <p:grpSpPr>
            <a:xfrm>
              <a:off x="10291103" y="4315253"/>
              <a:ext cx="219106" cy="219018"/>
              <a:chOff x="6984536" y="3500886"/>
              <a:chExt cx="285325" cy="285211"/>
            </a:xfrm>
            <a:noFill/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223B2C5-9199-02F9-919F-8B76E5D4A986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A50EB778-68A5-8D89-6E40-80ED8DA349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44" name="Graphic 14">
              <a:extLst>
                <a:ext uri="{FF2B5EF4-FFF2-40B4-BE49-F238E27FC236}">
                  <a16:creationId xmlns:a16="http://schemas.microsoft.com/office/drawing/2014/main" id="{AB29D1B2-307E-3175-D487-9650711D9F2F}"/>
                </a:ext>
              </a:extLst>
            </p:cNvPr>
            <p:cNvGrpSpPr/>
            <p:nvPr/>
          </p:nvGrpSpPr>
          <p:grpSpPr>
            <a:xfrm>
              <a:off x="10473692" y="4220345"/>
              <a:ext cx="58428" cy="268371"/>
              <a:chOff x="7222308" y="3377295"/>
              <a:chExt cx="76086" cy="349479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C50E8EAB-2D53-25F3-5D3F-C93746227A9E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55D8FCEF-13C2-B69F-D3A6-EE17911CA604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" name="Graphic 14">
              <a:extLst>
                <a:ext uri="{FF2B5EF4-FFF2-40B4-BE49-F238E27FC236}">
                  <a16:creationId xmlns:a16="http://schemas.microsoft.com/office/drawing/2014/main" id="{AC1BFBF9-1C49-17B0-5625-1535FC7F0B51}"/>
                </a:ext>
              </a:extLst>
            </p:cNvPr>
            <p:cNvGrpSpPr/>
            <p:nvPr/>
          </p:nvGrpSpPr>
          <p:grpSpPr>
            <a:xfrm>
              <a:off x="10926511" y="4315253"/>
              <a:ext cx="219106" cy="219018"/>
              <a:chOff x="7811980" y="3500886"/>
              <a:chExt cx="285325" cy="285211"/>
            </a:xfrm>
            <a:noFill/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E682399-37ED-A545-FDF7-DD90EC9EC204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884642E5-6789-033B-754F-E02DB6B6B6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110" name="Graphic 14">
              <a:extLst>
                <a:ext uri="{FF2B5EF4-FFF2-40B4-BE49-F238E27FC236}">
                  <a16:creationId xmlns:a16="http://schemas.microsoft.com/office/drawing/2014/main" id="{090D6E30-A0A9-7EFE-CE76-6B680571807C}"/>
                </a:ext>
              </a:extLst>
            </p:cNvPr>
            <p:cNvGrpSpPr/>
            <p:nvPr/>
          </p:nvGrpSpPr>
          <p:grpSpPr>
            <a:xfrm>
              <a:off x="10846041" y="5100505"/>
              <a:ext cx="292141" cy="292025"/>
              <a:chOff x="6499483" y="3824127"/>
              <a:chExt cx="380433" cy="380282"/>
            </a:xfrm>
            <a:noFill/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49C4F2F5-D988-6437-5D63-9244B185772A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88B684BF-5755-B343-9C8C-0425E16D7C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20EC9D63-4A75-6318-3731-C375D73D07C3}"/>
                </a:ext>
              </a:extLst>
            </p:cNvPr>
            <p:cNvSpPr txBox="1"/>
            <p:nvPr/>
          </p:nvSpPr>
          <p:spPr>
            <a:xfrm>
              <a:off x="9828132" y="443506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CN" dirty="0"/>
            </a:p>
          </p:txBody>
        </p:sp>
      </p:grpSp>
    </p:spTree>
    <p:extLst>
      <p:ext uri="{BB962C8B-B14F-4D97-AF65-F5344CB8AC3E}">
        <p14:creationId xmlns:p14="http://schemas.microsoft.com/office/powerpoint/2010/main" val="247152899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286C9-A58C-B05F-49F5-0D1B7D8B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B4F773-2B7D-A87A-AC46-C924271F9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FC92DC-6451-3B10-E480-07E4BD61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38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61011DBF-EF2F-A912-6D5C-9AD8B9FC9597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96F4B325-1554-08BF-3435-29DC45F496DD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A5C3F23-7FB1-9ABC-8075-EDEEF13C95EF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F47E9165-BC0E-9263-6F18-F76B1DD603C6}"/>
              </a:ext>
            </a:extLst>
          </p:cNvPr>
          <p:cNvSpPr/>
          <p:nvPr/>
        </p:nvSpPr>
        <p:spPr>
          <a:xfrm>
            <a:off x="2912876" y="1567385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4CED6DBF-B752-500A-9960-9A76F7A17735}"/>
              </a:ext>
            </a:extLst>
          </p:cNvPr>
          <p:cNvSpPr/>
          <p:nvPr/>
        </p:nvSpPr>
        <p:spPr>
          <a:xfrm>
            <a:off x="9989441" y="1564728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31FA4A5-B26A-3C4C-D50C-418C517D8DBB}"/>
              </a:ext>
            </a:extLst>
          </p:cNvPr>
          <p:cNvSpPr/>
          <p:nvPr/>
        </p:nvSpPr>
        <p:spPr>
          <a:xfrm>
            <a:off x="5271731" y="1567384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A099FADD-440D-0A95-2C27-30D3BC63C733}"/>
              </a:ext>
            </a:extLst>
          </p:cNvPr>
          <p:cNvSpPr/>
          <p:nvPr/>
        </p:nvSpPr>
        <p:spPr>
          <a:xfrm>
            <a:off x="7630586" y="1567382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C59A5E-AA65-5DCD-EF53-CF092A248DFE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546F6E40-9A74-72FF-A9F3-447FA624601E}"/>
              </a:ext>
            </a:extLst>
          </p:cNvPr>
          <p:cNvSpPr/>
          <p:nvPr/>
        </p:nvSpPr>
        <p:spPr>
          <a:xfrm>
            <a:off x="554021" y="1580207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E4EFA0C-0F75-BCCA-B44F-E2E9C2666FBA}"/>
              </a:ext>
            </a:extLst>
          </p:cNvPr>
          <p:cNvGrpSpPr/>
          <p:nvPr/>
        </p:nvGrpSpPr>
        <p:grpSpPr>
          <a:xfrm>
            <a:off x="554022" y="1860648"/>
            <a:ext cx="11083955" cy="695810"/>
            <a:chOff x="565829" y="1860648"/>
            <a:chExt cx="11083955" cy="695810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0E7B5542-3880-FC12-7B27-2394223165DC}"/>
                </a:ext>
              </a:extLst>
            </p:cNvPr>
            <p:cNvSpPr/>
            <p:nvPr/>
          </p:nvSpPr>
          <p:spPr>
            <a:xfrm>
              <a:off x="4641456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CD00F612-1145-2252-38C6-2F6D1D7F0C72}"/>
                </a:ext>
              </a:extLst>
            </p:cNvPr>
            <p:cNvSpPr/>
            <p:nvPr/>
          </p:nvSpPr>
          <p:spPr>
            <a:xfrm>
              <a:off x="2924685" y="1860648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99243720-099E-8679-9F7F-4B11285B54AB}"/>
                </a:ext>
              </a:extLst>
            </p:cNvPr>
            <p:cNvSpPr/>
            <p:nvPr/>
          </p:nvSpPr>
          <p:spPr>
            <a:xfrm>
              <a:off x="5283541" y="1860648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3F981306-D423-0EA7-5CF7-D29CE25ABC68}"/>
                </a:ext>
              </a:extLst>
            </p:cNvPr>
            <p:cNvSpPr/>
            <p:nvPr/>
          </p:nvSpPr>
          <p:spPr>
            <a:xfrm>
              <a:off x="7642397" y="1860648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30B83880-0216-EB99-BD9C-602C92633D81}"/>
                </a:ext>
              </a:extLst>
            </p:cNvPr>
            <p:cNvSpPr/>
            <p:nvPr/>
          </p:nvSpPr>
          <p:spPr>
            <a:xfrm>
              <a:off x="10001249" y="1860648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5C1DCCD8-D9B5-32FD-18F2-5EF3FC0152AD}"/>
                </a:ext>
              </a:extLst>
            </p:cNvPr>
            <p:cNvSpPr/>
            <p:nvPr/>
          </p:nvSpPr>
          <p:spPr>
            <a:xfrm>
              <a:off x="7000312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A36D954C-7616-591F-9627-6D67BE7AD9DA}"/>
                </a:ext>
              </a:extLst>
            </p:cNvPr>
            <p:cNvSpPr/>
            <p:nvPr/>
          </p:nvSpPr>
          <p:spPr>
            <a:xfrm>
              <a:off x="9359168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1C2BB035-83A3-C229-8A61-E51A4D379B13}"/>
                </a:ext>
              </a:extLst>
            </p:cNvPr>
            <p:cNvSpPr/>
            <p:nvPr/>
          </p:nvSpPr>
          <p:spPr>
            <a:xfrm>
              <a:off x="565829" y="1860648"/>
              <a:ext cx="1648535" cy="6958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Condition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Token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Setup</a:t>
              </a:r>
              <a:endPara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6F43D4DD-4DC3-6CC9-864A-20E33255C1A4}"/>
                </a:ext>
              </a:extLst>
            </p:cNvPr>
            <p:cNvSpPr/>
            <p:nvPr/>
          </p:nvSpPr>
          <p:spPr>
            <a:xfrm>
              <a:off x="2282600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766E016-BC02-B720-9E41-895EF6C1A9D8}"/>
              </a:ext>
            </a:extLst>
          </p:cNvPr>
          <p:cNvSpPr/>
          <p:nvPr/>
        </p:nvSpPr>
        <p:spPr>
          <a:xfrm>
            <a:off x="2752838" y="1488023"/>
            <a:ext cx="1964636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797163-CA5C-FE6D-EFAB-887F25B4EF8C}"/>
              </a:ext>
            </a:extLst>
          </p:cNvPr>
          <p:cNvSpPr/>
          <p:nvPr/>
        </p:nvSpPr>
        <p:spPr>
          <a:xfrm>
            <a:off x="7464132" y="1488022"/>
            <a:ext cx="1964636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788199-E08E-AFCE-FA81-633D442B7741}"/>
              </a:ext>
            </a:extLst>
          </p:cNvPr>
          <p:cNvSpPr txBox="1"/>
          <p:nvPr/>
        </p:nvSpPr>
        <p:spPr>
          <a:xfrm>
            <a:off x="5162909" y="3193555"/>
            <a:ext cx="1601721" cy="87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Token?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F20FA1-9EAE-EFA7-C2D3-2A612713E330}"/>
              </a:ext>
            </a:extLst>
          </p:cNvPr>
          <p:cNvSpPr txBox="1"/>
          <p:nvPr/>
        </p:nvSpPr>
        <p:spPr>
          <a:xfrm>
            <a:off x="5162909" y="4488716"/>
            <a:ext cx="3134191" cy="1289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header.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578C79F3-787E-36E0-274A-449B53072303}"/>
              </a:ext>
            </a:extLst>
          </p:cNvPr>
          <p:cNvSpPr/>
          <p:nvPr/>
        </p:nvSpPr>
        <p:spPr>
          <a:xfrm rot="12428334" flipH="1">
            <a:off x="8015359" y="654212"/>
            <a:ext cx="2575001" cy="4853446"/>
          </a:xfrm>
          <a:prstGeom prst="arc">
            <a:avLst>
              <a:gd name="adj1" fmla="val 16852788"/>
              <a:gd name="adj2" fmla="val 2067661"/>
            </a:avLst>
          </a:prstGeom>
          <a:ln w="952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EAE7CC25-36B6-FF51-9723-2257A9F980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53952" y="3350704"/>
            <a:ext cx="1638300" cy="2870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B1F5152-D48E-9375-5791-A9607BF6BFDB}"/>
              </a:ext>
            </a:extLst>
          </p:cNvPr>
          <p:cNvSpPr txBox="1"/>
          <p:nvPr/>
        </p:nvSpPr>
        <p:spPr>
          <a:xfrm>
            <a:off x="2614856" y="3350704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18A9D0-BA90-5739-EA1F-292FCF772EC1}"/>
              </a:ext>
            </a:extLst>
          </p:cNvPr>
          <p:cNvSpPr txBox="1"/>
          <p:nvPr/>
        </p:nvSpPr>
        <p:spPr>
          <a:xfrm>
            <a:off x="2477032" y="5185311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543033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93410-1D04-6976-8D93-88904A86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E573FF-B491-D442-F0F0-E468023E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84F04F-291D-8E95-3AB9-82E2A4A5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39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6B023D08-C87C-CED8-EF48-2F7433AEFCF1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45F8CDF-9132-15A2-3735-B419684BE0E5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3390A21-D858-3474-1B71-766D3F46B271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1D6E89C0-E350-AFB1-2669-CE5002D7A7FF}"/>
              </a:ext>
            </a:extLst>
          </p:cNvPr>
          <p:cNvSpPr/>
          <p:nvPr/>
        </p:nvSpPr>
        <p:spPr>
          <a:xfrm>
            <a:off x="2912876" y="1567385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9F5ADB4-680F-3D4F-1424-9960461027F8}"/>
              </a:ext>
            </a:extLst>
          </p:cNvPr>
          <p:cNvSpPr/>
          <p:nvPr/>
        </p:nvSpPr>
        <p:spPr>
          <a:xfrm>
            <a:off x="9989441" y="1564728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34E4B1B-25C2-57BD-1A06-2CD7AD95FF9E}"/>
              </a:ext>
            </a:extLst>
          </p:cNvPr>
          <p:cNvSpPr/>
          <p:nvPr/>
        </p:nvSpPr>
        <p:spPr>
          <a:xfrm>
            <a:off x="5271731" y="1567384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335A5E5-07C1-DBFE-F017-B25CDB6B0B2D}"/>
              </a:ext>
            </a:extLst>
          </p:cNvPr>
          <p:cNvSpPr/>
          <p:nvPr/>
        </p:nvSpPr>
        <p:spPr>
          <a:xfrm>
            <a:off x="7630586" y="1567382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350D2-4D9F-52B5-23DD-E089B90B93B7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Dataflow Circuit</a:t>
            </a: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654697B0-6E19-4845-29B1-C16573B85EFF}"/>
              </a:ext>
            </a:extLst>
          </p:cNvPr>
          <p:cNvSpPr/>
          <p:nvPr/>
        </p:nvSpPr>
        <p:spPr>
          <a:xfrm>
            <a:off x="554021" y="1580207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1F20DE5-F50C-23E1-7182-C58557640A39}"/>
              </a:ext>
            </a:extLst>
          </p:cNvPr>
          <p:cNvGrpSpPr/>
          <p:nvPr/>
        </p:nvGrpSpPr>
        <p:grpSpPr>
          <a:xfrm>
            <a:off x="554022" y="1860648"/>
            <a:ext cx="11083955" cy="695810"/>
            <a:chOff x="565829" y="1860648"/>
            <a:chExt cx="11083955" cy="695810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64A6C960-EDE6-F5B5-19B2-2568D06454C6}"/>
                </a:ext>
              </a:extLst>
            </p:cNvPr>
            <p:cNvSpPr/>
            <p:nvPr/>
          </p:nvSpPr>
          <p:spPr>
            <a:xfrm>
              <a:off x="4641456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39F7D28B-FC83-9D01-C631-0D9209C4BEE3}"/>
                </a:ext>
              </a:extLst>
            </p:cNvPr>
            <p:cNvSpPr/>
            <p:nvPr/>
          </p:nvSpPr>
          <p:spPr>
            <a:xfrm>
              <a:off x="2924685" y="1860648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B4111618-6925-74D4-33D9-804894D11940}"/>
                </a:ext>
              </a:extLst>
            </p:cNvPr>
            <p:cNvSpPr/>
            <p:nvPr/>
          </p:nvSpPr>
          <p:spPr>
            <a:xfrm>
              <a:off x="5283541" y="1860648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C84FB12A-B4F5-6860-6AB3-59D2D3668D06}"/>
                </a:ext>
              </a:extLst>
            </p:cNvPr>
            <p:cNvSpPr/>
            <p:nvPr/>
          </p:nvSpPr>
          <p:spPr>
            <a:xfrm>
              <a:off x="7642397" y="1860648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E90BD56B-93AD-DFA3-6F5D-13DA73CFDFBC}"/>
                </a:ext>
              </a:extLst>
            </p:cNvPr>
            <p:cNvSpPr/>
            <p:nvPr/>
          </p:nvSpPr>
          <p:spPr>
            <a:xfrm>
              <a:off x="10001249" y="1860648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E9645F94-F4A6-BACA-A04E-B546405D8027}"/>
                </a:ext>
              </a:extLst>
            </p:cNvPr>
            <p:cNvSpPr/>
            <p:nvPr/>
          </p:nvSpPr>
          <p:spPr>
            <a:xfrm>
              <a:off x="7000312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052AB22D-876B-E369-E0E3-F79FE5C6DEEA}"/>
                </a:ext>
              </a:extLst>
            </p:cNvPr>
            <p:cNvSpPr/>
            <p:nvPr/>
          </p:nvSpPr>
          <p:spPr>
            <a:xfrm>
              <a:off x="9359168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2A8D44DC-32FC-E55C-8565-EB01A4F46D2E}"/>
                </a:ext>
              </a:extLst>
            </p:cNvPr>
            <p:cNvSpPr/>
            <p:nvPr/>
          </p:nvSpPr>
          <p:spPr>
            <a:xfrm>
              <a:off x="565829" y="1860648"/>
              <a:ext cx="1648535" cy="6958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Condition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Token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Setup</a:t>
              </a:r>
              <a:endPara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BC4C396F-A729-C038-FD6E-5A8F1C987063}"/>
                </a:ext>
              </a:extLst>
            </p:cNvPr>
            <p:cNvSpPr/>
            <p:nvPr/>
          </p:nvSpPr>
          <p:spPr>
            <a:xfrm>
              <a:off x="2282600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AE3E544-D51E-AFE5-5147-3421BBED48B4}"/>
              </a:ext>
            </a:extLst>
          </p:cNvPr>
          <p:cNvSpPr/>
          <p:nvPr/>
        </p:nvSpPr>
        <p:spPr>
          <a:xfrm>
            <a:off x="9378569" y="1488023"/>
            <a:ext cx="2508503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1F6AC-C041-585A-7277-C2F03A52D065}"/>
              </a:ext>
            </a:extLst>
          </p:cNvPr>
          <p:cNvSpPr txBox="1"/>
          <p:nvPr/>
        </p:nvSpPr>
        <p:spPr>
          <a:xfrm>
            <a:off x="9869827" y="2848085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394755"/>
      </p:ext>
    </p:extLst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96EC-70E7-CE07-5D5A-A2B96C8C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8B0C46-BFA3-8D0B-CAAC-E34345097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5BF15A-09C2-B2A9-965D-D93CC6536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40</a:t>
            </a:fld>
            <a:endParaRPr lang="de-CH" noProof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667A9015-1DF2-96CF-BE74-283ABF4915FF}"/>
              </a:ext>
            </a:extLst>
          </p:cNvPr>
          <p:cNvSpPr/>
          <p:nvPr/>
        </p:nvSpPr>
        <p:spPr>
          <a:xfrm>
            <a:off x="853440" y="1365504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94A41C8-6081-D94B-E2D9-2B350C557D8C}"/>
              </a:ext>
            </a:extLst>
          </p:cNvPr>
          <p:cNvSpPr/>
          <p:nvPr/>
        </p:nvSpPr>
        <p:spPr>
          <a:xfrm>
            <a:off x="853440" y="1365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749D81A-2154-1752-7BA0-401E45E1B4F2}"/>
              </a:ext>
            </a:extLst>
          </p:cNvPr>
          <p:cNvSpPr/>
          <p:nvPr/>
        </p:nvSpPr>
        <p:spPr>
          <a:xfrm>
            <a:off x="1524000" y="1341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2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FE710A6-7D82-9487-E0DA-E71F17E2D86D}"/>
              </a:ext>
            </a:extLst>
          </p:cNvPr>
          <p:cNvSpPr/>
          <p:nvPr/>
        </p:nvSpPr>
        <p:spPr>
          <a:xfrm>
            <a:off x="853440" y="2072640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B333EFC-0E71-35D4-4C4E-9DF1B23204BE}"/>
              </a:ext>
            </a:extLst>
          </p:cNvPr>
          <p:cNvSpPr/>
          <p:nvPr/>
        </p:nvSpPr>
        <p:spPr>
          <a:xfrm>
            <a:off x="853440" y="2072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9CFA7BC-3B62-B8B2-C6B0-BFB9C621B3A8}"/>
              </a:ext>
            </a:extLst>
          </p:cNvPr>
          <p:cNvSpPr/>
          <p:nvPr/>
        </p:nvSpPr>
        <p:spPr>
          <a:xfrm>
            <a:off x="853440" y="2779776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06CBDA6-121D-49EB-C548-2F5C8DE1034E}"/>
              </a:ext>
            </a:extLst>
          </p:cNvPr>
          <p:cNvSpPr/>
          <p:nvPr/>
        </p:nvSpPr>
        <p:spPr>
          <a:xfrm>
            <a:off x="853440" y="2779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783C38E-48AB-FBFC-9656-BAC9FE3C0C48}"/>
              </a:ext>
            </a:extLst>
          </p:cNvPr>
          <p:cNvSpPr/>
          <p:nvPr/>
        </p:nvSpPr>
        <p:spPr>
          <a:xfrm>
            <a:off x="1524000" y="2043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B1B8D5A-8CF7-9BC2-3983-9B1DF188F680}"/>
              </a:ext>
            </a:extLst>
          </p:cNvPr>
          <p:cNvSpPr/>
          <p:nvPr/>
        </p:nvSpPr>
        <p:spPr>
          <a:xfrm>
            <a:off x="853440" y="3486912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618929B-B553-F90A-4C0D-D399E2B8C090}"/>
              </a:ext>
            </a:extLst>
          </p:cNvPr>
          <p:cNvSpPr/>
          <p:nvPr/>
        </p:nvSpPr>
        <p:spPr>
          <a:xfrm>
            <a:off x="853440" y="3486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1B6049A-F57D-0410-997E-391C709F2755}"/>
              </a:ext>
            </a:extLst>
          </p:cNvPr>
          <p:cNvSpPr/>
          <p:nvPr/>
        </p:nvSpPr>
        <p:spPr>
          <a:xfrm>
            <a:off x="1524000" y="2750256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Fast Token Delivery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9D38A53B-D868-3533-05BD-581B95A8D895}"/>
              </a:ext>
            </a:extLst>
          </p:cNvPr>
          <p:cNvSpPr/>
          <p:nvPr/>
        </p:nvSpPr>
        <p:spPr>
          <a:xfrm>
            <a:off x="853440" y="4194048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D58FC900-9962-8231-D94E-16F55891B678}"/>
              </a:ext>
            </a:extLst>
          </p:cNvPr>
          <p:cNvSpPr/>
          <p:nvPr/>
        </p:nvSpPr>
        <p:spPr>
          <a:xfrm>
            <a:off x="853440" y="4194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DDD2C856-69BD-5369-651F-6B49595E3F6D}"/>
              </a:ext>
            </a:extLst>
          </p:cNvPr>
          <p:cNvSpPr/>
          <p:nvPr/>
        </p:nvSpPr>
        <p:spPr>
          <a:xfrm>
            <a:off x="1524000" y="3457392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Suppression Algorithm (Core Contribution)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7D9ACDBD-DDE6-632E-980B-53A6AEB7C0ED}"/>
              </a:ext>
            </a:extLst>
          </p:cNvPr>
          <p:cNvSpPr/>
          <p:nvPr/>
        </p:nvSpPr>
        <p:spPr>
          <a:xfrm>
            <a:off x="1524000" y="4164528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0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4142C09B-8200-5699-DDDA-C6BD45DD238F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52504E2-47B7-7035-39A2-3C7260FB0758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</p:spTree>
    <p:extLst>
      <p:ext uri="{BB962C8B-B14F-4D97-AF65-F5344CB8AC3E}">
        <p14:creationId xmlns:p14="http://schemas.microsoft.com/office/powerpoint/2010/main" val="2879857863"/>
      </p:ext>
    </p:extLst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6560A-E5B6-18B2-33A6-BABAF4CF8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7CB8E6-7FCB-5F4D-0D69-A4277DC1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35BE25-099A-A988-6A12-22BE9CED6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41</a:t>
            </a:fld>
            <a:endParaRPr lang="de-CH" noProof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FE85971B-79E7-E801-CC89-8AA56541ECBC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404B386C-272D-ADF4-A268-9328344ED855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2A4EB0-4038-41C6-0F6E-5EB635478A66}"/>
              </a:ext>
            </a:extLst>
          </p:cNvPr>
          <p:cNvSpPr txBox="1"/>
          <p:nvPr/>
        </p:nvSpPr>
        <p:spPr>
          <a:xfrm>
            <a:off x="670560" y="12097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8DF25B2-2D18-DC90-14EE-D7DC7F79BEAF}"/>
              </a:ext>
            </a:extLst>
          </p:cNvPr>
          <p:cNvSpPr/>
          <p:nvPr/>
        </p:nvSpPr>
        <p:spPr>
          <a:xfrm>
            <a:off x="2125644" y="2031578"/>
            <a:ext cx="1444342" cy="161453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51" name="Graphic 45">
            <a:extLst>
              <a:ext uri="{FF2B5EF4-FFF2-40B4-BE49-F238E27FC236}">
                <a16:creationId xmlns:a16="http://schemas.microsoft.com/office/drawing/2014/main" id="{5BF79150-69CD-1360-00E7-7EE0F39B74FE}"/>
              </a:ext>
            </a:extLst>
          </p:cNvPr>
          <p:cNvGrpSpPr/>
          <p:nvPr/>
        </p:nvGrpSpPr>
        <p:grpSpPr>
          <a:xfrm>
            <a:off x="2818078" y="2711383"/>
            <a:ext cx="59473" cy="245409"/>
            <a:chOff x="2666711" y="2753116"/>
            <a:chExt cx="49090" cy="20256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6322E12-766A-E216-796F-53D1FB46EA53}"/>
                </a:ext>
              </a:extLst>
            </p:cNvPr>
            <p:cNvSpPr/>
            <p:nvPr/>
          </p:nvSpPr>
          <p:spPr>
            <a:xfrm>
              <a:off x="2691256" y="2753116"/>
              <a:ext cx="7012" cy="165741"/>
            </a:xfrm>
            <a:custGeom>
              <a:avLst/>
              <a:gdLst>
                <a:gd name="csX0" fmla="*/ 0 w 7012"/>
                <a:gd name="csY0" fmla="*/ 0 h 165741"/>
                <a:gd name="csX1" fmla="*/ 0 w 7012"/>
                <a:gd name="csY1" fmla="*/ 165742 h 16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165741">
                  <a:moveTo>
                    <a:pt x="0" y="0"/>
                  </a:moveTo>
                  <a:lnTo>
                    <a:pt x="0" y="165742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B7ECA0F-AFEB-C11B-BDBA-432DB2E7BE9A}"/>
                </a:ext>
              </a:extLst>
            </p:cNvPr>
            <p:cNvSpPr/>
            <p:nvPr/>
          </p:nvSpPr>
          <p:spPr>
            <a:xfrm>
              <a:off x="2666711" y="2906583"/>
              <a:ext cx="49090" cy="49098"/>
            </a:xfrm>
            <a:custGeom>
              <a:avLst/>
              <a:gdLst>
                <a:gd name="csX0" fmla="*/ 24545 w 49090"/>
                <a:gd name="csY0" fmla="*/ 49098 h 49098"/>
                <a:gd name="csX1" fmla="*/ 0 w 49090"/>
                <a:gd name="csY1" fmla="*/ 0 h 49098"/>
                <a:gd name="csX2" fmla="*/ 24545 w 49090"/>
                <a:gd name="csY2" fmla="*/ 12275 h 49098"/>
                <a:gd name="csX3" fmla="*/ 49090 w 49090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4" name="Graphic 45">
            <a:extLst>
              <a:ext uri="{FF2B5EF4-FFF2-40B4-BE49-F238E27FC236}">
                <a16:creationId xmlns:a16="http://schemas.microsoft.com/office/drawing/2014/main" id="{B20A92C8-4B4C-FA90-D0D4-683DF7CA65D0}"/>
              </a:ext>
            </a:extLst>
          </p:cNvPr>
          <p:cNvGrpSpPr/>
          <p:nvPr/>
        </p:nvGrpSpPr>
        <p:grpSpPr>
          <a:xfrm>
            <a:off x="2338047" y="2286505"/>
            <a:ext cx="1019535" cy="424878"/>
            <a:chOff x="2270485" y="2402414"/>
            <a:chExt cx="841542" cy="350702"/>
          </a:xfrm>
          <a:solidFill>
            <a:srgbClr val="FFFFFF"/>
          </a:solidFill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78555E1A-4A8F-A7E6-12C3-9FEB3B3E4832}"/>
                </a:ext>
              </a:extLst>
            </p:cNvPr>
            <p:cNvSpPr/>
            <p:nvPr/>
          </p:nvSpPr>
          <p:spPr>
            <a:xfrm>
              <a:off x="2270485" y="2402414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6AEDD6D-DF0B-BEFE-EC3E-BF1F1EEEC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7498" y="2504117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57" name="Graphic 45">
            <a:extLst>
              <a:ext uri="{FF2B5EF4-FFF2-40B4-BE49-F238E27FC236}">
                <a16:creationId xmlns:a16="http://schemas.microsoft.com/office/drawing/2014/main" id="{23A73479-17CD-0A9C-75AB-C38214D27CB3}"/>
              </a:ext>
            </a:extLst>
          </p:cNvPr>
          <p:cNvGrpSpPr/>
          <p:nvPr/>
        </p:nvGrpSpPr>
        <p:grpSpPr>
          <a:xfrm>
            <a:off x="2338047" y="2966310"/>
            <a:ext cx="1019535" cy="424878"/>
            <a:chOff x="2270485" y="2963537"/>
            <a:chExt cx="841542" cy="350702"/>
          </a:xfrm>
          <a:solidFill>
            <a:srgbClr val="FFFFFF"/>
          </a:solidFill>
        </p:grpSpPr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6794984F-606A-8E97-051F-F147CA701550}"/>
                </a:ext>
              </a:extLst>
            </p:cNvPr>
            <p:cNvSpPr/>
            <p:nvPr/>
          </p:nvSpPr>
          <p:spPr>
            <a:xfrm>
              <a:off x="2270485" y="2963537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C526FB12-3CE4-0549-699D-7A8A8AA7D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77498" y="3065241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60" name="Graphic 45">
            <a:extLst>
              <a:ext uri="{FF2B5EF4-FFF2-40B4-BE49-F238E27FC236}">
                <a16:creationId xmlns:a16="http://schemas.microsoft.com/office/drawing/2014/main" id="{E2C0C300-6B6C-3F7A-C36C-1ADFA0482CE9}"/>
              </a:ext>
            </a:extLst>
          </p:cNvPr>
          <p:cNvGrpSpPr/>
          <p:nvPr/>
        </p:nvGrpSpPr>
        <p:grpSpPr>
          <a:xfrm>
            <a:off x="3367098" y="3149008"/>
            <a:ext cx="372810" cy="59483"/>
            <a:chOff x="3119882" y="3114339"/>
            <a:chExt cx="307724" cy="49098"/>
          </a:xfrm>
        </p:grpSpPr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B0F0C08-5FEA-5705-4B04-B4DE5CF75FD2}"/>
                </a:ext>
              </a:extLst>
            </p:cNvPr>
            <p:cNvSpPr/>
            <p:nvPr/>
          </p:nvSpPr>
          <p:spPr>
            <a:xfrm>
              <a:off x="3156700" y="3138888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0 w 270906"/>
                <a:gd name="csY1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6376C3A-078E-ED6F-22B4-AB2176325559}"/>
                </a:ext>
              </a:extLst>
            </p:cNvPr>
            <p:cNvSpPr/>
            <p:nvPr/>
          </p:nvSpPr>
          <p:spPr>
            <a:xfrm>
              <a:off x="3119882" y="3114339"/>
              <a:ext cx="49090" cy="49098"/>
            </a:xfrm>
            <a:custGeom>
              <a:avLst/>
              <a:gdLst>
                <a:gd name="csX0" fmla="*/ 0 w 49090"/>
                <a:gd name="csY0" fmla="*/ 24549 h 49098"/>
                <a:gd name="csX1" fmla="*/ 49090 w 49090"/>
                <a:gd name="csY1" fmla="*/ 0 h 49098"/>
                <a:gd name="csX2" fmla="*/ 36818 w 49090"/>
                <a:gd name="csY2" fmla="*/ 24549 h 49098"/>
                <a:gd name="csX3" fmla="*/ 49090 w 49090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0" y="24549"/>
                  </a:moveTo>
                  <a:lnTo>
                    <a:pt x="49090" y="0"/>
                  </a:lnTo>
                  <a:lnTo>
                    <a:pt x="36818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28" name="Graphic 45">
            <a:extLst>
              <a:ext uri="{FF2B5EF4-FFF2-40B4-BE49-F238E27FC236}">
                <a16:creationId xmlns:a16="http://schemas.microsoft.com/office/drawing/2014/main" id="{962A776C-6A0E-61E7-8A1C-3F36A9FAAAD4}"/>
              </a:ext>
            </a:extLst>
          </p:cNvPr>
          <p:cNvGrpSpPr/>
          <p:nvPr/>
        </p:nvGrpSpPr>
        <p:grpSpPr>
          <a:xfrm>
            <a:off x="3739910" y="2987554"/>
            <a:ext cx="679690" cy="382390"/>
            <a:chOff x="3427607" y="2981072"/>
            <a:chExt cx="561028" cy="315631"/>
          </a:xfrm>
          <a:solidFill>
            <a:srgbClr val="FFE6CC"/>
          </a:solidFill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E851FFA-037E-EDC0-084F-FBF71B9921E8}"/>
                </a:ext>
              </a:extLst>
            </p:cNvPr>
            <p:cNvSpPr/>
            <p:nvPr/>
          </p:nvSpPr>
          <p:spPr>
            <a:xfrm>
              <a:off x="3427607" y="2981072"/>
              <a:ext cx="561028" cy="315631"/>
            </a:xfrm>
            <a:prstGeom prst="rect">
              <a:avLst/>
            </a:prstGeom>
            <a:solidFill>
              <a:srgbClr val="FFE6CC"/>
            </a:solidFill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48660390-9CD3-6652-F293-5A861E369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4619" y="3047705"/>
              <a:ext cx="547002" cy="210421"/>
            </a:xfrm>
            <a:custGeom>
              <a:avLst/>
              <a:gdLst>
                <a:gd name="csX0" fmla="*/ 0 w 547002"/>
                <a:gd name="csY0" fmla="*/ 0 h 210421"/>
                <a:gd name="csX1" fmla="*/ 547003 w 547002"/>
                <a:gd name="csY1" fmla="*/ 0 h 210421"/>
                <a:gd name="csX2" fmla="*/ 547003 w 547002"/>
                <a:gd name="csY2" fmla="*/ 210421 h 210421"/>
                <a:gd name="csX3" fmla="*/ 0 w 547002"/>
                <a:gd name="csY3" fmla="*/ 210421 h 210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7002" h="210421">
                  <a:moveTo>
                    <a:pt x="0" y="0"/>
                  </a:moveTo>
                  <a:lnTo>
                    <a:pt x="547003" y="0"/>
                  </a:lnTo>
                  <a:lnTo>
                    <a:pt x="547003" y="210421"/>
                  </a:lnTo>
                  <a:lnTo>
                    <a:pt x="0" y="210421"/>
                  </a:lnTo>
                  <a:close/>
                </a:path>
              </a:pathLst>
            </a:custGeom>
          </p:spPr>
        </p:pic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65917B3-2FB7-B12B-453E-6424F157A6C1}"/>
              </a:ext>
            </a:extLst>
          </p:cNvPr>
          <p:cNvSpPr/>
          <p:nvPr/>
        </p:nvSpPr>
        <p:spPr>
          <a:xfrm>
            <a:off x="2125644" y="3901042"/>
            <a:ext cx="1444342" cy="161453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32" name="Graphic 45">
            <a:extLst>
              <a:ext uri="{FF2B5EF4-FFF2-40B4-BE49-F238E27FC236}">
                <a16:creationId xmlns:a16="http://schemas.microsoft.com/office/drawing/2014/main" id="{62EDBF1E-BC82-1203-9458-39B93902EF89}"/>
              </a:ext>
            </a:extLst>
          </p:cNvPr>
          <p:cNvGrpSpPr/>
          <p:nvPr/>
        </p:nvGrpSpPr>
        <p:grpSpPr>
          <a:xfrm>
            <a:off x="2818078" y="4580848"/>
            <a:ext cx="59473" cy="245409"/>
            <a:chOff x="2666711" y="4296205"/>
            <a:chExt cx="49090" cy="202565"/>
          </a:xfrm>
        </p:grpSpPr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F16197F-355C-246E-C277-C78968F7DC2D}"/>
                </a:ext>
              </a:extLst>
            </p:cNvPr>
            <p:cNvSpPr/>
            <p:nvPr/>
          </p:nvSpPr>
          <p:spPr>
            <a:xfrm>
              <a:off x="2691256" y="4296205"/>
              <a:ext cx="7012" cy="165741"/>
            </a:xfrm>
            <a:custGeom>
              <a:avLst/>
              <a:gdLst>
                <a:gd name="csX0" fmla="*/ 0 w 7012"/>
                <a:gd name="csY0" fmla="*/ 0 h 165741"/>
                <a:gd name="csX1" fmla="*/ 0 w 7012"/>
                <a:gd name="csY1" fmla="*/ 165742 h 16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165741">
                  <a:moveTo>
                    <a:pt x="0" y="0"/>
                  </a:moveTo>
                  <a:lnTo>
                    <a:pt x="0" y="165742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14B3EBDE-B089-7A41-F345-8C94ECA9D944}"/>
                </a:ext>
              </a:extLst>
            </p:cNvPr>
            <p:cNvSpPr/>
            <p:nvPr/>
          </p:nvSpPr>
          <p:spPr>
            <a:xfrm>
              <a:off x="2666711" y="4449672"/>
              <a:ext cx="49090" cy="49098"/>
            </a:xfrm>
            <a:custGeom>
              <a:avLst/>
              <a:gdLst>
                <a:gd name="csX0" fmla="*/ 24545 w 49090"/>
                <a:gd name="csY0" fmla="*/ 49098 h 49098"/>
                <a:gd name="csX1" fmla="*/ 0 w 49090"/>
                <a:gd name="csY1" fmla="*/ 0 h 49098"/>
                <a:gd name="csX2" fmla="*/ 24545 w 49090"/>
                <a:gd name="csY2" fmla="*/ 12275 h 49098"/>
                <a:gd name="csX3" fmla="*/ 49090 w 49090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35" name="Graphic 45">
            <a:extLst>
              <a:ext uri="{FF2B5EF4-FFF2-40B4-BE49-F238E27FC236}">
                <a16:creationId xmlns:a16="http://schemas.microsoft.com/office/drawing/2014/main" id="{E22E5FC1-5C95-A16C-F35E-4C0C7F7CAE0C}"/>
              </a:ext>
            </a:extLst>
          </p:cNvPr>
          <p:cNvGrpSpPr/>
          <p:nvPr/>
        </p:nvGrpSpPr>
        <p:grpSpPr>
          <a:xfrm>
            <a:off x="2338047" y="4155970"/>
            <a:ext cx="1019535" cy="424878"/>
            <a:chOff x="2270485" y="3945503"/>
            <a:chExt cx="841542" cy="350702"/>
          </a:xfrm>
          <a:solidFill>
            <a:srgbClr val="FFFFFF"/>
          </a:solidFill>
        </p:grpSpPr>
        <p:sp>
          <p:nvSpPr>
            <p:cNvPr id="138" name="Rounded Rectangle 137">
              <a:extLst>
                <a:ext uri="{FF2B5EF4-FFF2-40B4-BE49-F238E27FC236}">
                  <a16:creationId xmlns:a16="http://schemas.microsoft.com/office/drawing/2014/main" id="{ED834560-D58E-0446-27D7-050536ACEF2B}"/>
                </a:ext>
              </a:extLst>
            </p:cNvPr>
            <p:cNvSpPr/>
            <p:nvPr/>
          </p:nvSpPr>
          <p:spPr>
            <a:xfrm>
              <a:off x="2270485" y="3945503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9373EAC4-A329-FB68-0160-DE5EAC0B5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7498" y="4047206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140" name="Graphic 45">
            <a:extLst>
              <a:ext uri="{FF2B5EF4-FFF2-40B4-BE49-F238E27FC236}">
                <a16:creationId xmlns:a16="http://schemas.microsoft.com/office/drawing/2014/main" id="{4BE0D383-D7A1-9E56-7DC0-4045B691E071}"/>
              </a:ext>
            </a:extLst>
          </p:cNvPr>
          <p:cNvGrpSpPr/>
          <p:nvPr/>
        </p:nvGrpSpPr>
        <p:grpSpPr>
          <a:xfrm>
            <a:off x="2338047" y="4835775"/>
            <a:ext cx="1019535" cy="424878"/>
            <a:chOff x="2270485" y="4506626"/>
            <a:chExt cx="841542" cy="350702"/>
          </a:xfrm>
          <a:solidFill>
            <a:srgbClr val="FFFFFF"/>
          </a:solidFill>
        </p:grpSpPr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5C3E954B-C1DD-D50E-6EDA-60FE10F39D47}"/>
                </a:ext>
              </a:extLst>
            </p:cNvPr>
            <p:cNvSpPr/>
            <p:nvPr/>
          </p:nvSpPr>
          <p:spPr>
            <a:xfrm>
              <a:off x="2270485" y="4506626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77AC7EA0-7EC6-E4B0-8004-065ADC5F2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77498" y="4608329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143" name="Graphic 45">
            <a:extLst>
              <a:ext uri="{FF2B5EF4-FFF2-40B4-BE49-F238E27FC236}">
                <a16:creationId xmlns:a16="http://schemas.microsoft.com/office/drawing/2014/main" id="{62A49023-21C4-17C0-7C74-FD7BB0962D4D}"/>
              </a:ext>
            </a:extLst>
          </p:cNvPr>
          <p:cNvGrpSpPr/>
          <p:nvPr/>
        </p:nvGrpSpPr>
        <p:grpSpPr>
          <a:xfrm>
            <a:off x="3367098" y="4355663"/>
            <a:ext cx="372810" cy="59483"/>
            <a:chOff x="3119882" y="4110333"/>
            <a:chExt cx="307724" cy="49098"/>
          </a:xfrm>
        </p:grpSpPr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945414E9-6DEA-903C-05FB-3807D9D6F9A8}"/>
                </a:ext>
              </a:extLst>
            </p:cNvPr>
            <p:cNvSpPr/>
            <p:nvPr/>
          </p:nvSpPr>
          <p:spPr>
            <a:xfrm>
              <a:off x="3156700" y="4134882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116624 w 270906"/>
                <a:gd name="csY1" fmla="*/ 0 h 7014"/>
                <a:gd name="csX2" fmla="*/ 0 w 270906"/>
                <a:gd name="csY2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116624" y="0"/>
                  </a:ln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904C1DEF-9487-E6A3-05A8-929447887A55}"/>
                </a:ext>
              </a:extLst>
            </p:cNvPr>
            <p:cNvSpPr/>
            <p:nvPr/>
          </p:nvSpPr>
          <p:spPr>
            <a:xfrm>
              <a:off x="3119882" y="4110333"/>
              <a:ext cx="49090" cy="49098"/>
            </a:xfrm>
            <a:custGeom>
              <a:avLst/>
              <a:gdLst>
                <a:gd name="csX0" fmla="*/ 0 w 49090"/>
                <a:gd name="csY0" fmla="*/ 24549 h 49098"/>
                <a:gd name="csX1" fmla="*/ 49090 w 49090"/>
                <a:gd name="csY1" fmla="*/ 0 h 49098"/>
                <a:gd name="csX2" fmla="*/ 36818 w 49090"/>
                <a:gd name="csY2" fmla="*/ 24549 h 49098"/>
                <a:gd name="csX3" fmla="*/ 49090 w 49090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0" y="24549"/>
                  </a:moveTo>
                  <a:lnTo>
                    <a:pt x="49090" y="0"/>
                  </a:lnTo>
                  <a:lnTo>
                    <a:pt x="36818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47" name="Graphic 45">
            <a:extLst>
              <a:ext uri="{FF2B5EF4-FFF2-40B4-BE49-F238E27FC236}">
                <a16:creationId xmlns:a16="http://schemas.microsoft.com/office/drawing/2014/main" id="{195A5B2C-B02A-6AEB-AB6A-870F06EEB409}"/>
              </a:ext>
            </a:extLst>
          </p:cNvPr>
          <p:cNvGrpSpPr/>
          <p:nvPr/>
        </p:nvGrpSpPr>
        <p:grpSpPr>
          <a:xfrm>
            <a:off x="3739910" y="4194209"/>
            <a:ext cx="679690" cy="382390"/>
            <a:chOff x="3427607" y="3977066"/>
            <a:chExt cx="561028" cy="315631"/>
          </a:xfrm>
          <a:solidFill>
            <a:srgbClr val="FFE6CC"/>
          </a:solidFill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71A39B25-4673-D213-9F0B-D3CE9F0E8E14}"/>
                </a:ext>
              </a:extLst>
            </p:cNvPr>
            <p:cNvSpPr/>
            <p:nvPr/>
          </p:nvSpPr>
          <p:spPr>
            <a:xfrm>
              <a:off x="3427607" y="3977066"/>
              <a:ext cx="561028" cy="315631"/>
            </a:xfrm>
            <a:prstGeom prst="rect">
              <a:avLst/>
            </a:prstGeom>
            <a:solidFill>
              <a:srgbClr val="FFE6CC"/>
            </a:solidFill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68" name="Picture 267">
              <a:extLst>
                <a:ext uri="{FF2B5EF4-FFF2-40B4-BE49-F238E27FC236}">
                  <a16:creationId xmlns:a16="http://schemas.microsoft.com/office/drawing/2014/main" id="{A37CD61D-0335-7223-6F01-F246FCFC3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4619" y="4054220"/>
              <a:ext cx="547002" cy="189379"/>
            </a:xfrm>
            <a:custGeom>
              <a:avLst/>
              <a:gdLst>
                <a:gd name="csX0" fmla="*/ 0 w 547002"/>
                <a:gd name="csY0" fmla="*/ 0 h 189379"/>
                <a:gd name="csX1" fmla="*/ 547003 w 547002"/>
                <a:gd name="csY1" fmla="*/ 0 h 189379"/>
                <a:gd name="csX2" fmla="*/ 547003 w 547002"/>
                <a:gd name="csY2" fmla="*/ 189379 h 189379"/>
                <a:gd name="csX3" fmla="*/ 0 w 547002"/>
                <a:gd name="csY3" fmla="*/ 189379 h 189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7002" h="189379">
                  <a:moveTo>
                    <a:pt x="0" y="0"/>
                  </a:moveTo>
                  <a:lnTo>
                    <a:pt x="547003" y="0"/>
                  </a:lnTo>
                  <a:lnTo>
                    <a:pt x="547003" y="189379"/>
                  </a:lnTo>
                  <a:lnTo>
                    <a:pt x="0" y="189379"/>
                  </a:lnTo>
                  <a:close/>
                </a:path>
              </a:pathLst>
            </a:custGeom>
          </p:spPr>
        </p:pic>
      </p:grpSp>
      <p:grpSp>
        <p:nvGrpSpPr>
          <p:cNvPr id="269" name="Graphic 45">
            <a:extLst>
              <a:ext uri="{FF2B5EF4-FFF2-40B4-BE49-F238E27FC236}">
                <a16:creationId xmlns:a16="http://schemas.microsoft.com/office/drawing/2014/main" id="{5D806745-F12C-0AC2-430A-6EA9F242BBCC}"/>
              </a:ext>
            </a:extLst>
          </p:cNvPr>
          <p:cNvGrpSpPr/>
          <p:nvPr/>
        </p:nvGrpSpPr>
        <p:grpSpPr>
          <a:xfrm>
            <a:off x="2818078" y="3391188"/>
            <a:ext cx="59473" cy="755263"/>
            <a:chOff x="2666711" y="3314239"/>
            <a:chExt cx="49090" cy="623407"/>
          </a:xfrm>
        </p:grpSpPr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C950158F-FB35-9E80-5556-3269976923EF}"/>
                </a:ext>
              </a:extLst>
            </p:cNvPr>
            <p:cNvSpPr/>
            <p:nvPr/>
          </p:nvSpPr>
          <p:spPr>
            <a:xfrm>
              <a:off x="2691256" y="3314239"/>
              <a:ext cx="7012" cy="586584"/>
            </a:xfrm>
            <a:custGeom>
              <a:avLst/>
              <a:gdLst>
                <a:gd name="csX0" fmla="*/ 0 w 7012"/>
                <a:gd name="csY0" fmla="*/ 0 h 586584"/>
                <a:gd name="csX1" fmla="*/ 0 w 7012"/>
                <a:gd name="csY1" fmla="*/ 586584 h 58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586584">
                  <a:moveTo>
                    <a:pt x="0" y="0"/>
                  </a:moveTo>
                  <a:lnTo>
                    <a:pt x="0" y="586584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9C308BEB-3549-4B9E-4FE8-4A1789EB4AD2}"/>
                </a:ext>
              </a:extLst>
            </p:cNvPr>
            <p:cNvSpPr/>
            <p:nvPr/>
          </p:nvSpPr>
          <p:spPr>
            <a:xfrm>
              <a:off x="2666711" y="3888549"/>
              <a:ext cx="49090" cy="49098"/>
            </a:xfrm>
            <a:custGeom>
              <a:avLst/>
              <a:gdLst>
                <a:gd name="csX0" fmla="*/ 24545 w 49090"/>
                <a:gd name="csY0" fmla="*/ 49098 h 49098"/>
                <a:gd name="csX1" fmla="*/ 0 w 49090"/>
                <a:gd name="csY1" fmla="*/ 0 h 49098"/>
                <a:gd name="csX2" fmla="*/ 24545 w 49090"/>
                <a:gd name="csY2" fmla="*/ 12275 h 49098"/>
                <a:gd name="csX3" fmla="*/ 49090 w 49090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476" name="Rounded Rectangle 475">
            <a:extLst>
              <a:ext uri="{FF2B5EF4-FFF2-40B4-BE49-F238E27FC236}">
                <a16:creationId xmlns:a16="http://schemas.microsoft.com/office/drawing/2014/main" id="{6C94D9CD-80DE-E22F-B05C-7C9FABB2173B}"/>
              </a:ext>
            </a:extLst>
          </p:cNvPr>
          <p:cNvSpPr/>
          <p:nvPr/>
        </p:nvSpPr>
        <p:spPr>
          <a:xfrm>
            <a:off x="6028112" y="2250869"/>
            <a:ext cx="1306747" cy="457714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7" name="Rounded Rectangle 476">
                <a:extLst>
                  <a:ext uri="{FF2B5EF4-FFF2-40B4-BE49-F238E27FC236}">
                    <a16:creationId xmlns:a16="http://schemas.microsoft.com/office/drawing/2014/main" id="{A30A64D6-6739-CFC1-6E2E-216F45EC9EF8}"/>
                  </a:ext>
                </a:extLst>
              </p:cNvPr>
              <p:cNvSpPr/>
              <p:nvPr/>
            </p:nvSpPr>
            <p:spPr>
              <a:xfrm>
                <a:off x="6024950" y="4836351"/>
                <a:ext cx="1306748" cy="457714"/>
              </a:xfrm>
              <a:prstGeom prst="round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𝑠𝑢𝑝𝑝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7" name="Rounded Rectangle 476">
                <a:extLst>
                  <a:ext uri="{FF2B5EF4-FFF2-40B4-BE49-F238E27FC236}">
                    <a16:creationId xmlns:a16="http://schemas.microsoft.com/office/drawing/2014/main" id="{A30A64D6-6739-CFC1-6E2E-216F45EC9E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950" y="4836351"/>
                <a:ext cx="1306748" cy="457714"/>
              </a:xfrm>
              <a:prstGeom prst="roundRect">
                <a:avLst/>
              </a:prstGeom>
              <a:blipFill>
                <a:blip r:embed="rId9"/>
                <a:stretch>
                  <a:fillRect b="-7895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0DF7595F-FD24-B81D-F535-CED5498582B2}"/>
              </a:ext>
            </a:extLst>
          </p:cNvPr>
          <p:cNvCxnSpPr>
            <a:cxnSpLocks/>
            <a:stCxn id="476" idx="2"/>
            <a:endCxn id="477" idx="0"/>
          </p:cNvCxnSpPr>
          <p:nvPr/>
        </p:nvCxnSpPr>
        <p:spPr>
          <a:xfrm flipH="1">
            <a:off x="6678324" y="2708583"/>
            <a:ext cx="3162" cy="2127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 11">
            <a:extLst>
              <a:ext uri="{FF2B5EF4-FFF2-40B4-BE49-F238E27FC236}">
                <a16:creationId xmlns:a16="http://schemas.microsoft.com/office/drawing/2014/main" id="{299ABCF8-4F09-793E-2406-B8E92BB699D0}"/>
              </a:ext>
            </a:extLst>
          </p:cNvPr>
          <p:cNvSpPr/>
          <p:nvPr/>
        </p:nvSpPr>
        <p:spPr>
          <a:xfrm>
            <a:off x="6101575" y="4131605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Regeneration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Text 11">
            <a:extLst>
              <a:ext uri="{FF2B5EF4-FFF2-40B4-BE49-F238E27FC236}">
                <a16:creationId xmlns:a16="http://schemas.microsoft.com/office/drawing/2014/main" id="{E87AE537-5668-08D3-95D3-FD2CFD696A6A}"/>
              </a:ext>
            </a:extLst>
          </p:cNvPr>
          <p:cNvSpPr/>
          <p:nvPr/>
        </p:nvSpPr>
        <p:spPr>
          <a:xfrm>
            <a:off x="6101576" y="3091161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87" name="Graphic 45">
            <a:extLst>
              <a:ext uri="{FF2B5EF4-FFF2-40B4-BE49-F238E27FC236}">
                <a16:creationId xmlns:a16="http://schemas.microsoft.com/office/drawing/2014/main" id="{20BD46F4-F30E-065B-E1BE-EE971690D598}"/>
              </a:ext>
            </a:extLst>
          </p:cNvPr>
          <p:cNvGrpSpPr/>
          <p:nvPr/>
        </p:nvGrpSpPr>
        <p:grpSpPr>
          <a:xfrm>
            <a:off x="7255066" y="3220078"/>
            <a:ext cx="372810" cy="59483"/>
            <a:chOff x="3119882" y="3114339"/>
            <a:chExt cx="307724" cy="49098"/>
          </a:xfrm>
        </p:grpSpPr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A81273F9-A23E-4665-C087-F9EA89710EB3}"/>
                </a:ext>
              </a:extLst>
            </p:cNvPr>
            <p:cNvSpPr/>
            <p:nvPr/>
          </p:nvSpPr>
          <p:spPr>
            <a:xfrm>
              <a:off x="3156700" y="3138888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0 w 270906"/>
                <a:gd name="csY1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8DF1FBED-71C3-9A17-34A3-E06212D5A588}"/>
                </a:ext>
              </a:extLst>
            </p:cNvPr>
            <p:cNvSpPr/>
            <p:nvPr/>
          </p:nvSpPr>
          <p:spPr>
            <a:xfrm>
              <a:off x="3119882" y="3114339"/>
              <a:ext cx="49090" cy="49098"/>
            </a:xfrm>
            <a:custGeom>
              <a:avLst/>
              <a:gdLst>
                <a:gd name="csX0" fmla="*/ 0 w 49090"/>
                <a:gd name="csY0" fmla="*/ 24549 h 49098"/>
                <a:gd name="csX1" fmla="*/ 49090 w 49090"/>
                <a:gd name="csY1" fmla="*/ 0 h 49098"/>
                <a:gd name="csX2" fmla="*/ 36818 w 49090"/>
                <a:gd name="csY2" fmla="*/ 24549 h 49098"/>
                <a:gd name="csX3" fmla="*/ 49090 w 49090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0" y="24549"/>
                  </a:moveTo>
                  <a:lnTo>
                    <a:pt x="49090" y="0"/>
                  </a:lnTo>
                  <a:lnTo>
                    <a:pt x="36818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490" name="Graphic 45">
            <a:extLst>
              <a:ext uri="{FF2B5EF4-FFF2-40B4-BE49-F238E27FC236}">
                <a16:creationId xmlns:a16="http://schemas.microsoft.com/office/drawing/2014/main" id="{262F1A4E-5D4A-91C2-D1C8-E175A6EC2591}"/>
              </a:ext>
            </a:extLst>
          </p:cNvPr>
          <p:cNvGrpSpPr/>
          <p:nvPr/>
        </p:nvGrpSpPr>
        <p:grpSpPr>
          <a:xfrm>
            <a:off x="7627878" y="3058624"/>
            <a:ext cx="679690" cy="382390"/>
            <a:chOff x="3427607" y="2981072"/>
            <a:chExt cx="561028" cy="315631"/>
          </a:xfrm>
          <a:solidFill>
            <a:srgbClr val="FFE6CC"/>
          </a:solidFill>
        </p:grpSpPr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4B28A3F1-9411-0D84-C536-1649386723FC}"/>
                </a:ext>
              </a:extLst>
            </p:cNvPr>
            <p:cNvSpPr/>
            <p:nvPr/>
          </p:nvSpPr>
          <p:spPr>
            <a:xfrm>
              <a:off x="3427607" y="2981072"/>
              <a:ext cx="561028" cy="315631"/>
            </a:xfrm>
            <a:prstGeom prst="rect">
              <a:avLst/>
            </a:prstGeom>
            <a:solidFill>
              <a:srgbClr val="FFE6CC"/>
            </a:solidFill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492" name="Picture 491">
              <a:extLst>
                <a:ext uri="{FF2B5EF4-FFF2-40B4-BE49-F238E27FC236}">
                  <a16:creationId xmlns:a16="http://schemas.microsoft.com/office/drawing/2014/main" id="{C5860BD5-E9DC-F659-137D-A1BB1D0B0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4619" y="3047705"/>
              <a:ext cx="547002" cy="210421"/>
            </a:xfrm>
            <a:custGeom>
              <a:avLst/>
              <a:gdLst>
                <a:gd name="csX0" fmla="*/ 0 w 547002"/>
                <a:gd name="csY0" fmla="*/ 0 h 210421"/>
                <a:gd name="csX1" fmla="*/ 547003 w 547002"/>
                <a:gd name="csY1" fmla="*/ 0 h 210421"/>
                <a:gd name="csX2" fmla="*/ 547003 w 547002"/>
                <a:gd name="csY2" fmla="*/ 210421 h 210421"/>
                <a:gd name="csX3" fmla="*/ 0 w 547002"/>
                <a:gd name="csY3" fmla="*/ 210421 h 210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7002" h="210421">
                  <a:moveTo>
                    <a:pt x="0" y="0"/>
                  </a:moveTo>
                  <a:lnTo>
                    <a:pt x="547003" y="0"/>
                  </a:lnTo>
                  <a:lnTo>
                    <a:pt x="547003" y="210421"/>
                  </a:lnTo>
                  <a:lnTo>
                    <a:pt x="0" y="210421"/>
                  </a:lnTo>
                  <a:close/>
                </a:path>
              </a:pathLst>
            </a:custGeom>
          </p:spPr>
        </p:pic>
      </p:grpSp>
      <p:grpSp>
        <p:nvGrpSpPr>
          <p:cNvPr id="493" name="Graphic 45">
            <a:extLst>
              <a:ext uri="{FF2B5EF4-FFF2-40B4-BE49-F238E27FC236}">
                <a16:creationId xmlns:a16="http://schemas.microsoft.com/office/drawing/2014/main" id="{EF8CD4B6-1ACC-C044-8FDD-91D8478BA3DE}"/>
              </a:ext>
            </a:extLst>
          </p:cNvPr>
          <p:cNvGrpSpPr/>
          <p:nvPr/>
        </p:nvGrpSpPr>
        <p:grpSpPr>
          <a:xfrm>
            <a:off x="7255066" y="4254013"/>
            <a:ext cx="372810" cy="59483"/>
            <a:chOff x="3119882" y="4110333"/>
            <a:chExt cx="307724" cy="49098"/>
          </a:xfrm>
        </p:grpSpPr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CF2E025E-6BE9-7540-66C8-88FFB1D17F84}"/>
                </a:ext>
              </a:extLst>
            </p:cNvPr>
            <p:cNvSpPr/>
            <p:nvPr/>
          </p:nvSpPr>
          <p:spPr>
            <a:xfrm>
              <a:off x="3156700" y="4134882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116624 w 270906"/>
                <a:gd name="csY1" fmla="*/ 0 h 7014"/>
                <a:gd name="csX2" fmla="*/ 0 w 270906"/>
                <a:gd name="csY2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116624" y="0"/>
                  </a:ln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F093329A-4016-A19C-82F6-D175134C4398}"/>
                </a:ext>
              </a:extLst>
            </p:cNvPr>
            <p:cNvSpPr/>
            <p:nvPr/>
          </p:nvSpPr>
          <p:spPr>
            <a:xfrm>
              <a:off x="3119882" y="4110333"/>
              <a:ext cx="49090" cy="49098"/>
            </a:xfrm>
            <a:custGeom>
              <a:avLst/>
              <a:gdLst>
                <a:gd name="csX0" fmla="*/ 0 w 49090"/>
                <a:gd name="csY0" fmla="*/ 24549 h 49098"/>
                <a:gd name="csX1" fmla="*/ 49090 w 49090"/>
                <a:gd name="csY1" fmla="*/ 0 h 49098"/>
                <a:gd name="csX2" fmla="*/ 36818 w 49090"/>
                <a:gd name="csY2" fmla="*/ 24549 h 49098"/>
                <a:gd name="csX3" fmla="*/ 49090 w 49090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0" y="24549"/>
                  </a:moveTo>
                  <a:lnTo>
                    <a:pt x="49090" y="0"/>
                  </a:lnTo>
                  <a:lnTo>
                    <a:pt x="36818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496" name="Graphic 45">
            <a:extLst>
              <a:ext uri="{FF2B5EF4-FFF2-40B4-BE49-F238E27FC236}">
                <a16:creationId xmlns:a16="http://schemas.microsoft.com/office/drawing/2014/main" id="{392B6FEB-1478-B259-00FA-1B1C8C45C841}"/>
              </a:ext>
            </a:extLst>
          </p:cNvPr>
          <p:cNvGrpSpPr/>
          <p:nvPr/>
        </p:nvGrpSpPr>
        <p:grpSpPr>
          <a:xfrm>
            <a:off x="7627878" y="4092559"/>
            <a:ext cx="679690" cy="382390"/>
            <a:chOff x="3427607" y="3977066"/>
            <a:chExt cx="561028" cy="315631"/>
          </a:xfrm>
          <a:solidFill>
            <a:srgbClr val="FFE6CC"/>
          </a:solidFill>
        </p:grpSpPr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D522C7F3-AEED-FE2E-F7BA-80DB991522C7}"/>
                </a:ext>
              </a:extLst>
            </p:cNvPr>
            <p:cNvSpPr/>
            <p:nvPr/>
          </p:nvSpPr>
          <p:spPr>
            <a:xfrm>
              <a:off x="3427607" y="3977066"/>
              <a:ext cx="561028" cy="315631"/>
            </a:xfrm>
            <a:prstGeom prst="rect">
              <a:avLst/>
            </a:prstGeom>
            <a:solidFill>
              <a:srgbClr val="FFE6CC"/>
            </a:solidFill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498" name="Picture 497">
              <a:extLst>
                <a:ext uri="{FF2B5EF4-FFF2-40B4-BE49-F238E27FC236}">
                  <a16:creationId xmlns:a16="http://schemas.microsoft.com/office/drawing/2014/main" id="{DE8C6FDC-3372-E662-C16E-5A88CB9AA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4619" y="4054220"/>
              <a:ext cx="547002" cy="189379"/>
            </a:xfrm>
            <a:custGeom>
              <a:avLst/>
              <a:gdLst>
                <a:gd name="csX0" fmla="*/ 0 w 547002"/>
                <a:gd name="csY0" fmla="*/ 0 h 189379"/>
                <a:gd name="csX1" fmla="*/ 547003 w 547002"/>
                <a:gd name="csY1" fmla="*/ 0 h 189379"/>
                <a:gd name="csX2" fmla="*/ 547003 w 547002"/>
                <a:gd name="csY2" fmla="*/ 189379 h 189379"/>
                <a:gd name="csX3" fmla="*/ 0 w 547002"/>
                <a:gd name="csY3" fmla="*/ 189379 h 189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7002" h="189379">
                  <a:moveTo>
                    <a:pt x="0" y="0"/>
                  </a:moveTo>
                  <a:lnTo>
                    <a:pt x="547003" y="0"/>
                  </a:lnTo>
                  <a:lnTo>
                    <a:pt x="547003" y="189379"/>
                  </a:lnTo>
                  <a:lnTo>
                    <a:pt x="0" y="189379"/>
                  </a:lnTo>
                  <a:close/>
                </a:path>
              </a:pathLst>
            </a:custGeom>
          </p:spPr>
        </p:pic>
      </p:grpSp>
      <p:sp>
        <p:nvSpPr>
          <p:cNvPr id="501" name="Rectangular Callout 500">
            <a:extLst>
              <a:ext uri="{FF2B5EF4-FFF2-40B4-BE49-F238E27FC236}">
                <a16:creationId xmlns:a16="http://schemas.microsoft.com/office/drawing/2014/main" id="{B52D32DA-0ADC-9653-C052-AFE30C131FA2}"/>
              </a:ext>
            </a:extLst>
          </p:cNvPr>
          <p:cNvSpPr/>
          <p:nvPr/>
        </p:nvSpPr>
        <p:spPr>
          <a:xfrm rot="5400000">
            <a:off x="5383208" y="2276772"/>
            <a:ext cx="3484001" cy="2993614"/>
          </a:xfrm>
          <a:prstGeom prst="wedgeRectCallout">
            <a:avLst>
              <a:gd name="adj1" fmla="val -17223"/>
              <a:gd name="adj2" fmla="val 87826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517A2-3F61-3777-A8C6-97BBC0D63580}"/>
              </a:ext>
            </a:extLst>
          </p:cNvPr>
          <p:cNvSpPr txBox="1"/>
          <p:nvPr/>
        </p:nvSpPr>
        <p:spPr>
          <a:xfrm>
            <a:off x="9322186" y="344131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/>
              <a:t>…</a:t>
            </a:r>
            <a:r>
              <a:rPr lang="en-US" altLang="zh-CN" sz="2400" dirty="0"/>
              <a:t>…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628674553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4A296-42B0-D6A9-8D65-3AD9B5A2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FF20C7-0AA6-8146-307D-6E5E2CF8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94AFD1-E046-15D1-B0FE-327E24EF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42</a:t>
            </a:fld>
            <a:endParaRPr lang="de-CH" noProof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E4892B6C-96D3-899E-4CFC-1A7355389C9F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0CA191DD-CC16-7127-C00E-691E145832E2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AECBEC-E28D-36A6-ADD9-5745346223E4}"/>
              </a:ext>
            </a:extLst>
          </p:cNvPr>
          <p:cNvSpPr txBox="1"/>
          <p:nvPr/>
        </p:nvSpPr>
        <p:spPr>
          <a:xfrm>
            <a:off x="670560" y="12097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909FEA-7F62-D1D7-A02E-CD29DF4A9F9C}"/>
              </a:ext>
            </a:extLst>
          </p:cNvPr>
          <p:cNvSpPr/>
          <p:nvPr/>
        </p:nvSpPr>
        <p:spPr>
          <a:xfrm>
            <a:off x="2125644" y="2031578"/>
            <a:ext cx="1444342" cy="161453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51" name="Graphic 45">
            <a:extLst>
              <a:ext uri="{FF2B5EF4-FFF2-40B4-BE49-F238E27FC236}">
                <a16:creationId xmlns:a16="http://schemas.microsoft.com/office/drawing/2014/main" id="{F287F46B-7927-A3A5-07F7-DB89AD2EB009}"/>
              </a:ext>
            </a:extLst>
          </p:cNvPr>
          <p:cNvGrpSpPr/>
          <p:nvPr/>
        </p:nvGrpSpPr>
        <p:grpSpPr>
          <a:xfrm>
            <a:off x="2818078" y="2711383"/>
            <a:ext cx="59473" cy="245409"/>
            <a:chOff x="2666711" y="2753116"/>
            <a:chExt cx="49090" cy="20256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9ED7561-F35A-B8FB-08BF-52A5C433D1B8}"/>
                </a:ext>
              </a:extLst>
            </p:cNvPr>
            <p:cNvSpPr/>
            <p:nvPr/>
          </p:nvSpPr>
          <p:spPr>
            <a:xfrm>
              <a:off x="2691256" y="2753116"/>
              <a:ext cx="7012" cy="165741"/>
            </a:xfrm>
            <a:custGeom>
              <a:avLst/>
              <a:gdLst>
                <a:gd name="csX0" fmla="*/ 0 w 7012"/>
                <a:gd name="csY0" fmla="*/ 0 h 165741"/>
                <a:gd name="csX1" fmla="*/ 0 w 7012"/>
                <a:gd name="csY1" fmla="*/ 165742 h 16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165741">
                  <a:moveTo>
                    <a:pt x="0" y="0"/>
                  </a:moveTo>
                  <a:lnTo>
                    <a:pt x="0" y="165742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97F5B2A-7050-C172-D12A-3E96510ACEAE}"/>
                </a:ext>
              </a:extLst>
            </p:cNvPr>
            <p:cNvSpPr/>
            <p:nvPr/>
          </p:nvSpPr>
          <p:spPr>
            <a:xfrm>
              <a:off x="2666711" y="2906583"/>
              <a:ext cx="49090" cy="49098"/>
            </a:xfrm>
            <a:custGeom>
              <a:avLst/>
              <a:gdLst>
                <a:gd name="csX0" fmla="*/ 24545 w 49090"/>
                <a:gd name="csY0" fmla="*/ 49098 h 49098"/>
                <a:gd name="csX1" fmla="*/ 0 w 49090"/>
                <a:gd name="csY1" fmla="*/ 0 h 49098"/>
                <a:gd name="csX2" fmla="*/ 24545 w 49090"/>
                <a:gd name="csY2" fmla="*/ 12275 h 49098"/>
                <a:gd name="csX3" fmla="*/ 49090 w 49090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4" name="Graphic 45">
            <a:extLst>
              <a:ext uri="{FF2B5EF4-FFF2-40B4-BE49-F238E27FC236}">
                <a16:creationId xmlns:a16="http://schemas.microsoft.com/office/drawing/2014/main" id="{E75F3FB6-911B-F292-5F3A-1911C4AED526}"/>
              </a:ext>
            </a:extLst>
          </p:cNvPr>
          <p:cNvGrpSpPr/>
          <p:nvPr/>
        </p:nvGrpSpPr>
        <p:grpSpPr>
          <a:xfrm>
            <a:off x="2338047" y="2286505"/>
            <a:ext cx="1019535" cy="424878"/>
            <a:chOff x="2270485" y="2402414"/>
            <a:chExt cx="841542" cy="350702"/>
          </a:xfrm>
          <a:solidFill>
            <a:srgbClr val="FFFFFF"/>
          </a:solidFill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FE89780C-9DE2-1DD2-B9CC-C14D14A63460}"/>
                </a:ext>
              </a:extLst>
            </p:cNvPr>
            <p:cNvSpPr/>
            <p:nvPr/>
          </p:nvSpPr>
          <p:spPr>
            <a:xfrm>
              <a:off x="2270485" y="2402414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97E67C0-F91B-6E6E-13A9-3E180B328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7498" y="2504117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57" name="Graphic 45">
            <a:extLst>
              <a:ext uri="{FF2B5EF4-FFF2-40B4-BE49-F238E27FC236}">
                <a16:creationId xmlns:a16="http://schemas.microsoft.com/office/drawing/2014/main" id="{57A18CAB-4749-E8AF-C0EB-81E0643E23DE}"/>
              </a:ext>
            </a:extLst>
          </p:cNvPr>
          <p:cNvGrpSpPr/>
          <p:nvPr/>
        </p:nvGrpSpPr>
        <p:grpSpPr>
          <a:xfrm>
            <a:off x="2338047" y="2966310"/>
            <a:ext cx="1019535" cy="424878"/>
            <a:chOff x="2270485" y="2963537"/>
            <a:chExt cx="841542" cy="350702"/>
          </a:xfrm>
          <a:solidFill>
            <a:srgbClr val="FFFFFF"/>
          </a:solidFill>
        </p:grpSpPr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5DF02F4C-EE94-EDCD-3504-B03C09962421}"/>
                </a:ext>
              </a:extLst>
            </p:cNvPr>
            <p:cNvSpPr/>
            <p:nvPr/>
          </p:nvSpPr>
          <p:spPr>
            <a:xfrm>
              <a:off x="2270485" y="2963537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A14FD35-2657-C976-9F34-0FACEC521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77498" y="3065241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60" name="Graphic 45">
            <a:extLst>
              <a:ext uri="{FF2B5EF4-FFF2-40B4-BE49-F238E27FC236}">
                <a16:creationId xmlns:a16="http://schemas.microsoft.com/office/drawing/2014/main" id="{7EF2856A-960C-45D7-73F1-E211408494F3}"/>
              </a:ext>
            </a:extLst>
          </p:cNvPr>
          <p:cNvGrpSpPr/>
          <p:nvPr/>
        </p:nvGrpSpPr>
        <p:grpSpPr>
          <a:xfrm>
            <a:off x="3367098" y="3149008"/>
            <a:ext cx="372810" cy="59483"/>
            <a:chOff x="3119882" y="3114339"/>
            <a:chExt cx="307724" cy="49098"/>
          </a:xfrm>
        </p:grpSpPr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5AF7F8-F04C-C269-6C5C-98437847AA8E}"/>
                </a:ext>
              </a:extLst>
            </p:cNvPr>
            <p:cNvSpPr/>
            <p:nvPr/>
          </p:nvSpPr>
          <p:spPr>
            <a:xfrm>
              <a:off x="3156700" y="3138888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0 w 270906"/>
                <a:gd name="csY1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E2232888-4FEB-CA03-353E-7B214E56D3EC}"/>
                </a:ext>
              </a:extLst>
            </p:cNvPr>
            <p:cNvSpPr/>
            <p:nvPr/>
          </p:nvSpPr>
          <p:spPr>
            <a:xfrm>
              <a:off x="3119882" y="3114339"/>
              <a:ext cx="49090" cy="49098"/>
            </a:xfrm>
            <a:custGeom>
              <a:avLst/>
              <a:gdLst>
                <a:gd name="csX0" fmla="*/ 0 w 49090"/>
                <a:gd name="csY0" fmla="*/ 24549 h 49098"/>
                <a:gd name="csX1" fmla="*/ 49090 w 49090"/>
                <a:gd name="csY1" fmla="*/ 0 h 49098"/>
                <a:gd name="csX2" fmla="*/ 36818 w 49090"/>
                <a:gd name="csY2" fmla="*/ 24549 h 49098"/>
                <a:gd name="csX3" fmla="*/ 49090 w 49090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0" y="24549"/>
                  </a:moveTo>
                  <a:lnTo>
                    <a:pt x="49090" y="0"/>
                  </a:lnTo>
                  <a:lnTo>
                    <a:pt x="36818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28" name="Graphic 45">
            <a:extLst>
              <a:ext uri="{FF2B5EF4-FFF2-40B4-BE49-F238E27FC236}">
                <a16:creationId xmlns:a16="http://schemas.microsoft.com/office/drawing/2014/main" id="{B753A415-28C0-782A-8248-B2245E04CEB1}"/>
              </a:ext>
            </a:extLst>
          </p:cNvPr>
          <p:cNvGrpSpPr/>
          <p:nvPr/>
        </p:nvGrpSpPr>
        <p:grpSpPr>
          <a:xfrm>
            <a:off x="3739910" y="2987554"/>
            <a:ext cx="679690" cy="382390"/>
            <a:chOff x="3427607" y="2981072"/>
            <a:chExt cx="561028" cy="315631"/>
          </a:xfrm>
          <a:solidFill>
            <a:srgbClr val="FFE6CC"/>
          </a:solidFill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27D5878-4395-CD8E-A9C5-3324E024525C}"/>
                </a:ext>
              </a:extLst>
            </p:cNvPr>
            <p:cNvSpPr/>
            <p:nvPr/>
          </p:nvSpPr>
          <p:spPr>
            <a:xfrm>
              <a:off x="3427607" y="2981072"/>
              <a:ext cx="561028" cy="315631"/>
            </a:xfrm>
            <a:prstGeom prst="rect">
              <a:avLst/>
            </a:prstGeom>
            <a:solidFill>
              <a:srgbClr val="FFE6CC"/>
            </a:solidFill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90C948CF-B00F-DEF1-69DC-6E2D7EA2E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4619" y="3047705"/>
              <a:ext cx="547002" cy="210421"/>
            </a:xfrm>
            <a:custGeom>
              <a:avLst/>
              <a:gdLst>
                <a:gd name="csX0" fmla="*/ 0 w 547002"/>
                <a:gd name="csY0" fmla="*/ 0 h 210421"/>
                <a:gd name="csX1" fmla="*/ 547003 w 547002"/>
                <a:gd name="csY1" fmla="*/ 0 h 210421"/>
                <a:gd name="csX2" fmla="*/ 547003 w 547002"/>
                <a:gd name="csY2" fmla="*/ 210421 h 210421"/>
                <a:gd name="csX3" fmla="*/ 0 w 547002"/>
                <a:gd name="csY3" fmla="*/ 210421 h 210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7002" h="210421">
                  <a:moveTo>
                    <a:pt x="0" y="0"/>
                  </a:moveTo>
                  <a:lnTo>
                    <a:pt x="547003" y="0"/>
                  </a:lnTo>
                  <a:lnTo>
                    <a:pt x="547003" y="210421"/>
                  </a:lnTo>
                  <a:lnTo>
                    <a:pt x="0" y="210421"/>
                  </a:lnTo>
                  <a:close/>
                </a:path>
              </a:pathLst>
            </a:custGeom>
          </p:spPr>
        </p:pic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917B51E-3A48-FB98-E3A9-E6199782A415}"/>
              </a:ext>
            </a:extLst>
          </p:cNvPr>
          <p:cNvSpPr/>
          <p:nvPr/>
        </p:nvSpPr>
        <p:spPr>
          <a:xfrm>
            <a:off x="2125644" y="3901042"/>
            <a:ext cx="1444342" cy="1614537"/>
          </a:xfrm>
          <a:prstGeom prst="rect">
            <a:avLst/>
          </a:prstGeom>
          <a:solidFill>
            <a:srgbClr val="F5F5F5"/>
          </a:solidFill>
          <a:ln w="7012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32" name="Graphic 45">
            <a:extLst>
              <a:ext uri="{FF2B5EF4-FFF2-40B4-BE49-F238E27FC236}">
                <a16:creationId xmlns:a16="http://schemas.microsoft.com/office/drawing/2014/main" id="{743EE2D5-A056-0F6C-C48E-2540F9EB0211}"/>
              </a:ext>
            </a:extLst>
          </p:cNvPr>
          <p:cNvGrpSpPr/>
          <p:nvPr/>
        </p:nvGrpSpPr>
        <p:grpSpPr>
          <a:xfrm>
            <a:off x="2818078" y="4580848"/>
            <a:ext cx="59473" cy="245409"/>
            <a:chOff x="2666711" y="4296205"/>
            <a:chExt cx="49090" cy="202565"/>
          </a:xfrm>
        </p:grpSpPr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B912603-2EC3-7AE5-8DA0-BD15F6AE9D33}"/>
                </a:ext>
              </a:extLst>
            </p:cNvPr>
            <p:cNvSpPr/>
            <p:nvPr/>
          </p:nvSpPr>
          <p:spPr>
            <a:xfrm>
              <a:off x="2691256" y="4296205"/>
              <a:ext cx="7012" cy="165741"/>
            </a:xfrm>
            <a:custGeom>
              <a:avLst/>
              <a:gdLst>
                <a:gd name="csX0" fmla="*/ 0 w 7012"/>
                <a:gd name="csY0" fmla="*/ 0 h 165741"/>
                <a:gd name="csX1" fmla="*/ 0 w 7012"/>
                <a:gd name="csY1" fmla="*/ 165742 h 16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165741">
                  <a:moveTo>
                    <a:pt x="0" y="0"/>
                  </a:moveTo>
                  <a:lnTo>
                    <a:pt x="0" y="165742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25D56AC8-72C0-9172-589B-4575ED24D974}"/>
                </a:ext>
              </a:extLst>
            </p:cNvPr>
            <p:cNvSpPr/>
            <p:nvPr/>
          </p:nvSpPr>
          <p:spPr>
            <a:xfrm>
              <a:off x="2666711" y="4449672"/>
              <a:ext cx="49090" cy="49098"/>
            </a:xfrm>
            <a:custGeom>
              <a:avLst/>
              <a:gdLst>
                <a:gd name="csX0" fmla="*/ 24545 w 49090"/>
                <a:gd name="csY0" fmla="*/ 49098 h 49098"/>
                <a:gd name="csX1" fmla="*/ 0 w 49090"/>
                <a:gd name="csY1" fmla="*/ 0 h 49098"/>
                <a:gd name="csX2" fmla="*/ 24545 w 49090"/>
                <a:gd name="csY2" fmla="*/ 12275 h 49098"/>
                <a:gd name="csX3" fmla="*/ 49090 w 49090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35" name="Graphic 45">
            <a:extLst>
              <a:ext uri="{FF2B5EF4-FFF2-40B4-BE49-F238E27FC236}">
                <a16:creationId xmlns:a16="http://schemas.microsoft.com/office/drawing/2014/main" id="{A5F1A067-C95D-685B-42A8-7F071A7B80B0}"/>
              </a:ext>
            </a:extLst>
          </p:cNvPr>
          <p:cNvGrpSpPr/>
          <p:nvPr/>
        </p:nvGrpSpPr>
        <p:grpSpPr>
          <a:xfrm>
            <a:off x="2338047" y="4155970"/>
            <a:ext cx="1019535" cy="424878"/>
            <a:chOff x="2270485" y="3945503"/>
            <a:chExt cx="841542" cy="350702"/>
          </a:xfrm>
          <a:solidFill>
            <a:srgbClr val="FFFFFF"/>
          </a:solidFill>
        </p:grpSpPr>
        <p:sp>
          <p:nvSpPr>
            <p:cNvPr id="138" name="Rounded Rectangle 137">
              <a:extLst>
                <a:ext uri="{FF2B5EF4-FFF2-40B4-BE49-F238E27FC236}">
                  <a16:creationId xmlns:a16="http://schemas.microsoft.com/office/drawing/2014/main" id="{6AE441F9-AB29-0DB4-ADEF-6B770647A2F3}"/>
                </a:ext>
              </a:extLst>
            </p:cNvPr>
            <p:cNvSpPr/>
            <p:nvPr/>
          </p:nvSpPr>
          <p:spPr>
            <a:xfrm>
              <a:off x="2270485" y="3945503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056C7BA8-5BD2-89A0-5A7F-F46F31609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7498" y="4047206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140" name="Graphic 45">
            <a:extLst>
              <a:ext uri="{FF2B5EF4-FFF2-40B4-BE49-F238E27FC236}">
                <a16:creationId xmlns:a16="http://schemas.microsoft.com/office/drawing/2014/main" id="{697C2428-CA97-682F-13AB-04B9613F7B96}"/>
              </a:ext>
            </a:extLst>
          </p:cNvPr>
          <p:cNvGrpSpPr/>
          <p:nvPr/>
        </p:nvGrpSpPr>
        <p:grpSpPr>
          <a:xfrm>
            <a:off x="2338047" y="4835775"/>
            <a:ext cx="1019535" cy="424878"/>
            <a:chOff x="2270485" y="4506626"/>
            <a:chExt cx="841542" cy="350702"/>
          </a:xfrm>
          <a:solidFill>
            <a:srgbClr val="FFFFFF"/>
          </a:solidFill>
        </p:grpSpPr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967B46C6-5A70-D5B2-6453-ADE0A7DB9777}"/>
                </a:ext>
              </a:extLst>
            </p:cNvPr>
            <p:cNvSpPr/>
            <p:nvPr/>
          </p:nvSpPr>
          <p:spPr>
            <a:xfrm>
              <a:off x="2270485" y="4506626"/>
              <a:ext cx="841542" cy="350702"/>
            </a:xfrm>
            <a:prstGeom prst="roundRect">
              <a:avLst>
                <a:gd name="adj" fmla="val 14997"/>
              </a:avLst>
            </a:prstGeom>
            <a:solidFill>
              <a:srgbClr val="FFFFFF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6581C273-14AD-565D-C05B-703BCCC42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77498" y="4608329"/>
              <a:ext cx="827517" cy="175351"/>
            </a:xfrm>
            <a:custGeom>
              <a:avLst/>
              <a:gdLst>
                <a:gd name="csX0" fmla="*/ 0 w 827517"/>
                <a:gd name="csY0" fmla="*/ 0 h 175351"/>
                <a:gd name="csX1" fmla="*/ 827517 w 827517"/>
                <a:gd name="csY1" fmla="*/ 0 h 175351"/>
                <a:gd name="csX2" fmla="*/ 827517 w 827517"/>
                <a:gd name="csY2" fmla="*/ 175351 h 175351"/>
                <a:gd name="csX3" fmla="*/ 0 w 827517"/>
                <a:gd name="csY3" fmla="*/ 175351 h 175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7517" h="175351">
                  <a:moveTo>
                    <a:pt x="0" y="0"/>
                  </a:moveTo>
                  <a:lnTo>
                    <a:pt x="827517" y="0"/>
                  </a:lnTo>
                  <a:lnTo>
                    <a:pt x="827517" y="175351"/>
                  </a:lnTo>
                  <a:lnTo>
                    <a:pt x="0" y="175351"/>
                  </a:lnTo>
                  <a:close/>
                </a:path>
              </a:pathLst>
            </a:custGeom>
          </p:spPr>
        </p:pic>
      </p:grpSp>
      <p:grpSp>
        <p:nvGrpSpPr>
          <p:cNvPr id="143" name="Graphic 45">
            <a:extLst>
              <a:ext uri="{FF2B5EF4-FFF2-40B4-BE49-F238E27FC236}">
                <a16:creationId xmlns:a16="http://schemas.microsoft.com/office/drawing/2014/main" id="{2E8AA5C7-E7AF-21E5-764D-1A0EF776B4F0}"/>
              </a:ext>
            </a:extLst>
          </p:cNvPr>
          <p:cNvGrpSpPr/>
          <p:nvPr/>
        </p:nvGrpSpPr>
        <p:grpSpPr>
          <a:xfrm>
            <a:off x="3367098" y="4355663"/>
            <a:ext cx="372810" cy="59483"/>
            <a:chOff x="3119882" y="4110333"/>
            <a:chExt cx="307724" cy="49098"/>
          </a:xfrm>
        </p:grpSpPr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4669CD83-EDA1-058B-390A-49A48012C28D}"/>
                </a:ext>
              </a:extLst>
            </p:cNvPr>
            <p:cNvSpPr/>
            <p:nvPr/>
          </p:nvSpPr>
          <p:spPr>
            <a:xfrm>
              <a:off x="3156700" y="4134882"/>
              <a:ext cx="270906" cy="7014"/>
            </a:xfrm>
            <a:custGeom>
              <a:avLst/>
              <a:gdLst>
                <a:gd name="csX0" fmla="*/ 270907 w 270906"/>
                <a:gd name="csY0" fmla="*/ 0 h 7014"/>
                <a:gd name="csX1" fmla="*/ 116624 w 270906"/>
                <a:gd name="csY1" fmla="*/ 0 h 7014"/>
                <a:gd name="csX2" fmla="*/ 0 w 270906"/>
                <a:gd name="csY2" fmla="*/ 0 h 7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0906" h="7014">
                  <a:moveTo>
                    <a:pt x="270907" y="0"/>
                  </a:moveTo>
                  <a:lnTo>
                    <a:pt x="116624" y="0"/>
                  </a:lnTo>
                  <a:lnTo>
                    <a:pt x="0" y="0"/>
                  </a:lnTo>
                </a:path>
              </a:pathLst>
            </a:custGeom>
            <a:noFill/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D7E38BF7-83D8-A002-26F3-4EE4B0E61A94}"/>
                </a:ext>
              </a:extLst>
            </p:cNvPr>
            <p:cNvSpPr/>
            <p:nvPr/>
          </p:nvSpPr>
          <p:spPr>
            <a:xfrm>
              <a:off x="3119882" y="4110333"/>
              <a:ext cx="49090" cy="49098"/>
            </a:xfrm>
            <a:custGeom>
              <a:avLst/>
              <a:gdLst>
                <a:gd name="csX0" fmla="*/ 0 w 49090"/>
                <a:gd name="csY0" fmla="*/ 24549 h 49098"/>
                <a:gd name="csX1" fmla="*/ 49090 w 49090"/>
                <a:gd name="csY1" fmla="*/ 0 h 49098"/>
                <a:gd name="csX2" fmla="*/ 36818 w 49090"/>
                <a:gd name="csY2" fmla="*/ 24549 h 49098"/>
                <a:gd name="csX3" fmla="*/ 49090 w 49090"/>
                <a:gd name="csY3" fmla="*/ 49098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0" y="24549"/>
                  </a:moveTo>
                  <a:lnTo>
                    <a:pt x="49090" y="0"/>
                  </a:lnTo>
                  <a:lnTo>
                    <a:pt x="36818" y="24549"/>
                  </a:lnTo>
                  <a:lnTo>
                    <a:pt x="49090" y="49098"/>
                  </a:lnTo>
                  <a:close/>
                </a:path>
              </a:pathLst>
            </a:custGeom>
            <a:solidFill>
              <a:srgbClr val="D79B00"/>
            </a:solidFill>
            <a:ln w="7012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47" name="Graphic 45">
            <a:extLst>
              <a:ext uri="{FF2B5EF4-FFF2-40B4-BE49-F238E27FC236}">
                <a16:creationId xmlns:a16="http://schemas.microsoft.com/office/drawing/2014/main" id="{DECFD38B-C63C-5AED-2AB7-1CB9638937C9}"/>
              </a:ext>
            </a:extLst>
          </p:cNvPr>
          <p:cNvGrpSpPr/>
          <p:nvPr/>
        </p:nvGrpSpPr>
        <p:grpSpPr>
          <a:xfrm>
            <a:off x="3739910" y="4194209"/>
            <a:ext cx="679690" cy="382390"/>
            <a:chOff x="3427607" y="3977066"/>
            <a:chExt cx="561028" cy="315631"/>
          </a:xfrm>
          <a:solidFill>
            <a:srgbClr val="FFE6CC"/>
          </a:solidFill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D3BA8B14-3352-1382-1658-1FE4FA2237C6}"/>
                </a:ext>
              </a:extLst>
            </p:cNvPr>
            <p:cNvSpPr/>
            <p:nvPr/>
          </p:nvSpPr>
          <p:spPr>
            <a:xfrm>
              <a:off x="3427607" y="3977066"/>
              <a:ext cx="561028" cy="315631"/>
            </a:xfrm>
            <a:prstGeom prst="rect">
              <a:avLst/>
            </a:prstGeom>
            <a:solidFill>
              <a:srgbClr val="FFE6CC"/>
            </a:solidFill>
            <a:ln w="70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68" name="Picture 267">
              <a:extLst>
                <a:ext uri="{FF2B5EF4-FFF2-40B4-BE49-F238E27FC236}">
                  <a16:creationId xmlns:a16="http://schemas.microsoft.com/office/drawing/2014/main" id="{B5E24E7E-C9D0-6B77-1FF0-D67095CA0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4619" y="4054220"/>
              <a:ext cx="547002" cy="189379"/>
            </a:xfrm>
            <a:custGeom>
              <a:avLst/>
              <a:gdLst>
                <a:gd name="csX0" fmla="*/ 0 w 547002"/>
                <a:gd name="csY0" fmla="*/ 0 h 189379"/>
                <a:gd name="csX1" fmla="*/ 547003 w 547002"/>
                <a:gd name="csY1" fmla="*/ 0 h 189379"/>
                <a:gd name="csX2" fmla="*/ 547003 w 547002"/>
                <a:gd name="csY2" fmla="*/ 189379 h 189379"/>
                <a:gd name="csX3" fmla="*/ 0 w 547002"/>
                <a:gd name="csY3" fmla="*/ 189379 h 189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7002" h="189379">
                  <a:moveTo>
                    <a:pt x="0" y="0"/>
                  </a:moveTo>
                  <a:lnTo>
                    <a:pt x="547003" y="0"/>
                  </a:lnTo>
                  <a:lnTo>
                    <a:pt x="547003" y="189379"/>
                  </a:lnTo>
                  <a:lnTo>
                    <a:pt x="0" y="189379"/>
                  </a:lnTo>
                  <a:close/>
                </a:path>
              </a:pathLst>
            </a:custGeom>
          </p:spPr>
        </p:pic>
      </p:grpSp>
      <p:grpSp>
        <p:nvGrpSpPr>
          <p:cNvPr id="269" name="Graphic 45">
            <a:extLst>
              <a:ext uri="{FF2B5EF4-FFF2-40B4-BE49-F238E27FC236}">
                <a16:creationId xmlns:a16="http://schemas.microsoft.com/office/drawing/2014/main" id="{BD2CEF72-3217-007D-AEA6-96493E06871B}"/>
              </a:ext>
            </a:extLst>
          </p:cNvPr>
          <p:cNvGrpSpPr/>
          <p:nvPr/>
        </p:nvGrpSpPr>
        <p:grpSpPr>
          <a:xfrm>
            <a:off x="2818078" y="3391188"/>
            <a:ext cx="59473" cy="755263"/>
            <a:chOff x="2666711" y="3314239"/>
            <a:chExt cx="49090" cy="623407"/>
          </a:xfrm>
        </p:grpSpPr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CFA277A6-535E-E981-3F1C-BE532C3AEF98}"/>
                </a:ext>
              </a:extLst>
            </p:cNvPr>
            <p:cNvSpPr/>
            <p:nvPr/>
          </p:nvSpPr>
          <p:spPr>
            <a:xfrm>
              <a:off x="2691256" y="3314239"/>
              <a:ext cx="7012" cy="586584"/>
            </a:xfrm>
            <a:custGeom>
              <a:avLst/>
              <a:gdLst>
                <a:gd name="csX0" fmla="*/ 0 w 7012"/>
                <a:gd name="csY0" fmla="*/ 0 h 586584"/>
                <a:gd name="csX1" fmla="*/ 0 w 7012"/>
                <a:gd name="csY1" fmla="*/ 586584 h 58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12" h="586584">
                  <a:moveTo>
                    <a:pt x="0" y="0"/>
                  </a:moveTo>
                  <a:lnTo>
                    <a:pt x="0" y="586584"/>
                  </a:lnTo>
                </a:path>
              </a:pathLst>
            </a:custGeom>
            <a:noFill/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52F920BE-968E-2B18-5B82-6001B1C57168}"/>
                </a:ext>
              </a:extLst>
            </p:cNvPr>
            <p:cNvSpPr/>
            <p:nvPr/>
          </p:nvSpPr>
          <p:spPr>
            <a:xfrm>
              <a:off x="2666711" y="3888549"/>
              <a:ext cx="49090" cy="49098"/>
            </a:xfrm>
            <a:custGeom>
              <a:avLst/>
              <a:gdLst>
                <a:gd name="csX0" fmla="*/ 24545 w 49090"/>
                <a:gd name="csY0" fmla="*/ 49098 h 49098"/>
                <a:gd name="csX1" fmla="*/ 0 w 49090"/>
                <a:gd name="csY1" fmla="*/ 0 h 49098"/>
                <a:gd name="csX2" fmla="*/ 24545 w 49090"/>
                <a:gd name="csY2" fmla="*/ 12275 h 49098"/>
                <a:gd name="csX3" fmla="*/ 49090 w 49090"/>
                <a:gd name="csY3" fmla="*/ 0 h 4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090" h="49098">
                  <a:moveTo>
                    <a:pt x="24545" y="49098"/>
                  </a:moveTo>
                  <a:lnTo>
                    <a:pt x="0" y="0"/>
                  </a:lnTo>
                  <a:lnTo>
                    <a:pt x="24545" y="12275"/>
                  </a:lnTo>
                  <a:lnTo>
                    <a:pt x="49090" y="0"/>
                  </a:lnTo>
                  <a:close/>
                </a:path>
              </a:pathLst>
            </a:custGeom>
            <a:solidFill>
              <a:srgbClr val="000000"/>
            </a:solidFill>
            <a:ln w="701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2" name="Left Arrow 1">
            <a:extLst>
              <a:ext uri="{FF2B5EF4-FFF2-40B4-BE49-F238E27FC236}">
                <a16:creationId xmlns:a16="http://schemas.microsoft.com/office/drawing/2014/main" id="{062819D5-CBBB-6F51-1C62-A06904F2FFBF}"/>
              </a:ext>
            </a:extLst>
          </p:cNvPr>
          <p:cNvSpPr/>
          <p:nvPr/>
        </p:nvSpPr>
        <p:spPr>
          <a:xfrm>
            <a:off x="4508967" y="3068281"/>
            <a:ext cx="293188" cy="213192"/>
          </a:xfrm>
          <a:prstGeom prst="leftArrow">
            <a:avLst>
              <a:gd name="adj1" fmla="val 40305"/>
              <a:gd name="adj2" fmla="val 51969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A0E7A5-C8EA-AFC3-4F00-819C92FC8F67}"/>
              </a:ext>
            </a:extLst>
          </p:cNvPr>
          <p:cNvSpPr/>
          <p:nvPr/>
        </p:nvSpPr>
        <p:spPr>
          <a:xfrm>
            <a:off x="4802155" y="2987554"/>
            <a:ext cx="1132114" cy="3823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Robust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827078836"/>
      </p:ext>
    </p:extLst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AB53-681B-4AF5-4832-6ACACC40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D0818D-23CC-BCE9-3111-DB4157FB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11141D-B7E6-7758-AE8E-4F7C57C0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43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9A7FD587-AF9D-6E31-08D5-5CE258DB07B7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B1C0A8E3-D590-E7BA-92A4-088F5B97BE2B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C62345B-361C-778C-083B-474C9A48B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6500" y="1829353"/>
            <a:ext cx="7239000" cy="3835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960033-FA81-D327-C8B3-6F920BA7C12A}"/>
              </a:ext>
            </a:extLst>
          </p:cNvPr>
          <p:cNvSpPr/>
          <p:nvPr/>
        </p:nvSpPr>
        <p:spPr>
          <a:xfrm>
            <a:off x="4904393" y="1498555"/>
            <a:ext cx="5094372" cy="4405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B61C72-762A-35D2-E19F-1363A5B1609C}"/>
              </a:ext>
            </a:extLst>
          </p:cNvPr>
          <p:cNvSpPr/>
          <p:nvPr/>
        </p:nvSpPr>
        <p:spPr>
          <a:xfrm>
            <a:off x="7504043" y="1544408"/>
            <a:ext cx="2647121" cy="4405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7036A1-2B59-6E88-176C-5761818224E4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58035C82-A779-F15C-EC22-E699F1BC7887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ADCEDB-17CE-C29B-BD33-5CB56F5B0FB1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8EC9D06-3705-B466-C1C7-29909C5085E3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7DF3FFF-9D64-953C-9627-8E72CBD354C0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32EBDB-9A72-86B8-68C1-17146DC60BBB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0741D2-F8A5-FD4C-DDFA-72DA50F4B1F7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0DC1B1C-6FBC-B247-9F31-C9E1CE95BA64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32AE2EE0-D246-9D5B-86DC-4EB2DC56F893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904CC14C-3035-FDB3-C4E8-A0DFF10C407A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FF1209E-7CF7-4331-C759-28205516B594}"/>
              </a:ext>
            </a:extLst>
          </p:cNvPr>
          <p:cNvSpPr/>
          <p:nvPr/>
        </p:nvSpPr>
        <p:spPr>
          <a:xfrm>
            <a:off x="3500204" y="938648"/>
            <a:ext cx="7849600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4761842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0899D-8209-E41F-678A-DB0F2CAA5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BE00EDB-2183-612D-7AE1-DEF157883266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62" name="Text 13">
              <a:extLst>
                <a:ext uri="{FF2B5EF4-FFF2-40B4-BE49-F238E27FC236}">
                  <a16:creationId xmlns:a16="http://schemas.microsoft.com/office/drawing/2014/main" id="{8FD1D7D1-9E9B-D66F-F9F5-145976262A24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76DCA53-99DD-7276-D790-18BC6B1D22C1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D099821E-E9F9-9C79-E3F5-A089A90279FD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C0CB4EDE-DA56-8471-AB4E-EF59A369F684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4E6B4D9-1512-7D1C-F15A-976DDB86172A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D0317552-CBB2-CAB5-DE4A-9FBA89747496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Text 13">
              <a:extLst>
                <a:ext uri="{FF2B5EF4-FFF2-40B4-BE49-F238E27FC236}">
                  <a16:creationId xmlns:a16="http://schemas.microsoft.com/office/drawing/2014/main" id="{D1D344AB-744D-72F9-CD98-E0FE31990505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9" name="Text 13">
              <a:extLst>
                <a:ext uri="{FF2B5EF4-FFF2-40B4-BE49-F238E27FC236}">
                  <a16:creationId xmlns:a16="http://schemas.microsoft.com/office/drawing/2014/main" id="{1FBF91A8-DA2A-B409-DADD-0C23F8C354C3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0" name="Text 13">
              <a:extLst>
                <a:ext uri="{FF2B5EF4-FFF2-40B4-BE49-F238E27FC236}">
                  <a16:creationId xmlns:a16="http://schemas.microsoft.com/office/drawing/2014/main" id="{20A78FD5-84C3-01DF-9A37-3E00F4FBCEDE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4FCB78-974E-9D7F-11F6-8D4299868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F292B3-46E6-983B-FCDF-1E6FD861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44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941C1583-4E82-FE02-86D2-A8D80E022D65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15835B31-3829-2099-46C1-08FCE3AD0DD0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88E2EA67-D635-86E5-FEA0-080D939833C1}"/>
              </a:ext>
            </a:extLst>
          </p:cNvPr>
          <p:cNvSpPr/>
          <p:nvPr/>
        </p:nvSpPr>
        <p:spPr>
          <a:xfrm>
            <a:off x="3533081" y="938648"/>
            <a:ext cx="7816723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7E1F8799-867A-48E0-CA68-832A7CE95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261" y="1446397"/>
            <a:ext cx="5764041" cy="507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74326"/>
      </p:ext>
    </p:extLst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F56EB-D8BD-B2CE-5418-C88692841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366690-9089-874E-FDE1-F123F729C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B9A6C3-8EC6-F4DD-DBFC-A875DBD5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45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DF525EAA-272A-9387-BA0D-5361AF1F21D5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284935D-D4AA-B3C9-F3C6-90CDE0A09C07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19C8056F-0C16-DF5E-C658-77EBBD903B02}"/>
              </a:ext>
            </a:extLst>
          </p:cNvPr>
          <p:cNvGrpSpPr/>
          <p:nvPr/>
        </p:nvGrpSpPr>
        <p:grpSpPr>
          <a:xfrm>
            <a:off x="3919811" y="1666683"/>
            <a:ext cx="1155528" cy="4552322"/>
            <a:chOff x="-1147444" y="1539715"/>
            <a:chExt cx="1155528" cy="4552322"/>
          </a:xfrm>
        </p:grpSpPr>
        <p:grpSp>
          <p:nvGrpSpPr>
            <p:cNvPr id="162" name="Graphic 158">
              <a:extLst>
                <a:ext uri="{FF2B5EF4-FFF2-40B4-BE49-F238E27FC236}">
                  <a16:creationId xmlns:a16="http://schemas.microsoft.com/office/drawing/2014/main" id="{86037946-4689-1AC2-27F9-D29E08999374}"/>
                </a:ext>
              </a:extLst>
            </p:cNvPr>
            <p:cNvGrpSpPr/>
            <p:nvPr/>
          </p:nvGrpSpPr>
          <p:grpSpPr>
            <a:xfrm>
              <a:off x="-599363" y="2347734"/>
              <a:ext cx="57776" cy="257988"/>
              <a:chOff x="1397879" y="2375443"/>
              <a:chExt cx="57776" cy="257988"/>
            </a:xfrm>
          </p:grpSpPr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614D1618-2A82-79C9-6082-FB1207FFA35F}"/>
                  </a:ext>
                </a:extLst>
              </p:cNvPr>
              <p:cNvSpPr/>
              <p:nvPr/>
            </p:nvSpPr>
            <p:spPr>
              <a:xfrm>
                <a:off x="1426768" y="2375443"/>
                <a:ext cx="7222" cy="214702"/>
              </a:xfrm>
              <a:custGeom>
                <a:avLst/>
                <a:gdLst>
                  <a:gd name="csX0" fmla="*/ 0 w 7222"/>
                  <a:gd name="csY0" fmla="*/ 0 h 214702"/>
                  <a:gd name="csX1" fmla="*/ 0 w 7222"/>
                  <a:gd name="csY1" fmla="*/ 214702 h 2147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214702">
                    <a:moveTo>
                      <a:pt x="0" y="0"/>
                    </a:moveTo>
                    <a:lnTo>
                      <a:pt x="0" y="214702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2732C5BE-D224-9E00-E94B-435ACB945159}"/>
                  </a:ext>
                </a:extLst>
              </p:cNvPr>
              <p:cNvSpPr/>
              <p:nvPr/>
            </p:nvSpPr>
            <p:spPr>
              <a:xfrm>
                <a:off x="1397879" y="2575716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5" name="Graphic 158">
              <a:extLst>
                <a:ext uri="{FF2B5EF4-FFF2-40B4-BE49-F238E27FC236}">
                  <a16:creationId xmlns:a16="http://schemas.microsoft.com/office/drawing/2014/main" id="{66B72D2A-3089-0E8C-2D3F-6729C3629F2D}"/>
                </a:ext>
              </a:extLst>
            </p:cNvPr>
            <p:cNvGrpSpPr/>
            <p:nvPr/>
          </p:nvGrpSpPr>
          <p:grpSpPr>
            <a:xfrm>
              <a:off x="-714915" y="2059156"/>
              <a:ext cx="288882" cy="288578"/>
              <a:chOff x="1282327" y="2086865"/>
              <a:chExt cx="288882" cy="288578"/>
            </a:xfrm>
            <a:solidFill>
              <a:srgbClr val="FFFFFF"/>
            </a:solidFill>
          </p:grpSpPr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83DF3720-55C4-0CED-36D3-A95C2B2BE695}"/>
                  </a:ext>
                </a:extLst>
              </p:cNvPr>
              <p:cNvSpPr/>
              <p:nvPr/>
            </p:nvSpPr>
            <p:spPr>
              <a:xfrm>
                <a:off x="1282327" y="2086865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7" name="Picture 166">
                <a:extLst>
                  <a:ext uri="{FF2B5EF4-FFF2-40B4-BE49-F238E27FC236}">
                    <a16:creationId xmlns:a16="http://schemas.microsoft.com/office/drawing/2014/main" id="{CDFB8DE6-7EA2-7552-BC9F-89A7EC97DC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9549" y="2148188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8" name="Graphic 158">
              <a:extLst>
                <a:ext uri="{FF2B5EF4-FFF2-40B4-BE49-F238E27FC236}">
                  <a16:creationId xmlns:a16="http://schemas.microsoft.com/office/drawing/2014/main" id="{5670E7D9-AD8A-8D6E-DBF5-B5E7F5FD9DD7}"/>
                </a:ext>
              </a:extLst>
            </p:cNvPr>
            <p:cNvGrpSpPr/>
            <p:nvPr/>
          </p:nvGrpSpPr>
          <p:grpSpPr>
            <a:xfrm>
              <a:off x="-599363" y="3891628"/>
              <a:ext cx="57776" cy="229131"/>
              <a:chOff x="1397879" y="3919337"/>
              <a:chExt cx="57776" cy="229131"/>
            </a:xfrm>
          </p:grpSpPr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8EF91A6D-81D0-D536-53E2-7DB4FCFDA7EE}"/>
                  </a:ext>
                </a:extLst>
              </p:cNvPr>
              <p:cNvSpPr/>
              <p:nvPr/>
            </p:nvSpPr>
            <p:spPr>
              <a:xfrm>
                <a:off x="1426768" y="3919337"/>
                <a:ext cx="7222" cy="185844"/>
              </a:xfrm>
              <a:custGeom>
                <a:avLst/>
                <a:gdLst>
                  <a:gd name="csX0" fmla="*/ 0 w 7222"/>
                  <a:gd name="csY0" fmla="*/ 0 h 185844"/>
                  <a:gd name="csX1" fmla="*/ 0 w 7222"/>
                  <a:gd name="csY1" fmla="*/ 185845 h 1858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185844">
                    <a:moveTo>
                      <a:pt x="0" y="0"/>
                    </a:moveTo>
                    <a:lnTo>
                      <a:pt x="0" y="185845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77EC40E6-6820-A284-5120-3348476D25B6}"/>
                  </a:ext>
                </a:extLst>
              </p:cNvPr>
              <p:cNvSpPr/>
              <p:nvPr/>
            </p:nvSpPr>
            <p:spPr>
              <a:xfrm>
                <a:off x="1397879" y="4090753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1" name="Graphic 158">
              <a:extLst>
                <a:ext uri="{FF2B5EF4-FFF2-40B4-BE49-F238E27FC236}">
                  <a16:creationId xmlns:a16="http://schemas.microsoft.com/office/drawing/2014/main" id="{B21718C3-F473-D466-660B-968CFEA93547}"/>
                </a:ext>
              </a:extLst>
            </p:cNvPr>
            <p:cNvGrpSpPr/>
            <p:nvPr/>
          </p:nvGrpSpPr>
          <p:grpSpPr>
            <a:xfrm>
              <a:off x="-599363" y="4973797"/>
              <a:ext cx="148052" cy="250774"/>
              <a:chOff x="1397879" y="5001506"/>
              <a:chExt cx="148052" cy="250774"/>
            </a:xfrm>
          </p:grpSpPr>
          <p:grpSp>
            <p:nvGrpSpPr>
              <p:cNvPr id="172" name="Graphic 158">
                <a:extLst>
                  <a:ext uri="{FF2B5EF4-FFF2-40B4-BE49-F238E27FC236}">
                    <a16:creationId xmlns:a16="http://schemas.microsoft.com/office/drawing/2014/main" id="{432309F0-19DD-E4B3-B969-14292A860076}"/>
                  </a:ext>
                </a:extLst>
              </p:cNvPr>
              <p:cNvGrpSpPr/>
              <p:nvPr/>
            </p:nvGrpSpPr>
            <p:grpSpPr>
              <a:xfrm>
                <a:off x="1397879" y="5001506"/>
                <a:ext cx="57776" cy="250774"/>
                <a:chOff x="1397879" y="5001506"/>
                <a:chExt cx="57776" cy="250774"/>
              </a:xfrm>
            </p:grpSpPr>
            <p:sp>
              <p:nvSpPr>
                <p:cNvPr id="173" name="Freeform 172">
                  <a:extLst>
                    <a:ext uri="{FF2B5EF4-FFF2-40B4-BE49-F238E27FC236}">
                      <a16:creationId xmlns:a16="http://schemas.microsoft.com/office/drawing/2014/main" id="{9EFB985F-25FC-4D5C-8E0B-C51CF50403CD}"/>
                    </a:ext>
                  </a:extLst>
                </p:cNvPr>
                <p:cNvSpPr/>
                <p:nvPr/>
              </p:nvSpPr>
              <p:spPr>
                <a:xfrm>
                  <a:off x="1426768" y="5001506"/>
                  <a:ext cx="7222" cy="207487"/>
                </a:xfrm>
                <a:custGeom>
                  <a:avLst/>
                  <a:gdLst>
                    <a:gd name="csX0" fmla="*/ 0 w 7222"/>
                    <a:gd name="csY0" fmla="*/ 0 h 207487"/>
                    <a:gd name="csX1" fmla="*/ 0 w 7222"/>
                    <a:gd name="csY1" fmla="*/ 207488 h 20748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222" h="207487">
                      <a:moveTo>
                        <a:pt x="0" y="0"/>
                      </a:moveTo>
                      <a:lnTo>
                        <a:pt x="0" y="207488"/>
                      </a:lnTo>
                    </a:path>
                  </a:pathLst>
                </a:custGeom>
                <a:noFill/>
                <a:ln w="1443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6607BA8B-EFEF-3E0A-D84E-BD540C1F9AC5}"/>
                    </a:ext>
                  </a:extLst>
                </p:cNvPr>
                <p:cNvSpPr/>
                <p:nvPr/>
              </p:nvSpPr>
              <p:spPr>
                <a:xfrm>
                  <a:off x="1397879" y="5194565"/>
                  <a:ext cx="57776" cy="57715"/>
                </a:xfrm>
                <a:custGeom>
                  <a:avLst/>
                  <a:gdLst>
                    <a:gd name="csX0" fmla="*/ 28888 w 57776"/>
                    <a:gd name="csY0" fmla="*/ 57716 h 57715"/>
                    <a:gd name="csX1" fmla="*/ 0 w 57776"/>
                    <a:gd name="csY1" fmla="*/ 0 h 57715"/>
                    <a:gd name="csX2" fmla="*/ 28888 w 57776"/>
                    <a:gd name="csY2" fmla="*/ 14429 h 57715"/>
                    <a:gd name="csX3" fmla="*/ 57776 w 57776"/>
                    <a:gd name="csY3" fmla="*/ 0 h 57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776" h="57715">
                      <a:moveTo>
                        <a:pt x="28888" y="57716"/>
                      </a:moveTo>
                      <a:lnTo>
                        <a:pt x="0" y="0"/>
                      </a:lnTo>
                      <a:lnTo>
                        <a:pt x="28888" y="14429"/>
                      </a:lnTo>
                      <a:lnTo>
                        <a:pt x="5777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443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2FC2DEF5-0B93-F279-B01C-F06FCAB5DC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6489" y="5026756"/>
                <a:ext cx="79442" cy="178557"/>
              </a:xfrm>
              <a:custGeom>
                <a:avLst/>
                <a:gdLst>
                  <a:gd name="csX0" fmla="*/ 0 w 79442"/>
                  <a:gd name="csY0" fmla="*/ 0 h 178557"/>
                  <a:gd name="csX1" fmla="*/ 79443 w 79442"/>
                  <a:gd name="csY1" fmla="*/ 0 h 178557"/>
                  <a:gd name="csX2" fmla="*/ 79443 w 79442"/>
                  <a:gd name="csY2" fmla="*/ 178558 h 178557"/>
                  <a:gd name="csX3" fmla="*/ 0 w 79442"/>
                  <a:gd name="csY3" fmla="*/ 178558 h 1785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442" h="178557">
                    <a:moveTo>
                      <a:pt x="0" y="0"/>
                    </a:moveTo>
                    <a:lnTo>
                      <a:pt x="79443" y="0"/>
                    </a:lnTo>
                    <a:lnTo>
                      <a:pt x="79443" y="178558"/>
                    </a:lnTo>
                    <a:lnTo>
                      <a:pt x="0" y="178558"/>
                    </a:lnTo>
                    <a:close/>
                  </a:path>
                </a:pathLst>
              </a:custGeom>
            </p:spPr>
          </p:pic>
        </p:grpSp>
        <p:grpSp>
          <p:nvGrpSpPr>
            <p:cNvPr id="176" name="Graphic 158">
              <a:extLst>
                <a:ext uri="{FF2B5EF4-FFF2-40B4-BE49-F238E27FC236}">
                  <a16:creationId xmlns:a16="http://schemas.microsoft.com/office/drawing/2014/main" id="{1789A189-9DEB-B0AE-CBEA-95A815E5B657}"/>
                </a:ext>
              </a:extLst>
            </p:cNvPr>
            <p:cNvGrpSpPr/>
            <p:nvPr/>
          </p:nvGrpSpPr>
          <p:grpSpPr>
            <a:xfrm>
              <a:off x="-599363" y="4425498"/>
              <a:ext cx="57776" cy="243560"/>
              <a:chOff x="1397879" y="4453207"/>
              <a:chExt cx="57776" cy="243560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9528CE8F-7673-CA91-43B3-09421E35331F}"/>
                  </a:ext>
                </a:extLst>
              </p:cNvPr>
              <p:cNvSpPr/>
              <p:nvPr/>
            </p:nvSpPr>
            <p:spPr>
              <a:xfrm>
                <a:off x="1426768" y="4453207"/>
                <a:ext cx="7222" cy="200273"/>
              </a:xfrm>
              <a:custGeom>
                <a:avLst/>
                <a:gdLst>
                  <a:gd name="csX0" fmla="*/ 0 w 7222"/>
                  <a:gd name="csY0" fmla="*/ 0 h 200273"/>
                  <a:gd name="csX1" fmla="*/ 0 w 7222"/>
                  <a:gd name="csY1" fmla="*/ 200273 h 2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200273">
                    <a:moveTo>
                      <a:pt x="0" y="0"/>
                    </a:moveTo>
                    <a:lnTo>
                      <a:pt x="0" y="200273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88867CA2-6C8D-230D-A4C1-EF1A29CD559E}"/>
                  </a:ext>
                </a:extLst>
              </p:cNvPr>
              <p:cNvSpPr/>
              <p:nvPr/>
            </p:nvSpPr>
            <p:spPr>
              <a:xfrm>
                <a:off x="1397879" y="4639051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6" name="Graphic 158">
              <a:extLst>
                <a:ext uri="{FF2B5EF4-FFF2-40B4-BE49-F238E27FC236}">
                  <a16:creationId xmlns:a16="http://schemas.microsoft.com/office/drawing/2014/main" id="{262456CE-5448-6BB2-9DCB-D0C54E0004CB}"/>
                </a:ext>
              </a:extLst>
            </p:cNvPr>
            <p:cNvGrpSpPr/>
            <p:nvPr/>
          </p:nvGrpSpPr>
          <p:grpSpPr>
            <a:xfrm>
              <a:off x="-714915" y="4136920"/>
              <a:ext cx="288882" cy="288578"/>
              <a:chOff x="1282327" y="4164629"/>
              <a:chExt cx="288882" cy="288578"/>
            </a:xfrm>
            <a:solidFill>
              <a:srgbClr val="FFFFFF"/>
            </a:solidFill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865A5E99-A063-0F0B-5B5E-C109E875046A}"/>
                  </a:ext>
                </a:extLst>
              </p:cNvPr>
              <p:cNvSpPr/>
              <p:nvPr/>
            </p:nvSpPr>
            <p:spPr>
              <a:xfrm>
                <a:off x="1282327" y="4164629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6FFC2343-F9AA-CF80-D633-C27941614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9549" y="4225952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9" name="Graphic 158">
              <a:extLst>
                <a:ext uri="{FF2B5EF4-FFF2-40B4-BE49-F238E27FC236}">
                  <a16:creationId xmlns:a16="http://schemas.microsoft.com/office/drawing/2014/main" id="{925138A0-7F2D-A3B5-5677-173839B0A5FF}"/>
                </a:ext>
              </a:extLst>
            </p:cNvPr>
            <p:cNvGrpSpPr/>
            <p:nvPr/>
          </p:nvGrpSpPr>
          <p:grpSpPr>
            <a:xfrm>
              <a:off x="-858562" y="3718914"/>
              <a:ext cx="143646" cy="562297"/>
              <a:chOff x="1138680" y="3746623"/>
              <a:chExt cx="143646" cy="562297"/>
            </a:xfrm>
          </p:grpSpPr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0257734C-905F-A7AD-EE29-A6233D9F5261}"/>
                  </a:ext>
                </a:extLst>
              </p:cNvPr>
              <p:cNvSpPr/>
              <p:nvPr/>
            </p:nvSpPr>
            <p:spPr>
              <a:xfrm>
                <a:off x="1138680" y="3775409"/>
                <a:ext cx="143646" cy="533511"/>
              </a:xfrm>
              <a:custGeom>
                <a:avLst/>
                <a:gdLst>
                  <a:gd name="csX0" fmla="*/ 143647 w 143646"/>
                  <a:gd name="csY0" fmla="*/ 533509 h 533511"/>
                  <a:gd name="csX1" fmla="*/ 0 w 143646"/>
                  <a:gd name="csY1" fmla="*/ 267368 h 533511"/>
                  <a:gd name="csX2" fmla="*/ 84137 w 143646"/>
                  <a:gd name="csY2" fmla="*/ 0 h 533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43646" h="533511">
                    <a:moveTo>
                      <a:pt x="143647" y="533509"/>
                    </a:moveTo>
                    <a:cubicBezTo>
                      <a:pt x="47882" y="534036"/>
                      <a:pt x="0" y="445327"/>
                      <a:pt x="0" y="267368"/>
                    </a:cubicBezTo>
                    <a:cubicBezTo>
                      <a:pt x="0" y="89409"/>
                      <a:pt x="28045" y="289"/>
                      <a:pt x="84137" y="0"/>
                    </a:cubicBezTo>
                  </a:path>
                </a:pathLst>
              </a:custGeom>
              <a:noFill/>
              <a:ln w="14432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2E0B4EF7-1465-60F0-F105-696C3CD9E3D0}"/>
                  </a:ext>
                </a:extLst>
              </p:cNvPr>
              <p:cNvSpPr/>
              <p:nvPr/>
            </p:nvSpPr>
            <p:spPr>
              <a:xfrm>
                <a:off x="1208228" y="3746623"/>
                <a:ext cx="57920" cy="57715"/>
              </a:xfrm>
              <a:custGeom>
                <a:avLst/>
                <a:gdLst>
                  <a:gd name="csX0" fmla="*/ 57921 w 57920"/>
                  <a:gd name="csY0" fmla="*/ 28497 h 57715"/>
                  <a:gd name="csX1" fmla="*/ 361 w 57920"/>
                  <a:gd name="csY1" fmla="*/ 57716 h 57715"/>
                  <a:gd name="csX2" fmla="*/ 14589 w 57920"/>
                  <a:gd name="csY2" fmla="*/ 28786 h 57715"/>
                  <a:gd name="csX3" fmla="*/ 0 w 57920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920" h="57715">
                    <a:moveTo>
                      <a:pt x="57921" y="28497"/>
                    </a:moveTo>
                    <a:lnTo>
                      <a:pt x="361" y="57716"/>
                    </a:lnTo>
                    <a:lnTo>
                      <a:pt x="14589" y="287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14432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2" name="Graphic 158">
              <a:extLst>
                <a:ext uri="{FF2B5EF4-FFF2-40B4-BE49-F238E27FC236}">
                  <a16:creationId xmlns:a16="http://schemas.microsoft.com/office/drawing/2014/main" id="{FA717A44-801B-9886-25F1-5D5EFB28AB48}"/>
                </a:ext>
              </a:extLst>
            </p:cNvPr>
            <p:cNvGrpSpPr/>
            <p:nvPr/>
          </p:nvGrpSpPr>
          <p:grpSpPr>
            <a:xfrm>
              <a:off x="-714915" y="4685218"/>
              <a:ext cx="288882" cy="288578"/>
              <a:chOff x="1282327" y="4712927"/>
              <a:chExt cx="288882" cy="288578"/>
            </a:xfrm>
            <a:solidFill>
              <a:srgbClr val="FFFFFF"/>
            </a:solidFill>
          </p:grpSpPr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6CCC3EBB-06D4-8671-BE52-F584393CEC69}"/>
                  </a:ext>
                </a:extLst>
              </p:cNvPr>
              <p:cNvSpPr/>
              <p:nvPr/>
            </p:nvSpPr>
            <p:spPr>
              <a:xfrm>
                <a:off x="1282327" y="4712927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84948174-C876-884A-D2B0-D627A99DC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9549" y="4774250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195" name="Graphic 158">
              <a:extLst>
                <a:ext uri="{FF2B5EF4-FFF2-40B4-BE49-F238E27FC236}">
                  <a16:creationId xmlns:a16="http://schemas.microsoft.com/office/drawing/2014/main" id="{E9AE19FE-49D2-EB1B-0FA0-708E33E88F83}"/>
                </a:ext>
              </a:extLst>
            </p:cNvPr>
            <p:cNvGrpSpPr/>
            <p:nvPr/>
          </p:nvGrpSpPr>
          <p:grpSpPr>
            <a:xfrm>
              <a:off x="-599363" y="5529310"/>
              <a:ext cx="57776" cy="257989"/>
              <a:chOff x="1397879" y="5557019"/>
              <a:chExt cx="57776" cy="257989"/>
            </a:xfrm>
          </p:grpSpPr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AB21CABA-2BB9-8308-56E3-4B91AE6ECD29}"/>
                  </a:ext>
                </a:extLst>
              </p:cNvPr>
              <p:cNvSpPr/>
              <p:nvPr/>
            </p:nvSpPr>
            <p:spPr>
              <a:xfrm>
                <a:off x="1426768" y="5557019"/>
                <a:ext cx="7222" cy="214702"/>
              </a:xfrm>
              <a:custGeom>
                <a:avLst/>
                <a:gdLst>
                  <a:gd name="csX0" fmla="*/ 0 w 7222"/>
                  <a:gd name="csY0" fmla="*/ 0 h 214702"/>
                  <a:gd name="csX1" fmla="*/ 0 w 7222"/>
                  <a:gd name="csY1" fmla="*/ 214702 h 2147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214702">
                    <a:moveTo>
                      <a:pt x="0" y="0"/>
                    </a:moveTo>
                    <a:lnTo>
                      <a:pt x="0" y="214702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32B2A912-5B52-4424-1430-577C299FE282}"/>
                  </a:ext>
                </a:extLst>
              </p:cNvPr>
              <p:cNvSpPr/>
              <p:nvPr/>
            </p:nvSpPr>
            <p:spPr>
              <a:xfrm>
                <a:off x="1397879" y="5757292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8" name="Graphic 158">
              <a:extLst>
                <a:ext uri="{FF2B5EF4-FFF2-40B4-BE49-F238E27FC236}">
                  <a16:creationId xmlns:a16="http://schemas.microsoft.com/office/drawing/2014/main" id="{6DEAE859-ABC9-B78E-53D4-3EB47640494C}"/>
                </a:ext>
              </a:extLst>
            </p:cNvPr>
            <p:cNvGrpSpPr/>
            <p:nvPr/>
          </p:nvGrpSpPr>
          <p:grpSpPr>
            <a:xfrm>
              <a:off x="-714915" y="5240732"/>
              <a:ext cx="288882" cy="288578"/>
              <a:chOff x="1282327" y="5268441"/>
              <a:chExt cx="288882" cy="288578"/>
            </a:xfrm>
            <a:solidFill>
              <a:srgbClr val="FFFFFF"/>
            </a:solidFill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1B78EF29-724E-B6E8-D566-B6691708479C}"/>
                  </a:ext>
                </a:extLst>
              </p:cNvPr>
              <p:cNvSpPr/>
              <p:nvPr/>
            </p:nvSpPr>
            <p:spPr>
              <a:xfrm>
                <a:off x="1282327" y="5268441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E84E9739-D7A8-26F4-08FE-9540F2F019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9549" y="5329763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01" name="Graphic 158">
              <a:extLst>
                <a:ext uri="{FF2B5EF4-FFF2-40B4-BE49-F238E27FC236}">
                  <a16:creationId xmlns:a16="http://schemas.microsoft.com/office/drawing/2014/main" id="{53D6E00C-5FDC-614A-06DB-CFD19642F0DF}"/>
                </a:ext>
              </a:extLst>
            </p:cNvPr>
            <p:cNvGrpSpPr/>
            <p:nvPr/>
          </p:nvGrpSpPr>
          <p:grpSpPr>
            <a:xfrm>
              <a:off x="-714915" y="3603050"/>
              <a:ext cx="288882" cy="288578"/>
              <a:chOff x="1282327" y="3630759"/>
              <a:chExt cx="288882" cy="288578"/>
            </a:xfrm>
            <a:solidFill>
              <a:srgbClr val="FFFFFF"/>
            </a:solidFill>
          </p:grpSpPr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A533AF04-CED8-3149-9B2C-F069A7BB3B75}"/>
                  </a:ext>
                </a:extLst>
              </p:cNvPr>
              <p:cNvSpPr/>
              <p:nvPr/>
            </p:nvSpPr>
            <p:spPr>
              <a:xfrm>
                <a:off x="1282327" y="3630759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739F86A7-8A5D-E880-EFB9-2859643198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549" y="3692082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04" name="Graphic 158">
              <a:extLst>
                <a:ext uri="{FF2B5EF4-FFF2-40B4-BE49-F238E27FC236}">
                  <a16:creationId xmlns:a16="http://schemas.microsoft.com/office/drawing/2014/main" id="{B17563C6-3EC0-F0F7-7253-4616A283090A}"/>
                </a:ext>
              </a:extLst>
            </p:cNvPr>
            <p:cNvGrpSpPr/>
            <p:nvPr/>
          </p:nvGrpSpPr>
          <p:grpSpPr>
            <a:xfrm>
              <a:off x="-599363" y="1828293"/>
              <a:ext cx="57776" cy="214702"/>
              <a:chOff x="1397879" y="1856002"/>
              <a:chExt cx="57776" cy="214702"/>
            </a:xfrm>
          </p:grpSpPr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8398C94C-AD87-089D-ADE9-8E322D380AE3}"/>
                  </a:ext>
                </a:extLst>
              </p:cNvPr>
              <p:cNvSpPr/>
              <p:nvPr/>
            </p:nvSpPr>
            <p:spPr>
              <a:xfrm>
                <a:off x="1426768" y="1856002"/>
                <a:ext cx="7222" cy="171415"/>
              </a:xfrm>
              <a:custGeom>
                <a:avLst/>
                <a:gdLst>
                  <a:gd name="csX0" fmla="*/ 0 w 7222"/>
                  <a:gd name="csY0" fmla="*/ 0 h 171415"/>
                  <a:gd name="csX1" fmla="*/ 0 w 7222"/>
                  <a:gd name="csY1" fmla="*/ 171416 h 171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171415">
                    <a:moveTo>
                      <a:pt x="0" y="0"/>
                    </a:moveTo>
                    <a:lnTo>
                      <a:pt x="0" y="171416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E83EAEA6-70E7-CBC9-A7E1-078CD369A389}"/>
                  </a:ext>
                </a:extLst>
              </p:cNvPr>
              <p:cNvSpPr/>
              <p:nvPr/>
            </p:nvSpPr>
            <p:spPr>
              <a:xfrm>
                <a:off x="1397879" y="2012989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7" name="Graphic 158">
              <a:extLst>
                <a:ext uri="{FF2B5EF4-FFF2-40B4-BE49-F238E27FC236}">
                  <a16:creationId xmlns:a16="http://schemas.microsoft.com/office/drawing/2014/main" id="{C0355239-8FDD-FAE9-50F5-43458C60EB14}"/>
                </a:ext>
              </a:extLst>
            </p:cNvPr>
            <p:cNvGrpSpPr/>
            <p:nvPr/>
          </p:nvGrpSpPr>
          <p:grpSpPr>
            <a:xfrm>
              <a:off x="-714915" y="1539715"/>
              <a:ext cx="288882" cy="288578"/>
              <a:chOff x="1282327" y="1567424"/>
              <a:chExt cx="288882" cy="288578"/>
            </a:xfrm>
            <a:solidFill>
              <a:srgbClr val="FFFFFF"/>
            </a:solidFill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D8B070AA-CF7C-C342-D3F5-666800A4D90D}"/>
                  </a:ext>
                </a:extLst>
              </p:cNvPr>
              <p:cNvSpPr/>
              <p:nvPr/>
            </p:nvSpPr>
            <p:spPr>
              <a:xfrm>
                <a:off x="1282327" y="1567424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9" name="Picture 208">
                <a:extLst>
                  <a:ext uri="{FF2B5EF4-FFF2-40B4-BE49-F238E27FC236}">
                    <a16:creationId xmlns:a16="http://schemas.microsoft.com/office/drawing/2014/main" id="{D4135381-2D71-1AC5-6177-44DBB018C6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9549" y="1628747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0" name="Graphic 158">
              <a:extLst>
                <a:ext uri="{FF2B5EF4-FFF2-40B4-BE49-F238E27FC236}">
                  <a16:creationId xmlns:a16="http://schemas.microsoft.com/office/drawing/2014/main" id="{C2A3EECE-1ED7-80DE-B44B-A37BB4C0CC46}"/>
                </a:ext>
              </a:extLst>
            </p:cNvPr>
            <p:cNvGrpSpPr/>
            <p:nvPr/>
          </p:nvGrpSpPr>
          <p:grpSpPr>
            <a:xfrm>
              <a:off x="-1018242" y="2059156"/>
              <a:ext cx="361102" cy="299399"/>
              <a:chOff x="979000" y="2086865"/>
              <a:chExt cx="361102" cy="299399"/>
            </a:xfrm>
            <a:noFill/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0EA600D7-68C2-641F-B616-B1493464C0B8}"/>
                  </a:ext>
                </a:extLst>
              </p:cNvPr>
              <p:cNvSpPr/>
              <p:nvPr/>
            </p:nvSpPr>
            <p:spPr>
              <a:xfrm>
                <a:off x="979000" y="2086865"/>
                <a:ext cx="361102" cy="288578"/>
              </a:xfrm>
              <a:prstGeom prst="rect">
                <a:avLst/>
              </a:prstGeom>
              <a:noFill/>
              <a:ln w="721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2" name="Picture 211">
                <a:extLst>
                  <a:ext uri="{FF2B5EF4-FFF2-40B4-BE49-F238E27FC236}">
                    <a16:creationId xmlns:a16="http://schemas.microsoft.com/office/drawing/2014/main" id="{1A0C6D30-5CFD-C484-593C-630063746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80109" y="2122937"/>
                <a:ext cx="158885" cy="263327"/>
              </a:xfrm>
              <a:custGeom>
                <a:avLst/>
                <a:gdLst>
                  <a:gd name="csX0" fmla="*/ 0 w 158885"/>
                  <a:gd name="csY0" fmla="*/ 0 h 263327"/>
                  <a:gd name="csX1" fmla="*/ 158885 w 158885"/>
                  <a:gd name="csY1" fmla="*/ 0 h 263327"/>
                  <a:gd name="csX2" fmla="*/ 158885 w 158885"/>
                  <a:gd name="csY2" fmla="*/ 263328 h 263327"/>
                  <a:gd name="csX3" fmla="*/ 0 w 158885"/>
                  <a:gd name="csY3" fmla="*/ 263328 h 2633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8885" h="263327">
                    <a:moveTo>
                      <a:pt x="0" y="0"/>
                    </a:moveTo>
                    <a:lnTo>
                      <a:pt x="158885" y="0"/>
                    </a:lnTo>
                    <a:lnTo>
                      <a:pt x="158885" y="263328"/>
                    </a:lnTo>
                    <a:lnTo>
                      <a:pt x="0" y="263328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" name="Graphic 158">
              <a:extLst>
                <a:ext uri="{FF2B5EF4-FFF2-40B4-BE49-F238E27FC236}">
                  <a16:creationId xmlns:a16="http://schemas.microsoft.com/office/drawing/2014/main" id="{57497502-B72E-1439-D351-BA9B0C227EFC}"/>
                </a:ext>
              </a:extLst>
            </p:cNvPr>
            <p:cNvGrpSpPr/>
            <p:nvPr/>
          </p:nvGrpSpPr>
          <p:grpSpPr>
            <a:xfrm>
              <a:off x="-483810" y="2621884"/>
              <a:ext cx="361102" cy="299399"/>
              <a:chOff x="1513432" y="2649593"/>
              <a:chExt cx="361102" cy="299399"/>
            </a:xfrm>
            <a:noFill/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A07B0F13-00E6-5677-EBD7-7D0B9D94C262}"/>
                  </a:ext>
                </a:extLst>
              </p:cNvPr>
              <p:cNvSpPr/>
              <p:nvPr/>
            </p:nvSpPr>
            <p:spPr>
              <a:xfrm>
                <a:off x="1513432" y="2649593"/>
                <a:ext cx="361102" cy="288578"/>
              </a:xfrm>
              <a:prstGeom prst="rect">
                <a:avLst/>
              </a:prstGeom>
              <a:noFill/>
              <a:ln w="721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8" name="Picture 217">
                <a:extLst>
                  <a:ext uri="{FF2B5EF4-FFF2-40B4-BE49-F238E27FC236}">
                    <a16:creationId xmlns:a16="http://schemas.microsoft.com/office/drawing/2014/main" id="{6CA94687-3807-2C84-FB5E-A79E24493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10930" y="2685665"/>
                <a:ext cx="166107" cy="263327"/>
              </a:xfrm>
              <a:custGeom>
                <a:avLst/>
                <a:gdLst>
                  <a:gd name="csX0" fmla="*/ 0 w 166107"/>
                  <a:gd name="csY0" fmla="*/ 0 h 263327"/>
                  <a:gd name="csX1" fmla="*/ 166107 w 166107"/>
                  <a:gd name="csY1" fmla="*/ 0 h 263327"/>
                  <a:gd name="csX2" fmla="*/ 166107 w 166107"/>
                  <a:gd name="csY2" fmla="*/ 263328 h 263327"/>
                  <a:gd name="csX3" fmla="*/ 0 w 166107"/>
                  <a:gd name="csY3" fmla="*/ 263328 h 2633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6107" h="263327">
                    <a:moveTo>
                      <a:pt x="0" y="0"/>
                    </a:moveTo>
                    <a:lnTo>
                      <a:pt x="166107" y="0"/>
                    </a:lnTo>
                    <a:lnTo>
                      <a:pt x="166107" y="263328"/>
                    </a:lnTo>
                    <a:lnTo>
                      <a:pt x="0" y="263328"/>
                    </a:lnTo>
                    <a:close/>
                  </a:path>
                </a:pathLst>
              </a:custGeom>
            </p:spPr>
          </p:pic>
        </p:grpSp>
        <p:grpSp>
          <p:nvGrpSpPr>
            <p:cNvPr id="219" name="Graphic 158">
              <a:extLst>
                <a:ext uri="{FF2B5EF4-FFF2-40B4-BE49-F238E27FC236}">
                  <a16:creationId xmlns:a16="http://schemas.microsoft.com/office/drawing/2014/main" id="{C6B7D9A4-C28A-6FD8-7C8A-F3E80A196641}"/>
                </a:ext>
              </a:extLst>
            </p:cNvPr>
            <p:cNvGrpSpPr/>
            <p:nvPr/>
          </p:nvGrpSpPr>
          <p:grpSpPr>
            <a:xfrm>
              <a:off x="-714915" y="2621884"/>
              <a:ext cx="288882" cy="288578"/>
              <a:chOff x="1282327" y="2649593"/>
              <a:chExt cx="288882" cy="288578"/>
            </a:xfrm>
            <a:solidFill>
              <a:srgbClr val="FFFFFF"/>
            </a:solidFill>
          </p:grpSpPr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5D895589-0B7A-7EBE-0514-4C032974A2DE}"/>
                  </a:ext>
                </a:extLst>
              </p:cNvPr>
              <p:cNvSpPr/>
              <p:nvPr/>
            </p:nvSpPr>
            <p:spPr>
              <a:xfrm>
                <a:off x="1282327" y="2649593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1" name="Picture 220">
                <a:extLst>
                  <a:ext uri="{FF2B5EF4-FFF2-40B4-BE49-F238E27FC236}">
                    <a16:creationId xmlns:a16="http://schemas.microsoft.com/office/drawing/2014/main" id="{9EFFFFE1-7F40-93FA-1C8E-6C2FE59393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9549" y="2710915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2" name="Graphic 158">
              <a:extLst>
                <a:ext uri="{FF2B5EF4-FFF2-40B4-BE49-F238E27FC236}">
                  <a16:creationId xmlns:a16="http://schemas.microsoft.com/office/drawing/2014/main" id="{4F28CE9D-3399-DC3A-9943-BA5E531A187B}"/>
                </a:ext>
              </a:extLst>
            </p:cNvPr>
            <p:cNvGrpSpPr/>
            <p:nvPr/>
          </p:nvGrpSpPr>
          <p:grpSpPr>
            <a:xfrm>
              <a:off x="-1003797" y="3126896"/>
              <a:ext cx="288882" cy="288578"/>
              <a:chOff x="993445" y="3154605"/>
              <a:chExt cx="288882" cy="288578"/>
            </a:xfrm>
            <a:solidFill>
              <a:srgbClr val="FFFFFF"/>
            </a:solidFill>
          </p:grpSpPr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7C17C543-BF53-14F9-7D03-23C6D6FD4303}"/>
                  </a:ext>
                </a:extLst>
              </p:cNvPr>
              <p:cNvSpPr/>
              <p:nvPr/>
            </p:nvSpPr>
            <p:spPr>
              <a:xfrm>
                <a:off x="993445" y="3154605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4" name="Picture 223">
                <a:extLst>
                  <a:ext uri="{FF2B5EF4-FFF2-40B4-BE49-F238E27FC236}">
                    <a16:creationId xmlns:a16="http://schemas.microsoft.com/office/drawing/2014/main" id="{31B183F8-DCBA-D764-EF18-4BB706BFF5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0667" y="3215927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5" name="Graphic 158">
              <a:extLst>
                <a:ext uri="{FF2B5EF4-FFF2-40B4-BE49-F238E27FC236}">
                  <a16:creationId xmlns:a16="http://schemas.microsoft.com/office/drawing/2014/main" id="{D5FCF637-CC4B-6208-742A-B73F3403E6A8}"/>
                </a:ext>
              </a:extLst>
            </p:cNvPr>
            <p:cNvGrpSpPr/>
            <p:nvPr/>
          </p:nvGrpSpPr>
          <p:grpSpPr>
            <a:xfrm>
              <a:off x="-426033" y="3126896"/>
              <a:ext cx="288882" cy="288578"/>
              <a:chOff x="1571209" y="3154605"/>
              <a:chExt cx="288882" cy="288578"/>
            </a:xfrm>
            <a:solidFill>
              <a:srgbClr val="FFFFFF"/>
            </a:solidFill>
          </p:grpSpPr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CD7B89BE-9CEB-44AE-6C7A-ED2B3A214D74}"/>
                  </a:ext>
                </a:extLst>
              </p:cNvPr>
              <p:cNvSpPr/>
              <p:nvPr/>
            </p:nvSpPr>
            <p:spPr>
              <a:xfrm>
                <a:off x="1571209" y="3154605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7" name="Picture 226">
                <a:extLst>
                  <a:ext uri="{FF2B5EF4-FFF2-40B4-BE49-F238E27FC236}">
                    <a16:creationId xmlns:a16="http://schemas.microsoft.com/office/drawing/2014/main" id="{C358A1B7-88BA-8B6B-AFC8-C4EB11F93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78431" y="3215927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8" name="Graphic 158">
              <a:extLst>
                <a:ext uri="{FF2B5EF4-FFF2-40B4-BE49-F238E27FC236}">
                  <a16:creationId xmlns:a16="http://schemas.microsoft.com/office/drawing/2014/main" id="{A3BBDDD9-9BC7-9B1F-B85F-1E3C4EA44B0A}"/>
                </a:ext>
              </a:extLst>
            </p:cNvPr>
            <p:cNvGrpSpPr/>
            <p:nvPr/>
          </p:nvGrpSpPr>
          <p:grpSpPr>
            <a:xfrm>
              <a:off x="-1147444" y="2737459"/>
              <a:ext cx="432528" cy="2294053"/>
              <a:chOff x="849798" y="2765168"/>
              <a:chExt cx="432528" cy="2294053"/>
            </a:xfrm>
          </p:grpSpPr>
          <p:grpSp>
            <p:nvGrpSpPr>
              <p:cNvPr id="229" name="Graphic 158">
                <a:extLst>
                  <a:ext uri="{FF2B5EF4-FFF2-40B4-BE49-F238E27FC236}">
                    <a16:creationId xmlns:a16="http://schemas.microsoft.com/office/drawing/2014/main" id="{91421CBA-AC5C-3725-EB72-3ED64229983C}"/>
                  </a:ext>
                </a:extLst>
              </p:cNvPr>
              <p:cNvGrpSpPr/>
              <p:nvPr/>
            </p:nvGrpSpPr>
            <p:grpSpPr>
              <a:xfrm>
                <a:off x="849798" y="2765168"/>
                <a:ext cx="432528" cy="2092048"/>
                <a:chOff x="849798" y="2765168"/>
                <a:chExt cx="432528" cy="2092048"/>
              </a:xfrm>
            </p:grpSpPr>
            <p:sp>
              <p:nvSpPr>
                <p:cNvPr id="230" name="Freeform 229">
                  <a:extLst>
                    <a:ext uri="{FF2B5EF4-FFF2-40B4-BE49-F238E27FC236}">
                      <a16:creationId xmlns:a16="http://schemas.microsoft.com/office/drawing/2014/main" id="{A3638203-E00C-8BA6-72FC-3D563857A9A5}"/>
                    </a:ext>
                  </a:extLst>
                </p:cNvPr>
                <p:cNvSpPr/>
                <p:nvPr/>
              </p:nvSpPr>
              <p:spPr>
                <a:xfrm>
                  <a:off x="849798" y="2794026"/>
                  <a:ext cx="432528" cy="2063191"/>
                </a:xfrm>
                <a:custGeom>
                  <a:avLst/>
                  <a:gdLst>
                    <a:gd name="csX0" fmla="*/ 432529 w 432528"/>
                    <a:gd name="csY0" fmla="*/ 2063191 h 2063191"/>
                    <a:gd name="csX1" fmla="*/ 0 w 432528"/>
                    <a:gd name="csY1" fmla="*/ 1032317 h 2063191"/>
                    <a:gd name="csX2" fmla="*/ 373019 w 432528"/>
                    <a:gd name="csY2" fmla="*/ 0 h 20631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32528" h="2063191">
                      <a:moveTo>
                        <a:pt x="432529" y="2063191"/>
                      </a:moveTo>
                      <a:cubicBezTo>
                        <a:pt x="144176" y="2063717"/>
                        <a:pt x="0" y="1720093"/>
                        <a:pt x="0" y="1032317"/>
                      </a:cubicBezTo>
                      <a:cubicBezTo>
                        <a:pt x="0" y="344541"/>
                        <a:pt x="124340" y="433"/>
                        <a:pt x="373019" y="0"/>
                      </a:cubicBezTo>
                    </a:path>
                  </a:pathLst>
                </a:custGeom>
                <a:noFill/>
                <a:ln w="14432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1" name="Freeform 230">
                  <a:extLst>
                    <a:ext uri="{FF2B5EF4-FFF2-40B4-BE49-F238E27FC236}">
                      <a16:creationId xmlns:a16="http://schemas.microsoft.com/office/drawing/2014/main" id="{56D37A6A-4DA4-FE82-A929-CA856D66A1EF}"/>
                    </a:ext>
                  </a:extLst>
                </p:cNvPr>
                <p:cNvSpPr/>
                <p:nvPr/>
              </p:nvSpPr>
              <p:spPr>
                <a:xfrm>
                  <a:off x="1208373" y="2765168"/>
                  <a:ext cx="57776" cy="57715"/>
                </a:xfrm>
                <a:custGeom>
                  <a:avLst/>
                  <a:gdLst>
                    <a:gd name="csX0" fmla="*/ 57776 w 57776"/>
                    <a:gd name="csY0" fmla="*/ 28714 h 57715"/>
                    <a:gd name="csX1" fmla="*/ 72 w 57776"/>
                    <a:gd name="csY1" fmla="*/ 57716 h 57715"/>
                    <a:gd name="csX2" fmla="*/ 14444 w 57776"/>
                    <a:gd name="csY2" fmla="*/ 28858 h 57715"/>
                    <a:gd name="csX3" fmla="*/ 0 w 57776"/>
                    <a:gd name="csY3" fmla="*/ 0 h 57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776" h="57715">
                      <a:moveTo>
                        <a:pt x="57776" y="28714"/>
                      </a:moveTo>
                      <a:lnTo>
                        <a:pt x="72" y="57716"/>
                      </a:lnTo>
                      <a:lnTo>
                        <a:pt x="14444" y="2885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4432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0FA1F36B-750A-1129-C9D8-0D96DF85D3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19830" y="4868038"/>
                <a:ext cx="79442" cy="191183"/>
              </a:xfrm>
              <a:custGeom>
                <a:avLst/>
                <a:gdLst>
                  <a:gd name="csX0" fmla="*/ 0 w 79442"/>
                  <a:gd name="csY0" fmla="*/ 0 h 191183"/>
                  <a:gd name="csX1" fmla="*/ 79443 w 79442"/>
                  <a:gd name="csY1" fmla="*/ 0 h 191183"/>
                  <a:gd name="csX2" fmla="*/ 79443 w 79442"/>
                  <a:gd name="csY2" fmla="*/ 191183 h 191183"/>
                  <a:gd name="csX3" fmla="*/ 0 w 79442"/>
                  <a:gd name="csY3" fmla="*/ 191183 h 1911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442" h="191183">
                    <a:moveTo>
                      <a:pt x="0" y="0"/>
                    </a:moveTo>
                    <a:lnTo>
                      <a:pt x="79443" y="0"/>
                    </a:lnTo>
                    <a:lnTo>
                      <a:pt x="79443" y="191183"/>
                    </a:lnTo>
                    <a:lnTo>
                      <a:pt x="0" y="191183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58">
              <a:extLst>
                <a:ext uri="{FF2B5EF4-FFF2-40B4-BE49-F238E27FC236}">
                  <a16:creationId xmlns:a16="http://schemas.microsoft.com/office/drawing/2014/main" id="{CBA8F32D-C85F-F665-4B5D-6226ED8AF018}"/>
                </a:ext>
              </a:extLst>
            </p:cNvPr>
            <p:cNvGrpSpPr/>
            <p:nvPr/>
          </p:nvGrpSpPr>
          <p:grpSpPr>
            <a:xfrm>
              <a:off x="-790675" y="2868185"/>
              <a:ext cx="118080" cy="256690"/>
              <a:chOff x="1206567" y="2895894"/>
              <a:chExt cx="118080" cy="256690"/>
            </a:xfrm>
          </p:grpSpPr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ADEC2A51-2D03-D4CF-1949-68B36EDE5DA7}"/>
                  </a:ext>
                </a:extLst>
              </p:cNvPr>
              <p:cNvSpPr/>
              <p:nvPr/>
            </p:nvSpPr>
            <p:spPr>
              <a:xfrm>
                <a:off x="1226934" y="2895894"/>
                <a:ext cx="97714" cy="217227"/>
              </a:xfrm>
              <a:custGeom>
                <a:avLst/>
                <a:gdLst>
                  <a:gd name="csX0" fmla="*/ 97714 w 97714"/>
                  <a:gd name="csY0" fmla="*/ 0 h 217227"/>
                  <a:gd name="csX1" fmla="*/ 0 w 97714"/>
                  <a:gd name="csY1" fmla="*/ 217227 h 217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7714" h="217227">
                    <a:moveTo>
                      <a:pt x="97714" y="0"/>
                    </a:moveTo>
                    <a:lnTo>
                      <a:pt x="0" y="217227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D0650755-6180-7873-9363-572542AB369D}"/>
                  </a:ext>
                </a:extLst>
              </p:cNvPr>
              <p:cNvSpPr/>
              <p:nvPr/>
            </p:nvSpPr>
            <p:spPr>
              <a:xfrm>
                <a:off x="1206567" y="3088087"/>
                <a:ext cx="52648" cy="64497"/>
              </a:xfrm>
              <a:custGeom>
                <a:avLst/>
                <a:gdLst>
                  <a:gd name="csX0" fmla="*/ 2672 w 52648"/>
                  <a:gd name="csY0" fmla="*/ 64497 h 64497"/>
                  <a:gd name="csX1" fmla="*/ 0 w 52648"/>
                  <a:gd name="csY1" fmla="*/ 0 h 64497"/>
                  <a:gd name="csX2" fmla="*/ 20366 w 52648"/>
                  <a:gd name="csY2" fmla="*/ 25034 h 64497"/>
                  <a:gd name="csX3" fmla="*/ 52649 w 52648"/>
                  <a:gd name="csY3" fmla="*/ 23663 h 644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648" h="64497">
                    <a:moveTo>
                      <a:pt x="2672" y="64497"/>
                    </a:moveTo>
                    <a:lnTo>
                      <a:pt x="0" y="0"/>
                    </a:lnTo>
                    <a:lnTo>
                      <a:pt x="20366" y="25034"/>
                    </a:lnTo>
                    <a:lnTo>
                      <a:pt x="52649" y="23663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58">
              <a:extLst>
                <a:ext uri="{FF2B5EF4-FFF2-40B4-BE49-F238E27FC236}">
                  <a16:creationId xmlns:a16="http://schemas.microsoft.com/office/drawing/2014/main" id="{D796DCF5-8E15-40B0-AA87-A9357579EBCD}"/>
                </a:ext>
              </a:extLst>
            </p:cNvPr>
            <p:cNvGrpSpPr/>
            <p:nvPr/>
          </p:nvGrpSpPr>
          <p:grpSpPr>
            <a:xfrm>
              <a:off x="-468354" y="2868185"/>
              <a:ext cx="122991" cy="256329"/>
              <a:chOff x="1528888" y="2895894"/>
              <a:chExt cx="122991" cy="256329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409F5A58-C2CE-8F93-06F6-EBB685270920}"/>
                  </a:ext>
                </a:extLst>
              </p:cNvPr>
              <p:cNvSpPr/>
              <p:nvPr/>
            </p:nvSpPr>
            <p:spPr>
              <a:xfrm>
                <a:off x="1528888" y="2895894"/>
                <a:ext cx="103130" cy="217227"/>
              </a:xfrm>
              <a:custGeom>
                <a:avLst/>
                <a:gdLst>
                  <a:gd name="csX0" fmla="*/ 0 w 103130"/>
                  <a:gd name="csY0" fmla="*/ 0 h 217227"/>
                  <a:gd name="csX1" fmla="*/ 103131 w 103130"/>
                  <a:gd name="csY1" fmla="*/ 217227 h 217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3130" h="217227">
                    <a:moveTo>
                      <a:pt x="0" y="0"/>
                    </a:moveTo>
                    <a:lnTo>
                      <a:pt x="103131" y="217227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85179174-9E24-6B9A-05FC-45D084A200B4}"/>
                  </a:ext>
                </a:extLst>
              </p:cNvPr>
              <p:cNvSpPr/>
              <p:nvPr/>
            </p:nvSpPr>
            <p:spPr>
              <a:xfrm>
                <a:off x="1599736" y="3087727"/>
                <a:ext cx="52143" cy="64497"/>
              </a:xfrm>
              <a:custGeom>
                <a:avLst/>
                <a:gdLst>
                  <a:gd name="csX0" fmla="*/ 50843 w 52143"/>
                  <a:gd name="csY0" fmla="*/ 64497 h 64497"/>
                  <a:gd name="csX1" fmla="*/ 0 w 52143"/>
                  <a:gd name="csY1" fmla="*/ 24746 h 64497"/>
                  <a:gd name="csX2" fmla="*/ 32283 w 52143"/>
                  <a:gd name="csY2" fmla="*/ 25395 h 64497"/>
                  <a:gd name="csX3" fmla="*/ 52143 w 52143"/>
                  <a:gd name="csY3" fmla="*/ 0 h 644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143" h="64497">
                    <a:moveTo>
                      <a:pt x="50843" y="64497"/>
                    </a:moveTo>
                    <a:lnTo>
                      <a:pt x="0" y="24746"/>
                    </a:lnTo>
                    <a:lnTo>
                      <a:pt x="32283" y="25395"/>
                    </a:lnTo>
                    <a:lnTo>
                      <a:pt x="5214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9" name="Graphic 158">
              <a:extLst>
                <a:ext uri="{FF2B5EF4-FFF2-40B4-BE49-F238E27FC236}">
                  <a16:creationId xmlns:a16="http://schemas.microsoft.com/office/drawing/2014/main" id="{9A321838-7A92-90D5-F588-0D7D38E60190}"/>
                </a:ext>
              </a:extLst>
            </p:cNvPr>
            <p:cNvGrpSpPr/>
            <p:nvPr/>
          </p:nvGrpSpPr>
          <p:grpSpPr>
            <a:xfrm>
              <a:off x="-859356" y="3415474"/>
              <a:ext cx="176579" cy="217299"/>
              <a:chOff x="1137886" y="3443183"/>
              <a:chExt cx="176579" cy="217299"/>
            </a:xfrm>
          </p:grpSpPr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AA8CA0EB-2ADB-5D4B-44DF-4236292D14FE}"/>
                  </a:ext>
                </a:extLst>
              </p:cNvPr>
              <p:cNvSpPr/>
              <p:nvPr/>
            </p:nvSpPr>
            <p:spPr>
              <a:xfrm>
                <a:off x="1137886" y="3443183"/>
                <a:ext cx="149279" cy="183680"/>
              </a:xfrm>
              <a:custGeom>
                <a:avLst/>
                <a:gdLst>
                  <a:gd name="csX0" fmla="*/ 0 w 149279"/>
                  <a:gd name="csY0" fmla="*/ 0 h 183680"/>
                  <a:gd name="csX1" fmla="*/ 149280 w 149279"/>
                  <a:gd name="csY1" fmla="*/ 183680 h 183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9279" h="183680">
                    <a:moveTo>
                      <a:pt x="0" y="0"/>
                    </a:moveTo>
                    <a:lnTo>
                      <a:pt x="149280" y="183680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A279D40F-3377-3A2F-B69D-282E207A95E3}"/>
                  </a:ext>
                </a:extLst>
              </p:cNvPr>
              <p:cNvSpPr/>
              <p:nvPr/>
            </p:nvSpPr>
            <p:spPr>
              <a:xfrm>
                <a:off x="1255605" y="3597500"/>
                <a:ext cx="58859" cy="62982"/>
              </a:xfrm>
              <a:custGeom>
                <a:avLst/>
                <a:gdLst>
                  <a:gd name="csX0" fmla="*/ 58860 w 58859"/>
                  <a:gd name="csY0" fmla="*/ 62982 h 62982"/>
                  <a:gd name="csX1" fmla="*/ 0 w 58859"/>
                  <a:gd name="csY1" fmla="*/ 36361 h 62982"/>
                  <a:gd name="csX2" fmla="*/ 31560 w 58859"/>
                  <a:gd name="csY2" fmla="*/ 29363 h 62982"/>
                  <a:gd name="csX3" fmla="*/ 44849 w 58859"/>
                  <a:gd name="csY3" fmla="*/ 0 h 629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859" h="62982">
                    <a:moveTo>
                      <a:pt x="58860" y="62982"/>
                    </a:moveTo>
                    <a:lnTo>
                      <a:pt x="0" y="36361"/>
                    </a:lnTo>
                    <a:lnTo>
                      <a:pt x="31560" y="29363"/>
                    </a:lnTo>
                    <a:lnTo>
                      <a:pt x="448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2" name="Graphic 158">
              <a:extLst>
                <a:ext uri="{FF2B5EF4-FFF2-40B4-BE49-F238E27FC236}">
                  <a16:creationId xmlns:a16="http://schemas.microsoft.com/office/drawing/2014/main" id="{8C516D74-3E8D-7DDD-96E5-E98AA2149EA7}"/>
                </a:ext>
              </a:extLst>
            </p:cNvPr>
            <p:cNvGrpSpPr/>
            <p:nvPr/>
          </p:nvGrpSpPr>
          <p:grpSpPr>
            <a:xfrm>
              <a:off x="-458171" y="3415474"/>
              <a:ext cx="176579" cy="217299"/>
              <a:chOff x="1539071" y="3443183"/>
              <a:chExt cx="176579" cy="217299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98B78673-D324-79E3-6D46-2656D7B6499B}"/>
                  </a:ext>
                </a:extLst>
              </p:cNvPr>
              <p:cNvSpPr/>
              <p:nvPr/>
            </p:nvSpPr>
            <p:spPr>
              <a:xfrm>
                <a:off x="1566370" y="3443183"/>
                <a:ext cx="149279" cy="183680"/>
              </a:xfrm>
              <a:custGeom>
                <a:avLst/>
                <a:gdLst>
                  <a:gd name="csX0" fmla="*/ 149280 w 149279"/>
                  <a:gd name="csY0" fmla="*/ 0 h 183680"/>
                  <a:gd name="csX1" fmla="*/ 0 w 149279"/>
                  <a:gd name="csY1" fmla="*/ 183680 h 183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9279" h="183680">
                    <a:moveTo>
                      <a:pt x="149280" y="0"/>
                    </a:moveTo>
                    <a:lnTo>
                      <a:pt x="0" y="183680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F4E252CD-5A2A-D1D4-C8BF-3EFBECF1AC94}"/>
                  </a:ext>
                </a:extLst>
              </p:cNvPr>
              <p:cNvSpPr/>
              <p:nvPr/>
            </p:nvSpPr>
            <p:spPr>
              <a:xfrm>
                <a:off x="1539071" y="3597500"/>
                <a:ext cx="58859" cy="62982"/>
              </a:xfrm>
              <a:custGeom>
                <a:avLst/>
                <a:gdLst>
                  <a:gd name="csX0" fmla="*/ 0 w 58859"/>
                  <a:gd name="csY0" fmla="*/ 62982 h 62982"/>
                  <a:gd name="csX1" fmla="*/ 14011 w 58859"/>
                  <a:gd name="csY1" fmla="*/ 0 h 62982"/>
                  <a:gd name="csX2" fmla="*/ 27299 w 58859"/>
                  <a:gd name="csY2" fmla="*/ 29363 h 62982"/>
                  <a:gd name="csX3" fmla="*/ 58860 w 58859"/>
                  <a:gd name="csY3" fmla="*/ 36361 h 629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859" h="62982">
                    <a:moveTo>
                      <a:pt x="0" y="62982"/>
                    </a:moveTo>
                    <a:lnTo>
                      <a:pt x="14011" y="0"/>
                    </a:lnTo>
                    <a:lnTo>
                      <a:pt x="27299" y="29363"/>
                    </a:lnTo>
                    <a:lnTo>
                      <a:pt x="58860" y="36361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5" name="Graphic 158">
              <a:extLst>
                <a:ext uri="{FF2B5EF4-FFF2-40B4-BE49-F238E27FC236}">
                  <a16:creationId xmlns:a16="http://schemas.microsoft.com/office/drawing/2014/main" id="{582E7E07-96D8-75DB-3FE8-5D282570BE55}"/>
                </a:ext>
              </a:extLst>
            </p:cNvPr>
            <p:cNvGrpSpPr/>
            <p:nvPr/>
          </p:nvGrpSpPr>
          <p:grpSpPr>
            <a:xfrm>
              <a:off x="-426033" y="2174731"/>
              <a:ext cx="434117" cy="3210289"/>
              <a:chOff x="1571209" y="2202440"/>
              <a:chExt cx="434117" cy="3210289"/>
            </a:xfrm>
          </p:grpSpPr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59D9A54B-101E-512D-02A3-5D7F6E477A83}"/>
                  </a:ext>
                </a:extLst>
              </p:cNvPr>
              <p:cNvSpPr/>
              <p:nvPr/>
            </p:nvSpPr>
            <p:spPr>
              <a:xfrm>
                <a:off x="1571209" y="2231298"/>
                <a:ext cx="434117" cy="3181431"/>
              </a:xfrm>
              <a:custGeom>
                <a:avLst/>
                <a:gdLst>
                  <a:gd name="csX0" fmla="*/ 0 w 434117"/>
                  <a:gd name="csY0" fmla="*/ 3181432 h 3181431"/>
                  <a:gd name="csX1" fmla="*/ 434118 w 434117"/>
                  <a:gd name="csY1" fmla="*/ 1591077 h 3181431"/>
                  <a:gd name="csX2" fmla="*/ 59510 w 434117"/>
                  <a:gd name="csY2" fmla="*/ 0 h 31814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34117" h="3181431">
                    <a:moveTo>
                      <a:pt x="0" y="3181432"/>
                    </a:moveTo>
                    <a:cubicBezTo>
                      <a:pt x="289409" y="3181432"/>
                      <a:pt x="434118" y="2651313"/>
                      <a:pt x="434118" y="1591077"/>
                    </a:cubicBezTo>
                    <a:cubicBezTo>
                      <a:pt x="434118" y="530789"/>
                      <a:pt x="309248" y="433"/>
                      <a:pt x="59510" y="0"/>
                    </a:cubicBezTo>
                  </a:path>
                </a:pathLst>
              </a:custGeom>
              <a:noFill/>
              <a:ln w="14432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2D2C620D-8661-CB8F-1843-2DBBD2EAED75}"/>
                  </a:ext>
                </a:extLst>
              </p:cNvPr>
              <p:cNvSpPr/>
              <p:nvPr/>
            </p:nvSpPr>
            <p:spPr>
              <a:xfrm>
                <a:off x="1587386" y="2202440"/>
                <a:ext cx="57776" cy="57715"/>
              </a:xfrm>
              <a:custGeom>
                <a:avLst/>
                <a:gdLst>
                  <a:gd name="csX0" fmla="*/ 0 w 57776"/>
                  <a:gd name="csY0" fmla="*/ 28714 h 57715"/>
                  <a:gd name="csX1" fmla="*/ 57776 w 57776"/>
                  <a:gd name="csY1" fmla="*/ 0 h 57715"/>
                  <a:gd name="csX2" fmla="*/ 43332 w 57776"/>
                  <a:gd name="csY2" fmla="*/ 28858 h 57715"/>
                  <a:gd name="csX3" fmla="*/ 57704 w 57776"/>
                  <a:gd name="csY3" fmla="*/ 57716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0" y="28714"/>
                    </a:moveTo>
                    <a:lnTo>
                      <a:pt x="57776" y="0"/>
                    </a:lnTo>
                    <a:lnTo>
                      <a:pt x="43332" y="28858"/>
                    </a:lnTo>
                    <a:lnTo>
                      <a:pt x="57704" y="57716"/>
                    </a:lnTo>
                    <a:close/>
                  </a:path>
                </a:pathLst>
              </a:custGeom>
              <a:solidFill>
                <a:srgbClr val="0000FF"/>
              </a:solidFill>
              <a:ln w="14432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8" name="Graphic 158">
              <a:extLst>
                <a:ext uri="{FF2B5EF4-FFF2-40B4-BE49-F238E27FC236}">
                  <a16:creationId xmlns:a16="http://schemas.microsoft.com/office/drawing/2014/main" id="{9ED9B8AD-98D9-933A-608C-02F428424AE9}"/>
                </a:ext>
              </a:extLst>
            </p:cNvPr>
            <p:cNvGrpSpPr/>
            <p:nvPr/>
          </p:nvGrpSpPr>
          <p:grpSpPr>
            <a:xfrm>
              <a:off x="-714915" y="5803459"/>
              <a:ext cx="288882" cy="288578"/>
              <a:chOff x="1282327" y="5831168"/>
              <a:chExt cx="288882" cy="288578"/>
            </a:xfrm>
            <a:solidFill>
              <a:srgbClr val="FFFFFF"/>
            </a:solidFill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6501FD65-2551-2556-5DCF-B57C65503E01}"/>
                  </a:ext>
                </a:extLst>
              </p:cNvPr>
              <p:cNvSpPr/>
              <p:nvPr/>
            </p:nvSpPr>
            <p:spPr>
              <a:xfrm>
                <a:off x="1282327" y="5831168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0" name="Picture 249">
                <a:extLst>
                  <a:ext uri="{FF2B5EF4-FFF2-40B4-BE49-F238E27FC236}">
                    <a16:creationId xmlns:a16="http://schemas.microsoft.com/office/drawing/2014/main" id="{2A7DFAAE-81E9-7D2C-F756-4D6001939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89549" y="5892491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pic>
          <p:nvPicPr>
            <p:cNvPr id="251" name="Picture 250">
              <a:extLst>
                <a:ext uri="{FF2B5EF4-FFF2-40B4-BE49-F238E27FC236}">
                  <a16:creationId xmlns:a16="http://schemas.microsoft.com/office/drawing/2014/main" id="{C202C790-8C0E-2B1D-CAB4-6D001EBCC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-263537" y="5352556"/>
              <a:ext cx="79442" cy="191183"/>
            </a:xfrm>
            <a:custGeom>
              <a:avLst/>
              <a:gdLst>
                <a:gd name="csX0" fmla="*/ 0 w 79442"/>
                <a:gd name="csY0" fmla="*/ 0 h 191183"/>
                <a:gd name="csX1" fmla="*/ 79443 w 79442"/>
                <a:gd name="csY1" fmla="*/ 0 h 191183"/>
                <a:gd name="csX2" fmla="*/ 79443 w 79442"/>
                <a:gd name="csY2" fmla="*/ 191183 h 191183"/>
                <a:gd name="csX3" fmla="*/ 0 w 79442"/>
                <a:gd name="csY3" fmla="*/ 191183 h 191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91183">
                  <a:moveTo>
                    <a:pt x="0" y="0"/>
                  </a:moveTo>
                  <a:lnTo>
                    <a:pt x="79443" y="0"/>
                  </a:lnTo>
                  <a:lnTo>
                    <a:pt x="79443" y="191183"/>
                  </a:lnTo>
                  <a:lnTo>
                    <a:pt x="0" y="191183"/>
                  </a:lnTo>
                  <a:close/>
                </a:path>
              </a:pathLst>
            </a:custGeom>
          </p:spPr>
        </p:pic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64DA2B6E-43A4-D23D-B469-D54D781D6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-530753" y="5561775"/>
              <a:ext cx="79442" cy="178557"/>
            </a:xfrm>
            <a:custGeom>
              <a:avLst/>
              <a:gdLst>
                <a:gd name="csX0" fmla="*/ 0 w 79442"/>
                <a:gd name="csY0" fmla="*/ 0 h 178557"/>
                <a:gd name="csX1" fmla="*/ 79443 w 79442"/>
                <a:gd name="csY1" fmla="*/ 0 h 178557"/>
                <a:gd name="csX2" fmla="*/ 79443 w 79442"/>
                <a:gd name="csY2" fmla="*/ 178558 h 178557"/>
                <a:gd name="csX3" fmla="*/ 0 w 79442"/>
                <a:gd name="csY3" fmla="*/ 178558 h 178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78557">
                  <a:moveTo>
                    <a:pt x="0" y="0"/>
                  </a:moveTo>
                  <a:lnTo>
                    <a:pt x="79443" y="0"/>
                  </a:lnTo>
                  <a:lnTo>
                    <a:pt x="79443" y="178558"/>
                  </a:lnTo>
                  <a:lnTo>
                    <a:pt x="0" y="178558"/>
                  </a:lnTo>
                  <a:close/>
                </a:path>
              </a:pathLst>
            </a:custGeom>
          </p:spPr>
        </p:pic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7B57D745-B3C5-760B-A268-ED62A3A12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689638" y="2957356"/>
              <a:ext cx="79442" cy="178557"/>
            </a:xfrm>
            <a:custGeom>
              <a:avLst/>
              <a:gdLst>
                <a:gd name="csX0" fmla="*/ 0 w 79442"/>
                <a:gd name="csY0" fmla="*/ 0 h 178557"/>
                <a:gd name="csX1" fmla="*/ 79443 w 79442"/>
                <a:gd name="csY1" fmla="*/ 0 h 178557"/>
                <a:gd name="csX2" fmla="*/ 79443 w 79442"/>
                <a:gd name="csY2" fmla="*/ 178558 h 178557"/>
                <a:gd name="csX3" fmla="*/ 0 w 79442"/>
                <a:gd name="csY3" fmla="*/ 178558 h 178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78557">
                  <a:moveTo>
                    <a:pt x="0" y="0"/>
                  </a:moveTo>
                  <a:lnTo>
                    <a:pt x="79443" y="0"/>
                  </a:lnTo>
                  <a:lnTo>
                    <a:pt x="79443" y="178558"/>
                  </a:lnTo>
                  <a:lnTo>
                    <a:pt x="0" y="178558"/>
                  </a:lnTo>
                  <a:close/>
                </a:path>
              </a:pathLst>
            </a:custGeom>
          </p:spPr>
        </p:pic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2F8D9FAC-077A-622A-A7F7-1A66AC92C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516309" y="2957356"/>
              <a:ext cx="79442" cy="191183"/>
            </a:xfrm>
            <a:custGeom>
              <a:avLst/>
              <a:gdLst>
                <a:gd name="csX0" fmla="*/ 0 w 79442"/>
                <a:gd name="csY0" fmla="*/ 0 h 191183"/>
                <a:gd name="csX1" fmla="*/ 79443 w 79442"/>
                <a:gd name="csY1" fmla="*/ 0 h 191183"/>
                <a:gd name="csX2" fmla="*/ 79443 w 79442"/>
                <a:gd name="csY2" fmla="*/ 191183 h 191183"/>
                <a:gd name="csX3" fmla="*/ 0 w 79442"/>
                <a:gd name="csY3" fmla="*/ 191183 h 191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91183">
                  <a:moveTo>
                    <a:pt x="0" y="0"/>
                  </a:moveTo>
                  <a:lnTo>
                    <a:pt x="79443" y="0"/>
                  </a:lnTo>
                  <a:lnTo>
                    <a:pt x="79443" y="191183"/>
                  </a:lnTo>
                  <a:lnTo>
                    <a:pt x="0" y="191183"/>
                  </a:lnTo>
                  <a:close/>
                </a:path>
              </a:pathLst>
            </a:custGeom>
          </p:spPr>
        </p:pic>
        <p:pic>
          <p:nvPicPr>
            <p:cNvPr id="255" name="Picture 254">
              <a:extLst>
                <a:ext uri="{FF2B5EF4-FFF2-40B4-BE49-F238E27FC236}">
                  <a16:creationId xmlns:a16="http://schemas.microsoft.com/office/drawing/2014/main" id="{01FE603F-C9E3-8680-533A-25FA97742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545197" y="4443534"/>
              <a:ext cx="79442" cy="178557"/>
            </a:xfrm>
            <a:custGeom>
              <a:avLst/>
              <a:gdLst>
                <a:gd name="csX0" fmla="*/ 0 w 79442"/>
                <a:gd name="csY0" fmla="*/ 0 h 178557"/>
                <a:gd name="csX1" fmla="*/ 79443 w 79442"/>
                <a:gd name="csY1" fmla="*/ 0 h 178557"/>
                <a:gd name="csX2" fmla="*/ 79443 w 79442"/>
                <a:gd name="csY2" fmla="*/ 178558 h 178557"/>
                <a:gd name="csX3" fmla="*/ 0 w 79442"/>
                <a:gd name="csY3" fmla="*/ 178558 h 178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78557">
                  <a:moveTo>
                    <a:pt x="0" y="0"/>
                  </a:moveTo>
                  <a:lnTo>
                    <a:pt x="79443" y="0"/>
                  </a:lnTo>
                  <a:lnTo>
                    <a:pt x="79443" y="178558"/>
                  </a:lnTo>
                  <a:lnTo>
                    <a:pt x="0" y="178558"/>
                  </a:lnTo>
                  <a:close/>
                </a:path>
              </a:pathLst>
            </a:custGeom>
          </p:spPr>
        </p:pic>
        <p:pic>
          <p:nvPicPr>
            <p:cNvPr id="256" name="Picture 255">
              <a:extLst>
                <a:ext uri="{FF2B5EF4-FFF2-40B4-BE49-F238E27FC236}">
                  <a16:creationId xmlns:a16="http://schemas.microsoft.com/office/drawing/2014/main" id="{245D9BF8-AF93-73BB-00C8-AA16B9EB8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848523" y="4277602"/>
              <a:ext cx="79442" cy="191183"/>
            </a:xfrm>
            <a:custGeom>
              <a:avLst/>
              <a:gdLst>
                <a:gd name="csX0" fmla="*/ 0 w 79442"/>
                <a:gd name="csY0" fmla="*/ 0 h 191183"/>
                <a:gd name="csX1" fmla="*/ 79443 w 79442"/>
                <a:gd name="csY1" fmla="*/ 0 h 191183"/>
                <a:gd name="csX2" fmla="*/ 79443 w 79442"/>
                <a:gd name="csY2" fmla="*/ 191183 h 191183"/>
                <a:gd name="csX3" fmla="*/ 0 w 79442"/>
                <a:gd name="csY3" fmla="*/ 191183 h 191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91183">
                  <a:moveTo>
                    <a:pt x="0" y="0"/>
                  </a:moveTo>
                  <a:lnTo>
                    <a:pt x="79443" y="0"/>
                  </a:lnTo>
                  <a:lnTo>
                    <a:pt x="79443" y="191183"/>
                  </a:lnTo>
                  <a:lnTo>
                    <a:pt x="0" y="191183"/>
                  </a:lnTo>
                  <a:close/>
                </a:path>
              </a:pathLst>
            </a:custGeom>
          </p:spPr>
        </p:pic>
      </p:grpSp>
      <p:grpSp>
        <p:nvGrpSpPr>
          <p:cNvPr id="482" name="Graphic 158">
            <a:extLst>
              <a:ext uri="{FF2B5EF4-FFF2-40B4-BE49-F238E27FC236}">
                <a16:creationId xmlns:a16="http://schemas.microsoft.com/office/drawing/2014/main" id="{D0086FCE-BA13-6078-2EF4-EC07E5FAB37C}"/>
              </a:ext>
            </a:extLst>
          </p:cNvPr>
          <p:cNvGrpSpPr/>
          <p:nvPr/>
        </p:nvGrpSpPr>
        <p:grpSpPr>
          <a:xfrm>
            <a:off x="7904968" y="1925081"/>
            <a:ext cx="361102" cy="303007"/>
            <a:chOff x="10851113" y="2155402"/>
            <a:chExt cx="361102" cy="303007"/>
          </a:xfrm>
          <a:noFill/>
        </p:grpSpPr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7CD2D5A3-D52A-D2DA-C39F-EE09C44B6A22}"/>
                </a:ext>
              </a:extLst>
            </p:cNvPr>
            <p:cNvSpPr/>
            <p:nvPr/>
          </p:nvSpPr>
          <p:spPr>
            <a:xfrm>
              <a:off x="10851113" y="2155402"/>
              <a:ext cx="361102" cy="288578"/>
            </a:xfrm>
            <a:prstGeom prst="rect">
              <a:avLst/>
            </a:prstGeom>
            <a:noFill/>
            <a:ln w="7216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484" name="Picture 483">
              <a:extLst>
                <a:ext uri="{FF2B5EF4-FFF2-40B4-BE49-F238E27FC236}">
                  <a16:creationId xmlns:a16="http://schemas.microsoft.com/office/drawing/2014/main" id="{ACF23EA3-5B5C-A644-504F-1A26289B0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934600" y="2195082"/>
              <a:ext cx="194995" cy="263327"/>
            </a:xfrm>
            <a:custGeom>
              <a:avLst/>
              <a:gdLst>
                <a:gd name="csX0" fmla="*/ 0 w 194995"/>
                <a:gd name="csY0" fmla="*/ 0 h 263327"/>
                <a:gd name="csX1" fmla="*/ 194995 w 194995"/>
                <a:gd name="csY1" fmla="*/ 0 h 263327"/>
                <a:gd name="csX2" fmla="*/ 194995 w 194995"/>
                <a:gd name="csY2" fmla="*/ 263328 h 263327"/>
                <a:gd name="csX3" fmla="*/ 0 w 194995"/>
                <a:gd name="csY3" fmla="*/ 263328 h 2633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4995" h="263327">
                  <a:moveTo>
                    <a:pt x="0" y="0"/>
                  </a:moveTo>
                  <a:lnTo>
                    <a:pt x="194995" y="0"/>
                  </a:lnTo>
                  <a:lnTo>
                    <a:pt x="194995" y="263328"/>
                  </a:lnTo>
                  <a:lnTo>
                    <a:pt x="0" y="263328"/>
                  </a:lnTo>
                  <a:close/>
                </a:path>
              </a:pathLst>
            </a:custGeom>
          </p:spPr>
        </p:pic>
      </p:grpSp>
      <p:grpSp>
        <p:nvGrpSpPr>
          <p:cNvPr id="485" name="Graphic 158">
            <a:extLst>
              <a:ext uri="{FF2B5EF4-FFF2-40B4-BE49-F238E27FC236}">
                <a16:creationId xmlns:a16="http://schemas.microsoft.com/office/drawing/2014/main" id="{05F79A48-2380-DB47-7012-19886009E9DE}"/>
              </a:ext>
            </a:extLst>
          </p:cNvPr>
          <p:cNvGrpSpPr/>
          <p:nvPr/>
        </p:nvGrpSpPr>
        <p:grpSpPr>
          <a:xfrm>
            <a:off x="7767748" y="3194826"/>
            <a:ext cx="57776" cy="229131"/>
            <a:chOff x="10713893" y="3425147"/>
            <a:chExt cx="57776" cy="229131"/>
          </a:xfrm>
        </p:grpSpPr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BF45DC96-810D-109D-C824-C40CE2194615}"/>
                </a:ext>
              </a:extLst>
            </p:cNvPr>
            <p:cNvSpPr/>
            <p:nvPr/>
          </p:nvSpPr>
          <p:spPr>
            <a:xfrm>
              <a:off x="10742781" y="3425147"/>
              <a:ext cx="7222" cy="185844"/>
            </a:xfrm>
            <a:custGeom>
              <a:avLst/>
              <a:gdLst>
                <a:gd name="csX0" fmla="*/ 0 w 7222"/>
                <a:gd name="csY0" fmla="*/ 0 h 185844"/>
                <a:gd name="csX1" fmla="*/ 0 w 7222"/>
                <a:gd name="csY1" fmla="*/ 185845 h 185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222" h="185844">
                  <a:moveTo>
                    <a:pt x="0" y="0"/>
                  </a:moveTo>
                  <a:lnTo>
                    <a:pt x="0" y="185845"/>
                  </a:lnTo>
                </a:path>
              </a:pathLst>
            </a:custGeom>
            <a:noFill/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D92B22CC-965B-1C08-437D-8B257BFF39D3}"/>
                </a:ext>
              </a:extLst>
            </p:cNvPr>
            <p:cNvSpPr/>
            <p:nvPr/>
          </p:nvSpPr>
          <p:spPr>
            <a:xfrm>
              <a:off x="10713893" y="3596562"/>
              <a:ext cx="57776" cy="57715"/>
            </a:xfrm>
            <a:custGeom>
              <a:avLst/>
              <a:gdLst>
                <a:gd name="csX0" fmla="*/ 28888 w 57776"/>
                <a:gd name="csY0" fmla="*/ 57716 h 57715"/>
                <a:gd name="csX1" fmla="*/ 0 w 57776"/>
                <a:gd name="csY1" fmla="*/ 0 h 57715"/>
                <a:gd name="csX2" fmla="*/ 28888 w 57776"/>
                <a:gd name="csY2" fmla="*/ 14429 h 57715"/>
                <a:gd name="csX3" fmla="*/ 57776 w 57776"/>
                <a:gd name="csY3" fmla="*/ 0 h 577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776" h="57715">
                  <a:moveTo>
                    <a:pt x="28888" y="57716"/>
                  </a:moveTo>
                  <a:lnTo>
                    <a:pt x="0" y="0"/>
                  </a:lnTo>
                  <a:lnTo>
                    <a:pt x="28888" y="14429"/>
                  </a:lnTo>
                  <a:lnTo>
                    <a:pt x="57776" y="0"/>
                  </a:lnTo>
                  <a:close/>
                </a:path>
              </a:pathLst>
            </a:custGeom>
            <a:solidFill>
              <a:srgbClr val="000000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488" name="Graphic 158">
            <a:extLst>
              <a:ext uri="{FF2B5EF4-FFF2-40B4-BE49-F238E27FC236}">
                <a16:creationId xmlns:a16="http://schemas.microsoft.com/office/drawing/2014/main" id="{D7A6BB36-6C8F-D7DC-B741-114111827DBA}"/>
              </a:ext>
            </a:extLst>
          </p:cNvPr>
          <p:cNvGrpSpPr/>
          <p:nvPr/>
        </p:nvGrpSpPr>
        <p:grpSpPr>
          <a:xfrm>
            <a:off x="7767748" y="4276994"/>
            <a:ext cx="148485" cy="250774"/>
            <a:chOff x="10713893" y="4507315"/>
            <a:chExt cx="148485" cy="250774"/>
          </a:xfrm>
        </p:grpSpPr>
        <p:grpSp>
          <p:nvGrpSpPr>
            <p:cNvPr id="489" name="Graphic 158">
              <a:extLst>
                <a:ext uri="{FF2B5EF4-FFF2-40B4-BE49-F238E27FC236}">
                  <a16:creationId xmlns:a16="http://schemas.microsoft.com/office/drawing/2014/main" id="{FFCE535C-9446-0705-8620-D13E3C724A6F}"/>
                </a:ext>
              </a:extLst>
            </p:cNvPr>
            <p:cNvGrpSpPr/>
            <p:nvPr/>
          </p:nvGrpSpPr>
          <p:grpSpPr>
            <a:xfrm>
              <a:off x="10713893" y="4507315"/>
              <a:ext cx="57776" cy="250774"/>
              <a:chOff x="10713893" y="4507315"/>
              <a:chExt cx="57776" cy="250774"/>
            </a:xfrm>
          </p:grpSpPr>
          <p:sp>
            <p:nvSpPr>
              <p:cNvPr id="490" name="Freeform 489">
                <a:extLst>
                  <a:ext uri="{FF2B5EF4-FFF2-40B4-BE49-F238E27FC236}">
                    <a16:creationId xmlns:a16="http://schemas.microsoft.com/office/drawing/2014/main" id="{CBC86606-4633-22F4-6079-30B4209EA68A}"/>
                  </a:ext>
                </a:extLst>
              </p:cNvPr>
              <p:cNvSpPr/>
              <p:nvPr/>
            </p:nvSpPr>
            <p:spPr>
              <a:xfrm>
                <a:off x="10742781" y="4507315"/>
                <a:ext cx="7222" cy="207487"/>
              </a:xfrm>
              <a:custGeom>
                <a:avLst/>
                <a:gdLst>
                  <a:gd name="csX0" fmla="*/ 0 w 7222"/>
                  <a:gd name="csY0" fmla="*/ 0 h 207487"/>
                  <a:gd name="csX1" fmla="*/ 0 w 7222"/>
                  <a:gd name="csY1" fmla="*/ 207488 h 2074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207487">
                    <a:moveTo>
                      <a:pt x="0" y="0"/>
                    </a:moveTo>
                    <a:lnTo>
                      <a:pt x="0" y="207488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91" name="Freeform 490">
                <a:extLst>
                  <a:ext uri="{FF2B5EF4-FFF2-40B4-BE49-F238E27FC236}">
                    <a16:creationId xmlns:a16="http://schemas.microsoft.com/office/drawing/2014/main" id="{BD905269-6B33-F23C-018A-F0CB93629AFB}"/>
                  </a:ext>
                </a:extLst>
              </p:cNvPr>
              <p:cNvSpPr/>
              <p:nvPr/>
            </p:nvSpPr>
            <p:spPr>
              <a:xfrm>
                <a:off x="10713893" y="4700374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pic>
          <p:nvPicPr>
            <p:cNvPr id="492" name="Picture 491">
              <a:extLst>
                <a:ext uri="{FF2B5EF4-FFF2-40B4-BE49-F238E27FC236}">
                  <a16:creationId xmlns:a16="http://schemas.microsoft.com/office/drawing/2014/main" id="{8053D914-1DA1-0912-C223-9059C7EA5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82936" y="4536173"/>
              <a:ext cx="79442" cy="178557"/>
            </a:xfrm>
            <a:custGeom>
              <a:avLst/>
              <a:gdLst>
                <a:gd name="csX0" fmla="*/ 0 w 79442"/>
                <a:gd name="csY0" fmla="*/ 0 h 178557"/>
                <a:gd name="csX1" fmla="*/ 79443 w 79442"/>
                <a:gd name="csY1" fmla="*/ 0 h 178557"/>
                <a:gd name="csX2" fmla="*/ 79443 w 79442"/>
                <a:gd name="csY2" fmla="*/ 178558 h 178557"/>
                <a:gd name="csX3" fmla="*/ 0 w 79442"/>
                <a:gd name="csY3" fmla="*/ 178558 h 178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78557">
                  <a:moveTo>
                    <a:pt x="0" y="0"/>
                  </a:moveTo>
                  <a:lnTo>
                    <a:pt x="79443" y="0"/>
                  </a:lnTo>
                  <a:lnTo>
                    <a:pt x="79443" y="178558"/>
                  </a:lnTo>
                  <a:lnTo>
                    <a:pt x="0" y="178558"/>
                  </a:lnTo>
                  <a:close/>
                </a:path>
              </a:pathLst>
            </a:custGeom>
          </p:spPr>
        </p:pic>
      </p:grpSp>
      <p:grpSp>
        <p:nvGrpSpPr>
          <p:cNvPr id="493" name="Graphic 158">
            <a:extLst>
              <a:ext uri="{FF2B5EF4-FFF2-40B4-BE49-F238E27FC236}">
                <a16:creationId xmlns:a16="http://schemas.microsoft.com/office/drawing/2014/main" id="{89854591-C9A4-162D-BD87-D595928EAFD8}"/>
              </a:ext>
            </a:extLst>
          </p:cNvPr>
          <p:cNvGrpSpPr/>
          <p:nvPr/>
        </p:nvGrpSpPr>
        <p:grpSpPr>
          <a:xfrm>
            <a:off x="7767748" y="3728696"/>
            <a:ext cx="57776" cy="243560"/>
            <a:chOff x="10713893" y="3959017"/>
            <a:chExt cx="57776" cy="243560"/>
          </a:xfrm>
        </p:grpSpPr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49B469DE-4124-BFB7-7BB8-3418D9595122}"/>
                </a:ext>
              </a:extLst>
            </p:cNvPr>
            <p:cNvSpPr/>
            <p:nvPr/>
          </p:nvSpPr>
          <p:spPr>
            <a:xfrm>
              <a:off x="10742781" y="3959017"/>
              <a:ext cx="7222" cy="200273"/>
            </a:xfrm>
            <a:custGeom>
              <a:avLst/>
              <a:gdLst>
                <a:gd name="csX0" fmla="*/ 0 w 7222"/>
                <a:gd name="csY0" fmla="*/ 0 h 200273"/>
                <a:gd name="csX1" fmla="*/ 0 w 7222"/>
                <a:gd name="csY1" fmla="*/ 200273 h 200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222" h="200273">
                  <a:moveTo>
                    <a:pt x="0" y="0"/>
                  </a:moveTo>
                  <a:lnTo>
                    <a:pt x="0" y="200273"/>
                  </a:lnTo>
                </a:path>
              </a:pathLst>
            </a:custGeom>
            <a:noFill/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6908DFE2-2097-62D7-A479-8789FA9E8EB3}"/>
                </a:ext>
              </a:extLst>
            </p:cNvPr>
            <p:cNvSpPr/>
            <p:nvPr/>
          </p:nvSpPr>
          <p:spPr>
            <a:xfrm>
              <a:off x="10713893" y="4144861"/>
              <a:ext cx="57776" cy="57715"/>
            </a:xfrm>
            <a:custGeom>
              <a:avLst/>
              <a:gdLst>
                <a:gd name="csX0" fmla="*/ 28888 w 57776"/>
                <a:gd name="csY0" fmla="*/ 57716 h 57715"/>
                <a:gd name="csX1" fmla="*/ 0 w 57776"/>
                <a:gd name="csY1" fmla="*/ 0 h 57715"/>
                <a:gd name="csX2" fmla="*/ 28888 w 57776"/>
                <a:gd name="csY2" fmla="*/ 14429 h 57715"/>
                <a:gd name="csX3" fmla="*/ 57776 w 57776"/>
                <a:gd name="csY3" fmla="*/ 0 h 577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776" h="57715">
                  <a:moveTo>
                    <a:pt x="28888" y="57716"/>
                  </a:moveTo>
                  <a:lnTo>
                    <a:pt x="0" y="0"/>
                  </a:lnTo>
                  <a:lnTo>
                    <a:pt x="28888" y="14429"/>
                  </a:lnTo>
                  <a:lnTo>
                    <a:pt x="57776" y="0"/>
                  </a:lnTo>
                  <a:close/>
                </a:path>
              </a:pathLst>
            </a:custGeom>
            <a:solidFill>
              <a:srgbClr val="000000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496" name="Graphic 158">
            <a:extLst>
              <a:ext uri="{FF2B5EF4-FFF2-40B4-BE49-F238E27FC236}">
                <a16:creationId xmlns:a16="http://schemas.microsoft.com/office/drawing/2014/main" id="{13E4796A-97A9-BEFA-56C8-7D4DD6122585}"/>
              </a:ext>
            </a:extLst>
          </p:cNvPr>
          <p:cNvGrpSpPr/>
          <p:nvPr/>
        </p:nvGrpSpPr>
        <p:grpSpPr>
          <a:xfrm>
            <a:off x="7652196" y="3440117"/>
            <a:ext cx="288882" cy="288578"/>
            <a:chOff x="10598341" y="3670438"/>
            <a:chExt cx="288882" cy="288578"/>
          </a:xfrm>
          <a:solidFill>
            <a:srgbClr val="FFFFFF"/>
          </a:solidFill>
        </p:grpSpPr>
        <p:sp>
          <p:nvSpPr>
            <p:cNvPr id="497" name="Oval 496">
              <a:extLst>
                <a:ext uri="{FF2B5EF4-FFF2-40B4-BE49-F238E27FC236}">
                  <a16:creationId xmlns:a16="http://schemas.microsoft.com/office/drawing/2014/main" id="{428D3E07-2ED2-F4C6-66F5-23ACF967E8B6}"/>
                </a:ext>
              </a:extLst>
            </p:cNvPr>
            <p:cNvSpPr/>
            <p:nvPr/>
          </p:nvSpPr>
          <p:spPr>
            <a:xfrm>
              <a:off x="10598341" y="3670438"/>
              <a:ext cx="288882" cy="288578"/>
            </a:xfrm>
            <a:prstGeom prst="ellipse">
              <a:avLst/>
            </a:prstGeom>
            <a:solidFill>
              <a:srgbClr val="FFFFFF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498" name="Picture 497">
              <a:extLst>
                <a:ext uri="{FF2B5EF4-FFF2-40B4-BE49-F238E27FC236}">
                  <a16:creationId xmlns:a16="http://schemas.microsoft.com/office/drawing/2014/main" id="{7A5CB449-C33B-A438-5208-6F9BF80EC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05996" y="3735368"/>
              <a:ext cx="274437" cy="209219"/>
            </a:xfrm>
            <a:custGeom>
              <a:avLst/>
              <a:gdLst>
                <a:gd name="csX0" fmla="*/ 0 w 274437"/>
                <a:gd name="csY0" fmla="*/ 0 h 209219"/>
                <a:gd name="csX1" fmla="*/ 274438 w 274437"/>
                <a:gd name="csY1" fmla="*/ 0 h 209219"/>
                <a:gd name="csX2" fmla="*/ 274438 w 274437"/>
                <a:gd name="csY2" fmla="*/ 209219 h 209219"/>
                <a:gd name="csX3" fmla="*/ 0 w 274437"/>
                <a:gd name="csY3" fmla="*/ 209219 h 209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37" h="209219">
                  <a:moveTo>
                    <a:pt x="0" y="0"/>
                  </a:moveTo>
                  <a:lnTo>
                    <a:pt x="274438" y="0"/>
                  </a:lnTo>
                  <a:lnTo>
                    <a:pt x="274438" y="209219"/>
                  </a:lnTo>
                  <a:lnTo>
                    <a:pt x="0" y="209219"/>
                  </a:lnTo>
                  <a:close/>
                </a:path>
              </a:pathLst>
            </a:custGeom>
          </p:spPr>
        </p:pic>
      </p:grpSp>
      <p:grpSp>
        <p:nvGrpSpPr>
          <p:cNvPr id="499" name="Graphic 158">
            <a:extLst>
              <a:ext uri="{FF2B5EF4-FFF2-40B4-BE49-F238E27FC236}">
                <a16:creationId xmlns:a16="http://schemas.microsoft.com/office/drawing/2014/main" id="{499EE8CB-4A08-669A-9F8D-C7F1360CE123}"/>
              </a:ext>
            </a:extLst>
          </p:cNvPr>
          <p:cNvGrpSpPr/>
          <p:nvPr/>
        </p:nvGrpSpPr>
        <p:grpSpPr>
          <a:xfrm>
            <a:off x="7507394" y="3021462"/>
            <a:ext cx="144801" cy="562944"/>
            <a:chOff x="10453539" y="3251783"/>
            <a:chExt cx="144801" cy="562944"/>
          </a:xfrm>
        </p:grpSpPr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933139CF-D12A-C29C-F6D9-21ADB67A58D6}"/>
                </a:ext>
              </a:extLst>
            </p:cNvPr>
            <p:cNvSpPr/>
            <p:nvPr/>
          </p:nvSpPr>
          <p:spPr>
            <a:xfrm>
              <a:off x="10453539" y="3280713"/>
              <a:ext cx="144801" cy="534014"/>
            </a:xfrm>
            <a:custGeom>
              <a:avLst/>
              <a:gdLst>
                <a:gd name="csX0" fmla="*/ 144802 w 144801"/>
                <a:gd name="csY0" fmla="*/ 534015 h 534014"/>
                <a:gd name="csX1" fmla="*/ 0 w 144801"/>
                <a:gd name="csY1" fmla="*/ 266647 h 534014"/>
                <a:gd name="csX2" fmla="*/ 85292 w 144801"/>
                <a:gd name="csY2" fmla="*/ 0 h 534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4801" h="534014">
                  <a:moveTo>
                    <a:pt x="144802" y="534015"/>
                  </a:moveTo>
                  <a:cubicBezTo>
                    <a:pt x="48243" y="533726"/>
                    <a:pt x="0" y="444606"/>
                    <a:pt x="0" y="266647"/>
                  </a:cubicBezTo>
                  <a:cubicBezTo>
                    <a:pt x="0" y="88688"/>
                    <a:pt x="28454" y="-194"/>
                    <a:pt x="85292" y="0"/>
                  </a:cubicBezTo>
                </a:path>
              </a:pathLst>
            </a:custGeom>
            <a:noFill/>
            <a:ln w="14432" cap="flat">
              <a:solidFill>
                <a:srgbClr val="0000FF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2DC55EE9-F49B-4F15-294D-95731DFBCFCB}"/>
                </a:ext>
              </a:extLst>
            </p:cNvPr>
            <p:cNvSpPr/>
            <p:nvPr/>
          </p:nvSpPr>
          <p:spPr>
            <a:xfrm>
              <a:off x="10524314" y="3251783"/>
              <a:ext cx="57848" cy="57715"/>
            </a:xfrm>
            <a:custGeom>
              <a:avLst/>
              <a:gdLst>
                <a:gd name="csX0" fmla="*/ 57849 w 57848"/>
                <a:gd name="csY0" fmla="*/ 29002 h 57715"/>
                <a:gd name="csX1" fmla="*/ 0 w 57848"/>
                <a:gd name="csY1" fmla="*/ 57716 h 57715"/>
                <a:gd name="csX2" fmla="*/ 14516 w 57848"/>
                <a:gd name="csY2" fmla="*/ 28930 h 57715"/>
                <a:gd name="csX3" fmla="*/ 217 w 57848"/>
                <a:gd name="csY3" fmla="*/ 0 h 577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848" h="57715">
                  <a:moveTo>
                    <a:pt x="57849" y="29002"/>
                  </a:moveTo>
                  <a:lnTo>
                    <a:pt x="0" y="57716"/>
                  </a:lnTo>
                  <a:lnTo>
                    <a:pt x="14516" y="2893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0000FF"/>
            </a:solidFill>
            <a:ln w="14432" cap="flat">
              <a:solidFill>
                <a:srgbClr val="0000FF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02" name="Graphic 158">
            <a:extLst>
              <a:ext uri="{FF2B5EF4-FFF2-40B4-BE49-F238E27FC236}">
                <a16:creationId xmlns:a16="http://schemas.microsoft.com/office/drawing/2014/main" id="{608CA7E4-9080-E5B1-227D-DE02F3EB4AD8}"/>
              </a:ext>
            </a:extLst>
          </p:cNvPr>
          <p:cNvGrpSpPr/>
          <p:nvPr/>
        </p:nvGrpSpPr>
        <p:grpSpPr>
          <a:xfrm>
            <a:off x="7353059" y="4234718"/>
            <a:ext cx="341458" cy="1350474"/>
            <a:chOff x="10299204" y="4465039"/>
            <a:chExt cx="341458" cy="1350474"/>
          </a:xfrm>
        </p:grpSpPr>
        <p:sp>
          <p:nvSpPr>
            <p:cNvPr id="503" name="Freeform 502">
              <a:extLst>
                <a:ext uri="{FF2B5EF4-FFF2-40B4-BE49-F238E27FC236}">
                  <a16:creationId xmlns:a16="http://schemas.microsoft.com/office/drawing/2014/main" id="{78A01A4C-59E4-61D2-86ED-5B4C7D0D3D4A}"/>
                </a:ext>
              </a:extLst>
            </p:cNvPr>
            <p:cNvSpPr/>
            <p:nvPr/>
          </p:nvSpPr>
          <p:spPr>
            <a:xfrm>
              <a:off x="10323902" y="4465039"/>
              <a:ext cx="316759" cy="1308341"/>
            </a:xfrm>
            <a:custGeom>
              <a:avLst/>
              <a:gdLst>
                <a:gd name="csX0" fmla="*/ 316760 w 316759"/>
                <a:gd name="csY0" fmla="*/ 0 h 1308341"/>
                <a:gd name="csX1" fmla="*/ 0 w 316759"/>
                <a:gd name="csY1" fmla="*/ 1308342 h 13083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6759" h="1308341">
                  <a:moveTo>
                    <a:pt x="316760" y="0"/>
                  </a:moveTo>
                  <a:lnTo>
                    <a:pt x="0" y="1308342"/>
                  </a:lnTo>
                </a:path>
              </a:pathLst>
            </a:custGeom>
            <a:noFill/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457018C3-2EB8-6DC2-87BD-0DA19B0632CD}"/>
                </a:ext>
              </a:extLst>
            </p:cNvPr>
            <p:cNvSpPr/>
            <p:nvPr/>
          </p:nvSpPr>
          <p:spPr>
            <a:xfrm>
              <a:off x="10299204" y="5752603"/>
              <a:ext cx="56115" cy="62910"/>
            </a:xfrm>
            <a:custGeom>
              <a:avLst/>
              <a:gdLst>
                <a:gd name="csX0" fmla="*/ 14516 w 56115"/>
                <a:gd name="csY0" fmla="*/ 62910 h 62910"/>
                <a:gd name="csX1" fmla="*/ 0 w 56115"/>
                <a:gd name="csY1" fmla="*/ 0 h 62910"/>
                <a:gd name="csX2" fmla="*/ 24699 w 56115"/>
                <a:gd name="csY2" fmla="*/ 20778 h 62910"/>
                <a:gd name="csX3" fmla="*/ 56115 w 56115"/>
                <a:gd name="csY3" fmla="*/ 13563 h 6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6115" h="62910">
                  <a:moveTo>
                    <a:pt x="14516" y="62910"/>
                  </a:moveTo>
                  <a:lnTo>
                    <a:pt x="0" y="0"/>
                  </a:lnTo>
                  <a:lnTo>
                    <a:pt x="24699" y="20778"/>
                  </a:lnTo>
                  <a:lnTo>
                    <a:pt x="56115" y="13563"/>
                  </a:lnTo>
                  <a:close/>
                </a:path>
              </a:pathLst>
            </a:custGeom>
            <a:solidFill>
              <a:srgbClr val="000000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05" name="Graphic 158">
            <a:extLst>
              <a:ext uri="{FF2B5EF4-FFF2-40B4-BE49-F238E27FC236}">
                <a16:creationId xmlns:a16="http://schemas.microsoft.com/office/drawing/2014/main" id="{CCB9B41A-A398-A928-99D4-CDC731DC5116}"/>
              </a:ext>
            </a:extLst>
          </p:cNvPr>
          <p:cNvGrpSpPr/>
          <p:nvPr/>
        </p:nvGrpSpPr>
        <p:grpSpPr>
          <a:xfrm>
            <a:off x="7652196" y="3988416"/>
            <a:ext cx="288882" cy="288578"/>
            <a:chOff x="10598341" y="4218737"/>
            <a:chExt cx="288882" cy="288578"/>
          </a:xfrm>
          <a:solidFill>
            <a:srgbClr val="FFFFFF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2CFF1E6-69FC-3100-34ED-B9E5E7D97B40}"/>
                </a:ext>
              </a:extLst>
            </p:cNvPr>
            <p:cNvSpPr/>
            <p:nvPr/>
          </p:nvSpPr>
          <p:spPr>
            <a:xfrm>
              <a:off x="10598341" y="4218737"/>
              <a:ext cx="288882" cy="288578"/>
            </a:xfrm>
            <a:prstGeom prst="ellipse">
              <a:avLst/>
            </a:prstGeom>
            <a:solidFill>
              <a:srgbClr val="FFFFFF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07" name="Picture 506">
              <a:extLst>
                <a:ext uri="{FF2B5EF4-FFF2-40B4-BE49-F238E27FC236}">
                  <a16:creationId xmlns:a16="http://schemas.microsoft.com/office/drawing/2014/main" id="{441388F9-2BAB-1EFC-905A-F6E53DDB5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05996" y="4283667"/>
              <a:ext cx="274437" cy="209219"/>
            </a:xfrm>
            <a:custGeom>
              <a:avLst/>
              <a:gdLst>
                <a:gd name="csX0" fmla="*/ 0 w 274437"/>
                <a:gd name="csY0" fmla="*/ 0 h 209219"/>
                <a:gd name="csX1" fmla="*/ 274438 w 274437"/>
                <a:gd name="csY1" fmla="*/ 0 h 209219"/>
                <a:gd name="csX2" fmla="*/ 274438 w 274437"/>
                <a:gd name="csY2" fmla="*/ 209219 h 209219"/>
                <a:gd name="csX3" fmla="*/ 0 w 274437"/>
                <a:gd name="csY3" fmla="*/ 209219 h 209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37" h="209219">
                  <a:moveTo>
                    <a:pt x="0" y="0"/>
                  </a:moveTo>
                  <a:lnTo>
                    <a:pt x="274438" y="0"/>
                  </a:lnTo>
                  <a:lnTo>
                    <a:pt x="274438" y="209219"/>
                  </a:lnTo>
                  <a:lnTo>
                    <a:pt x="0" y="209219"/>
                  </a:lnTo>
                  <a:close/>
                </a:path>
              </a:pathLst>
            </a:custGeom>
          </p:spPr>
        </p:pic>
      </p:grpSp>
      <p:grpSp>
        <p:nvGrpSpPr>
          <p:cNvPr id="508" name="Graphic 158">
            <a:extLst>
              <a:ext uri="{FF2B5EF4-FFF2-40B4-BE49-F238E27FC236}">
                <a16:creationId xmlns:a16="http://schemas.microsoft.com/office/drawing/2014/main" id="{BE492EE1-CF74-C71D-5CAE-C3CFE401BE20}"/>
              </a:ext>
            </a:extLst>
          </p:cNvPr>
          <p:cNvGrpSpPr/>
          <p:nvPr/>
        </p:nvGrpSpPr>
        <p:grpSpPr>
          <a:xfrm>
            <a:off x="7763777" y="4832508"/>
            <a:ext cx="57776" cy="257989"/>
            <a:chOff x="10709922" y="5062829"/>
            <a:chExt cx="57776" cy="257989"/>
          </a:xfrm>
        </p:grpSpPr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DD98CA7D-583D-39DE-7F0B-6E61881660EB}"/>
                </a:ext>
              </a:extLst>
            </p:cNvPr>
            <p:cNvSpPr/>
            <p:nvPr/>
          </p:nvSpPr>
          <p:spPr>
            <a:xfrm>
              <a:off x="10738521" y="5062829"/>
              <a:ext cx="4260" cy="214774"/>
            </a:xfrm>
            <a:custGeom>
              <a:avLst/>
              <a:gdLst>
                <a:gd name="csX0" fmla="*/ 4261 w 4260"/>
                <a:gd name="csY0" fmla="*/ 0 h 214774"/>
                <a:gd name="csX1" fmla="*/ 0 w 4260"/>
                <a:gd name="csY1" fmla="*/ 214775 h 2147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60" h="214774">
                  <a:moveTo>
                    <a:pt x="4261" y="0"/>
                  </a:moveTo>
                  <a:lnTo>
                    <a:pt x="0" y="214775"/>
                  </a:lnTo>
                </a:path>
              </a:pathLst>
            </a:custGeom>
            <a:noFill/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86ECE6DE-DD3B-194A-7320-5F5A62AB5080}"/>
                </a:ext>
              </a:extLst>
            </p:cNvPr>
            <p:cNvSpPr/>
            <p:nvPr/>
          </p:nvSpPr>
          <p:spPr>
            <a:xfrm>
              <a:off x="10709922" y="5262597"/>
              <a:ext cx="57776" cy="58220"/>
            </a:xfrm>
            <a:custGeom>
              <a:avLst/>
              <a:gdLst>
                <a:gd name="csX0" fmla="*/ 27732 w 57776"/>
                <a:gd name="csY0" fmla="*/ 58221 h 58220"/>
                <a:gd name="csX1" fmla="*/ 0 w 57776"/>
                <a:gd name="csY1" fmla="*/ 0 h 58220"/>
                <a:gd name="csX2" fmla="*/ 28599 w 57776"/>
                <a:gd name="csY2" fmla="*/ 15006 h 58220"/>
                <a:gd name="csX3" fmla="*/ 57776 w 57776"/>
                <a:gd name="csY3" fmla="*/ 1082 h 582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776" h="58220">
                  <a:moveTo>
                    <a:pt x="27732" y="58221"/>
                  </a:moveTo>
                  <a:lnTo>
                    <a:pt x="0" y="0"/>
                  </a:lnTo>
                  <a:lnTo>
                    <a:pt x="28599" y="15006"/>
                  </a:lnTo>
                  <a:lnTo>
                    <a:pt x="57776" y="1082"/>
                  </a:lnTo>
                  <a:close/>
                </a:path>
              </a:pathLst>
            </a:custGeom>
            <a:solidFill>
              <a:srgbClr val="000000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11" name="Graphic 158">
            <a:extLst>
              <a:ext uri="{FF2B5EF4-FFF2-40B4-BE49-F238E27FC236}">
                <a16:creationId xmlns:a16="http://schemas.microsoft.com/office/drawing/2014/main" id="{99CE9689-B5AC-C33F-5A66-984BE171F093}"/>
              </a:ext>
            </a:extLst>
          </p:cNvPr>
          <p:cNvGrpSpPr/>
          <p:nvPr/>
        </p:nvGrpSpPr>
        <p:grpSpPr>
          <a:xfrm>
            <a:off x="7898756" y="4790231"/>
            <a:ext cx="322681" cy="481565"/>
            <a:chOff x="10844901" y="5020552"/>
            <a:chExt cx="322681" cy="481565"/>
          </a:xfrm>
        </p:grpSpPr>
        <p:sp>
          <p:nvSpPr>
            <p:cNvPr id="512" name="Freeform 511">
              <a:extLst>
                <a:ext uri="{FF2B5EF4-FFF2-40B4-BE49-F238E27FC236}">
                  <a16:creationId xmlns:a16="http://schemas.microsoft.com/office/drawing/2014/main" id="{79D2D9D4-8DC7-87EE-C132-A4320019A932}"/>
                </a:ext>
              </a:extLst>
            </p:cNvPr>
            <p:cNvSpPr/>
            <p:nvPr/>
          </p:nvSpPr>
          <p:spPr>
            <a:xfrm>
              <a:off x="10844901" y="5020552"/>
              <a:ext cx="298560" cy="445636"/>
            </a:xfrm>
            <a:custGeom>
              <a:avLst/>
              <a:gdLst>
                <a:gd name="csX0" fmla="*/ 0 w 298560"/>
                <a:gd name="csY0" fmla="*/ 0 h 445636"/>
                <a:gd name="csX1" fmla="*/ 298560 w 298560"/>
                <a:gd name="csY1" fmla="*/ 445637 h 445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8560" h="445636">
                  <a:moveTo>
                    <a:pt x="0" y="0"/>
                  </a:moveTo>
                  <a:lnTo>
                    <a:pt x="298560" y="445637"/>
                  </a:lnTo>
                </a:path>
              </a:pathLst>
            </a:custGeom>
            <a:noFill/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14A38DCD-6396-91B6-9C58-BFF25D99037A}"/>
                </a:ext>
              </a:extLst>
            </p:cNvPr>
            <p:cNvSpPr/>
            <p:nvPr/>
          </p:nvSpPr>
          <p:spPr>
            <a:xfrm>
              <a:off x="11111395" y="5438125"/>
              <a:ext cx="56187" cy="63992"/>
            </a:xfrm>
            <a:custGeom>
              <a:avLst/>
              <a:gdLst>
                <a:gd name="csX0" fmla="*/ 56188 w 56187"/>
                <a:gd name="csY0" fmla="*/ 63992 h 63992"/>
                <a:gd name="csX1" fmla="*/ 0 w 56187"/>
                <a:gd name="csY1" fmla="*/ 32104 h 63992"/>
                <a:gd name="csX2" fmla="*/ 32066 w 56187"/>
                <a:gd name="csY2" fmla="*/ 28064 h 63992"/>
                <a:gd name="csX3" fmla="*/ 48027 w 56187"/>
                <a:gd name="csY3" fmla="*/ 0 h 639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6187" h="63992">
                  <a:moveTo>
                    <a:pt x="56188" y="63992"/>
                  </a:moveTo>
                  <a:lnTo>
                    <a:pt x="0" y="32104"/>
                  </a:lnTo>
                  <a:lnTo>
                    <a:pt x="32066" y="28064"/>
                  </a:lnTo>
                  <a:lnTo>
                    <a:pt x="48027" y="0"/>
                  </a:lnTo>
                  <a:close/>
                </a:path>
              </a:pathLst>
            </a:custGeom>
            <a:solidFill>
              <a:srgbClr val="000000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14" name="Graphic 158">
            <a:extLst>
              <a:ext uri="{FF2B5EF4-FFF2-40B4-BE49-F238E27FC236}">
                <a16:creationId xmlns:a16="http://schemas.microsoft.com/office/drawing/2014/main" id="{9EA84565-604F-FBC8-4046-F753F9B3665A}"/>
              </a:ext>
            </a:extLst>
          </p:cNvPr>
          <p:cNvGrpSpPr/>
          <p:nvPr/>
        </p:nvGrpSpPr>
        <p:grpSpPr>
          <a:xfrm>
            <a:off x="7652196" y="4543929"/>
            <a:ext cx="288882" cy="288578"/>
            <a:chOff x="10598341" y="4774250"/>
            <a:chExt cx="288882" cy="288578"/>
          </a:xfrm>
          <a:solidFill>
            <a:srgbClr val="FFFFFF"/>
          </a:solidFill>
        </p:grpSpPr>
        <p:sp>
          <p:nvSpPr>
            <p:cNvPr id="515" name="Oval 514">
              <a:extLst>
                <a:ext uri="{FF2B5EF4-FFF2-40B4-BE49-F238E27FC236}">
                  <a16:creationId xmlns:a16="http://schemas.microsoft.com/office/drawing/2014/main" id="{52959579-99E4-734C-9520-911529C30A30}"/>
                </a:ext>
              </a:extLst>
            </p:cNvPr>
            <p:cNvSpPr/>
            <p:nvPr/>
          </p:nvSpPr>
          <p:spPr>
            <a:xfrm>
              <a:off x="10598341" y="4774250"/>
              <a:ext cx="288882" cy="288578"/>
            </a:xfrm>
            <a:prstGeom prst="ellipse">
              <a:avLst/>
            </a:prstGeom>
            <a:solidFill>
              <a:srgbClr val="FFFFFF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16" name="Picture 515">
              <a:extLst>
                <a:ext uri="{FF2B5EF4-FFF2-40B4-BE49-F238E27FC236}">
                  <a16:creationId xmlns:a16="http://schemas.microsoft.com/office/drawing/2014/main" id="{9384A730-C529-1AC8-C537-8FED59B22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05996" y="4839180"/>
              <a:ext cx="274437" cy="209219"/>
            </a:xfrm>
            <a:custGeom>
              <a:avLst/>
              <a:gdLst>
                <a:gd name="csX0" fmla="*/ 0 w 274437"/>
                <a:gd name="csY0" fmla="*/ 0 h 209219"/>
                <a:gd name="csX1" fmla="*/ 274438 w 274437"/>
                <a:gd name="csY1" fmla="*/ 0 h 209219"/>
                <a:gd name="csX2" fmla="*/ 274438 w 274437"/>
                <a:gd name="csY2" fmla="*/ 209219 h 209219"/>
                <a:gd name="csX3" fmla="*/ 0 w 274437"/>
                <a:gd name="csY3" fmla="*/ 209219 h 209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37" h="209219">
                  <a:moveTo>
                    <a:pt x="0" y="0"/>
                  </a:moveTo>
                  <a:lnTo>
                    <a:pt x="274438" y="0"/>
                  </a:lnTo>
                  <a:lnTo>
                    <a:pt x="274438" y="209219"/>
                  </a:lnTo>
                  <a:lnTo>
                    <a:pt x="0" y="209219"/>
                  </a:lnTo>
                  <a:close/>
                </a:path>
              </a:pathLst>
            </a:custGeom>
          </p:spPr>
        </p:pic>
      </p:grpSp>
      <p:grpSp>
        <p:nvGrpSpPr>
          <p:cNvPr id="517" name="Graphic 158">
            <a:extLst>
              <a:ext uri="{FF2B5EF4-FFF2-40B4-BE49-F238E27FC236}">
                <a16:creationId xmlns:a16="http://schemas.microsoft.com/office/drawing/2014/main" id="{5AA6125E-86FE-091F-6BF6-F44EC42A832A}"/>
              </a:ext>
            </a:extLst>
          </p:cNvPr>
          <p:cNvGrpSpPr/>
          <p:nvPr/>
        </p:nvGrpSpPr>
        <p:grpSpPr>
          <a:xfrm>
            <a:off x="7652196" y="2906247"/>
            <a:ext cx="288882" cy="288578"/>
            <a:chOff x="10598341" y="3136568"/>
            <a:chExt cx="288882" cy="288578"/>
          </a:xfrm>
          <a:solidFill>
            <a:srgbClr val="FFFFFF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2FC6D80A-AB0B-842A-48E4-6F2A20581959}"/>
                </a:ext>
              </a:extLst>
            </p:cNvPr>
            <p:cNvSpPr/>
            <p:nvPr/>
          </p:nvSpPr>
          <p:spPr>
            <a:xfrm>
              <a:off x="10598341" y="3136568"/>
              <a:ext cx="288882" cy="288578"/>
            </a:xfrm>
            <a:prstGeom prst="ellipse">
              <a:avLst/>
            </a:prstGeom>
            <a:solidFill>
              <a:srgbClr val="FFFFFF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19" name="Picture 518">
              <a:extLst>
                <a:ext uri="{FF2B5EF4-FFF2-40B4-BE49-F238E27FC236}">
                  <a16:creationId xmlns:a16="http://schemas.microsoft.com/office/drawing/2014/main" id="{371EDD4D-A3CB-274D-CB54-5A6F8ABF4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05996" y="3201499"/>
              <a:ext cx="274437" cy="209219"/>
            </a:xfrm>
            <a:custGeom>
              <a:avLst/>
              <a:gdLst>
                <a:gd name="csX0" fmla="*/ 0 w 274437"/>
                <a:gd name="csY0" fmla="*/ 0 h 209219"/>
                <a:gd name="csX1" fmla="*/ 274438 w 274437"/>
                <a:gd name="csY1" fmla="*/ 0 h 209219"/>
                <a:gd name="csX2" fmla="*/ 274438 w 274437"/>
                <a:gd name="csY2" fmla="*/ 209219 h 209219"/>
                <a:gd name="csX3" fmla="*/ 0 w 274437"/>
                <a:gd name="csY3" fmla="*/ 209219 h 209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37" h="209219">
                  <a:moveTo>
                    <a:pt x="0" y="0"/>
                  </a:moveTo>
                  <a:lnTo>
                    <a:pt x="274438" y="0"/>
                  </a:lnTo>
                  <a:lnTo>
                    <a:pt x="274438" y="209219"/>
                  </a:lnTo>
                  <a:lnTo>
                    <a:pt x="0" y="209219"/>
                  </a:lnTo>
                  <a:close/>
                </a:path>
              </a:pathLst>
            </a:custGeom>
          </p:spPr>
        </p:pic>
      </p:grpSp>
      <p:grpSp>
        <p:nvGrpSpPr>
          <p:cNvPr id="520" name="Graphic 158">
            <a:extLst>
              <a:ext uri="{FF2B5EF4-FFF2-40B4-BE49-F238E27FC236}">
                <a16:creationId xmlns:a16="http://schemas.microsoft.com/office/drawing/2014/main" id="{BD3F2287-5FDC-882C-6CDE-E920402C3604}"/>
              </a:ext>
            </a:extLst>
          </p:cNvPr>
          <p:cNvGrpSpPr/>
          <p:nvPr/>
        </p:nvGrpSpPr>
        <p:grpSpPr>
          <a:xfrm>
            <a:off x="7652196" y="1925081"/>
            <a:ext cx="288882" cy="288578"/>
            <a:chOff x="10598341" y="2155402"/>
            <a:chExt cx="288882" cy="288578"/>
          </a:xfrm>
          <a:solidFill>
            <a:srgbClr val="FFFFFF"/>
          </a:solidFill>
        </p:grpSpPr>
        <p:sp>
          <p:nvSpPr>
            <p:cNvPr id="521" name="Oval 520">
              <a:extLst>
                <a:ext uri="{FF2B5EF4-FFF2-40B4-BE49-F238E27FC236}">
                  <a16:creationId xmlns:a16="http://schemas.microsoft.com/office/drawing/2014/main" id="{68610C12-7B2C-8DEE-1EF3-BC2081F43979}"/>
                </a:ext>
              </a:extLst>
            </p:cNvPr>
            <p:cNvSpPr/>
            <p:nvPr/>
          </p:nvSpPr>
          <p:spPr>
            <a:xfrm>
              <a:off x="10598341" y="2155402"/>
              <a:ext cx="288882" cy="288578"/>
            </a:xfrm>
            <a:prstGeom prst="ellipse">
              <a:avLst/>
            </a:prstGeom>
            <a:solidFill>
              <a:srgbClr val="FFFFFF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22" name="Picture 521">
              <a:extLst>
                <a:ext uri="{FF2B5EF4-FFF2-40B4-BE49-F238E27FC236}">
                  <a16:creationId xmlns:a16="http://schemas.microsoft.com/office/drawing/2014/main" id="{CB8D17F2-3BF4-62DB-0582-904CCF602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605996" y="2220332"/>
              <a:ext cx="274437" cy="209219"/>
            </a:xfrm>
            <a:custGeom>
              <a:avLst/>
              <a:gdLst>
                <a:gd name="csX0" fmla="*/ 0 w 274437"/>
                <a:gd name="csY0" fmla="*/ 0 h 209219"/>
                <a:gd name="csX1" fmla="*/ 274438 w 274437"/>
                <a:gd name="csY1" fmla="*/ 0 h 209219"/>
                <a:gd name="csX2" fmla="*/ 274438 w 274437"/>
                <a:gd name="csY2" fmla="*/ 209219 h 209219"/>
                <a:gd name="csX3" fmla="*/ 0 w 274437"/>
                <a:gd name="csY3" fmla="*/ 209219 h 209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37" h="209219">
                  <a:moveTo>
                    <a:pt x="0" y="0"/>
                  </a:moveTo>
                  <a:lnTo>
                    <a:pt x="274438" y="0"/>
                  </a:lnTo>
                  <a:lnTo>
                    <a:pt x="274438" y="209219"/>
                  </a:lnTo>
                  <a:lnTo>
                    <a:pt x="0" y="209219"/>
                  </a:lnTo>
                  <a:close/>
                </a:path>
              </a:pathLst>
            </a:custGeom>
          </p:spPr>
        </p:pic>
      </p:grpSp>
      <p:grpSp>
        <p:nvGrpSpPr>
          <p:cNvPr id="523" name="Graphic 158">
            <a:extLst>
              <a:ext uri="{FF2B5EF4-FFF2-40B4-BE49-F238E27FC236}">
                <a16:creationId xmlns:a16="http://schemas.microsoft.com/office/drawing/2014/main" id="{BB0455F7-397D-2784-0A88-58DF8768606E}"/>
              </a:ext>
            </a:extLst>
          </p:cNvPr>
          <p:cNvGrpSpPr/>
          <p:nvPr/>
        </p:nvGrpSpPr>
        <p:grpSpPr>
          <a:xfrm>
            <a:off x="7363314" y="2430093"/>
            <a:ext cx="288882" cy="288578"/>
            <a:chOff x="10309459" y="2660414"/>
            <a:chExt cx="288882" cy="288578"/>
          </a:xfrm>
          <a:solidFill>
            <a:srgbClr val="FFFFFF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2A16C3D6-4314-3249-F86C-546C05D833CA}"/>
                </a:ext>
              </a:extLst>
            </p:cNvPr>
            <p:cNvSpPr/>
            <p:nvPr/>
          </p:nvSpPr>
          <p:spPr>
            <a:xfrm>
              <a:off x="10309459" y="2660414"/>
              <a:ext cx="288882" cy="288578"/>
            </a:xfrm>
            <a:prstGeom prst="ellipse">
              <a:avLst/>
            </a:prstGeom>
            <a:solidFill>
              <a:srgbClr val="FFFFFF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25" name="Picture 524">
              <a:extLst>
                <a:ext uri="{FF2B5EF4-FFF2-40B4-BE49-F238E27FC236}">
                  <a16:creationId xmlns:a16="http://schemas.microsoft.com/office/drawing/2014/main" id="{086DD487-776A-2A47-9E37-53F1C9B00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317114" y="2725344"/>
              <a:ext cx="274437" cy="209219"/>
            </a:xfrm>
            <a:custGeom>
              <a:avLst/>
              <a:gdLst>
                <a:gd name="csX0" fmla="*/ 0 w 274437"/>
                <a:gd name="csY0" fmla="*/ 0 h 209219"/>
                <a:gd name="csX1" fmla="*/ 274438 w 274437"/>
                <a:gd name="csY1" fmla="*/ 0 h 209219"/>
                <a:gd name="csX2" fmla="*/ 274438 w 274437"/>
                <a:gd name="csY2" fmla="*/ 209219 h 209219"/>
                <a:gd name="csX3" fmla="*/ 0 w 274437"/>
                <a:gd name="csY3" fmla="*/ 209219 h 209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37" h="209219">
                  <a:moveTo>
                    <a:pt x="0" y="0"/>
                  </a:moveTo>
                  <a:lnTo>
                    <a:pt x="274438" y="0"/>
                  </a:lnTo>
                  <a:lnTo>
                    <a:pt x="274438" y="209219"/>
                  </a:lnTo>
                  <a:lnTo>
                    <a:pt x="0" y="209219"/>
                  </a:lnTo>
                  <a:close/>
                </a:path>
              </a:pathLst>
            </a:custGeom>
          </p:spPr>
        </p:pic>
      </p:grpSp>
      <p:grpSp>
        <p:nvGrpSpPr>
          <p:cNvPr id="526" name="Graphic 158">
            <a:extLst>
              <a:ext uri="{FF2B5EF4-FFF2-40B4-BE49-F238E27FC236}">
                <a16:creationId xmlns:a16="http://schemas.microsoft.com/office/drawing/2014/main" id="{21569D5E-91F6-D0FA-2990-E44202F5A51A}"/>
              </a:ext>
            </a:extLst>
          </p:cNvPr>
          <p:cNvGrpSpPr/>
          <p:nvPr/>
        </p:nvGrpSpPr>
        <p:grpSpPr>
          <a:xfrm>
            <a:off x="7941078" y="2430093"/>
            <a:ext cx="288882" cy="288578"/>
            <a:chOff x="10887223" y="2660414"/>
            <a:chExt cx="288882" cy="288578"/>
          </a:xfrm>
          <a:solidFill>
            <a:srgbClr val="FFFFFF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BA3690B9-0484-80DC-D615-A11FF44A714D}"/>
                </a:ext>
              </a:extLst>
            </p:cNvPr>
            <p:cNvSpPr/>
            <p:nvPr/>
          </p:nvSpPr>
          <p:spPr>
            <a:xfrm>
              <a:off x="10887223" y="2660414"/>
              <a:ext cx="288882" cy="288578"/>
            </a:xfrm>
            <a:prstGeom prst="ellipse">
              <a:avLst/>
            </a:prstGeom>
            <a:solidFill>
              <a:srgbClr val="FFFFFF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28" name="Picture 527">
              <a:extLst>
                <a:ext uri="{FF2B5EF4-FFF2-40B4-BE49-F238E27FC236}">
                  <a16:creationId xmlns:a16="http://schemas.microsoft.com/office/drawing/2014/main" id="{CD608108-DBBE-DD18-13B2-F9EDBD02E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894878" y="2725344"/>
              <a:ext cx="274437" cy="209219"/>
            </a:xfrm>
            <a:custGeom>
              <a:avLst/>
              <a:gdLst>
                <a:gd name="csX0" fmla="*/ 0 w 274437"/>
                <a:gd name="csY0" fmla="*/ 0 h 209219"/>
                <a:gd name="csX1" fmla="*/ 274438 w 274437"/>
                <a:gd name="csY1" fmla="*/ 0 h 209219"/>
                <a:gd name="csX2" fmla="*/ 274438 w 274437"/>
                <a:gd name="csY2" fmla="*/ 209219 h 209219"/>
                <a:gd name="csX3" fmla="*/ 0 w 274437"/>
                <a:gd name="csY3" fmla="*/ 209219 h 209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37" h="209219">
                  <a:moveTo>
                    <a:pt x="0" y="0"/>
                  </a:moveTo>
                  <a:lnTo>
                    <a:pt x="274438" y="0"/>
                  </a:lnTo>
                  <a:lnTo>
                    <a:pt x="274438" y="209219"/>
                  </a:lnTo>
                  <a:lnTo>
                    <a:pt x="0" y="209219"/>
                  </a:lnTo>
                  <a:close/>
                </a:path>
              </a:pathLst>
            </a:custGeom>
          </p:spPr>
        </p:pic>
      </p:grpSp>
      <p:grpSp>
        <p:nvGrpSpPr>
          <p:cNvPr id="529" name="Graphic 158">
            <a:extLst>
              <a:ext uri="{FF2B5EF4-FFF2-40B4-BE49-F238E27FC236}">
                <a16:creationId xmlns:a16="http://schemas.microsoft.com/office/drawing/2014/main" id="{C4857352-97BD-F1A0-A864-9AE33EFA8A8C}"/>
              </a:ext>
            </a:extLst>
          </p:cNvPr>
          <p:cNvGrpSpPr/>
          <p:nvPr/>
        </p:nvGrpSpPr>
        <p:grpSpPr>
          <a:xfrm>
            <a:off x="7574342" y="2165251"/>
            <a:ext cx="114324" cy="262678"/>
            <a:chOff x="10520487" y="2395572"/>
            <a:chExt cx="114324" cy="262678"/>
          </a:xfrm>
        </p:grpSpPr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4622E25C-4645-2009-4C00-DD9C51B200B7}"/>
                </a:ext>
              </a:extLst>
            </p:cNvPr>
            <p:cNvSpPr/>
            <p:nvPr/>
          </p:nvSpPr>
          <p:spPr>
            <a:xfrm>
              <a:off x="10541575" y="2395572"/>
              <a:ext cx="93236" cy="222710"/>
            </a:xfrm>
            <a:custGeom>
              <a:avLst/>
              <a:gdLst>
                <a:gd name="csX0" fmla="*/ 93237 w 93236"/>
                <a:gd name="csY0" fmla="*/ 0 h 222710"/>
                <a:gd name="csX1" fmla="*/ 0 w 93236"/>
                <a:gd name="csY1" fmla="*/ 222710 h 222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3236" h="222710">
                  <a:moveTo>
                    <a:pt x="93237" y="0"/>
                  </a:moveTo>
                  <a:lnTo>
                    <a:pt x="0" y="222710"/>
                  </a:lnTo>
                </a:path>
              </a:pathLst>
            </a:custGeom>
            <a:noFill/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7241AB5F-BF9A-A3A8-27E7-9182CE480820}"/>
                </a:ext>
              </a:extLst>
            </p:cNvPr>
            <p:cNvSpPr/>
            <p:nvPr/>
          </p:nvSpPr>
          <p:spPr>
            <a:xfrm>
              <a:off x="10520487" y="2593825"/>
              <a:ext cx="53298" cy="64425"/>
            </a:xfrm>
            <a:custGeom>
              <a:avLst/>
              <a:gdLst>
                <a:gd name="csX0" fmla="*/ 4333 w 53298"/>
                <a:gd name="csY0" fmla="*/ 64425 h 64425"/>
                <a:gd name="csX1" fmla="*/ 0 w 53298"/>
                <a:gd name="csY1" fmla="*/ 0 h 64425"/>
                <a:gd name="csX2" fmla="*/ 21088 w 53298"/>
                <a:gd name="csY2" fmla="*/ 24457 h 64425"/>
                <a:gd name="csX3" fmla="*/ 53299 w 53298"/>
                <a:gd name="csY3" fmla="*/ 22293 h 64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298" h="64425">
                  <a:moveTo>
                    <a:pt x="4333" y="64425"/>
                  </a:moveTo>
                  <a:lnTo>
                    <a:pt x="0" y="0"/>
                  </a:lnTo>
                  <a:lnTo>
                    <a:pt x="21088" y="24457"/>
                  </a:lnTo>
                  <a:lnTo>
                    <a:pt x="53299" y="22293"/>
                  </a:lnTo>
                  <a:close/>
                </a:path>
              </a:pathLst>
            </a:custGeom>
            <a:solidFill>
              <a:srgbClr val="000000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32" name="Graphic 158">
            <a:extLst>
              <a:ext uri="{FF2B5EF4-FFF2-40B4-BE49-F238E27FC236}">
                <a16:creationId xmlns:a16="http://schemas.microsoft.com/office/drawing/2014/main" id="{FAD7AC08-1A68-0230-4031-45B05E2AE2A2}"/>
              </a:ext>
            </a:extLst>
          </p:cNvPr>
          <p:cNvGrpSpPr/>
          <p:nvPr/>
        </p:nvGrpSpPr>
        <p:grpSpPr>
          <a:xfrm>
            <a:off x="7904607" y="2165251"/>
            <a:ext cx="119236" cy="262317"/>
            <a:chOff x="10850752" y="2395572"/>
            <a:chExt cx="119236" cy="262317"/>
          </a:xfrm>
        </p:grpSpPr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464DC9C0-4F16-4D95-8CA5-4701ECFDB3D7}"/>
                </a:ext>
              </a:extLst>
            </p:cNvPr>
            <p:cNvSpPr/>
            <p:nvPr/>
          </p:nvSpPr>
          <p:spPr>
            <a:xfrm>
              <a:off x="10850752" y="2395572"/>
              <a:ext cx="98653" cy="222710"/>
            </a:xfrm>
            <a:custGeom>
              <a:avLst/>
              <a:gdLst>
                <a:gd name="csX0" fmla="*/ 0 w 98653"/>
                <a:gd name="csY0" fmla="*/ 0 h 222710"/>
                <a:gd name="csX1" fmla="*/ 98653 w 98653"/>
                <a:gd name="csY1" fmla="*/ 222710 h 222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8653" h="222710">
                  <a:moveTo>
                    <a:pt x="0" y="0"/>
                  </a:moveTo>
                  <a:lnTo>
                    <a:pt x="98653" y="222710"/>
                  </a:lnTo>
                </a:path>
              </a:pathLst>
            </a:custGeom>
            <a:noFill/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994955B5-1BCA-5F08-8C95-22AFF3758547}"/>
                </a:ext>
              </a:extLst>
            </p:cNvPr>
            <p:cNvSpPr/>
            <p:nvPr/>
          </p:nvSpPr>
          <p:spPr>
            <a:xfrm>
              <a:off x="10917122" y="2593392"/>
              <a:ext cx="52865" cy="64497"/>
            </a:xfrm>
            <a:custGeom>
              <a:avLst/>
              <a:gdLst>
                <a:gd name="csX0" fmla="*/ 49832 w 52865"/>
                <a:gd name="csY0" fmla="*/ 64497 h 64497"/>
                <a:gd name="csX1" fmla="*/ 0 w 52865"/>
                <a:gd name="csY1" fmla="*/ 23375 h 64497"/>
                <a:gd name="csX2" fmla="*/ 32283 w 52865"/>
                <a:gd name="csY2" fmla="*/ 24890 h 64497"/>
                <a:gd name="csX3" fmla="*/ 52866 w 52865"/>
                <a:gd name="csY3" fmla="*/ 0 h 6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65" h="64497">
                  <a:moveTo>
                    <a:pt x="49832" y="64497"/>
                  </a:moveTo>
                  <a:lnTo>
                    <a:pt x="0" y="23375"/>
                  </a:lnTo>
                  <a:lnTo>
                    <a:pt x="32283" y="24890"/>
                  </a:lnTo>
                  <a:lnTo>
                    <a:pt x="52866" y="0"/>
                  </a:lnTo>
                  <a:close/>
                </a:path>
              </a:pathLst>
            </a:custGeom>
            <a:solidFill>
              <a:srgbClr val="000000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35" name="Graphic 158">
            <a:extLst>
              <a:ext uri="{FF2B5EF4-FFF2-40B4-BE49-F238E27FC236}">
                <a16:creationId xmlns:a16="http://schemas.microsoft.com/office/drawing/2014/main" id="{875BEA16-1206-83DC-C2F8-FA3D83B55773}"/>
              </a:ext>
            </a:extLst>
          </p:cNvPr>
          <p:cNvGrpSpPr/>
          <p:nvPr/>
        </p:nvGrpSpPr>
        <p:grpSpPr>
          <a:xfrm>
            <a:off x="7507754" y="2718672"/>
            <a:ext cx="176579" cy="217299"/>
            <a:chOff x="10453899" y="2948993"/>
            <a:chExt cx="176579" cy="217299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B4FF48C3-C13B-B245-6EE9-3D1133DA02DE}"/>
                </a:ext>
              </a:extLst>
            </p:cNvPr>
            <p:cNvSpPr/>
            <p:nvPr/>
          </p:nvSpPr>
          <p:spPr>
            <a:xfrm>
              <a:off x="10453899" y="2948993"/>
              <a:ext cx="149280" cy="183680"/>
            </a:xfrm>
            <a:custGeom>
              <a:avLst/>
              <a:gdLst>
                <a:gd name="csX0" fmla="*/ 0 w 149280"/>
                <a:gd name="csY0" fmla="*/ 0 h 183680"/>
                <a:gd name="csX1" fmla="*/ 149280 w 149280"/>
                <a:gd name="csY1" fmla="*/ 183680 h 183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9280" h="183680">
                  <a:moveTo>
                    <a:pt x="0" y="0"/>
                  </a:moveTo>
                  <a:lnTo>
                    <a:pt x="149280" y="183680"/>
                  </a:lnTo>
                </a:path>
              </a:pathLst>
            </a:custGeom>
            <a:noFill/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1898F847-C94F-A060-06CB-B321A4B91C46}"/>
                </a:ext>
              </a:extLst>
            </p:cNvPr>
            <p:cNvSpPr/>
            <p:nvPr/>
          </p:nvSpPr>
          <p:spPr>
            <a:xfrm>
              <a:off x="10571619" y="3103310"/>
              <a:ext cx="58859" cy="62982"/>
            </a:xfrm>
            <a:custGeom>
              <a:avLst/>
              <a:gdLst>
                <a:gd name="csX0" fmla="*/ 58860 w 58859"/>
                <a:gd name="csY0" fmla="*/ 62982 h 62982"/>
                <a:gd name="csX1" fmla="*/ 0 w 58859"/>
                <a:gd name="csY1" fmla="*/ 36361 h 62982"/>
                <a:gd name="csX2" fmla="*/ 31560 w 58859"/>
                <a:gd name="csY2" fmla="*/ 29363 h 62982"/>
                <a:gd name="csX3" fmla="*/ 44849 w 58859"/>
                <a:gd name="csY3" fmla="*/ 0 h 629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859" h="62982">
                  <a:moveTo>
                    <a:pt x="58860" y="62982"/>
                  </a:moveTo>
                  <a:lnTo>
                    <a:pt x="0" y="36361"/>
                  </a:lnTo>
                  <a:lnTo>
                    <a:pt x="31560" y="29363"/>
                  </a:lnTo>
                  <a:lnTo>
                    <a:pt x="44849" y="0"/>
                  </a:lnTo>
                  <a:close/>
                </a:path>
              </a:pathLst>
            </a:custGeom>
            <a:solidFill>
              <a:srgbClr val="000000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38" name="Graphic 158">
            <a:extLst>
              <a:ext uri="{FF2B5EF4-FFF2-40B4-BE49-F238E27FC236}">
                <a16:creationId xmlns:a16="http://schemas.microsoft.com/office/drawing/2014/main" id="{68236C72-CA60-F0F2-5619-CF284C1C8FBC}"/>
              </a:ext>
            </a:extLst>
          </p:cNvPr>
          <p:cNvGrpSpPr/>
          <p:nvPr/>
        </p:nvGrpSpPr>
        <p:grpSpPr>
          <a:xfrm>
            <a:off x="7908940" y="2718672"/>
            <a:ext cx="176578" cy="217299"/>
            <a:chOff x="10855085" y="2948993"/>
            <a:chExt cx="176578" cy="217299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A4A8059B-A41B-7FC9-8076-DC3096F997DD}"/>
                </a:ext>
              </a:extLst>
            </p:cNvPr>
            <p:cNvSpPr/>
            <p:nvPr/>
          </p:nvSpPr>
          <p:spPr>
            <a:xfrm>
              <a:off x="10882384" y="2948993"/>
              <a:ext cx="149279" cy="183680"/>
            </a:xfrm>
            <a:custGeom>
              <a:avLst/>
              <a:gdLst>
                <a:gd name="csX0" fmla="*/ 149279 w 149279"/>
                <a:gd name="csY0" fmla="*/ 0 h 183680"/>
                <a:gd name="csX1" fmla="*/ 0 w 149279"/>
                <a:gd name="csY1" fmla="*/ 183680 h 183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9279" h="183680">
                  <a:moveTo>
                    <a:pt x="149279" y="0"/>
                  </a:moveTo>
                  <a:lnTo>
                    <a:pt x="0" y="183680"/>
                  </a:lnTo>
                </a:path>
              </a:pathLst>
            </a:custGeom>
            <a:noFill/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8E1CB0EE-580E-6589-694A-C92E53579EA5}"/>
                </a:ext>
              </a:extLst>
            </p:cNvPr>
            <p:cNvSpPr/>
            <p:nvPr/>
          </p:nvSpPr>
          <p:spPr>
            <a:xfrm>
              <a:off x="10855085" y="3103310"/>
              <a:ext cx="58859" cy="62982"/>
            </a:xfrm>
            <a:custGeom>
              <a:avLst/>
              <a:gdLst>
                <a:gd name="csX0" fmla="*/ 0 w 58859"/>
                <a:gd name="csY0" fmla="*/ 62982 h 62982"/>
                <a:gd name="csX1" fmla="*/ 14011 w 58859"/>
                <a:gd name="csY1" fmla="*/ 0 h 62982"/>
                <a:gd name="csX2" fmla="*/ 27300 w 58859"/>
                <a:gd name="csY2" fmla="*/ 29363 h 62982"/>
                <a:gd name="csX3" fmla="*/ 58860 w 58859"/>
                <a:gd name="csY3" fmla="*/ 36361 h 629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859" h="62982">
                  <a:moveTo>
                    <a:pt x="0" y="62982"/>
                  </a:moveTo>
                  <a:lnTo>
                    <a:pt x="14011" y="0"/>
                  </a:lnTo>
                  <a:lnTo>
                    <a:pt x="27300" y="29363"/>
                  </a:lnTo>
                  <a:lnTo>
                    <a:pt x="58860" y="36361"/>
                  </a:lnTo>
                  <a:close/>
                </a:path>
              </a:pathLst>
            </a:custGeom>
            <a:solidFill>
              <a:srgbClr val="000000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544" name="Graphic 158">
            <a:extLst>
              <a:ext uri="{FF2B5EF4-FFF2-40B4-BE49-F238E27FC236}">
                <a16:creationId xmlns:a16="http://schemas.microsoft.com/office/drawing/2014/main" id="{AB32ADD2-64CA-4843-DB5A-0DE2A5351039}"/>
              </a:ext>
            </a:extLst>
          </p:cNvPr>
          <p:cNvGrpSpPr/>
          <p:nvPr/>
        </p:nvGrpSpPr>
        <p:grpSpPr>
          <a:xfrm>
            <a:off x="7652196" y="5106657"/>
            <a:ext cx="278049" cy="277756"/>
            <a:chOff x="10598341" y="5336978"/>
            <a:chExt cx="278049" cy="277756"/>
          </a:xfrm>
          <a:solidFill>
            <a:srgbClr val="FFFFFF"/>
          </a:solidFill>
        </p:grpSpPr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1C4AA9E9-4EBC-B349-003A-5D510764D46B}"/>
                </a:ext>
              </a:extLst>
            </p:cNvPr>
            <p:cNvSpPr/>
            <p:nvPr/>
          </p:nvSpPr>
          <p:spPr>
            <a:xfrm>
              <a:off x="10598341" y="5336978"/>
              <a:ext cx="278049" cy="277756"/>
            </a:xfrm>
            <a:prstGeom prst="ellipse">
              <a:avLst/>
            </a:prstGeom>
            <a:solidFill>
              <a:srgbClr val="FFFFFF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46" name="Picture 545">
              <a:extLst>
                <a:ext uri="{FF2B5EF4-FFF2-40B4-BE49-F238E27FC236}">
                  <a16:creationId xmlns:a16="http://schemas.microsoft.com/office/drawing/2014/main" id="{32B5432C-7418-D8D5-03F8-C753DAFEE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605996" y="5394694"/>
              <a:ext cx="259993" cy="209219"/>
            </a:xfrm>
            <a:custGeom>
              <a:avLst/>
              <a:gdLst>
                <a:gd name="csX0" fmla="*/ 0 w 259993"/>
                <a:gd name="csY0" fmla="*/ 0 h 209219"/>
                <a:gd name="csX1" fmla="*/ 259994 w 259993"/>
                <a:gd name="csY1" fmla="*/ 0 h 209219"/>
                <a:gd name="csX2" fmla="*/ 259994 w 259993"/>
                <a:gd name="csY2" fmla="*/ 209219 h 209219"/>
                <a:gd name="csX3" fmla="*/ 0 w 259993"/>
                <a:gd name="csY3" fmla="*/ 209219 h 209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993" h="209219">
                  <a:moveTo>
                    <a:pt x="0" y="0"/>
                  </a:moveTo>
                  <a:lnTo>
                    <a:pt x="259994" y="0"/>
                  </a:lnTo>
                  <a:lnTo>
                    <a:pt x="259994" y="209219"/>
                  </a:lnTo>
                  <a:lnTo>
                    <a:pt x="0" y="209219"/>
                  </a:lnTo>
                  <a:close/>
                </a:path>
              </a:pathLst>
            </a:custGeom>
          </p:spPr>
        </p:pic>
      </p:grpSp>
      <p:pic>
        <p:nvPicPr>
          <p:cNvPr id="547" name="Picture 546">
            <a:extLst>
              <a:ext uri="{FF2B5EF4-FFF2-40B4-BE49-F238E27FC236}">
                <a16:creationId xmlns:a16="http://schemas.microsoft.com/office/drawing/2014/main" id="{CC879D12-5782-A2CA-61D9-FD92D330506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31787" y="4803650"/>
            <a:ext cx="79442" cy="191183"/>
          </a:xfrm>
          <a:custGeom>
            <a:avLst/>
            <a:gdLst>
              <a:gd name="csX0" fmla="*/ 0 w 79442"/>
              <a:gd name="csY0" fmla="*/ 0 h 191183"/>
              <a:gd name="csX1" fmla="*/ 79443 w 79442"/>
              <a:gd name="csY1" fmla="*/ 0 h 191183"/>
              <a:gd name="csX2" fmla="*/ 79443 w 79442"/>
              <a:gd name="csY2" fmla="*/ 191183 h 191183"/>
              <a:gd name="csX3" fmla="*/ 0 w 79442"/>
              <a:gd name="csY3" fmla="*/ 191183 h 1911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442" h="191183">
                <a:moveTo>
                  <a:pt x="0" y="0"/>
                </a:moveTo>
                <a:lnTo>
                  <a:pt x="79443" y="0"/>
                </a:lnTo>
                <a:lnTo>
                  <a:pt x="79443" y="191183"/>
                </a:lnTo>
                <a:lnTo>
                  <a:pt x="0" y="191183"/>
                </a:lnTo>
                <a:close/>
              </a:path>
            </a:pathLst>
          </a:custGeom>
        </p:spPr>
      </p:pic>
      <p:pic>
        <p:nvPicPr>
          <p:cNvPr id="548" name="Picture 547">
            <a:extLst>
              <a:ext uri="{FF2B5EF4-FFF2-40B4-BE49-F238E27FC236}">
                <a16:creationId xmlns:a16="http://schemas.microsoft.com/office/drawing/2014/main" id="{9A116666-0BEB-40FE-EDFD-B5424D01F9A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70684" y="4868580"/>
            <a:ext cx="79442" cy="178557"/>
          </a:xfrm>
          <a:custGeom>
            <a:avLst/>
            <a:gdLst>
              <a:gd name="csX0" fmla="*/ 0 w 79442"/>
              <a:gd name="csY0" fmla="*/ 0 h 178557"/>
              <a:gd name="csX1" fmla="*/ 79443 w 79442"/>
              <a:gd name="csY1" fmla="*/ 0 h 178557"/>
              <a:gd name="csX2" fmla="*/ 79443 w 79442"/>
              <a:gd name="csY2" fmla="*/ 178558 h 178557"/>
              <a:gd name="csX3" fmla="*/ 0 w 79442"/>
              <a:gd name="csY3" fmla="*/ 178558 h 178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442" h="178557">
                <a:moveTo>
                  <a:pt x="0" y="0"/>
                </a:moveTo>
                <a:lnTo>
                  <a:pt x="79443" y="0"/>
                </a:lnTo>
                <a:lnTo>
                  <a:pt x="79443" y="178558"/>
                </a:lnTo>
                <a:lnTo>
                  <a:pt x="0" y="178558"/>
                </a:lnTo>
                <a:close/>
              </a:path>
            </a:pathLst>
          </a:custGeom>
        </p:spPr>
      </p:pic>
      <p:pic>
        <p:nvPicPr>
          <p:cNvPr id="549" name="Picture 548">
            <a:extLst>
              <a:ext uri="{FF2B5EF4-FFF2-40B4-BE49-F238E27FC236}">
                <a16:creationId xmlns:a16="http://schemas.microsoft.com/office/drawing/2014/main" id="{7B8AD973-65D3-54D4-3DF9-909FC6C3F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906" y="2264161"/>
            <a:ext cx="79442" cy="178557"/>
          </a:xfrm>
          <a:custGeom>
            <a:avLst/>
            <a:gdLst>
              <a:gd name="csX0" fmla="*/ 0 w 79442"/>
              <a:gd name="csY0" fmla="*/ 0 h 178557"/>
              <a:gd name="csX1" fmla="*/ 79443 w 79442"/>
              <a:gd name="csY1" fmla="*/ 0 h 178557"/>
              <a:gd name="csX2" fmla="*/ 79443 w 79442"/>
              <a:gd name="csY2" fmla="*/ 178558 h 178557"/>
              <a:gd name="csX3" fmla="*/ 0 w 79442"/>
              <a:gd name="csY3" fmla="*/ 178558 h 178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442" h="178557">
                <a:moveTo>
                  <a:pt x="0" y="0"/>
                </a:moveTo>
                <a:lnTo>
                  <a:pt x="79443" y="0"/>
                </a:lnTo>
                <a:lnTo>
                  <a:pt x="79443" y="178558"/>
                </a:lnTo>
                <a:lnTo>
                  <a:pt x="0" y="178558"/>
                </a:lnTo>
                <a:close/>
              </a:path>
            </a:pathLst>
          </a:custGeom>
        </p:spPr>
      </p:pic>
      <p:pic>
        <p:nvPicPr>
          <p:cNvPr id="550" name="Picture 549">
            <a:extLst>
              <a:ext uri="{FF2B5EF4-FFF2-40B4-BE49-F238E27FC236}">
                <a16:creationId xmlns:a16="http://schemas.microsoft.com/office/drawing/2014/main" id="{A55614E0-95A1-849C-0DF9-EF6259E332F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51236" y="2264161"/>
            <a:ext cx="79442" cy="191183"/>
          </a:xfrm>
          <a:custGeom>
            <a:avLst/>
            <a:gdLst>
              <a:gd name="csX0" fmla="*/ 0 w 79442"/>
              <a:gd name="csY0" fmla="*/ 0 h 191183"/>
              <a:gd name="csX1" fmla="*/ 79443 w 79442"/>
              <a:gd name="csY1" fmla="*/ 0 h 191183"/>
              <a:gd name="csX2" fmla="*/ 79443 w 79442"/>
              <a:gd name="csY2" fmla="*/ 191183 h 191183"/>
              <a:gd name="csX3" fmla="*/ 0 w 79442"/>
              <a:gd name="csY3" fmla="*/ 191183 h 1911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442" h="191183">
                <a:moveTo>
                  <a:pt x="0" y="0"/>
                </a:moveTo>
                <a:lnTo>
                  <a:pt x="79443" y="0"/>
                </a:lnTo>
                <a:lnTo>
                  <a:pt x="79443" y="191183"/>
                </a:lnTo>
                <a:lnTo>
                  <a:pt x="0" y="191183"/>
                </a:lnTo>
                <a:close/>
              </a:path>
            </a:pathLst>
          </a:custGeom>
        </p:spPr>
      </p:pic>
      <p:pic>
        <p:nvPicPr>
          <p:cNvPr id="551" name="Picture 550">
            <a:extLst>
              <a:ext uri="{FF2B5EF4-FFF2-40B4-BE49-F238E27FC236}">
                <a16:creationId xmlns:a16="http://schemas.microsoft.com/office/drawing/2014/main" id="{EE26415B-CA8E-7965-194D-2E0E8F614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347" y="3743125"/>
            <a:ext cx="79442" cy="178557"/>
          </a:xfrm>
          <a:custGeom>
            <a:avLst/>
            <a:gdLst>
              <a:gd name="csX0" fmla="*/ 0 w 79442"/>
              <a:gd name="csY0" fmla="*/ 0 h 178557"/>
              <a:gd name="csX1" fmla="*/ 79443 w 79442"/>
              <a:gd name="csY1" fmla="*/ 0 h 178557"/>
              <a:gd name="csX2" fmla="*/ 79443 w 79442"/>
              <a:gd name="csY2" fmla="*/ 178558 h 178557"/>
              <a:gd name="csX3" fmla="*/ 0 w 79442"/>
              <a:gd name="csY3" fmla="*/ 178558 h 178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442" h="178557">
                <a:moveTo>
                  <a:pt x="0" y="0"/>
                </a:moveTo>
                <a:lnTo>
                  <a:pt x="79443" y="0"/>
                </a:lnTo>
                <a:lnTo>
                  <a:pt x="79443" y="178558"/>
                </a:lnTo>
                <a:lnTo>
                  <a:pt x="0" y="178558"/>
                </a:lnTo>
                <a:close/>
              </a:path>
            </a:pathLst>
          </a:custGeom>
        </p:spPr>
      </p:pic>
      <p:pic>
        <p:nvPicPr>
          <p:cNvPr id="552" name="Picture 551">
            <a:extLst>
              <a:ext uri="{FF2B5EF4-FFF2-40B4-BE49-F238E27FC236}">
                <a16:creationId xmlns:a16="http://schemas.microsoft.com/office/drawing/2014/main" id="{8C320898-0BC6-8E61-630F-E06559D1B49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19021" y="3584406"/>
            <a:ext cx="79442" cy="191183"/>
          </a:xfrm>
          <a:custGeom>
            <a:avLst/>
            <a:gdLst>
              <a:gd name="csX0" fmla="*/ 0 w 79442"/>
              <a:gd name="csY0" fmla="*/ 0 h 191183"/>
              <a:gd name="csX1" fmla="*/ 79443 w 79442"/>
              <a:gd name="csY1" fmla="*/ 0 h 191183"/>
              <a:gd name="csX2" fmla="*/ 79443 w 79442"/>
              <a:gd name="csY2" fmla="*/ 191183 h 191183"/>
              <a:gd name="csX3" fmla="*/ 0 w 79442"/>
              <a:gd name="csY3" fmla="*/ 191183 h 1911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442" h="191183">
                <a:moveTo>
                  <a:pt x="0" y="0"/>
                </a:moveTo>
                <a:lnTo>
                  <a:pt x="79443" y="0"/>
                </a:lnTo>
                <a:lnTo>
                  <a:pt x="79443" y="191183"/>
                </a:lnTo>
                <a:lnTo>
                  <a:pt x="0" y="191183"/>
                </a:lnTo>
                <a:close/>
              </a:path>
            </a:pathLst>
          </a:custGeom>
        </p:spPr>
      </p:pic>
      <p:grpSp>
        <p:nvGrpSpPr>
          <p:cNvPr id="553" name="Graphic 158">
            <a:extLst>
              <a:ext uri="{FF2B5EF4-FFF2-40B4-BE49-F238E27FC236}">
                <a16:creationId xmlns:a16="http://schemas.microsoft.com/office/drawing/2014/main" id="{D500ECCE-3866-BA80-2567-A18F4EDC5824}"/>
              </a:ext>
            </a:extLst>
          </p:cNvPr>
          <p:cNvGrpSpPr/>
          <p:nvPr/>
        </p:nvGrpSpPr>
        <p:grpSpPr>
          <a:xfrm>
            <a:off x="7219306" y="5600847"/>
            <a:ext cx="288882" cy="288578"/>
            <a:chOff x="10165451" y="5831168"/>
            <a:chExt cx="288882" cy="288578"/>
          </a:xfrm>
          <a:solidFill>
            <a:srgbClr val="FFFFFF"/>
          </a:solidFill>
        </p:grpSpPr>
        <p:sp>
          <p:nvSpPr>
            <p:cNvPr id="554" name="Oval 553">
              <a:extLst>
                <a:ext uri="{FF2B5EF4-FFF2-40B4-BE49-F238E27FC236}">
                  <a16:creationId xmlns:a16="http://schemas.microsoft.com/office/drawing/2014/main" id="{4F9637CD-D06E-92F7-F6F1-4A92E95CE1C5}"/>
                </a:ext>
              </a:extLst>
            </p:cNvPr>
            <p:cNvSpPr/>
            <p:nvPr/>
          </p:nvSpPr>
          <p:spPr>
            <a:xfrm>
              <a:off x="10165451" y="5831168"/>
              <a:ext cx="288882" cy="288578"/>
            </a:xfrm>
            <a:prstGeom prst="ellipse">
              <a:avLst/>
            </a:prstGeom>
            <a:solidFill>
              <a:srgbClr val="FFFFFF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55" name="Picture 554">
              <a:extLst>
                <a:ext uri="{FF2B5EF4-FFF2-40B4-BE49-F238E27FC236}">
                  <a16:creationId xmlns:a16="http://schemas.microsoft.com/office/drawing/2014/main" id="{0750B428-6B23-8F52-8FE9-5C6A7B317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172673" y="5881669"/>
              <a:ext cx="274437" cy="230862"/>
            </a:xfrm>
            <a:custGeom>
              <a:avLst/>
              <a:gdLst>
                <a:gd name="csX0" fmla="*/ 0 w 274437"/>
                <a:gd name="csY0" fmla="*/ 0 h 230862"/>
                <a:gd name="csX1" fmla="*/ 274438 w 274437"/>
                <a:gd name="csY1" fmla="*/ 0 h 230862"/>
                <a:gd name="csX2" fmla="*/ 274438 w 274437"/>
                <a:gd name="csY2" fmla="*/ 230863 h 230862"/>
                <a:gd name="csX3" fmla="*/ 0 w 274437"/>
                <a:gd name="csY3" fmla="*/ 230863 h 2308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37" h="230862">
                  <a:moveTo>
                    <a:pt x="0" y="0"/>
                  </a:moveTo>
                  <a:lnTo>
                    <a:pt x="274438" y="0"/>
                  </a:lnTo>
                  <a:lnTo>
                    <a:pt x="274438" y="230863"/>
                  </a:lnTo>
                  <a:lnTo>
                    <a:pt x="0" y="230863"/>
                  </a:lnTo>
                  <a:close/>
                </a:path>
              </a:pathLst>
            </a:custGeom>
          </p:spPr>
        </p:pic>
      </p:grpSp>
      <p:grpSp>
        <p:nvGrpSpPr>
          <p:cNvPr id="559" name="Graphic 158">
            <a:extLst>
              <a:ext uri="{FF2B5EF4-FFF2-40B4-BE49-F238E27FC236}">
                <a16:creationId xmlns:a16="http://schemas.microsoft.com/office/drawing/2014/main" id="{6F796643-536E-83AE-0FD7-604E2A6FE804}"/>
              </a:ext>
            </a:extLst>
          </p:cNvPr>
          <p:cNvGrpSpPr/>
          <p:nvPr/>
        </p:nvGrpSpPr>
        <p:grpSpPr>
          <a:xfrm>
            <a:off x="8085952" y="5285215"/>
            <a:ext cx="288882" cy="293989"/>
            <a:chOff x="11032097" y="5515536"/>
            <a:chExt cx="288882" cy="293989"/>
          </a:xfrm>
          <a:solidFill>
            <a:srgbClr val="FFFFFF"/>
          </a:solidFill>
        </p:grpSpPr>
        <p:sp>
          <p:nvSpPr>
            <p:cNvPr id="560" name="Oval 559">
              <a:extLst>
                <a:ext uri="{FF2B5EF4-FFF2-40B4-BE49-F238E27FC236}">
                  <a16:creationId xmlns:a16="http://schemas.microsoft.com/office/drawing/2014/main" id="{9BF67D3E-4FD1-01BC-03E2-A349D9FDD0D1}"/>
                </a:ext>
              </a:extLst>
            </p:cNvPr>
            <p:cNvSpPr/>
            <p:nvPr/>
          </p:nvSpPr>
          <p:spPr>
            <a:xfrm>
              <a:off x="11032097" y="5515536"/>
              <a:ext cx="288882" cy="288578"/>
            </a:xfrm>
            <a:prstGeom prst="ellipse">
              <a:avLst/>
            </a:prstGeom>
            <a:solidFill>
              <a:srgbClr val="FFFFFF"/>
            </a:solidFill>
            <a:ln w="1443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561" name="Picture 560">
              <a:extLst>
                <a:ext uri="{FF2B5EF4-FFF2-40B4-BE49-F238E27FC236}">
                  <a16:creationId xmlns:a16="http://schemas.microsoft.com/office/drawing/2014/main" id="{45BA0B3A-E2A1-7360-0620-B10899BB8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1039319" y="5549804"/>
              <a:ext cx="274437" cy="259720"/>
            </a:xfrm>
            <a:custGeom>
              <a:avLst/>
              <a:gdLst>
                <a:gd name="csX0" fmla="*/ 0 w 274437"/>
                <a:gd name="csY0" fmla="*/ 0 h 259720"/>
                <a:gd name="csX1" fmla="*/ 274438 w 274437"/>
                <a:gd name="csY1" fmla="*/ 0 h 259720"/>
                <a:gd name="csX2" fmla="*/ 274438 w 274437"/>
                <a:gd name="csY2" fmla="*/ 259720 h 259720"/>
                <a:gd name="csX3" fmla="*/ 0 w 274437"/>
                <a:gd name="csY3" fmla="*/ 259720 h 259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37" h="259720">
                  <a:moveTo>
                    <a:pt x="0" y="0"/>
                  </a:moveTo>
                  <a:lnTo>
                    <a:pt x="274438" y="0"/>
                  </a:lnTo>
                  <a:lnTo>
                    <a:pt x="274438" y="259720"/>
                  </a:lnTo>
                  <a:lnTo>
                    <a:pt x="0" y="259720"/>
                  </a:lnTo>
                  <a:close/>
                </a:path>
              </a:pathLst>
            </a:custGeom>
          </p:spPr>
        </p:pic>
      </p:grpSp>
      <p:pic>
        <p:nvPicPr>
          <p:cNvPr id="562" name="Picture 561">
            <a:extLst>
              <a:ext uri="{FF2B5EF4-FFF2-40B4-BE49-F238E27FC236}">
                <a16:creationId xmlns:a16="http://schemas.microsoft.com/office/drawing/2014/main" id="{3DC7E3AC-8A02-4FA8-E1E7-845FF54AB35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7909" y="4276994"/>
            <a:ext cx="79442" cy="191183"/>
          </a:xfrm>
          <a:custGeom>
            <a:avLst/>
            <a:gdLst>
              <a:gd name="csX0" fmla="*/ 0 w 79442"/>
              <a:gd name="csY0" fmla="*/ 0 h 191183"/>
              <a:gd name="csX1" fmla="*/ 79443 w 79442"/>
              <a:gd name="csY1" fmla="*/ 0 h 191183"/>
              <a:gd name="csX2" fmla="*/ 79443 w 79442"/>
              <a:gd name="csY2" fmla="*/ 191183 h 191183"/>
              <a:gd name="csX3" fmla="*/ 0 w 79442"/>
              <a:gd name="csY3" fmla="*/ 191183 h 1911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442" h="191183">
                <a:moveTo>
                  <a:pt x="0" y="0"/>
                </a:moveTo>
                <a:lnTo>
                  <a:pt x="79443" y="0"/>
                </a:lnTo>
                <a:lnTo>
                  <a:pt x="79443" y="191183"/>
                </a:lnTo>
                <a:lnTo>
                  <a:pt x="0" y="191183"/>
                </a:lnTo>
                <a:close/>
              </a:path>
            </a:pathLst>
          </a:custGeom>
        </p:spPr>
      </p:pic>
      <p:grpSp>
        <p:nvGrpSpPr>
          <p:cNvPr id="567" name="Group 566">
            <a:extLst>
              <a:ext uri="{FF2B5EF4-FFF2-40B4-BE49-F238E27FC236}">
                <a16:creationId xmlns:a16="http://schemas.microsoft.com/office/drawing/2014/main" id="{97B807BF-DE87-3D12-0697-3B568247BD7A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568" name="Text 13">
              <a:extLst>
                <a:ext uri="{FF2B5EF4-FFF2-40B4-BE49-F238E27FC236}">
                  <a16:creationId xmlns:a16="http://schemas.microsoft.com/office/drawing/2014/main" id="{6B75BCC7-3815-8260-2536-D8F451E9760F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B0342C4F-A868-A3AB-5438-A7A91F7930AE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id="{4F7D474C-C30A-AD3E-8A6E-AB973CBBF12D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1" name="TextBox 570">
              <a:extLst>
                <a:ext uri="{FF2B5EF4-FFF2-40B4-BE49-F238E27FC236}">
                  <a16:creationId xmlns:a16="http://schemas.microsoft.com/office/drawing/2014/main" id="{BCFADD46-8950-AC82-76E2-52523841E1A7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2" name="TextBox 571">
              <a:extLst>
                <a:ext uri="{FF2B5EF4-FFF2-40B4-BE49-F238E27FC236}">
                  <a16:creationId xmlns:a16="http://schemas.microsoft.com/office/drawing/2014/main" id="{456C88E4-BEDE-5295-DE73-1A26B66FCD6E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E60413EF-C7CA-DCE5-9EBE-2E27537B97D1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4" name="Text 13">
              <a:extLst>
                <a:ext uri="{FF2B5EF4-FFF2-40B4-BE49-F238E27FC236}">
                  <a16:creationId xmlns:a16="http://schemas.microsoft.com/office/drawing/2014/main" id="{D805A5BE-B90C-1C22-AA4A-DB363D9A2E46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75" name="Text 13">
              <a:extLst>
                <a:ext uri="{FF2B5EF4-FFF2-40B4-BE49-F238E27FC236}">
                  <a16:creationId xmlns:a16="http://schemas.microsoft.com/office/drawing/2014/main" id="{D3CDB20A-6382-EC88-3F13-A4134D926958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76" name="Text 13">
              <a:extLst>
                <a:ext uri="{FF2B5EF4-FFF2-40B4-BE49-F238E27FC236}">
                  <a16:creationId xmlns:a16="http://schemas.microsoft.com/office/drawing/2014/main" id="{610345E4-9BC3-5FA0-1EC8-EB21DBAAAB1B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577" name="Rectangle 576">
            <a:extLst>
              <a:ext uri="{FF2B5EF4-FFF2-40B4-BE49-F238E27FC236}">
                <a16:creationId xmlns:a16="http://schemas.microsoft.com/office/drawing/2014/main" id="{7AA76BA5-F0FE-9E83-F55E-05E4C273F76B}"/>
              </a:ext>
            </a:extLst>
          </p:cNvPr>
          <p:cNvSpPr/>
          <p:nvPr/>
        </p:nvSpPr>
        <p:spPr>
          <a:xfrm>
            <a:off x="3533081" y="938648"/>
            <a:ext cx="7816723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640449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9E8F7-CD81-ECA3-36C0-07354A47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A23769-4731-5F5C-BB85-210C557E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D305F0-BF72-E8E0-7FDB-CE7AB5D5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46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D36075F6-4101-7837-5221-E4A3B63432E8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1365149-F24F-9F75-454A-87133C6FC8F2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91E4040F-B63F-D886-3CEC-CF32B41D4B1C}"/>
              </a:ext>
            </a:extLst>
          </p:cNvPr>
          <p:cNvGrpSpPr/>
          <p:nvPr/>
        </p:nvGrpSpPr>
        <p:grpSpPr>
          <a:xfrm>
            <a:off x="3919811" y="1666683"/>
            <a:ext cx="1155528" cy="4552322"/>
            <a:chOff x="-1147444" y="1539715"/>
            <a:chExt cx="1155528" cy="4552322"/>
          </a:xfrm>
        </p:grpSpPr>
        <p:grpSp>
          <p:nvGrpSpPr>
            <p:cNvPr id="162" name="Graphic 158">
              <a:extLst>
                <a:ext uri="{FF2B5EF4-FFF2-40B4-BE49-F238E27FC236}">
                  <a16:creationId xmlns:a16="http://schemas.microsoft.com/office/drawing/2014/main" id="{AF8B0764-EDF0-6B35-34E1-CCB799842807}"/>
                </a:ext>
              </a:extLst>
            </p:cNvPr>
            <p:cNvGrpSpPr/>
            <p:nvPr/>
          </p:nvGrpSpPr>
          <p:grpSpPr>
            <a:xfrm>
              <a:off x="-599363" y="2347734"/>
              <a:ext cx="57776" cy="257988"/>
              <a:chOff x="1397879" y="2375443"/>
              <a:chExt cx="57776" cy="257988"/>
            </a:xfrm>
          </p:grpSpPr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F6DCD4B7-5156-2369-AE24-B864F885F486}"/>
                  </a:ext>
                </a:extLst>
              </p:cNvPr>
              <p:cNvSpPr/>
              <p:nvPr/>
            </p:nvSpPr>
            <p:spPr>
              <a:xfrm>
                <a:off x="1426768" y="2375443"/>
                <a:ext cx="7222" cy="214702"/>
              </a:xfrm>
              <a:custGeom>
                <a:avLst/>
                <a:gdLst>
                  <a:gd name="csX0" fmla="*/ 0 w 7222"/>
                  <a:gd name="csY0" fmla="*/ 0 h 214702"/>
                  <a:gd name="csX1" fmla="*/ 0 w 7222"/>
                  <a:gd name="csY1" fmla="*/ 214702 h 2147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214702">
                    <a:moveTo>
                      <a:pt x="0" y="0"/>
                    </a:moveTo>
                    <a:lnTo>
                      <a:pt x="0" y="214702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9D2A6BE7-90B5-9713-1FE4-3418A9FDB7F4}"/>
                  </a:ext>
                </a:extLst>
              </p:cNvPr>
              <p:cNvSpPr/>
              <p:nvPr/>
            </p:nvSpPr>
            <p:spPr>
              <a:xfrm>
                <a:off x="1397879" y="2575716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5" name="Graphic 158">
              <a:extLst>
                <a:ext uri="{FF2B5EF4-FFF2-40B4-BE49-F238E27FC236}">
                  <a16:creationId xmlns:a16="http://schemas.microsoft.com/office/drawing/2014/main" id="{6999F23C-54FF-5EE8-77C2-7286AF9886B2}"/>
                </a:ext>
              </a:extLst>
            </p:cNvPr>
            <p:cNvGrpSpPr/>
            <p:nvPr/>
          </p:nvGrpSpPr>
          <p:grpSpPr>
            <a:xfrm>
              <a:off x="-714915" y="2059156"/>
              <a:ext cx="288882" cy="288578"/>
              <a:chOff x="1282327" y="2086865"/>
              <a:chExt cx="288882" cy="288578"/>
            </a:xfrm>
            <a:solidFill>
              <a:srgbClr val="FFFFFF"/>
            </a:solidFill>
          </p:grpSpPr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B01EDA2F-0F95-C645-0456-EEA7BBEB1736}"/>
                  </a:ext>
                </a:extLst>
              </p:cNvPr>
              <p:cNvSpPr/>
              <p:nvPr/>
            </p:nvSpPr>
            <p:spPr>
              <a:xfrm>
                <a:off x="1282327" y="2086865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7" name="Picture 166">
                <a:extLst>
                  <a:ext uri="{FF2B5EF4-FFF2-40B4-BE49-F238E27FC236}">
                    <a16:creationId xmlns:a16="http://schemas.microsoft.com/office/drawing/2014/main" id="{408E33BB-6496-C04B-EEA2-4CEC498E6C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9549" y="2148188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168" name="Graphic 158">
              <a:extLst>
                <a:ext uri="{FF2B5EF4-FFF2-40B4-BE49-F238E27FC236}">
                  <a16:creationId xmlns:a16="http://schemas.microsoft.com/office/drawing/2014/main" id="{F97BB8FE-EFE7-5834-753F-FA7F044E59DA}"/>
                </a:ext>
              </a:extLst>
            </p:cNvPr>
            <p:cNvGrpSpPr/>
            <p:nvPr/>
          </p:nvGrpSpPr>
          <p:grpSpPr>
            <a:xfrm>
              <a:off x="-599363" y="3891628"/>
              <a:ext cx="57776" cy="229131"/>
              <a:chOff x="1397879" y="3919337"/>
              <a:chExt cx="57776" cy="229131"/>
            </a:xfrm>
          </p:grpSpPr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64B3AD1C-894E-7A2D-3511-2AA7D4443338}"/>
                  </a:ext>
                </a:extLst>
              </p:cNvPr>
              <p:cNvSpPr/>
              <p:nvPr/>
            </p:nvSpPr>
            <p:spPr>
              <a:xfrm>
                <a:off x="1426768" y="3919337"/>
                <a:ext cx="7222" cy="185844"/>
              </a:xfrm>
              <a:custGeom>
                <a:avLst/>
                <a:gdLst>
                  <a:gd name="csX0" fmla="*/ 0 w 7222"/>
                  <a:gd name="csY0" fmla="*/ 0 h 185844"/>
                  <a:gd name="csX1" fmla="*/ 0 w 7222"/>
                  <a:gd name="csY1" fmla="*/ 185845 h 1858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185844">
                    <a:moveTo>
                      <a:pt x="0" y="0"/>
                    </a:moveTo>
                    <a:lnTo>
                      <a:pt x="0" y="185845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29D35E97-FED0-C6A7-26EA-C99312BBDE5C}"/>
                  </a:ext>
                </a:extLst>
              </p:cNvPr>
              <p:cNvSpPr/>
              <p:nvPr/>
            </p:nvSpPr>
            <p:spPr>
              <a:xfrm>
                <a:off x="1397879" y="4090753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1" name="Graphic 158">
              <a:extLst>
                <a:ext uri="{FF2B5EF4-FFF2-40B4-BE49-F238E27FC236}">
                  <a16:creationId xmlns:a16="http://schemas.microsoft.com/office/drawing/2014/main" id="{49E9E9B6-BE7D-5141-3200-39FB63A03B62}"/>
                </a:ext>
              </a:extLst>
            </p:cNvPr>
            <p:cNvGrpSpPr/>
            <p:nvPr/>
          </p:nvGrpSpPr>
          <p:grpSpPr>
            <a:xfrm>
              <a:off x="-599363" y="4973797"/>
              <a:ext cx="148052" cy="250774"/>
              <a:chOff x="1397879" y="5001506"/>
              <a:chExt cx="148052" cy="250774"/>
            </a:xfrm>
          </p:grpSpPr>
          <p:grpSp>
            <p:nvGrpSpPr>
              <p:cNvPr id="172" name="Graphic 158">
                <a:extLst>
                  <a:ext uri="{FF2B5EF4-FFF2-40B4-BE49-F238E27FC236}">
                    <a16:creationId xmlns:a16="http://schemas.microsoft.com/office/drawing/2014/main" id="{178B0033-85FF-1921-4715-1C586B74284D}"/>
                  </a:ext>
                </a:extLst>
              </p:cNvPr>
              <p:cNvGrpSpPr/>
              <p:nvPr/>
            </p:nvGrpSpPr>
            <p:grpSpPr>
              <a:xfrm>
                <a:off x="1397879" y="5001506"/>
                <a:ext cx="57776" cy="250774"/>
                <a:chOff x="1397879" y="5001506"/>
                <a:chExt cx="57776" cy="250774"/>
              </a:xfrm>
            </p:grpSpPr>
            <p:sp>
              <p:nvSpPr>
                <p:cNvPr id="173" name="Freeform 172">
                  <a:extLst>
                    <a:ext uri="{FF2B5EF4-FFF2-40B4-BE49-F238E27FC236}">
                      <a16:creationId xmlns:a16="http://schemas.microsoft.com/office/drawing/2014/main" id="{297E6FA0-B3A6-B100-FA20-BF62C80A8C49}"/>
                    </a:ext>
                  </a:extLst>
                </p:cNvPr>
                <p:cNvSpPr/>
                <p:nvPr/>
              </p:nvSpPr>
              <p:spPr>
                <a:xfrm>
                  <a:off x="1426768" y="5001506"/>
                  <a:ext cx="7222" cy="207487"/>
                </a:xfrm>
                <a:custGeom>
                  <a:avLst/>
                  <a:gdLst>
                    <a:gd name="csX0" fmla="*/ 0 w 7222"/>
                    <a:gd name="csY0" fmla="*/ 0 h 207487"/>
                    <a:gd name="csX1" fmla="*/ 0 w 7222"/>
                    <a:gd name="csY1" fmla="*/ 207488 h 20748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222" h="207487">
                      <a:moveTo>
                        <a:pt x="0" y="0"/>
                      </a:moveTo>
                      <a:lnTo>
                        <a:pt x="0" y="207488"/>
                      </a:lnTo>
                    </a:path>
                  </a:pathLst>
                </a:custGeom>
                <a:noFill/>
                <a:ln w="1443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D1EC14DA-4C74-5275-BFBE-4D27FFD1008C}"/>
                    </a:ext>
                  </a:extLst>
                </p:cNvPr>
                <p:cNvSpPr/>
                <p:nvPr/>
              </p:nvSpPr>
              <p:spPr>
                <a:xfrm>
                  <a:off x="1397879" y="5194565"/>
                  <a:ext cx="57776" cy="57715"/>
                </a:xfrm>
                <a:custGeom>
                  <a:avLst/>
                  <a:gdLst>
                    <a:gd name="csX0" fmla="*/ 28888 w 57776"/>
                    <a:gd name="csY0" fmla="*/ 57716 h 57715"/>
                    <a:gd name="csX1" fmla="*/ 0 w 57776"/>
                    <a:gd name="csY1" fmla="*/ 0 h 57715"/>
                    <a:gd name="csX2" fmla="*/ 28888 w 57776"/>
                    <a:gd name="csY2" fmla="*/ 14429 h 57715"/>
                    <a:gd name="csX3" fmla="*/ 57776 w 57776"/>
                    <a:gd name="csY3" fmla="*/ 0 h 57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776" h="57715">
                      <a:moveTo>
                        <a:pt x="28888" y="57716"/>
                      </a:moveTo>
                      <a:lnTo>
                        <a:pt x="0" y="0"/>
                      </a:lnTo>
                      <a:lnTo>
                        <a:pt x="28888" y="14429"/>
                      </a:lnTo>
                      <a:lnTo>
                        <a:pt x="5777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443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67AD02DB-8F6C-B148-4756-717ABA7623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6489" y="5026756"/>
                <a:ext cx="79442" cy="178557"/>
              </a:xfrm>
              <a:custGeom>
                <a:avLst/>
                <a:gdLst>
                  <a:gd name="csX0" fmla="*/ 0 w 79442"/>
                  <a:gd name="csY0" fmla="*/ 0 h 178557"/>
                  <a:gd name="csX1" fmla="*/ 79443 w 79442"/>
                  <a:gd name="csY1" fmla="*/ 0 h 178557"/>
                  <a:gd name="csX2" fmla="*/ 79443 w 79442"/>
                  <a:gd name="csY2" fmla="*/ 178558 h 178557"/>
                  <a:gd name="csX3" fmla="*/ 0 w 79442"/>
                  <a:gd name="csY3" fmla="*/ 178558 h 1785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442" h="178557">
                    <a:moveTo>
                      <a:pt x="0" y="0"/>
                    </a:moveTo>
                    <a:lnTo>
                      <a:pt x="79443" y="0"/>
                    </a:lnTo>
                    <a:lnTo>
                      <a:pt x="79443" y="178558"/>
                    </a:lnTo>
                    <a:lnTo>
                      <a:pt x="0" y="178558"/>
                    </a:lnTo>
                    <a:close/>
                  </a:path>
                </a:pathLst>
              </a:custGeom>
            </p:spPr>
          </p:pic>
        </p:grpSp>
        <p:grpSp>
          <p:nvGrpSpPr>
            <p:cNvPr id="176" name="Graphic 158">
              <a:extLst>
                <a:ext uri="{FF2B5EF4-FFF2-40B4-BE49-F238E27FC236}">
                  <a16:creationId xmlns:a16="http://schemas.microsoft.com/office/drawing/2014/main" id="{883DF674-2122-D1CA-DD56-2B8D9479D99C}"/>
                </a:ext>
              </a:extLst>
            </p:cNvPr>
            <p:cNvGrpSpPr/>
            <p:nvPr/>
          </p:nvGrpSpPr>
          <p:grpSpPr>
            <a:xfrm>
              <a:off x="-599363" y="4425498"/>
              <a:ext cx="57776" cy="243560"/>
              <a:chOff x="1397879" y="4453207"/>
              <a:chExt cx="57776" cy="243560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68079F0E-4416-B335-106E-3B609255CBDB}"/>
                  </a:ext>
                </a:extLst>
              </p:cNvPr>
              <p:cNvSpPr/>
              <p:nvPr/>
            </p:nvSpPr>
            <p:spPr>
              <a:xfrm>
                <a:off x="1426768" y="4453207"/>
                <a:ext cx="7222" cy="200273"/>
              </a:xfrm>
              <a:custGeom>
                <a:avLst/>
                <a:gdLst>
                  <a:gd name="csX0" fmla="*/ 0 w 7222"/>
                  <a:gd name="csY0" fmla="*/ 0 h 200273"/>
                  <a:gd name="csX1" fmla="*/ 0 w 7222"/>
                  <a:gd name="csY1" fmla="*/ 200273 h 2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200273">
                    <a:moveTo>
                      <a:pt x="0" y="0"/>
                    </a:moveTo>
                    <a:lnTo>
                      <a:pt x="0" y="200273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827E0242-3498-94E9-0634-46E7A27E1365}"/>
                  </a:ext>
                </a:extLst>
              </p:cNvPr>
              <p:cNvSpPr/>
              <p:nvPr/>
            </p:nvSpPr>
            <p:spPr>
              <a:xfrm>
                <a:off x="1397879" y="4639051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6" name="Graphic 158">
              <a:extLst>
                <a:ext uri="{FF2B5EF4-FFF2-40B4-BE49-F238E27FC236}">
                  <a16:creationId xmlns:a16="http://schemas.microsoft.com/office/drawing/2014/main" id="{81249A17-2FB6-9373-442E-EFF2AD267513}"/>
                </a:ext>
              </a:extLst>
            </p:cNvPr>
            <p:cNvGrpSpPr/>
            <p:nvPr/>
          </p:nvGrpSpPr>
          <p:grpSpPr>
            <a:xfrm>
              <a:off x="-714915" y="4136920"/>
              <a:ext cx="288882" cy="288578"/>
              <a:chOff x="1282327" y="4164629"/>
              <a:chExt cx="288882" cy="288578"/>
            </a:xfrm>
            <a:solidFill>
              <a:srgbClr val="FFFFFF"/>
            </a:solidFill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F7EB7102-75BC-227B-FD0F-2DA4EDE05115}"/>
                  </a:ext>
                </a:extLst>
              </p:cNvPr>
              <p:cNvSpPr/>
              <p:nvPr/>
            </p:nvSpPr>
            <p:spPr>
              <a:xfrm>
                <a:off x="1282327" y="4164629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EBDB6E90-4C5F-0AE6-9384-6CF2283077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9549" y="4225952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9" name="Graphic 158">
              <a:extLst>
                <a:ext uri="{FF2B5EF4-FFF2-40B4-BE49-F238E27FC236}">
                  <a16:creationId xmlns:a16="http://schemas.microsoft.com/office/drawing/2014/main" id="{96046971-633E-B6E2-5D35-8AAE163CF7FF}"/>
                </a:ext>
              </a:extLst>
            </p:cNvPr>
            <p:cNvGrpSpPr/>
            <p:nvPr/>
          </p:nvGrpSpPr>
          <p:grpSpPr>
            <a:xfrm>
              <a:off x="-858562" y="3718914"/>
              <a:ext cx="143646" cy="562297"/>
              <a:chOff x="1138680" y="3746623"/>
              <a:chExt cx="143646" cy="562297"/>
            </a:xfrm>
          </p:grpSpPr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240EDA0E-6154-DCC7-334B-FA2F1AFB210E}"/>
                  </a:ext>
                </a:extLst>
              </p:cNvPr>
              <p:cNvSpPr/>
              <p:nvPr/>
            </p:nvSpPr>
            <p:spPr>
              <a:xfrm>
                <a:off x="1138680" y="3775409"/>
                <a:ext cx="143646" cy="533511"/>
              </a:xfrm>
              <a:custGeom>
                <a:avLst/>
                <a:gdLst>
                  <a:gd name="csX0" fmla="*/ 143647 w 143646"/>
                  <a:gd name="csY0" fmla="*/ 533509 h 533511"/>
                  <a:gd name="csX1" fmla="*/ 0 w 143646"/>
                  <a:gd name="csY1" fmla="*/ 267368 h 533511"/>
                  <a:gd name="csX2" fmla="*/ 84137 w 143646"/>
                  <a:gd name="csY2" fmla="*/ 0 h 533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43646" h="533511">
                    <a:moveTo>
                      <a:pt x="143647" y="533509"/>
                    </a:moveTo>
                    <a:cubicBezTo>
                      <a:pt x="47882" y="534036"/>
                      <a:pt x="0" y="445327"/>
                      <a:pt x="0" y="267368"/>
                    </a:cubicBezTo>
                    <a:cubicBezTo>
                      <a:pt x="0" y="89409"/>
                      <a:pt x="28045" y="289"/>
                      <a:pt x="84137" y="0"/>
                    </a:cubicBezTo>
                  </a:path>
                </a:pathLst>
              </a:custGeom>
              <a:noFill/>
              <a:ln w="14432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39CBB24B-50BF-168C-9B29-164E6FFBD6CA}"/>
                  </a:ext>
                </a:extLst>
              </p:cNvPr>
              <p:cNvSpPr/>
              <p:nvPr/>
            </p:nvSpPr>
            <p:spPr>
              <a:xfrm>
                <a:off x="1208228" y="3746623"/>
                <a:ext cx="57920" cy="57715"/>
              </a:xfrm>
              <a:custGeom>
                <a:avLst/>
                <a:gdLst>
                  <a:gd name="csX0" fmla="*/ 57921 w 57920"/>
                  <a:gd name="csY0" fmla="*/ 28497 h 57715"/>
                  <a:gd name="csX1" fmla="*/ 361 w 57920"/>
                  <a:gd name="csY1" fmla="*/ 57716 h 57715"/>
                  <a:gd name="csX2" fmla="*/ 14589 w 57920"/>
                  <a:gd name="csY2" fmla="*/ 28786 h 57715"/>
                  <a:gd name="csX3" fmla="*/ 0 w 57920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920" h="57715">
                    <a:moveTo>
                      <a:pt x="57921" y="28497"/>
                    </a:moveTo>
                    <a:lnTo>
                      <a:pt x="361" y="57716"/>
                    </a:lnTo>
                    <a:lnTo>
                      <a:pt x="14589" y="287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14432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2" name="Graphic 158">
              <a:extLst>
                <a:ext uri="{FF2B5EF4-FFF2-40B4-BE49-F238E27FC236}">
                  <a16:creationId xmlns:a16="http://schemas.microsoft.com/office/drawing/2014/main" id="{DA3237CA-844A-C416-EFCC-1CA9C4A71751}"/>
                </a:ext>
              </a:extLst>
            </p:cNvPr>
            <p:cNvGrpSpPr/>
            <p:nvPr/>
          </p:nvGrpSpPr>
          <p:grpSpPr>
            <a:xfrm>
              <a:off x="-714915" y="4685218"/>
              <a:ext cx="288882" cy="288578"/>
              <a:chOff x="1282327" y="4712927"/>
              <a:chExt cx="288882" cy="288578"/>
            </a:xfrm>
            <a:solidFill>
              <a:srgbClr val="FFFFFF"/>
            </a:solidFill>
          </p:grpSpPr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7F85221C-754B-609C-A835-E10B045376DA}"/>
                  </a:ext>
                </a:extLst>
              </p:cNvPr>
              <p:cNvSpPr/>
              <p:nvPr/>
            </p:nvSpPr>
            <p:spPr>
              <a:xfrm>
                <a:off x="1282327" y="4712927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9FFB828E-3C7E-8B16-2877-432D8A5C8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9549" y="4774250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195" name="Graphic 158">
              <a:extLst>
                <a:ext uri="{FF2B5EF4-FFF2-40B4-BE49-F238E27FC236}">
                  <a16:creationId xmlns:a16="http://schemas.microsoft.com/office/drawing/2014/main" id="{59BF944E-3347-27AA-ADB4-A21646E395EF}"/>
                </a:ext>
              </a:extLst>
            </p:cNvPr>
            <p:cNvGrpSpPr/>
            <p:nvPr/>
          </p:nvGrpSpPr>
          <p:grpSpPr>
            <a:xfrm>
              <a:off x="-599363" y="5529310"/>
              <a:ext cx="57776" cy="257989"/>
              <a:chOff x="1397879" y="5557019"/>
              <a:chExt cx="57776" cy="257989"/>
            </a:xfrm>
          </p:grpSpPr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A15821D9-874A-F091-ACB0-2F61D30B5A9C}"/>
                  </a:ext>
                </a:extLst>
              </p:cNvPr>
              <p:cNvSpPr/>
              <p:nvPr/>
            </p:nvSpPr>
            <p:spPr>
              <a:xfrm>
                <a:off x="1426768" y="5557019"/>
                <a:ext cx="7222" cy="214702"/>
              </a:xfrm>
              <a:custGeom>
                <a:avLst/>
                <a:gdLst>
                  <a:gd name="csX0" fmla="*/ 0 w 7222"/>
                  <a:gd name="csY0" fmla="*/ 0 h 214702"/>
                  <a:gd name="csX1" fmla="*/ 0 w 7222"/>
                  <a:gd name="csY1" fmla="*/ 214702 h 2147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214702">
                    <a:moveTo>
                      <a:pt x="0" y="0"/>
                    </a:moveTo>
                    <a:lnTo>
                      <a:pt x="0" y="214702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27635473-D341-E26D-537E-2351E6E028D6}"/>
                  </a:ext>
                </a:extLst>
              </p:cNvPr>
              <p:cNvSpPr/>
              <p:nvPr/>
            </p:nvSpPr>
            <p:spPr>
              <a:xfrm>
                <a:off x="1397879" y="5757292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8" name="Graphic 158">
              <a:extLst>
                <a:ext uri="{FF2B5EF4-FFF2-40B4-BE49-F238E27FC236}">
                  <a16:creationId xmlns:a16="http://schemas.microsoft.com/office/drawing/2014/main" id="{AB598D6D-7F18-7860-DF2C-BD2004500A8C}"/>
                </a:ext>
              </a:extLst>
            </p:cNvPr>
            <p:cNvGrpSpPr/>
            <p:nvPr/>
          </p:nvGrpSpPr>
          <p:grpSpPr>
            <a:xfrm>
              <a:off x="-714915" y="5240732"/>
              <a:ext cx="288882" cy="288578"/>
              <a:chOff x="1282327" y="5268441"/>
              <a:chExt cx="288882" cy="288578"/>
            </a:xfrm>
            <a:solidFill>
              <a:srgbClr val="FFFFFF"/>
            </a:solidFill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FF7E2B71-6CD3-BC43-7F83-B80F4C3FC90D}"/>
                  </a:ext>
                </a:extLst>
              </p:cNvPr>
              <p:cNvSpPr/>
              <p:nvPr/>
            </p:nvSpPr>
            <p:spPr>
              <a:xfrm>
                <a:off x="1282327" y="5268441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94A7A884-5738-C93D-8E81-C591E8F3CE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9549" y="5329763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01" name="Graphic 158">
              <a:extLst>
                <a:ext uri="{FF2B5EF4-FFF2-40B4-BE49-F238E27FC236}">
                  <a16:creationId xmlns:a16="http://schemas.microsoft.com/office/drawing/2014/main" id="{E270EAFE-DE92-D07A-1955-443E1558BFC2}"/>
                </a:ext>
              </a:extLst>
            </p:cNvPr>
            <p:cNvGrpSpPr/>
            <p:nvPr/>
          </p:nvGrpSpPr>
          <p:grpSpPr>
            <a:xfrm>
              <a:off x="-714915" y="3603050"/>
              <a:ext cx="288882" cy="288578"/>
              <a:chOff x="1282327" y="3630759"/>
              <a:chExt cx="288882" cy="288578"/>
            </a:xfrm>
            <a:solidFill>
              <a:srgbClr val="FFFFFF"/>
            </a:solidFill>
          </p:grpSpPr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D16CF3DC-417B-21D2-E3EA-591D7D3D1A59}"/>
                  </a:ext>
                </a:extLst>
              </p:cNvPr>
              <p:cNvSpPr/>
              <p:nvPr/>
            </p:nvSpPr>
            <p:spPr>
              <a:xfrm>
                <a:off x="1282327" y="3630759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13217957-C7C0-CE46-5967-B1D92FBE2D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549" y="3692082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04" name="Graphic 158">
              <a:extLst>
                <a:ext uri="{FF2B5EF4-FFF2-40B4-BE49-F238E27FC236}">
                  <a16:creationId xmlns:a16="http://schemas.microsoft.com/office/drawing/2014/main" id="{A40C1FB5-FA46-0E4B-F7D3-4A9F70B749EC}"/>
                </a:ext>
              </a:extLst>
            </p:cNvPr>
            <p:cNvGrpSpPr/>
            <p:nvPr/>
          </p:nvGrpSpPr>
          <p:grpSpPr>
            <a:xfrm>
              <a:off x="-599363" y="1828293"/>
              <a:ext cx="57776" cy="214702"/>
              <a:chOff x="1397879" y="1856002"/>
              <a:chExt cx="57776" cy="214702"/>
            </a:xfrm>
          </p:grpSpPr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F9825E92-3342-CF26-8B66-4C059591C44D}"/>
                  </a:ext>
                </a:extLst>
              </p:cNvPr>
              <p:cNvSpPr/>
              <p:nvPr/>
            </p:nvSpPr>
            <p:spPr>
              <a:xfrm>
                <a:off x="1426768" y="1856002"/>
                <a:ext cx="7222" cy="171415"/>
              </a:xfrm>
              <a:custGeom>
                <a:avLst/>
                <a:gdLst>
                  <a:gd name="csX0" fmla="*/ 0 w 7222"/>
                  <a:gd name="csY0" fmla="*/ 0 h 171415"/>
                  <a:gd name="csX1" fmla="*/ 0 w 7222"/>
                  <a:gd name="csY1" fmla="*/ 171416 h 171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22" h="171415">
                    <a:moveTo>
                      <a:pt x="0" y="0"/>
                    </a:moveTo>
                    <a:lnTo>
                      <a:pt x="0" y="171416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6AFA9C79-0925-D6A0-FBD4-B2C6B8C59DA0}"/>
                  </a:ext>
                </a:extLst>
              </p:cNvPr>
              <p:cNvSpPr/>
              <p:nvPr/>
            </p:nvSpPr>
            <p:spPr>
              <a:xfrm>
                <a:off x="1397879" y="2012989"/>
                <a:ext cx="57776" cy="57715"/>
              </a:xfrm>
              <a:custGeom>
                <a:avLst/>
                <a:gdLst>
                  <a:gd name="csX0" fmla="*/ 28888 w 57776"/>
                  <a:gd name="csY0" fmla="*/ 57716 h 57715"/>
                  <a:gd name="csX1" fmla="*/ 0 w 57776"/>
                  <a:gd name="csY1" fmla="*/ 0 h 57715"/>
                  <a:gd name="csX2" fmla="*/ 28888 w 57776"/>
                  <a:gd name="csY2" fmla="*/ 14429 h 57715"/>
                  <a:gd name="csX3" fmla="*/ 57776 w 57776"/>
                  <a:gd name="csY3" fmla="*/ 0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28888" y="57716"/>
                    </a:moveTo>
                    <a:lnTo>
                      <a:pt x="0" y="0"/>
                    </a:lnTo>
                    <a:lnTo>
                      <a:pt x="28888" y="14429"/>
                    </a:lnTo>
                    <a:lnTo>
                      <a:pt x="577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7" name="Graphic 158">
              <a:extLst>
                <a:ext uri="{FF2B5EF4-FFF2-40B4-BE49-F238E27FC236}">
                  <a16:creationId xmlns:a16="http://schemas.microsoft.com/office/drawing/2014/main" id="{5CDCCC67-54BD-D84A-8A37-1114E7002EC7}"/>
                </a:ext>
              </a:extLst>
            </p:cNvPr>
            <p:cNvGrpSpPr/>
            <p:nvPr/>
          </p:nvGrpSpPr>
          <p:grpSpPr>
            <a:xfrm>
              <a:off x="-714915" y="1539715"/>
              <a:ext cx="288882" cy="288578"/>
              <a:chOff x="1282327" y="1567424"/>
              <a:chExt cx="288882" cy="288578"/>
            </a:xfrm>
            <a:solidFill>
              <a:srgbClr val="FFFFFF"/>
            </a:solidFill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7194B300-C236-AAB8-66AB-25A616CCFCF2}"/>
                  </a:ext>
                </a:extLst>
              </p:cNvPr>
              <p:cNvSpPr/>
              <p:nvPr/>
            </p:nvSpPr>
            <p:spPr>
              <a:xfrm>
                <a:off x="1282327" y="1567424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9" name="Picture 208">
                <a:extLst>
                  <a:ext uri="{FF2B5EF4-FFF2-40B4-BE49-F238E27FC236}">
                    <a16:creationId xmlns:a16="http://schemas.microsoft.com/office/drawing/2014/main" id="{4250B8F4-E717-2BF7-1057-6B44C519F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9549" y="1628747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0" name="Graphic 158">
              <a:extLst>
                <a:ext uri="{FF2B5EF4-FFF2-40B4-BE49-F238E27FC236}">
                  <a16:creationId xmlns:a16="http://schemas.microsoft.com/office/drawing/2014/main" id="{E7128180-9FB0-5A57-614A-4F4A8332210D}"/>
                </a:ext>
              </a:extLst>
            </p:cNvPr>
            <p:cNvGrpSpPr/>
            <p:nvPr/>
          </p:nvGrpSpPr>
          <p:grpSpPr>
            <a:xfrm>
              <a:off x="-1018242" y="2059156"/>
              <a:ext cx="361102" cy="299399"/>
              <a:chOff x="979000" y="2086865"/>
              <a:chExt cx="361102" cy="299399"/>
            </a:xfrm>
            <a:noFill/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046375D8-1C8A-9C69-532E-418CA99FA4C0}"/>
                  </a:ext>
                </a:extLst>
              </p:cNvPr>
              <p:cNvSpPr/>
              <p:nvPr/>
            </p:nvSpPr>
            <p:spPr>
              <a:xfrm>
                <a:off x="979000" y="2086865"/>
                <a:ext cx="361102" cy="288578"/>
              </a:xfrm>
              <a:prstGeom prst="rect">
                <a:avLst/>
              </a:prstGeom>
              <a:noFill/>
              <a:ln w="721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2" name="Picture 211">
                <a:extLst>
                  <a:ext uri="{FF2B5EF4-FFF2-40B4-BE49-F238E27FC236}">
                    <a16:creationId xmlns:a16="http://schemas.microsoft.com/office/drawing/2014/main" id="{0D23F3E4-D3FB-FE4F-48E0-A453668899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80109" y="2122937"/>
                <a:ext cx="158885" cy="263327"/>
              </a:xfrm>
              <a:custGeom>
                <a:avLst/>
                <a:gdLst>
                  <a:gd name="csX0" fmla="*/ 0 w 158885"/>
                  <a:gd name="csY0" fmla="*/ 0 h 263327"/>
                  <a:gd name="csX1" fmla="*/ 158885 w 158885"/>
                  <a:gd name="csY1" fmla="*/ 0 h 263327"/>
                  <a:gd name="csX2" fmla="*/ 158885 w 158885"/>
                  <a:gd name="csY2" fmla="*/ 263328 h 263327"/>
                  <a:gd name="csX3" fmla="*/ 0 w 158885"/>
                  <a:gd name="csY3" fmla="*/ 263328 h 2633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8885" h="263327">
                    <a:moveTo>
                      <a:pt x="0" y="0"/>
                    </a:moveTo>
                    <a:lnTo>
                      <a:pt x="158885" y="0"/>
                    </a:lnTo>
                    <a:lnTo>
                      <a:pt x="158885" y="263328"/>
                    </a:lnTo>
                    <a:lnTo>
                      <a:pt x="0" y="263328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" name="Graphic 158">
              <a:extLst>
                <a:ext uri="{FF2B5EF4-FFF2-40B4-BE49-F238E27FC236}">
                  <a16:creationId xmlns:a16="http://schemas.microsoft.com/office/drawing/2014/main" id="{328ABE2C-1922-304A-FCB4-2053926B1A00}"/>
                </a:ext>
              </a:extLst>
            </p:cNvPr>
            <p:cNvGrpSpPr/>
            <p:nvPr/>
          </p:nvGrpSpPr>
          <p:grpSpPr>
            <a:xfrm>
              <a:off x="-483810" y="2621884"/>
              <a:ext cx="361102" cy="299399"/>
              <a:chOff x="1513432" y="2649593"/>
              <a:chExt cx="361102" cy="299399"/>
            </a:xfrm>
            <a:noFill/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D02DF00F-A513-C59B-F17B-A0C03227B57D}"/>
                  </a:ext>
                </a:extLst>
              </p:cNvPr>
              <p:cNvSpPr/>
              <p:nvPr/>
            </p:nvSpPr>
            <p:spPr>
              <a:xfrm>
                <a:off x="1513432" y="2649593"/>
                <a:ext cx="361102" cy="288578"/>
              </a:xfrm>
              <a:prstGeom prst="rect">
                <a:avLst/>
              </a:prstGeom>
              <a:noFill/>
              <a:ln w="721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8" name="Picture 217">
                <a:extLst>
                  <a:ext uri="{FF2B5EF4-FFF2-40B4-BE49-F238E27FC236}">
                    <a16:creationId xmlns:a16="http://schemas.microsoft.com/office/drawing/2014/main" id="{875AFCE2-EB9E-92D4-56F8-6EBD8775BA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10930" y="2685665"/>
                <a:ext cx="166107" cy="263327"/>
              </a:xfrm>
              <a:custGeom>
                <a:avLst/>
                <a:gdLst>
                  <a:gd name="csX0" fmla="*/ 0 w 166107"/>
                  <a:gd name="csY0" fmla="*/ 0 h 263327"/>
                  <a:gd name="csX1" fmla="*/ 166107 w 166107"/>
                  <a:gd name="csY1" fmla="*/ 0 h 263327"/>
                  <a:gd name="csX2" fmla="*/ 166107 w 166107"/>
                  <a:gd name="csY2" fmla="*/ 263328 h 263327"/>
                  <a:gd name="csX3" fmla="*/ 0 w 166107"/>
                  <a:gd name="csY3" fmla="*/ 263328 h 2633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6107" h="263327">
                    <a:moveTo>
                      <a:pt x="0" y="0"/>
                    </a:moveTo>
                    <a:lnTo>
                      <a:pt x="166107" y="0"/>
                    </a:lnTo>
                    <a:lnTo>
                      <a:pt x="166107" y="263328"/>
                    </a:lnTo>
                    <a:lnTo>
                      <a:pt x="0" y="263328"/>
                    </a:lnTo>
                    <a:close/>
                  </a:path>
                </a:pathLst>
              </a:custGeom>
            </p:spPr>
          </p:pic>
        </p:grpSp>
        <p:grpSp>
          <p:nvGrpSpPr>
            <p:cNvPr id="219" name="Graphic 158">
              <a:extLst>
                <a:ext uri="{FF2B5EF4-FFF2-40B4-BE49-F238E27FC236}">
                  <a16:creationId xmlns:a16="http://schemas.microsoft.com/office/drawing/2014/main" id="{E0B61057-BF8C-98E7-3B06-BE9A3DEAE445}"/>
                </a:ext>
              </a:extLst>
            </p:cNvPr>
            <p:cNvGrpSpPr/>
            <p:nvPr/>
          </p:nvGrpSpPr>
          <p:grpSpPr>
            <a:xfrm>
              <a:off x="-714915" y="2621884"/>
              <a:ext cx="288882" cy="288578"/>
              <a:chOff x="1282327" y="2649593"/>
              <a:chExt cx="288882" cy="288578"/>
            </a:xfrm>
            <a:solidFill>
              <a:srgbClr val="FFFFFF"/>
            </a:solidFill>
          </p:grpSpPr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D5887260-5DF4-A486-B379-C95818924D63}"/>
                  </a:ext>
                </a:extLst>
              </p:cNvPr>
              <p:cNvSpPr/>
              <p:nvPr/>
            </p:nvSpPr>
            <p:spPr>
              <a:xfrm>
                <a:off x="1282327" y="2649593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1" name="Picture 220">
                <a:extLst>
                  <a:ext uri="{FF2B5EF4-FFF2-40B4-BE49-F238E27FC236}">
                    <a16:creationId xmlns:a16="http://schemas.microsoft.com/office/drawing/2014/main" id="{238655CC-D57E-EE37-280C-34369FE6E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9549" y="2710915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2" name="Graphic 158">
              <a:extLst>
                <a:ext uri="{FF2B5EF4-FFF2-40B4-BE49-F238E27FC236}">
                  <a16:creationId xmlns:a16="http://schemas.microsoft.com/office/drawing/2014/main" id="{4B495D7A-A20E-59E7-933E-E35CF4DAAF1A}"/>
                </a:ext>
              </a:extLst>
            </p:cNvPr>
            <p:cNvGrpSpPr/>
            <p:nvPr/>
          </p:nvGrpSpPr>
          <p:grpSpPr>
            <a:xfrm>
              <a:off x="-1003797" y="3126896"/>
              <a:ext cx="288882" cy="288578"/>
              <a:chOff x="993445" y="3154605"/>
              <a:chExt cx="288882" cy="288578"/>
            </a:xfrm>
            <a:solidFill>
              <a:srgbClr val="FFFFFF"/>
            </a:solidFill>
          </p:grpSpPr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383649AD-E159-6D08-C2B7-5CF201BC1980}"/>
                  </a:ext>
                </a:extLst>
              </p:cNvPr>
              <p:cNvSpPr/>
              <p:nvPr/>
            </p:nvSpPr>
            <p:spPr>
              <a:xfrm>
                <a:off x="993445" y="3154605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4" name="Picture 223">
                <a:extLst>
                  <a:ext uri="{FF2B5EF4-FFF2-40B4-BE49-F238E27FC236}">
                    <a16:creationId xmlns:a16="http://schemas.microsoft.com/office/drawing/2014/main" id="{162AD7DC-822B-2E46-DAF2-F1C209069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0667" y="3215927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5" name="Graphic 158">
              <a:extLst>
                <a:ext uri="{FF2B5EF4-FFF2-40B4-BE49-F238E27FC236}">
                  <a16:creationId xmlns:a16="http://schemas.microsoft.com/office/drawing/2014/main" id="{869EE7C5-46D2-B84E-9201-F75371C50A27}"/>
                </a:ext>
              </a:extLst>
            </p:cNvPr>
            <p:cNvGrpSpPr/>
            <p:nvPr/>
          </p:nvGrpSpPr>
          <p:grpSpPr>
            <a:xfrm>
              <a:off x="-426033" y="3126896"/>
              <a:ext cx="288882" cy="288578"/>
              <a:chOff x="1571209" y="3154605"/>
              <a:chExt cx="288882" cy="288578"/>
            </a:xfrm>
            <a:solidFill>
              <a:srgbClr val="FFFFFF"/>
            </a:solidFill>
          </p:grpSpPr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7D2402FE-A609-766D-46A5-C0FF848329A6}"/>
                  </a:ext>
                </a:extLst>
              </p:cNvPr>
              <p:cNvSpPr/>
              <p:nvPr/>
            </p:nvSpPr>
            <p:spPr>
              <a:xfrm>
                <a:off x="1571209" y="3154605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7" name="Picture 226">
                <a:extLst>
                  <a:ext uri="{FF2B5EF4-FFF2-40B4-BE49-F238E27FC236}">
                    <a16:creationId xmlns:a16="http://schemas.microsoft.com/office/drawing/2014/main" id="{090E2F27-389F-01E3-F472-08EDA2516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78431" y="3215927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8" name="Graphic 158">
              <a:extLst>
                <a:ext uri="{FF2B5EF4-FFF2-40B4-BE49-F238E27FC236}">
                  <a16:creationId xmlns:a16="http://schemas.microsoft.com/office/drawing/2014/main" id="{E26EFD79-4B1F-EDB3-4221-A38979674EC5}"/>
                </a:ext>
              </a:extLst>
            </p:cNvPr>
            <p:cNvGrpSpPr/>
            <p:nvPr/>
          </p:nvGrpSpPr>
          <p:grpSpPr>
            <a:xfrm>
              <a:off x="-1147444" y="2737459"/>
              <a:ext cx="432528" cy="2294053"/>
              <a:chOff x="849798" y="2765168"/>
              <a:chExt cx="432528" cy="2294053"/>
            </a:xfrm>
          </p:grpSpPr>
          <p:grpSp>
            <p:nvGrpSpPr>
              <p:cNvPr id="229" name="Graphic 158">
                <a:extLst>
                  <a:ext uri="{FF2B5EF4-FFF2-40B4-BE49-F238E27FC236}">
                    <a16:creationId xmlns:a16="http://schemas.microsoft.com/office/drawing/2014/main" id="{4DB5BE35-EDE7-B497-5144-6E12C26A11A7}"/>
                  </a:ext>
                </a:extLst>
              </p:cNvPr>
              <p:cNvGrpSpPr/>
              <p:nvPr/>
            </p:nvGrpSpPr>
            <p:grpSpPr>
              <a:xfrm>
                <a:off x="849798" y="2765168"/>
                <a:ext cx="432528" cy="2092048"/>
                <a:chOff x="849798" y="2765168"/>
                <a:chExt cx="432528" cy="2092048"/>
              </a:xfrm>
            </p:grpSpPr>
            <p:sp>
              <p:nvSpPr>
                <p:cNvPr id="230" name="Freeform 229">
                  <a:extLst>
                    <a:ext uri="{FF2B5EF4-FFF2-40B4-BE49-F238E27FC236}">
                      <a16:creationId xmlns:a16="http://schemas.microsoft.com/office/drawing/2014/main" id="{75AD8E73-2739-0C72-6F7E-43B18BEDF080}"/>
                    </a:ext>
                  </a:extLst>
                </p:cNvPr>
                <p:cNvSpPr/>
                <p:nvPr/>
              </p:nvSpPr>
              <p:spPr>
                <a:xfrm>
                  <a:off x="849798" y="2794026"/>
                  <a:ext cx="432528" cy="2063191"/>
                </a:xfrm>
                <a:custGeom>
                  <a:avLst/>
                  <a:gdLst>
                    <a:gd name="csX0" fmla="*/ 432529 w 432528"/>
                    <a:gd name="csY0" fmla="*/ 2063191 h 2063191"/>
                    <a:gd name="csX1" fmla="*/ 0 w 432528"/>
                    <a:gd name="csY1" fmla="*/ 1032317 h 2063191"/>
                    <a:gd name="csX2" fmla="*/ 373019 w 432528"/>
                    <a:gd name="csY2" fmla="*/ 0 h 20631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32528" h="2063191">
                      <a:moveTo>
                        <a:pt x="432529" y="2063191"/>
                      </a:moveTo>
                      <a:cubicBezTo>
                        <a:pt x="144176" y="2063717"/>
                        <a:pt x="0" y="1720093"/>
                        <a:pt x="0" y="1032317"/>
                      </a:cubicBezTo>
                      <a:cubicBezTo>
                        <a:pt x="0" y="344541"/>
                        <a:pt x="124340" y="433"/>
                        <a:pt x="373019" y="0"/>
                      </a:cubicBezTo>
                    </a:path>
                  </a:pathLst>
                </a:custGeom>
                <a:noFill/>
                <a:ln w="14432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1" name="Freeform 230">
                  <a:extLst>
                    <a:ext uri="{FF2B5EF4-FFF2-40B4-BE49-F238E27FC236}">
                      <a16:creationId xmlns:a16="http://schemas.microsoft.com/office/drawing/2014/main" id="{EFFC59A9-B3B8-C80F-E5CB-85680D5A5426}"/>
                    </a:ext>
                  </a:extLst>
                </p:cNvPr>
                <p:cNvSpPr/>
                <p:nvPr/>
              </p:nvSpPr>
              <p:spPr>
                <a:xfrm>
                  <a:off x="1208373" y="2765168"/>
                  <a:ext cx="57776" cy="57715"/>
                </a:xfrm>
                <a:custGeom>
                  <a:avLst/>
                  <a:gdLst>
                    <a:gd name="csX0" fmla="*/ 57776 w 57776"/>
                    <a:gd name="csY0" fmla="*/ 28714 h 57715"/>
                    <a:gd name="csX1" fmla="*/ 72 w 57776"/>
                    <a:gd name="csY1" fmla="*/ 57716 h 57715"/>
                    <a:gd name="csX2" fmla="*/ 14444 w 57776"/>
                    <a:gd name="csY2" fmla="*/ 28858 h 57715"/>
                    <a:gd name="csX3" fmla="*/ 0 w 57776"/>
                    <a:gd name="csY3" fmla="*/ 0 h 57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776" h="57715">
                      <a:moveTo>
                        <a:pt x="57776" y="28714"/>
                      </a:moveTo>
                      <a:lnTo>
                        <a:pt x="72" y="57716"/>
                      </a:lnTo>
                      <a:lnTo>
                        <a:pt x="14444" y="2885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4432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0B3170E0-0F2A-2F2F-3925-AB07255FF1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19830" y="4868038"/>
                <a:ext cx="79442" cy="191183"/>
              </a:xfrm>
              <a:custGeom>
                <a:avLst/>
                <a:gdLst>
                  <a:gd name="csX0" fmla="*/ 0 w 79442"/>
                  <a:gd name="csY0" fmla="*/ 0 h 191183"/>
                  <a:gd name="csX1" fmla="*/ 79443 w 79442"/>
                  <a:gd name="csY1" fmla="*/ 0 h 191183"/>
                  <a:gd name="csX2" fmla="*/ 79443 w 79442"/>
                  <a:gd name="csY2" fmla="*/ 191183 h 191183"/>
                  <a:gd name="csX3" fmla="*/ 0 w 79442"/>
                  <a:gd name="csY3" fmla="*/ 191183 h 1911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442" h="191183">
                    <a:moveTo>
                      <a:pt x="0" y="0"/>
                    </a:moveTo>
                    <a:lnTo>
                      <a:pt x="79443" y="0"/>
                    </a:lnTo>
                    <a:lnTo>
                      <a:pt x="79443" y="191183"/>
                    </a:lnTo>
                    <a:lnTo>
                      <a:pt x="0" y="191183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158">
              <a:extLst>
                <a:ext uri="{FF2B5EF4-FFF2-40B4-BE49-F238E27FC236}">
                  <a16:creationId xmlns:a16="http://schemas.microsoft.com/office/drawing/2014/main" id="{3D58BA9E-4B4B-41A9-07CB-6D0E98FB3454}"/>
                </a:ext>
              </a:extLst>
            </p:cNvPr>
            <p:cNvGrpSpPr/>
            <p:nvPr/>
          </p:nvGrpSpPr>
          <p:grpSpPr>
            <a:xfrm>
              <a:off x="-790675" y="2868185"/>
              <a:ext cx="118080" cy="256690"/>
              <a:chOff x="1206567" y="2895894"/>
              <a:chExt cx="118080" cy="256690"/>
            </a:xfrm>
          </p:grpSpPr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96BA6918-A366-B2EA-7FC8-48D37B87C317}"/>
                  </a:ext>
                </a:extLst>
              </p:cNvPr>
              <p:cNvSpPr/>
              <p:nvPr/>
            </p:nvSpPr>
            <p:spPr>
              <a:xfrm>
                <a:off x="1226934" y="2895894"/>
                <a:ext cx="97714" cy="217227"/>
              </a:xfrm>
              <a:custGeom>
                <a:avLst/>
                <a:gdLst>
                  <a:gd name="csX0" fmla="*/ 97714 w 97714"/>
                  <a:gd name="csY0" fmla="*/ 0 h 217227"/>
                  <a:gd name="csX1" fmla="*/ 0 w 97714"/>
                  <a:gd name="csY1" fmla="*/ 217227 h 217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7714" h="217227">
                    <a:moveTo>
                      <a:pt x="97714" y="0"/>
                    </a:moveTo>
                    <a:lnTo>
                      <a:pt x="0" y="217227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CBF14044-2DF9-4997-6343-FBE3B0C48DE5}"/>
                  </a:ext>
                </a:extLst>
              </p:cNvPr>
              <p:cNvSpPr/>
              <p:nvPr/>
            </p:nvSpPr>
            <p:spPr>
              <a:xfrm>
                <a:off x="1206567" y="3088087"/>
                <a:ext cx="52648" cy="64497"/>
              </a:xfrm>
              <a:custGeom>
                <a:avLst/>
                <a:gdLst>
                  <a:gd name="csX0" fmla="*/ 2672 w 52648"/>
                  <a:gd name="csY0" fmla="*/ 64497 h 64497"/>
                  <a:gd name="csX1" fmla="*/ 0 w 52648"/>
                  <a:gd name="csY1" fmla="*/ 0 h 64497"/>
                  <a:gd name="csX2" fmla="*/ 20366 w 52648"/>
                  <a:gd name="csY2" fmla="*/ 25034 h 64497"/>
                  <a:gd name="csX3" fmla="*/ 52649 w 52648"/>
                  <a:gd name="csY3" fmla="*/ 23663 h 644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648" h="64497">
                    <a:moveTo>
                      <a:pt x="2672" y="64497"/>
                    </a:moveTo>
                    <a:lnTo>
                      <a:pt x="0" y="0"/>
                    </a:lnTo>
                    <a:lnTo>
                      <a:pt x="20366" y="25034"/>
                    </a:lnTo>
                    <a:lnTo>
                      <a:pt x="52649" y="23663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158">
              <a:extLst>
                <a:ext uri="{FF2B5EF4-FFF2-40B4-BE49-F238E27FC236}">
                  <a16:creationId xmlns:a16="http://schemas.microsoft.com/office/drawing/2014/main" id="{FAC727E6-0967-50C0-2471-649F9FBEE1F0}"/>
                </a:ext>
              </a:extLst>
            </p:cNvPr>
            <p:cNvGrpSpPr/>
            <p:nvPr/>
          </p:nvGrpSpPr>
          <p:grpSpPr>
            <a:xfrm>
              <a:off x="-468354" y="2868185"/>
              <a:ext cx="122991" cy="256329"/>
              <a:chOff x="1528888" y="2895894"/>
              <a:chExt cx="122991" cy="256329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994C96DE-6821-5138-0FB9-3DC4D5C3A43C}"/>
                  </a:ext>
                </a:extLst>
              </p:cNvPr>
              <p:cNvSpPr/>
              <p:nvPr/>
            </p:nvSpPr>
            <p:spPr>
              <a:xfrm>
                <a:off x="1528888" y="2895894"/>
                <a:ext cx="103130" cy="217227"/>
              </a:xfrm>
              <a:custGeom>
                <a:avLst/>
                <a:gdLst>
                  <a:gd name="csX0" fmla="*/ 0 w 103130"/>
                  <a:gd name="csY0" fmla="*/ 0 h 217227"/>
                  <a:gd name="csX1" fmla="*/ 103131 w 103130"/>
                  <a:gd name="csY1" fmla="*/ 217227 h 217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3130" h="217227">
                    <a:moveTo>
                      <a:pt x="0" y="0"/>
                    </a:moveTo>
                    <a:lnTo>
                      <a:pt x="103131" y="217227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B5875FB9-C293-0A1A-BF58-8A948F69A410}"/>
                  </a:ext>
                </a:extLst>
              </p:cNvPr>
              <p:cNvSpPr/>
              <p:nvPr/>
            </p:nvSpPr>
            <p:spPr>
              <a:xfrm>
                <a:off x="1599736" y="3087727"/>
                <a:ext cx="52143" cy="64497"/>
              </a:xfrm>
              <a:custGeom>
                <a:avLst/>
                <a:gdLst>
                  <a:gd name="csX0" fmla="*/ 50843 w 52143"/>
                  <a:gd name="csY0" fmla="*/ 64497 h 64497"/>
                  <a:gd name="csX1" fmla="*/ 0 w 52143"/>
                  <a:gd name="csY1" fmla="*/ 24746 h 64497"/>
                  <a:gd name="csX2" fmla="*/ 32283 w 52143"/>
                  <a:gd name="csY2" fmla="*/ 25395 h 64497"/>
                  <a:gd name="csX3" fmla="*/ 52143 w 52143"/>
                  <a:gd name="csY3" fmla="*/ 0 h 644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143" h="64497">
                    <a:moveTo>
                      <a:pt x="50843" y="64497"/>
                    </a:moveTo>
                    <a:lnTo>
                      <a:pt x="0" y="24746"/>
                    </a:lnTo>
                    <a:lnTo>
                      <a:pt x="32283" y="25395"/>
                    </a:lnTo>
                    <a:lnTo>
                      <a:pt x="5214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9" name="Graphic 158">
              <a:extLst>
                <a:ext uri="{FF2B5EF4-FFF2-40B4-BE49-F238E27FC236}">
                  <a16:creationId xmlns:a16="http://schemas.microsoft.com/office/drawing/2014/main" id="{814336A7-82D6-EB1D-5955-FC00E48C4419}"/>
                </a:ext>
              </a:extLst>
            </p:cNvPr>
            <p:cNvGrpSpPr/>
            <p:nvPr/>
          </p:nvGrpSpPr>
          <p:grpSpPr>
            <a:xfrm>
              <a:off x="-859356" y="3415474"/>
              <a:ext cx="176579" cy="217299"/>
              <a:chOff x="1137886" y="3443183"/>
              <a:chExt cx="176579" cy="217299"/>
            </a:xfrm>
          </p:grpSpPr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EECA5A9D-963B-FD6B-B147-12A3D97493A6}"/>
                  </a:ext>
                </a:extLst>
              </p:cNvPr>
              <p:cNvSpPr/>
              <p:nvPr/>
            </p:nvSpPr>
            <p:spPr>
              <a:xfrm>
                <a:off x="1137886" y="3443183"/>
                <a:ext cx="149279" cy="183680"/>
              </a:xfrm>
              <a:custGeom>
                <a:avLst/>
                <a:gdLst>
                  <a:gd name="csX0" fmla="*/ 0 w 149279"/>
                  <a:gd name="csY0" fmla="*/ 0 h 183680"/>
                  <a:gd name="csX1" fmla="*/ 149280 w 149279"/>
                  <a:gd name="csY1" fmla="*/ 183680 h 183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9279" h="183680">
                    <a:moveTo>
                      <a:pt x="0" y="0"/>
                    </a:moveTo>
                    <a:lnTo>
                      <a:pt x="149280" y="183680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90E2AD49-3158-78E5-C3DE-0EF52F5B48A0}"/>
                  </a:ext>
                </a:extLst>
              </p:cNvPr>
              <p:cNvSpPr/>
              <p:nvPr/>
            </p:nvSpPr>
            <p:spPr>
              <a:xfrm>
                <a:off x="1255605" y="3597500"/>
                <a:ext cx="58859" cy="62982"/>
              </a:xfrm>
              <a:custGeom>
                <a:avLst/>
                <a:gdLst>
                  <a:gd name="csX0" fmla="*/ 58860 w 58859"/>
                  <a:gd name="csY0" fmla="*/ 62982 h 62982"/>
                  <a:gd name="csX1" fmla="*/ 0 w 58859"/>
                  <a:gd name="csY1" fmla="*/ 36361 h 62982"/>
                  <a:gd name="csX2" fmla="*/ 31560 w 58859"/>
                  <a:gd name="csY2" fmla="*/ 29363 h 62982"/>
                  <a:gd name="csX3" fmla="*/ 44849 w 58859"/>
                  <a:gd name="csY3" fmla="*/ 0 h 629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859" h="62982">
                    <a:moveTo>
                      <a:pt x="58860" y="62982"/>
                    </a:moveTo>
                    <a:lnTo>
                      <a:pt x="0" y="36361"/>
                    </a:lnTo>
                    <a:lnTo>
                      <a:pt x="31560" y="29363"/>
                    </a:lnTo>
                    <a:lnTo>
                      <a:pt x="448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2" name="Graphic 158">
              <a:extLst>
                <a:ext uri="{FF2B5EF4-FFF2-40B4-BE49-F238E27FC236}">
                  <a16:creationId xmlns:a16="http://schemas.microsoft.com/office/drawing/2014/main" id="{13E8EF50-1ABD-D59B-EA25-70F70DD81DB7}"/>
                </a:ext>
              </a:extLst>
            </p:cNvPr>
            <p:cNvGrpSpPr/>
            <p:nvPr/>
          </p:nvGrpSpPr>
          <p:grpSpPr>
            <a:xfrm>
              <a:off x="-458171" y="3415474"/>
              <a:ext cx="176579" cy="217299"/>
              <a:chOff x="1539071" y="3443183"/>
              <a:chExt cx="176579" cy="217299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960E9B12-85F3-1A36-E4CC-21AD5C1040E6}"/>
                  </a:ext>
                </a:extLst>
              </p:cNvPr>
              <p:cNvSpPr/>
              <p:nvPr/>
            </p:nvSpPr>
            <p:spPr>
              <a:xfrm>
                <a:off x="1566370" y="3443183"/>
                <a:ext cx="149279" cy="183680"/>
              </a:xfrm>
              <a:custGeom>
                <a:avLst/>
                <a:gdLst>
                  <a:gd name="csX0" fmla="*/ 149280 w 149279"/>
                  <a:gd name="csY0" fmla="*/ 0 h 183680"/>
                  <a:gd name="csX1" fmla="*/ 0 w 149279"/>
                  <a:gd name="csY1" fmla="*/ 183680 h 183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9279" h="183680">
                    <a:moveTo>
                      <a:pt x="149280" y="0"/>
                    </a:moveTo>
                    <a:lnTo>
                      <a:pt x="0" y="183680"/>
                    </a:lnTo>
                  </a:path>
                </a:pathLst>
              </a:custGeom>
              <a:noFill/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EFDDA85F-5D3A-BF7C-00C7-3BF5D9717B0B}"/>
                  </a:ext>
                </a:extLst>
              </p:cNvPr>
              <p:cNvSpPr/>
              <p:nvPr/>
            </p:nvSpPr>
            <p:spPr>
              <a:xfrm>
                <a:off x="1539071" y="3597500"/>
                <a:ext cx="58859" cy="62982"/>
              </a:xfrm>
              <a:custGeom>
                <a:avLst/>
                <a:gdLst>
                  <a:gd name="csX0" fmla="*/ 0 w 58859"/>
                  <a:gd name="csY0" fmla="*/ 62982 h 62982"/>
                  <a:gd name="csX1" fmla="*/ 14011 w 58859"/>
                  <a:gd name="csY1" fmla="*/ 0 h 62982"/>
                  <a:gd name="csX2" fmla="*/ 27299 w 58859"/>
                  <a:gd name="csY2" fmla="*/ 29363 h 62982"/>
                  <a:gd name="csX3" fmla="*/ 58860 w 58859"/>
                  <a:gd name="csY3" fmla="*/ 36361 h 629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859" h="62982">
                    <a:moveTo>
                      <a:pt x="0" y="62982"/>
                    </a:moveTo>
                    <a:lnTo>
                      <a:pt x="14011" y="0"/>
                    </a:lnTo>
                    <a:lnTo>
                      <a:pt x="27299" y="29363"/>
                    </a:lnTo>
                    <a:lnTo>
                      <a:pt x="58860" y="36361"/>
                    </a:lnTo>
                    <a:close/>
                  </a:path>
                </a:pathLst>
              </a:custGeom>
              <a:solidFill>
                <a:srgbClr val="000000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5" name="Graphic 158">
              <a:extLst>
                <a:ext uri="{FF2B5EF4-FFF2-40B4-BE49-F238E27FC236}">
                  <a16:creationId xmlns:a16="http://schemas.microsoft.com/office/drawing/2014/main" id="{8CDEC1AC-C1B5-70BB-D569-3CD7B52722D4}"/>
                </a:ext>
              </a:extLst>
            </p:cNvPr>
            <p:cNvGrpSpPr/>
            <p:nvPr/>
          </p:nvGrpSpPr>
          <p:grpSpPr>
            <a:xfrm>
              <a:off x="-426033" y="2174731"/>
              <a:ext cx="434117" cy="3210289"/>
              <a:chOff x="1571209" y="2202440"/>
              <a:chExt cx="434117" cy="3210289"/>
            </a:xfrm>
          </p:grpSpPr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E037A262-8D28-7F05-9DB0-7BF7F14E970E}"/>
                  </a:ext>
                </a:extLst>
              </p:cNvPr>
              <p:cNvSpPr/>
              <p:nvPr/>
            </p:nvSpPr>
            <p:spPr>
              <a:xfrm>
                <a:off x="1571209" y="2231298"/>
                <a:ext cx="434117" cy="3181431"/>
              </a:xfrm>
              <a:custGeom>
                <a:avLst/>
                <a:gdLst>
                  <a:gd name="csX0" fmla="*/ 0 w 434117"/>
                  <a:gd name="csY0" fmla="*/ 3181432 h 3181431"/>
                  <a:gd name="csX1" fmla="*/ 434118 w 434117"/>
                  <a:gd name="csY1" fmla="*/ 1591077 h 3181431"/>
                  <a:gd name="csX2" fmla="*/ 59510 w 434117"/>
                  <a:gd name="csY2" fmla="*/ 0 h 31814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34117" h="3181431">
                    <a:moveTo>
                      <a:pt x="0" y="3181432"/>
                    </a:moveTo>
                    <a:cubicBezTo>
                      <a:pt x="289409" y="3181432"/>
                      <a:pt x="434118" y="2651313"/>
                      <a:pt x="434118" y="1591077"/>
                    </a:cubicBezTo>
                    <a:cubicBezTo>
                      <a:pt x="434118" y="530789"/>
                      <a:pt x="309248" y="433"/>
                      <a:pt x="59510" y="0"/>
                    </a:cubicBezTo>
                  </a:path>
                </a:pathLst>
              </a:custGeom>
              <a:noFill/>
              <a:ln w="14432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1C459161-6505-CC04-81A4-7336337E386D}"/>
                  </a:ext>
                </a:extLst>
              </p:cNvPr>
              <p:cNvSpPr/>
              <p:nvPr/>
            </p:nvSpPr>
            <p:spPr>
              <a:xfrm>
                <a:off x="1587386" y="2202440"/>
                <a:ext cx="57776" cy="57715"/>
              </a:xfrm>
              <a:custGeom>
                <a:avLst/>
                <a:gdLst>
                  <a:gd name="csX0" fmla="*/ 0 w 57776"/>
                  <a:gd name="csY0" fmla="*/ 28714 h 57715"/>
                  <a:gd name="csX1" fmla="*/ 57776 w 57776"/>
                  <a:gd name="csY1" fmla="*/ 0 h 57715"/>
                  <a:gd name="csX2" fmla="*/ 43332 w 57776"/>
                  <a:gd name="csY2" fmla="*/ 28858 h 57715"/>
                  <a:gd name="csX3" fmla="*/ 57704 w 57776"/>
                  <a:gd name="csY3" fmla="*/ 57716 h 57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776" h="57715">
                    <a:moveTo>
                      <a:pt x="0" y="28714"/>
                    </a:moveTo>
                    <a:lnTo>
                      <a:pt x="57776" y="0"/>
                    </a:lnTo>
                    <a:lnTo>
                      <a:pt x="43332" y="28858"/>
                    </a:lnTo>
                    <a:lnTo>
                      <a:pt x="57704" y="57716"/>
                    </a:lnTo>
                    <a:close/>
                  </a:path>
                </a:pathLst>
              </a:custGeom>
              <a:solidFill>
                <a:srgbClr val="0000FF"/>
              </a:solidFill>
              <a:ln w="14432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8" name="Graphic 158">
              <a:extLst>
                <a:ext uri="{FF2B5EF4-FFF2-40B4-BE49-F238E27FC236}">
                  <a16:creationId xmlns:a16="http://schemas.microsoft.com/office/drawing/2014/main" id="{988AA9A7-60D3-933D-681B-95756955DB7B}"/>
                </a:ext>
              </a:extLst>
            </p:cNvPr>
            <p:cNvGrpSpPr/>
            <p:nvPr/>
          </p:nvGrpSpPr>
          <p:grpSpPr>
            <a:xfrm>
              <a:off x="-714915" y="5803459"/>
              <a:ext cx="288882" cy="288578"/>
              <a:chOff x="1282327" y="5831168"/>
              <a:chExt cx="288882" cy="288578"/>
            </a:xfrm>
            <a:solidFill>
              <a:srgbClr val="FFFFFF"/>
            </a:solidFill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6DDA1C67-041D-26D0-0562-F30A63BEEFE3}"/>
                  </a:ext>
                </a:extLst>
              </p:cNvPr>
              <p:cNvSpPr/>
              <p:nvPr/>
            </p:nvSpPr>
            <p:spPr>
              <a:xfrm>
                <a:off x="1282327" y="5831168"/>
                <a:ext cx="288882" cy="288578"/>
              </a:xfrm>
              <a:prstGeom prst="ellipse">
                <a:avLst/>
              </a:prstGeom>
              <a:solidFill>
                <a:srgbClr val="FFFFFF"/>
              </a:solidFill>
              <a:ln w="1443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0" name="Picture 249">
                <a:extLst>
                  <a:ext uri="{FF2B5EF4-FFF2-40B4-BE49-F238E27FC236}">
                    <a16:creationId xmlns:a16="http://schemas.microsoft.com/office/drawing/2014/main" id="{B93C6EB4-C349-6197-32D7-938D115580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89549" y="5892491"/>
                <a:ext cx="274437" cy="209219"/>
              </a:xfrm>
              <a:custGeom>
                <a:avLst/>
                <a:gdLst>
                  <a:gd name="csX0" fmla="*/ 0 w 274437"/>
                  <a:gd name="csY0" fmla="*/ 0 h 209219"/>
                  <a:gd name="csX1" fmla="*/ 274438 w 274437"/>
                  <a:gd name="csY1" fmla="*/ 0 h 209219"/>
                  <a:gd name="csX2" fmla="*/ 274438 w 274437"/>
                  <a:gd name="csY2" fmla="*/ 209219 h 209219"/>
                  <a:gd name="csX3" fmla="*/ 0 w 274437"/>
                  <a:gd name="csY3" fmla="*/ 209219 h 209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37" h="209219">
                    <a:moveTo>
                      <a:pt x="0" y="0"/>
                    </a:moveTo>
                    <a:lnTo>
                      <a:pt x="274438" y="0"/>
                    </a:lnTo>
                    <a:lnTo>
                      <a:pt x="274438" y="209219"/>
                    </a:lnTo>
                    <a:lnTo>
                      <a:pt x="0" y="209219"/>
                    </a:lnTo>
                    <a:close/>
                  </a:path>
                </a:pathLst>
              </a:custGeom>
            </p:spPr>
          </p:pic>
        </p:grpSp>
        <p:pic>
          <p:nvPicPr>
            <p:cNvPr id="251" name="Picture 250">
              <a:extLst>
                <a:ext uri="{FF2B5EF4-FFF2-40B4-BE49-F238E27FC236}">
                  <a16:creationId xmlns:a16="http://schemas.microsoft.com/office/drawing/2014/main" id="{D14B556C-537F-485A-8EE3-497D5274A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-263537" y="5352556"/>
              <a:ext cx="79442" cy="191183"/>
            </a:xfrm>
            <a:custGeom>
              <a:avLst/>
              <a:gdLst>
                <a:gd name="csX0" fmla="*/ 0 w 79442"/>
                <a:gd name="csY0" fmla="*/ 0 h 191183"/>
                <a:gd name="csX1" fmla="*/ 79443 w 79442"/>
                <a:gd name="csY1" fmla="*/ 0 h 191183"/>
                <a:gd name="csX2" fmla="*/ 79443 w 79442"/>
                <a:gd name="csY2" fmla="*/ 191183 h 191183"/>
                <a:gd name="csX3" fmla="*/ 0 w 79442"/>
                <a:gd name="csY3" fmla="*/ 191183 h 191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91183">
                  <a:moveTo>
                    <a:pt x="0" y="0"/>
                  </a:moveTo>
                  <a:lnTo>
                    <a:pt x="79443" y="0"/>
                  </a:lnTo>
                  <a:lnTo>
                    <a:pt x="79443" y="191183"/>
                  </a:lnTo>
                  <a:lnTo>
                    <a:pt x="0" y="191183"/>
                  </a:lnTo>
                  <a:close/>
                </a:path>
              </a:pathLst>
            </a:custGeom>
          </p:spPr>
        </p:pic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FFA9F4BB-C7B3-3112-A598-9004AA7BE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-530753" y="5561775"/>
              <a:ext cx="79442" cy="178557"/>
            </a:xfrm>
            <a:custGeom>
              <a:avLst/>
              <a:gdLst>
                <a:gd name="csX0" fmla="*/ 0 w 79442"/>
                <a:gd name="csY0" fmla="*/ 0 h 178557"/>
                <a:gd name="csX1" fmla="*/ 79443 w 79442"/>
                <a:gd name="csY1" fmla="*/ 0 h 178557"/>
                <a:gd name="csX2" fmla="*/ 79443 w 79442"/>
                <a:gd name="csY2" fmla="*/ 178558 h 178557"/>
                <a:gd name="csX3" fmla="*/ 0 w 79442"/>
                <a:gd name="csY3" fmla="*/ 178558 h 178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78557">
                  <a:moveTo>
                    <a:pt x="0" y="0"/>
                  </a:moveTo>
                  <a:lnTo>
                    <a:pt x="79443" y="0"/>
                  </a:lnTo>
                  <a:lnTo>
                    <a:pt x="79443" y="178558"/>
                  </a:lnTo>
                  <a:lnTo>
                    <a:pt x="0" y="178558"/>
                  </a:lnTo>
                  <a:close/>
                </a:path>
              </a:pathLst>
            </a:custGeom>
          </p:spPr>
        </p:pic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C39729B2-E9F0-B4E0-8AF1-1E48B536D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689638" y="2957356"/>
              <a:ext cx="79442" cy="178557"/>
            </a:xfrm>
            <a:custGeom>
              <a:avLst/>
              <a:gdLst>
                <a:gd name="csX0" fmla="*/ 0 w 79442"/>
                <a:gd name="csY0" fmla="*/ 0 h 178557"/>
                <a:gd name="csX1" fmla="*/ 79443 w 79442"/>
                <a:gd name="csY1" fmla="*/ 0 h 178557"/>
                <a:gd name="csX2" fmla="*/ 79443 w 79442"/>
                <a:gd name="csY2" fmla="*/ 178558 h 178557"/>
                <a:gd name="csX3" fmla="*/ 0 w 79442"/>
                <a:gd name="csY3" fmla="*/ 178558 h 178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78557">
                  <a:moveTo>
                    <a:pt x="0" y="0"/>
                  </a:moveTo>
                  <a:lnTo>
                    <a:pt x="79443" y="0"/>
                  </a:lnTo>
                  <a:lnTo>
                    <a:pt x="79443" y="178558"/>
                  </a:lnTo>
                  <a:lnTo>
                    <a:pt x="0" y="178558"/>
                  </a:lnTo>
                  <a:close/>
                </a:path>
              </a:pathLst>
            </a:custGeom>
          </p:spPr>
        </p:pic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4EC31902-B418-206F-998B-FCC573193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516309" y="2957356"/>
              <a:ext cx="79442" cy="191183"/>
            </a:xfrm>
            <a:custGeom>
              <a:avLst/>
              <a:gdLst>
                <a:gd name="csX0" fmla="*/ 0 w 79442"/>
                <a:gd name="csY0" fmla="*/ 0 h 191183"/>
                <a:gd name="csX1" fmla="*/ 79443 w 79442"/>
                <a:gd name="csY1" fmla="*/ 0 h 191183"/>
                <a:gd name="csX2" fmla="*/ 79443 w 79442"/>
                <a:gd name="csY2" fmla="*/ 191183 h 191183"/>
                <a:gd name="csX3" fmla="*/ 0 w 79442"/>
                <a:gd name="csY3" fmla="*/ 191183 h 191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91183">
                  <a:moveTo>
                    <a:pt x="0" y="0"/>
                  </a:moveTo>
                  <a:lnTo>
                    <a:pt x="79443" y="0"/>
                  </a:lnTo>
                  <a:lnTo>
                    <a:pt x="79443" y="191183"/>
                  </a:lnTo>
                  <a:lnTo>
                    <a:pt x="0" y="191183"/>
                  </a:lnTo>
                  <a:close/>
                </a:path>
              </a:pathLst>
            </a:custGeom>
          </p:spPr>
        </p:pic>
        <p:pic>
          <p:nvPicPr>
            <p:cNvPr id="255" name="Picture 254">
              <a:extLst>
                <a:ext uri="{FF2B5EF4-FFF2-40B4-BE49-F238E27FC236}">
                  <a16:creationId xmlns:a16="http://schemas.microsoft.com/office/drawing/2014/main" id="{2CE5954B-9683-7ABF-DE07-7A4D944F9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545197" y="4443534"/>
              <a:ext cx="79442" cy="178557"/>
            </a:xfrm>
            <a:custGeom>
              <a:avLst/>
              <a:gdLst>
                <a:gd name="csX0" fmla="*/ 0 w 79442"/>
                <a:gd name="csY0" fmla="*/ 0 h 178557"/>
                <a:gd name="csX1" fmla="*/ 79443 w 79442"/>
                <a:gd name="csY1" fmla="*/ 0 h 178557"/>
                <a:gd name="csX2" fmla="*/ 79443 w 79442"/>
                <a:gd name="csY2" fmla="*/ 178558 h 178557"/>
                <a:gd name="csX3" fmla="*/ 0 w 79442"/>
                <a:gd name="csY3" fmla="*/ 178558 h 178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78557">
                  <a:moveTo>
                    <a:pt x="0" y="0"/>
                  </a:moveTo>
                  <a:lnTo>
                    <a:pt x="79443" y="0"/>
                  </a:lnTo>
                  <a:lnTo>
                    <a:pt x="79443" y="178558"/>
                  </a:lnTo>
                  <a:lnTo>
                    <a:pt x="0" y="178558"/>
                  </a:lnTo>
                  <a:close/>
                </a:path>
              </a:pathLst>
            </a:custGeom>
          </p:spPr>
        </p:pic>
        <p:pic>
          <p:nvPicPr>
            <p:cNvPr id="256" name="Picture 255">
              <a:extLst>
                <a:ext uri="{FF2B5EF4-FFF2-40B4-BE49-F238E27FC236}">
                  <a16:creationId xmlns:a16="http://schemas.microsoft.com/office/drawing/2014/main" id="{D4EAA8CC-655D-781A-D0ED-702908491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848523" y="4277602"/>
              <a:ext cx="79442" cy="191183"/>
            </a:xfrm>
            <a:custGeom>
              <a:avLst/>
              <a:gdLst>
                <a:gd name="csX0" fmla="*/ 0 w 79442"/>
                <a:gd name="csY0" fmla="*/ 0 h 191183"/>
                <a:gd name="csX1" fmla="*/ 79443 w 79442"/>
                <a:gd name="csY1" fmla="*/ 0 h 191183"/>
                <a:gd name="csX2" fmla="*/ 79443 w 79442"/>
                <a:gd name="csY2" fmla="*/ 191183 h 191183"/>
                <a:gd name="csX3" fmla="*/ 0 w 79442"/>
                <a:gd name="csY3" fmla="*/ 191183 h 191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42" h="191183">
                  <a:moveTo>
                    <a:pt x="0" y="0"/>
                  </a:moveTo>
                  <a:lnTo>
                    <a:pt x="79443" y="0"/>
                  </a:lnTo>
                  <a:lnTo>
                    <a:pt x="79443" y="191183"/>
                  </a:lnTo>
                  <a:lnTo>
                    <a:pt x="0" y="191183"/>
                  </a:lnTo>
                  <a:close/>
                </a:path>
              </a:pathLst>
            </a:cu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BA108E-2749-5F41-C22D-7E970D6421EC}"/>
              </a:ext>
            </a:extLst>
          </p:cNvPr>
          <p:cNvGrpSpPr/>
          <p:nvPr/>
        </p:nvGrpSpPr>
        <p:grpSpPr>
          <a:xfrm>
            <a:off x="7221629" y="1923166"/>
            <a:ext cx="1157084" cy="3976192"/>
            <a:chOff x="4396860" y="1200746"/>
            <a:chExt cx="1310414" cy="4503092"/>
          </a:xfrm>
        </p:grpSpPr>
        <p:grpSp>
          <p:nvGrpSpPr>
            <p:cNvPr id="448" name="Graphic 2">
              <a:extLst>
                <a:ext uri="{FF2B5EF4-FFF2-40B4-BE49-F238E27FC236}">
                  <a16:creationId xmlns:a16="http://schemas.microsoft.com/office/drawing/2014/main" id="{FC78E2ED-FDE7-F4DB-4DAB-F956464A5875}"/>
                </a:ext>
              </a:extLst>
            </p:cNvPr>
            <p:cNvGrpSpPr/>
            <p:nvPr/>
          </p:nvGrpSpPr>
          <p:grpSpPr>
            <a:xfrm>
              <a:off x="5174428" y="1200746"/>
              <a:ext cx="409504" cy="338039"/>
              <a:chOff x="5174428" y="1200746"/>
              <a:chExt cx="409504" cy="338039"/>
            </a:xfrm>
            <a:noFill/>
          </p:grpSpPr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465E6551-871D-15C4-47BF-E5D270DC3A8B}"/>
                  </a:ext>
                </a:extLst>
              </p:cNvPr>
              <p:cNvSpPr/>
              <p:nvPr/>
            </p:nvSpPr>
            <p:spPr>
              <a:xfrm>
                <a:off x="5174428" y="1200746"/>
                <a:ext cx="409504" cy="327795"/>
              </a:xfrm>
              <a:prstGeom prst="rect">
                <a:avLst/>
              </a:prstGeom>
              <a:noFill/>
              <a:ln w="81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5" name="Picture 284">
                <a:extLst>
                  <a:ext uri="{FF2B5EF4-FFF2-40B4-BE49-F238E27FC236}">
                    <a16:creationId xmlns:a16="http://schemas.microsoft.com/office/drawing/2014/main" id="{B4B381D8-2912-8207-CE22-BD127939A4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69105" y="1239672"/>
                <a:ext cx="221132" cy="299113"/>
              </a:xfrm>
              <a:custGeom>
                <a:avLst/>
                <a:gdLst>
                  <a:gd name="csX0" fmla="*/ 0 w 221132"/>
                  <a:gd name="csY0" fmla="*/ 0 h 299113"/>
                  <a:gd name="csX1" fmla="*/ 221133 w 221132"/>
                  <a:gd name="csY1" fmla="*/ 0 h 299113"/>
                  <a:gd name="csX2" fmla="*/ 221133 w 221132"/>
                  <a:gd name="csY2" fmla="*/ 299114 h 299113"/>
                  <a:gd name="csX3" fmla="*/ 0 w 221132"/>
                  <a:gd name="csY3" fmla="*/ 299114 h 2991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1132" h="299113">
                    <a:moveTo>
                      <a:pt x="0" y="0"/>
                    </a:moveTo>
                    <a:lnTo>
                      <a:pt x="221133" y="0"/>
                    </a:lnTo>
                    <a:lnTo>
                      <a:pt x="221133" y="299114"/>
                    </a:lnTo>
                    <a:lnTo>
                      <a:pt x="0" y="299114"/>
                    </a:lnTo>
                    <a:close/>
                  </a:path>
                </a:pathLst>
              </a:custGeom>
            </p:spPr>
          </p:pic>
        </p:grpSp>
        <p:grpSp>
          <p:nvGrpSpPr>
            <p:cNvPr id="449" name="Graphic 2">
              <a:extLst>
                <a:ext uri="{FF2B5EF4-FFF2-40B4-BE49-F238E27FC236}">
                  <a16:creationId xmlns:a16="http://schemas.microsoft.com/office/drawing/2014/main" id="{F7930B2C-0B72-5E36-1AD8-AA0E8F9048E2}"/>
                </a:ext>
              </a:extLst>
            </p:cNvPr>
            <p:cNvGrpSpPr/>
            <p:nvPr/>
          </p:nvGrpSpPr>
          <p:grpSpPr>
            <a:xfrm>
              <a:off x="5018816" y="2643047"/>
              <a:ext cx="65520" cy="260269"/>
              <a:chOff x="5018816" y="2643047"/>
              <a:chExt cx="65520" cy="260269"/>
            </a:xfrm>
          </p:grpSpPr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C5B805B1-53BD-B5FB-ED9C-B2547CEC0246}"/>
                  </a:ext>
                </a:extLst>
              </p:cNvPr>
              <p:cNvSpPr/>
              <p:nvPr/>
            </p:nvSpPr>
            <p:spPr>
              <a:xfrm>
                <a:off x="5051576" y="2643047"/>
                <a:ext cx="8190" cy="211100"/>
              </a:xfrm>
              <a:custGeom>
                <a:avLst/>
                <a:gdLst>
                  <a:gd name="csX0" fmla="*/ 0 w 8190"/>
                  <a:gd name="csY0" fmla="*/ 0 h 211100"/>
                  <a:gd name="csX1" fmla="*/ 0 w 8190"/>
                  <a:gd name="csY1" fmla="*/ 211100 h 211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90" h="211100">
                    <a:moveTo>
                      <a:pt x="0" y="0"/>
                    </a:moveTo>
                    <a:lnTo>
                      <a:pt x="0" y="211100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4EA3E593-2A67-65DE-06E5-7D66BC84ADD8}"/>
                  </a:ext>
                </a:extLst>
              </p:cNvPr>
              <p:cNvSpPr/>
              <p:nvPr/>
            </p:nvSpPr>
            <p:spPr>
              <a:xfrm>
                <a:off x="5018816" y="2837758"/>
                <a:ext cx="65520" cy="65559"/>
              </a:xfrm>
              <a:custGeom>
                <a:avLst/>
                <a:gdLst>
                  <a:gd name="csX0" fmla="*/ 32760 w 65520"/>
                  <a:gd name="csY0" fmla="*/ 65559 h 65559"/>
                  <a:gd name="csX1" fmla="*/ 0 w 65520"/>
                  <a:gd name="csY1" fmla="*/ 0 h 65559"/>
                  <a:gd name="csX2" fmla="*/ 32760 w 65520"/>
                  <a:gd name="csY2" fmla="*/ 16390 h 65559"/>
                  <a:gd name="csX3" fmla="*/ 65521 w 65520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520" h="65559">
                    <a:moveTo>
                      <a:pt x="32760" y="65559"/>
                    </a:moveTo>
                    <a:lnTo>
                      <a:pt x="0" y="0"/>
                    </a:lnTo>
                    <a:lnTo>
                      <a:pt x="32760" y="16390"/>
                    </a:lnTo>
                    <a:lnTo>
                      <a:pt x="655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0" name="Graphic 2">
              <a:extLst>
                <a:ext uri="{FF2B5EF4-FFF2-40B4-BE49-F238E27FC236}">
                  <a16:creationId xmlns:a16="http://schemas.microsoft.com/office/drawing/2014/main" id="{BF5E126D-C668-A188-AE05-4236110B8465}"/>
                </a:ext>
              </a:extLst>
            </p:cNvPr>
            <p:cNvGrpSpPr/>
            <p:nvPr/>
          </p:nvGrpSpPr>
          <p:grpSpPr>
            <a:xfrm>
              <a:off x="5018816" y="3872281"/>
              <a:ext cx="168388" cy="284854"/>
              <a:chOff x="5018816" y="3872281"/>
              <a:chExt cx="168388" cy="284854"/>
            </a:xfrm>
          </p:grpSpPr>
          <p:grpSp>
            <p:nvGrpSpPr>
              <p:cNvPr id="278" name="Graphic 2">
                <a:extLst>
                  <a:ext uri="{FF2B5EF4-FFF2-40B4-BE49-F238E27FC236}">
                    <a16:creationId xmlns:a16="http://schemas.microsoft.com/office/drawing/2014/main" id="{BBB0DB97-5D18-EC28-9B06-5F8E29C92B9F}"/>
                  </a:ext>
                </a:extLst>
              </p:cNvPr>
              <p:cNvGrpSpPr/>
              <p:nvPr/>
            </p:nvGrpSpPr>
            <p:grpSpPr>
              <a:xfrm>
                <a:off x="5018816" y="3872281"/>
                <a:ext cx="65520" cy="284854"/>
                <a:chOff x="5018816" y="3872281"/>
                <a:chExt cx="65520" cy="284854"/>
              </a:xfrm>
            </p:grpSpPr>
            <p:sp>
              <p:nvSpPr>
                <p:cNvPr id="280" name="Freeform 279">
                  <a:extLst>
                    <a:ext uri="{FF2B5EF4-FFF2-40B4-BE49-F238E27FC236}">
                      <a16:creationId xmlns:a16="http://schemas.microsoft.com/office/drawing/2014/main" id="{A9483423-46E7-57A0-A164-CECEF8139B66}"/>
                    </a:ext>
                  </a:extLst>
                </p:cNvPr>
                <p:cNvSpPr/>
                <p:nvPr/>
              </p:nvSpPr>
              <p:spPr>
                <a:xfrm>
                  <a:off x="5051576" y="3872281"/>
                  <a:ext cx="8190" cy="235685"/>
                </a:xfrm>
                <a:custGeom>
                  <a:avLst/>
                  <a:gdLst>
                    <a:gd name="csX0" fmla="*/ 0 w 8190"/>
                    <a:gd name="csY0" fmla="*/ 0 h 235685"/>
                    <a:gd name="csX1" fmla="*/ 0 w 8190"/>
                    <a:gd name="csY1" fmla="*/ 235685 h 235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190" h="235685">
                      <a:moveTo>
                        <a:pt x="0" y="0"/>
                      </a:moveTo>
                      <a:lnTo>
                        <a:pt x="0" y="235685"/>
                      </a:lnTo>
                    </a:path>
                  </a:pathLst>
                </a:custGeom>
                <a:noFill/>
                <a:ln w="1638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1" name="Freeform 280">
                  <a:extLst>
                    <a:ext uri="{FF2B5EF4-FFF2-40B4-BE49-F238E27FC236}">
                      <a16:creationId xmlns:a16="http://schemas.microsoft.com/office/drawing/2014/main" id="{9AC6D6F8-7364-9061-3136-9ADA139C8450}"/>
                    </a:ext>
                  </a:extLst>
                </p:cNvPr>
                <p:cNvSpPr/>
                <p:nvPr/>
              </p:nvSpPr>
              <p:spPr>
                <a:xfrm>
                  <a:off x="5018816" y="4091576"/>
                  <a:ext cx="65520" cy="65559"/>
                </a:xfrm>
                <a:custGeom>
                  <a:avLst/>
                  <a:gdLst>
                    <a:gd name="csX0" fmla="*/ 32760 w 65520"/>
                    <a:gd name="csY0" fmla="*/ 65559 h 65559"/>
                    <a:gd name="csX1" fmla="*/ 0 w 65520"/>
                    <a:gd name="csY1" fmla="*/ 0 h 65559"/>
                    <a:gd name="csX2" fmla="*/ 32760 w 65520"/>
                    <a:gd name="csY2" fmla="*/ 16390 h 65559"/>
                    <a:gd name="csX3" fmla="*/ 65521 w 65520"/>
                    <a:gd name="csY3" fmla="*/ 0 h 655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5520" h="65559">
                      <a:moveTo>
                        <a:pt x="32760" y="65559"/>
                      </a:moveTo>
                      <a:lnTo>
                        <a:pt x="0" y="0"/>
                      </a:lnTo>
                      <a:lnTo>
                        <a:pt x="32760" y="16390"/>
                      </a:lnTo>
                      <a:lnTo>
                        <a:pt x="655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38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79" name="Picture 278">
                <a:extLst>
                  <a:ext uri="{FF2B5EF4-FFF2-40B4-BE49-F238E27FC236}">
                    <a16:creationId xmlns:a16="http://schemas.microsoft.com/office/drawing/2014/main" id="{01ADA39C-9709-2807-08B0-B76ABB58F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7113" y="3890719"/>
                <a:ext cx="90091" cy="202823"/>
              </a:xfrm>
              <a:custGeom>
                <a:avLst/>
                <a:gdLst>
                  <a:gd name="csX0" fmla="*/ 0 w 90091"/>
                  <a:gd name="csY0" fmla="*/ 0 h 202823"/>
                  <a:gd name="csX1" fmla="*/ 90091 w 90091"/>
                  <a:gd name="csY1" fmla="*/ 0 h 202823"/>
                  <a:gd name="csX2" fmla="*/ 90091 w 90091"/>
                  <a:gd name="csY2" fmla="*/ 202824 h 202823"/>
                  <a:gd name="csX3" fmla="*/ 0 w 90091"/>
                  <a:gd name="csY3" fmla="*/ 202824 h 2028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0091" h="202823">
                    <a:moveTo>
                      <a:pt x="0" y="0"/>
                    </a:moveTo>
                    <a:lnTo>
                      <a:pt x="90091" y="0"/>
                    </a:lnTo>
                    <a:lnTo>
                      <a:pt x="90091" y="202824"/>
                    </a:lnTo>
                    <a:lnTo>
                      <a:pt x="0" y="202824"/>
                    </a:lnTo>
                    <a:close/>
                  </a:path>
                </a:pathLst>
              </a:custGeom>
            </p:spPr>
          </p:pic>
        </p:grpSp>
        <p:grpSp>
          <p:nvGrpSpPr>
            <p:cNvPr id="451" name="Graphic 2">
              <a:extLst>
                <a:ext uri="{FF2B5EF4-FFF2-40B4-BE49-F238E27FC236}">
                  <a16:creationId xmlns:a16="http://schemas.microsoft.com/office/drawing/2014/main" id="{FD258279-8CAF-BCAB-975A-B1A8862DD93C}"/>
                </a:ext>
              </a:extLst>
            </p:cNvPr>
            <p:cNvGrpSpPr/>
            <p:nvPr/>
          </p:nvGrpSpPr>
          <p:grpSpPr>
            <a:xfrm>
              <a:off x="5018816" y="3249469"/>
              <a:ext cx="65520" cy="276659"/>
              <a:chOff x="5018816" y="3249469"/>
              <a:chExt cx="65520" cy="276659"/>
            </a:xfrm>
          </p:grpSpPr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C84128CC-E830-6F7D-B0CC-2C7ECBC6F49D}"/>
                  </a:ext>
                </a:extLst>
              </p:cNvPr>
              <p:cNvSpPr/>
              <p:nvPr/>
            </p:nvSpPr>
            <p:spPr>
              <a:xfrm>
                <a:off x="5051576" y="3249469"/>
                <a:ext cx="8190" cy="227490"/>
              </a:xfrm>
              <a:custGeom>
                <a:avLst/>
                <a:gdLst>
                  <a:gd name="csX0" fmla="*/ 0 w 8190"/>
                  <a:gd name="csY0" fmla="*/ 0 h 227490"/>
                  <a:gd name="csX1" fmla="*/ 0 w 8190"/>
                  <a:gd name="csY1" fmla="*/ 227490 h 2274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90" h="227490">
                    <a:moveTo>
                      <a:pt x="0" y="0"/>
                    </a:moveTo>
                    <a:lnTo>
                      <a:pt x="0" y="227490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0A1E1954-A81C-41F9-F7DB-B41E927E6583}"/>
                  </a:ext>
                </a:extLst>
              </p:cNvPr>
              <p:cNvSpPr/>
              <p:nvPr/>
            </p:nvSpPr>
            <p:spPr>
              <a:xfrm>
                <a:off x="5018816" y="3460569"/>
                <a:ext cx="65520" cy="65559"/>
              </a:xfrm>
              <a:custGeom>
                <a:avLst/>
                <a:gdLst>
                  <a:gd name="csX0" fmla="*/ 32760 w 65520"/>
                  <a:gd name="csY0" fmla="*/ 65559 h 65559"/>
                  <a:gd name="csX1" fmla="*/ 0 w 65520"/>
                  <a:gd name="csY1" fmla="*/ 0 h 65559"/>
                  <a:gd name="csX2" fmla="*/ 32760 w 65520"/>
                  <a:gd name="csY2" fmla="*/ 16390 h 65559"/>
                  <a:gd name="csX3" fmla="*/ 65521 w 65520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520" h="65559">
                    <a:moveTo>
                      <a:pt x="32760" y="65559"/>
                    </a:moveTo>
                    <a:lnTo>
                      <a:pt x="0" y="0"/>
                    </a:lnTo>
                    <a:lnTo>
                      <a:pt x="32760" y="16390"/>
                    </a:lnTo>
                    <a:lnTo>
                      <a:pt x="655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2" name="Graphic 2">
              <a:extLst>
                <a:ext uri="{FF2B5EF4-FFF2-40B4-BE49-F238E27FC236}">
                  <a16:creationId xmlns:a16="http://schemas.microsoft.com/office/drawing/2014/main" id="{67C4CE36-26D8-BBD9-95C4-391FD03E7D31}"/>
                </a:ext>
              </a:extLst>
            </p:cNvPr>
            <p:cNvGrpSpPr/>
            <p:nvPr/>
          </p:nvGrpSpPr>
          <p:grpSpPr>
            <a:xfrm>
              <a:off x="4887774" y="2921673"/>
              <a:ext cx="327603" cy="327795"/>
              <a:chOff x="4887774" y="2921673"/>
              <a:chExt cx="327603" cy="327795"/>
            </a:xfrm>
            <a:solidFill>
              <a:srgbClr val="FFFFFF"/>
            </a:solidFill>
          </p:grpSpPr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D508B3B5-767E-6A42-191A-84D01A7D4A77}"/>
                  </a:ext>
                </a:extLst>
              </p:cNvPr>
              <p:cNvSpPr/>
              <p:nvPr/>
            </p:nvSpPr>
            <p:spPr>
              <a:xfrm>
                <a:off x="4887774" y="2921673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5" name="Picture 274">
                <a:extLst>
                  <a:ext uri="{FF2B5EF4-FFF2-40B4-BE49-F238E27FC236}">
                    <a16:creationId xmlns:a16="http://schemas.microsoft.com/office/drawing/2014/main" id="{62BBE519-73AE-897D-E574-548811A36D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6456" y="2989281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53" name="Graphic 2">
              <a:extLst>
                <a:ext uri="{FF2B5EF4-FFF2-40B4-BE49-F238E27FC236}">
                  <a16:creationId xmlns:a16="http://schemas.microsoft.com/office/drawing/2014/main" id="{0B4C1BB5-7CC5-A5DC-7FDD-71C23941C997}"/>
                </a:ext>
              </a:extLst>
            </p:cNvPr>
            <p:cNvGrpSpPr/>
            <p:nvPr/>
          </p:nvGrpSpPr>
          <p:grpSpPr>
            <a:xfrm>
              <a:off x="4724464" y="2446697"/>
              <a:ext cx="163310" cy="638875"/>
              <a:chOff x="4724464" y="2446697"/>
              <a:chExt cx="163310" cy="638875"/>
            </a:xfrm>
          </p:grpSpPr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3EFA8D13-8D9F-C4D9-18D3-6CE2F253B83F}"/>
                  </a:ext>
                </a:extLst>
              </p:cNvPr>
              <p:cNvSpPr/>
              <p:nvPr/>
            </p:nvSpPr>
            <p:spPr>
              <a:xfrm>
                <a:off x="4724464" y="2479395"/>
                <a:ext cx="163310" cy="606177"/>
              </a:xfrm>
              <a:custGeom>
                <a:avLst/>
                <a:gdLst>
                  <a:gd name="csX0" fmla="*/ 163311 w 163310"/>
                  <a:gd name="csY0" fmla="*/ 606176 h 606177"/>
                  <a:gd name="csX1" fmla="*/ 0 w 163310"/>
                  <a:gd name="csY1" fmla="*/ 303621 h 606177"/>
                  <a:gd name="csX2" fmla="*/ 95824 w 163310"/>
                  <a:gd name="csY2" fmla="*/ 0 h 606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3310" h="606177">
                    <a:moveTo>
                      <a:pt x="163311" y="606176"/>
                    </a:moveTo>
                    <a:cubicBezTo>
                      <a:pt x="54437" y="606613"/>
                      <a:pt x="0" y="505761"/>
                      <a:pt x="0" y="303621"/>
                    </a:cubicBezTo>
                    <a:cubicBezTo>
                      <a:pt x="0" y="101480"/>
                      <a:pt x="31941" y="273"/>
                      <a:pt x="95824" y="0"/>
                    </a:cubicBezTo>
                  </a:path>
                </a:pathLst>
              </a:custGeom>
              <a:noFill/>
              <a:ln w="16380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BD732B77-FF50-ADB0-67C8-053BF4AD39EE}"/>
                  </a:ext>
                </a:extLst>
              </p:cNvPr>
              <p:cNvSpPr/>
              <p:nvPr/>
            </p:nvSpPr>
            <p:spPr>
              <a:xfrm>
                <a:off x="4803826" y="2446697"/>
                <a:ext cx="65602" cy="65559"/>
              </a:xfrm>
              <a:custGeom>
                <a:avLst/>
                <a:gdLst>
                  <a:gd name="csX0" fmla="*/ 65603 w 65602"/>
                  <a:gd name="csY0" fmla="*/ 32534 h 65559"/>
                  <a:gd name="csX1" fmla="*/ 246 w 65602"/>
                  <a:gd name="csY1" fmla="*/ 65559 h 65559"/>
                  <a:gd name="csX2" fmla="*/ 16462 w 65602"/>
                  <a:gd name="csY2" fmla="*/ 32698 h 65559"/>
                  <a:gd name="csX3" fmla="*/ 0 w 65602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602" h="65559">
                    <a:moveTo>
                      <a:pt x="65603" y="32534"/>
                    </a:moveTo>
                    <a:lnTo>
                      <a:pt x="246" y="65559"/>
                    </a:lnTo>
                    <a:lnTo>
                      <a:pt x="16462" y="326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16380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4" name="Graphic 2">
              <a:extLst>
                <a:ext uri="{FF2B5EF4-FFF2-40B4-BE49-F238E27FC236}">
                  <a16:creationId xmlns:a16="http://schemas.microsoft.com/office/drawing/2014/main" id="{E8F2D4EC-171C-CB97-4E35-2588534CBB7F}"/>
                </a:ext>
              </a:extLst>
            </p:cNvPr>
            <p:cNvGrpSpPr/>
            <p:nvPr/>
          </p:nvGrpSpPr>
          <p:grpSpPr>
            <a:xfrm>
              <a:off x="4548540" y="3824259"/>
              <a:ext cx="387227" cy="1534001"/>
              <a:chOff x="4548540" y="3824259"/>
              <a:chExt cx="387227" cy="1534001"/>
            </a:xfrm>
          </p:grpSpPr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770C5EC9-8428-C2E7-F8AA-E8BD06417AD0}"/>
                  </a:ext>
                </a:extLst>
              </p:cNvPr>
              <p:cNvSpPr/>
              <p:nvPr/>
            </p:nvSpPr>
            <p:spPr>
              <a:xfrm>
                <a:off x="4576551" y="3824259"/>
                <a:ext cx="359217" cy="1486143"/>
              </a:xfrm>
              <a:custGeom>
                <a:avLst/>
                <a:gdLst>
                  <a:gd name="csX0" fmla="*/ 359217 w 359217"/>
                  <a:gd name="csY0" fmla="*/ 0 h 1486143"/>
                  <a:gd name="csX1" fmla="*/ 0 w 359217"/>
                  <a:gd name="csY1" fmla="*/ 1486143 h 14861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9217" h="1486143">
                    <a:moveTo>
                      <a:pt x="359217" y="0"/>
                    </a:moveTo>
                    <a:lnTo>
                      <a:pt x="0" y="1486143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32D55923-5181-6BF2-1D44-CDF9DAE3FA4E}"/>
                  </a:ext>
                </a:extLst>
              </p:cNvPr>
              <p:cNvSpPr/>
              <p:nvPr/>
            </p:nvSpPr>
            <p:spPr>
              <a:xfrm>
                <a:off x="4548540" y="5286801"/>
                <a:ext cx="63637" cy="71459"/>
              </a:xfrm>
              <a:custGeom>
                <a:avLst/>
                <a:gdLst>
                  <a:gd name="csX0" fmla="*/ 16462 w 63637"/>
                  <a:gd name="csY0" fmla="*/ 71460 h 71459"/>
                  <a:gd name="csX1" fmla="*/ 0 w 63637"/>
                  <a:gd name="csY1" fmla="*/ 0 h 71459"/>
                  <a:gd name="csX2" fmla="*/ 28010 w 63637"/>
                  <a:gd name="csY2" fmla="*/ 23601 h 71459"/>
                  <a:gd name="csX3" fmla="*/ 63637 w 63637"/>
                  <a:gd name="csY3" fmla="*/ 15406 h 714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637" h="71459">
                    <a:moveTo>
                      <a:pt x="16462" y="71460"/>
                    </a:moveTo>
                    <a:lnTo>
                      <a:pt x="0" y="0"/>
                    </a:lnTo>
                    <a:lnTo>
                      <a:pt x="28010" y="23601"/>
                    </a:lnTo>
                    <a:lnTo>
                      <a:pt x="63637" y="15406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5" name="Graphic 2">
              <a:extLst>
                <a:ext uri="{FF2B5EF4-FFF2-40B4-BE49-F238E27FC236}">
                  <a16:creationId xmlns:a16="http://schemas.microsoft.com/office/drawing/2014/main" id="{3F77109A-E891-F2ED-F074-CFA6D1E7C671}"/>
                </a:ext>
              </a:extLst>
            </p:cNvPr>
            <p:cNvGrpSpPr/>
            <p:nvPr/>
          </p:nvGrpSpPr>
          <p:grpSpPr>
            <a:xfrm>
              <a:off x="4887774" y="3544485"/>
              <a:ext cx="327603" cy="327795"/>
              <a:chOff x="4887774" y="3544485"/>
              <a:chExt cx="327603" cy="327795"/>
            </a:xfrm>
            <a:solidFill>
              <a:srgbClr val="FFFFFF"/>
            </a:solidFill>
          </p:grpSpPr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138CE246-707D-B8B4-5A20-C698ACB9900E}"/>
                  </a:ext>
                </a:extLst>
              </p:cNvPr>
              <p:cNvSpPr/>
              <p:nvPr/>
            </p:nvSpPr>
            <p:spPr>
              <a:xfrm>
                <a:off x="4887774" y="3544485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9" name="Picture 268">
                <a:extLst>
                  <a:ext uri="{FF2B5EF4-FFF2-40B4-BE49-F238E27FC236}">
                    <a16:creationId xmlns:a16="http://schemas.microsoft.com/office/drawing/2014/main" id="{3F5BA6CC-0B55-09C3-62DE-9DA62BA8E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96456" y="3612093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56" name="Graphic 2">
              <a:extLst>
                <a:ext uri="{FF2B5EF4-FFF2-40B4-BE49-F238E27FC236}">
                  <a16:creationId xmlns:a16="http://schemas.microsoft.com/office/drawing/2014/main" id="{34CE233D-E0D8-B733-8129-416A9083348E}"/>
                </a:ext>
              </a:extLst>
            </p:cNvPr>
            <p:cNvGrpSpPr/>
            <p:nvPr/>
          </p:nvGrpSpPr>
          <p:grpSpPr>
            <a:xfrm>
              <a:off x="5014311" y="4503287"/>
              <a:ext cx="65520" cy="293049"/>
              <a:chOff x="5014311" y="4503287"/>
              <a:chExt cx="65520" cy="293049"/>
            </a:xfrm>
          </p:grpSpPr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05388C5E-1774-B2C6-75E1-77A0632E876A}"/>
                  </a:ext>
                </a:extLst>
              </p:cNvPr>
              <p:cNvSpPr/>
              <p:nvPr/>
            </p:nvSpPr>
            <p:spPr>
              <a:xfrm>
                <a:off x="5046744" y="4503287"/>
                <a:ext cx="4832" cy="243961"/>
              </a:xfrm>
              <a:custGeom>
                <a:avLst/>
                <a:gdLst>
                  <a:gd name="csX0" fmla="*/ 4832 w 4832"/>
                  <a:gd name="csY0" fmla="*/ 0 h 243961"/>
                  <a:gd name="csX1" fmla="*/ 0 w 4832"/>
                  <a:gd name="csY1" fmla="*/ 243962 h 2439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832" h="243961">
                    <a:moveTo>
                      <a:pt x="4832" y="0"/>
                    </a:moveTo>
                    <a:lnTo>
                      <a:pt x="0" y="24396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55D65B79-2107-812F-3F38-1F9418527458}"/>
                  </a:ext>
                </a:extLst>
              </p:cNvPr>
              <p:cNvSpPr/>
              <p:nvPr/>
            </p:nvSpPr>
            <p:spPr>
              <a:xfrm>
                <a:off x="5014311" y="4730204"/>
                <a:ext cx="65520" cy="66132"/>
              </a:xfrm>
              <a:custGeom>
                <a:avLst/>
                <a:gdLst>
                  <a:gd name="csX0" fmla="*/ 31450 w 65520"/>
                  <a:gd name="csY0" fmla="*/ 66133 h 66132"/>
                  <a:gd name="csX1" fmla="*/ 0 w 65520"/>
                  <a:gd name="csY1" fmla="*/ 0 h 66132"/>
                  <a:gd name="csX2" fmla="*/ 32433 w 65520"/>
                  <a:gd name="csY2" fmla="*/ 17045 h 66132"/>
                  <a:gd name="csX3" fmla="*/ 65521 w 65520"/>
                  <a:gd name="csY3" fmla="*/ 1229 h 661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520" h="66132">
                    <a:moveTo>
                      <a:pt x="31450" y="66133"/>
                    </a:moveTo>
                    <a:lnTo>
                      <a:pt x="0" y="0"/>
                    </a:lnTo>
                    <a:lnTo>
                      <a:pt x="32433" y="17045"/>
                    </a:lnTo>
                    <a:lnTo>
                      <a:pt x="65521" y="1229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7" name="Graphic 2">
              <a:extLst>
                <a:ext uri="{FF2B5EF4-FFF2-40B4-BE49-F238E27FC236}">
                  <a16:creationId xmlns:a16="http://schemas.microsoft.com/office/drawing/2014/main" id="{CA8919F6-96F9-CE72-1BEE-C0E779CF81A5}"/>
                </a:ext>
              </a:extLst>
            </p:cNvPr>
            <p:cNvGrpSpPr/>
            <p:nvPr/>
          </p:nvGrpSpPr>
          <p:grpSpPr>
            <a:xfrm>
              <a:off x="5167384" y="4455265"/>
              <a:ext cx="365933" cy="547008"/>
              <a:chOff x="5167384" y="4455265"/>
              <a:chExt cx="365933" cy="547008"/>
            </a:xfrm>
          </p:grpSpPr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1AC3C2AA-4A05-1FCD-7175-E19CAC15FF1C}"/>
                  </a:ext>
                </a:extLst>
              </p:cNvPr>
              <p:cNvSpPr/>
              <p:nvPr/>
            </p:nvSpPr>
            <p:spPr>
              <a:xfrm>
                <a:off x="5167384" y="4455265"/>
                <a:ext cx="338578" cy="506198"/>
              </a:xfrm>
              <a:custGeom>
                <a:avLst/>
                <a:gdLst>
                  <a:gd name="csX0" fmla="*/ 0 w 338578"/>
                  <a:gd name="csY0" fmla="*/ 0 h 506198"/>
                  <a:gd name="csX1" fmla="*/ 338579 w 338578"/>
                  <a:gd name="csY1" fmla="*/ 506198 h 5061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8578" h="506198">
                    <a:moveTo>
                      <a:pt x="0" y="0"/>
                    </a:moveTo>
                    <a:lnTo>
                      <a:pt x="338579" y="50619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59E3BA48-DCDC-AA87-29DD-CD3891325A84}"/>
                  </a:ext>
                </a:extLst>
              </p:cNvPr>
              <p:cNvSpPr/>
              <p:nvPr/>
            </p:nvSpPr>
            <p:spPr>
              <a:xfrm>
                <a:off x="5469599" y="4929585"/>
                <a:ext cx="63718" cy="72688"/>
              </a:xfrm>
              <a:custGeom>
                <a:avLst/>
                <a:gdLst>
                  <a:gd name="csX0" fmla="*/ 63719 w 63718"/>
                  <a:gd name="csY0" fmla="*/ 72689 h 72688"/>
                  <a:gd name="csX1" fmla="*/ 0 w 63718"/>
                  <a:gd name="csY1" fmla="*/ 36467 h 72688"/>
                  <a:gd name="csX2" fmla="*/ 36364 w 63718"/>
                  <a:gd name="csY2" fmla="*/ 31878 h 72688"/>
                  <a:gd name="csX3" fmla="*/ 54464 w 63718"/>
                  <a:gd name="csY3" fmla="*/ 0 h 726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718" h="72688">
                    <a:moveTo>
                      <a:pt x="63719" y="72689"/>
                    </a:moveTo>
                    <a:lnTo>
                      <a:pt x="0" y="36467"/>
                    </a:lnTo>
                    <a:lnTo>
                      <a:pt x="36364" y="31878"/>
                    </a:lnTo>
                    <a:lnTo>
                      <a:pt x="54464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8" name="Graphic 2">
              <a:extLst>
                <a:ext uri="{FF2B5EF4-FFF2-40B4-BE49-F238E27FC236}">
                  <a16:creationId xmlns:a16="http://schemas.microsoft.com/office/drawing/2014/main" id="{0F441E3C-E6FD-FEF9-84C4-9609E9C8C7E7}"/>
                </a:ext>
              </a:extLst>
            </p:cNvPr>
            <p:cNvGrpSpPr/>
            <p:nvPr/>
          </p:nvGrpSpPr>
          <p:grpSpPr>
            <a:xfrm>
              <a:off x="4887774" y="4175492"/>
              <a:ext cx="327603" cy="327795"/>
              <a:chOff x="4887774" y="4175492"/>
              <a:chExt cx="327603" cy="327795"/>
            </a:xfrm>
            <a:solidFill>
              <a:srgbClr val="FFFFFF"/>
            </a:solidFill>
          </p:grpSpPr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A03E2FD0-8901-1F18-5E11-DB922061376F}"/>
                  </a:ext>
                </a:extLst>
              </p:cNvPr>
              <p:cNvSpPr/>
              <p:nvPr/>
            </p:nvSpPr>
            <p:spPr>
              <a:xfrm>
                <a:off x="4887774" y="4175492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3" name="Picture 262">
                <a:extLst>
                  <a:ext uri="{FF2B5EF4-FFF2-40B4-BE49-F238E27FC236}">
                    <a16:creationId xmlns:a16="http://schemas.microsoft.com/office/drawing/2014/main" id="{BB9E9191-AB4C-BC04-17C6-98D20343DA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96456" y="4243099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59" name="Graphic 2">
              <a:extLst>
                <a:ext uri="{FF2B5EF4-FFF2-40B4-BE49-F238E27FC236}">
                  <a16:creationId xmlns:a16="http://schemas.microsoft.com/office/drawing/2014/main" id="{5B186FEF-E1F0-EB82-FEEB-7EAAE9563EEC}"/>
                </a:ext>
              </a:extLst>
            </p:cNvPr>
            <p:cNvGrpSpPr/>
            <p:nvPr/>
          </p:nvGrpSpPr>
          <p:grpSpPr>
            <a:xfrm>
              <a:off x="4887774" y="2315251"/>
              <a:ext cx="327603" cy="327795"/>
              <a:chOff x="4887774" y="2315251"/>
              <a:chExt cx="327603" cy="327795"/>
            </a:xfrm>
            <a:solidFill>
              <a:srgbClr val="FFFFFF"/>
            </a:solidFill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9558A0CD-9CFA-C67A-6E5C-39A624B155EE}"/>
                  </a:ext>
                </a:extLst>
              </p:cNvPr>
              <p:cNvSpPr/>
              <p:nvPr/>
            </p:nvSpPr>
            <p:spPr>
              <a:xfrm>
                <a:off x="4887774" y="2315251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B4D4B3A1-D848-02EC-5CD4-BF779D1F69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96456" y="2382859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60" name="Graphic 2">
              <a:extLst>
                <a:ext uri="{FF2B5EF4-FFF2-40B4-BE49-F238E27FC236}">
                  <a16:creationId xmlns:a16="http://schemas.microsoft.com/office/drawing/2014/main" id="{B316E84B-F002-2F24-EDB7-6D040E27E854}"/>
                </a:ext>
              </a:extLst>
            </p:cNvPr>
            <p:cNvGrpSpPr/>
            <p:nvPr/>
          </p:nvGrpSpPr>
          <p:grpSpPr>
            <a:xfrm>
              <a:off x="4887774" y="1200746"/>
              <a:ext cx="327603" cy="327795"/>
              <a:chOff x="4887774" y="1200746"/>
              <a:chExt cx="327603" cy="327795"/>
            </a:xfrm>
            <a:solidFill>
              <a:srgbClr val="FFFFFF"/>
            </a:solidFill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461C5EE1-245D-C66D-B2F7-14554ECCE9FA}"/>
                  </a:ext>
                </a:extLst>
              </p:cNvPr>
              <p:cNvSpPr/>
              <p:nvPr/>
            </p:nvSpPr>
            <p:spPr>
              <a:xfrm>
                <a:off x="4887774" y="1200746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9" name="Picture 258">
                <a:extLst>
                  <a:ext uri="{FF2B5EF4-FFF2-40B4-BE49-F238E27FC236}">
                    <a16:creationId xmlns:a16="http://schemas.microsoft.com/office/drawing/2014/main" id="{552E7979-3EE8-A4E6-C7C6-CD13D7E0B6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96456" y="1268354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61" name="Graphic 2">
              <a:extLst>
                <a:ext uri="{FF2B5EF4-FFF2-40B4-BE49-F238E27FC236}">
                  <a16:creationId xmlns:a16="http://schemas.microsoft.com/office/drawing/2014/main" id="{CD0F3B5E-0102-21AE-E7EB-6D12EC55AAD9}"/>
                </a:ext>
              </a:extLst>
            </p:cNvPr>
            <p:cNvGrpSpPr/>
            <p:nvPr/>
          </p:nvGrpSpPr>
          <p:grpSpPr>
            <a:xfrm>
              <a:off x="4560170" y="1774389"/>
              <a:ext cx="327603" cy="327795"/>
              <a:chOff x="4560170" y="1774389"/>
              <a:chExt cx="327603" cy="327795"/>
            </a:xfrm>
            <a:solidFill>
              <a:srgbClr val="FFFFFF"/>
            </a:solidFill>
          </p:grpSpPr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BCADC144-1381-77AE-E555-D14F240C21D5}"/>
                  </a:ext>
                </a:extLst>
              </p:cNvPr>
              <p:cNvSpPr/>
              <p:nvPr/>
            </p:nvSpPr>
            <p:spPr>
              <a:xfrm>
                <a:off x="4560170" y="1774389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8D9260B2-9E12-E8B8-E13C-7E56632773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68852" y="1841997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62" name="Graphic 2">
              <a:extLst>
                <a:ext uri="{FF2B5EF4-FFF2-40B4-BE49-F238E27FC236}">
                  <a16:creationId xmlns:a16="http://schemas.microsoft.com/office/drawing/2014/main" id="{335A270B-F0B0-0EF0-89BD-F9EFA609CC1B}"/>
                </a:ext>
              </a:extLst>
            </p:cNvPr>
            <p:cNvGrpSpPr/>
            <p:nvPr/>
          </p:nvGrpSpPr>
          <p:grpSpPr>
            <a:xfrm>
              <a:off x="5215378" y="1774389"/>
              <a:ext cx="327603" cy="327795"/>
              <a:chOff x="5215378" y="1774389"/>
              <a:chExt cx="327603" cy="327795"/>
            </a:xfrm>
            <a:solidFill>
              <a:srgbClr val="FFFFFF"/>
            </a:solidFill>
          </p:grpSpPr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E98A2769-CA42-0A4C-E4CC-D97119E61E9A}"/>
                  </a:ext>
                </a:extLst>
              </p:cNvPr>
              <p:cNvSpPr/>
              <p:nvPr/>
            </p:nvSpPr>
            <p:spPr>
              <a:xfrm>
                <a:off x="5215378" y="1774389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4" name="Picture 213">
                <a:extLst>
                  <a:ext uri="{FF2B5EF4-FFF2-40B4-BE49-F238E27FC236}">
                    <a16:creationId xmlns:a16="http://schemas.microsoft.com/office/drawing/2014/main" id="{0EB16EBF-5DA3-2502-397B-5FDC3A57DC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24060" y="1841997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63" name="Graphic 2">
              <a:extLst>
                <a:ext uri="{FF2B5EF4-FFF2-40B4-BE49-F238E27FC236}">
                  <a16:creationId xmlns:a16="http://schemas.microsoft.com/office/drawing/2014/main" id="{1E517048-779A-6E15-7711-F8F00C266960}"/>
                </a:ext>
              </a:extLst>
            </p:cNvPr>
            <p:cNvGrpSpPr/>
            <p:nvPr/>
          </p:nvGrpSpPr>
          <p:grpSpPr>
            <a:xfrm>
              <a:off x="4801860" y="1480520"/>
              <a:ext cx="133907" cy="291574"/>
              <a:chOff x="4801860" y="1480520"/>
              <a:chExt cx="133907" cy="291574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074FF417-3987-1D94-9212-3AEAE3D70BD9}"/>
                  </a:ext>
                </a:extLst>
              </p:cNvPr>
              <p:cNvSpPr/>
              <p:nvPr/>
            </p:nvSpPr>
            <p:spPr>
              <a:xfrm>
                <a:off x="4824956" y="1480520"/>
                <a:ext cx="110811" cy="246748"/>
              </a:xfrm>
              <a:custGeom>
                <a:avLst/>
                <a:gdLst>
                  <a:gd name="csX0" fmla="*/ 110812 w 110811"/>
                  <a:gd name="csY0" fmla="*/ 0 h 246748"/>
                  <a:gd name="csX1" fmla="*/ 0 w 110811"/>
                  <a:gd name="csY1" fmla="*/ 246748 h 2467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0811" h="246748">
                    <a:moveTo>
                      <a:pt x="110812" y="0"/>
                    </a:moveTo>
                    <a:lnTo>
                      <a:pt x="0" y="24674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BCE7B010-DBB1-8D89-95AD-2B7B3B67328C}"/>
                  </a:ext>
                </a:extLst>
              </p:cNvPr>
              <p:cNvSpPr/>
              <p:nvPr/>
            </p:nvSpPr>
            <p:spPr>
              <a:xfrm>
                <a:off x="4801860" y="1698832"/>
                <a:ext cx="59705" cy="73262"/>
              </a:xfrm>
              <a:custGeom>
                <a:avLst/>
                <a:gdLst>
                  <a:gd name="csX0" fmla="*/ 3030 w 59705"/>
                  <a:gd name="csY0" fmla="*/ 73262 h 73262"/>
                  <a:gd name="csX1" fmla="*/ 0 w 59705"/>
                  <a:gd name="csY1" fmla="*/ 0 h 73262"/>
                  <a:gd name="csX2" fmla="*/ 23096 w 59705"/>
                  <a:gd name="csY2" fmla="*/ 28436 h 73262"/>
                  <a:gd name="csX3" fmla="*/ 59706 w 59705"/>
                  <a:gd name="csY3" fmla="*/ 26879 h 732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9705" h="73262">
                    <a:moveTo>
                      <a:pt x="3030" y="73262"/>
                    </a:moveTo>
                    <a:lnTo>
                      <a:pt x="0" y="0"/>
                    </a:lnTo>
                    <a:lnTo>
                      <a:pt x="23096" y="28436"/>
                    </a:lnTo>
                    <a:lnTo>
                      <a:pt x="59706" y="26879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64" name="Graphic 2">
              <a:extLst>
                <a:ext uri="{FF2B5EF4-FFF2-40B4-BE49-F238E27FC236}">
                  <a16:creationId xmlns:a16="http://schemas.microsoft.com/office/drawing/2014/main" id="{8AB359CA-55A8-DC50-0D06-AF141EA950F0}"/>
                </a:ext>
              </a:extLst>
            </p:cNvPr>
            <p:cNvGrpSpPr/>
            <p:nvPr/>
          </p:nvGrpSpPr>
          <p:grpSpPr>
            <a:xfrm>
              <a:off x="5167384" y="1480520"/>
              <a:ext cx="137429" cy="292393"/>
              <a:chOff x="5167384" y="1480520"/>
              <a:chExt cx="137429" cy="292393"/>
            </a:xfrm>
          </p:grpSpPr>
          <p:sp>
            <p:nvSpPr>
              <p:cNvPr id="575" name="Freeform 574">
                <a:extLst>
                  <a:ext uri="{FF2B5EF4-FFF2-40B4-BE49-F238E27FC236}">
                    <a16:creationId xmlns:a16="http://schemas.microsoft.com/office/drawing/2014/main" id="{C8FCE691-F675-A5C0-87F8-D5E944925080}"/>
                  </a:ext>
                </a:extLst>
              </p:cNvPr>
              <p:cNvSpPr/>
              <p:nvPr/>
            </p:nvSpPr>
            <p:spPr>
              <a:xfrm>
                <a:off x="5167384" y="1480520"/>
                <a:ext cx="114579" cy="247813"/>
              </a:xfrm>
              <a:custGeom>
                <a:avLst/>
                <a:gdLst>
                  <a:gd name="csX0" fmla="*/ 0 w 114579"/>
                  <a:gd name="csY0" fmla="*/ 0 h 247813"/>
                  <a:gd name="csX1" fmla="*/ 114580 w 114579"/>
                  <a:gd name="csY1" fmla="*/ 247813 h 2478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4579" h="247813">
                    <a:moveTo>
                      <a:pt x="0" y="0"/>
                    </a:moveTo>
                    <a:lnTo>
                      <a:pt x="114580" y="247813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8AEBA34F-CB17-29A3-8A31-B2F65DE565F4}"/>
                  </a:ext>
                </a:extLst>
              </p:cNvPr>
              <p:cNvSpPr/>
              <p:nvPr/>
            </p:nvSpPr>
            <p:spPr>
              <a:xfrm>
                <a:off x="5245354" y="1699651"/>
                <a:ext cx="59459" cy="73262"/>
              </a:xfrm>
              <a:custGeom>
                <a:avLst/>
                <a:gdLst>
                  <a:gd name="csX0" fmla="*/ 57249 w 59459"/>
                  <a:gd name="csY0" fmla="*/ 73262 h 73262"/>
                  <a:gd name="csX1" fmla="*/ 0 w 59459"/>
                  <a:gd name="csY1" fmla="*/ 27535 h 73262"/>
                  <a:gd name="csX2" fmla="*/ 36610 w 59459"/>
                  <a:gd name="csY2" fmla="*/ 28682 h 73262"/>
                  <a:gd name="csX3" fmla="*/ 59460 w 59459"/>
                  <a:gd name="csY3" fmla="*/ 0 h 732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9459" h="73262">
                    <a:moveTo>
                      <a:pt x="57249" y="73262"/>
                    </a:moveTo>
                    <a:lnTo>
                      <a:pt x="0" y="27535"/>
                    </a:lnTo>
                    <a:lnTo>
                      <a:pt x="36610" y="28682"/>
                    </a:lnTo>
                    <a:lnTo>
                      <a:pt x="5946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65" name="Graphic 2">
              <a:extLst>
                <a:ext uri="{FF2B5EF4-FFF2-40B4-BE49-F238E27FC236}">
                  <a16:creationId xmlns:a16="http://schemas.microsoft.com/office/drawing/2014/main" id="{55FD13B3-D301-0743-AEDC-C32F5EED50CB}"/>
                </a:ext>
              </a:extLst>
            </p:cNvPr>
            <p:cNvGrpSpPr/>
            <p:nvPr/>
          </p:nvGrpSpPr>
          <p:grpSpPr>
            <a:xfrm>
              <a:off x="4723972" y="2102184"/>
              <a:ext cx="200247" cy="246830"/>
              <a:chOff x="4723972" y="2102184"/>
              <a:chExt cx="200247" cy="246830"/>
            </a:xfrm>
          </p:grpSpPr>
          <p:sp>
            <p:nvSpPr>
              <p:cNvPr id="573" name="Freeform 572">
                <a:extLst>
                  <a:ext uri="{FF2B5EF4-FFF2-40B4-BE49-F238E27FC236}">
                    <a16:creationId xmlns:a16="http://schemas.microsoft.com/office/drawing/2014/main" id="{87D05B40-A33B-472B-C0F7-5C633963B0CB}"/>
                  </a:ext>
                </a:extLst>
              </p:cNvPr>
              <p:cNvSpPr/>
              <p:nvPr/>
            </p:nvSpPr>
            <p:spPr>
              <a:xfrm>
                <a:off x="4723972" y="2102184"/>
                <a:ext cx="169289" cy="208641"/>
              </a:xfrm>
              <a:custGeom>
                <a:avLst/>
                <a:gdLst>
                  <a:gd name="csX0" fmla="*/ 0 w 169289"/>
                  <a:gd name="csY0" fmla="*/ 0 h 208641"/>
                  <a:gd name="csX1" fmla="*/ 169289 w 169289"/>
                  <a:gd name="csY1" fmla="*/ 208642 h 208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9289" h="208641">
                    <a:moveTo>
                      <a:pt x="0" y="0"/>
                    </a:moveTo>
                    <a:lnTo>
                      <a:pt x="169289" y="20864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74" name="Freeform 573">
                <a:extLst>
                  <a:ext uri="{FF2B5EF4-FFF2-40B4-BE49-F238E27FC236}">
                    <a16:creationId xmlns:a16="http://schemas.microsoft.com/office/drawing/2014/main" id="{714BE941-5B66-6B3A-05A4-0426A90C95E5}"/>
                  </a:ext>
                </a:extLst>
              </p:cNvPr>
              <p:cNvSpPr/>
              <p:nvPr/>
            </p:nvSpPr>
            <p:spPr>
              <a:xfrm>
                <a:off x="4857471" y="2277473"/>
                <a:ext cx="66749" cy="71541"/>
              </a:xfrm>
              <a:custGeom>
                <a:avLst/>
                <a:gdLst>
                  <a:gd name="csX0" fmla="*/ 66749 w 66749"/>
                  <a:gd name="csY0" fmla="*/ 71541 h 71541"/>
                  <a:gd name="csX1" fmla="*/ 0 w 66749"/>
                  <a:gd name="csY1" fmla="*/ 41302 h 71541"/>
                  <a:gd name="csX2" fmla="*/ 35791 w 66749"/>
                  <a:gd name="csY2" fmla="*/ 33353 h 71541"/>
                  <a:gd name="csX3" fmla="*/ 50861 w 66749"/>
                  <a:gd name="csY3" fmla="*/ 0 h 71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749" h="71541">
                    <a:moveTo>
                      <a:pt x="66749" y="71541"/>
                    </a:moveTo>
                    <a:lnTo>
                      <a:pt x="0" y="41302"/>
                    </a:lnTo>
                    <a:lnTo>
                      <a:pt x="35791" y="33353"/>
                    </a:lnTo>
                    <a:lnTo>
                      <a:pt x="5086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66" name="Graphic 2">
              <a:extLst>
                <a:ext uri="{FF2B5EF4-FFF2-40B4-BE49-F238E27FC236}">
                  <a16:creationId xmlns:a16="http://schemas.microsoft.com/office/drawing/2014/main" id="{112CDC23-3468-6214-588E-BB1EAACD8204}"/>
                </a:ext>
              </a:extLst>
            </p:cNvPr>
            <p:cNvGrpSpPr/>
            <p:nvPr/>
          </p:nvGrpSpPr>
          <p:grpSpPr>
            <a:xfrm>
              <a:off x="5178932" y="2102184"/>
              <a:ext cx="200247" cy="246830"/>
              <a:chOff x="5178932" y="2102184"/>
              <a:chExt cx="200247" cy="246830"/>
            </a:xfrm>
          </p:grpSpPr>
          <p:sp>
            <p:nvSpPr>
              <p:cNvPr id="571" name="Freeform 570">
                <a:extLst>
                  <a:ext uri="{FF2B5EF4-FFF2-40B4-BE49-F238E27FC236}">
                    <a16:creationId xmlns:a16="http://schemas.microsoft.com/office/drawing/2014/main" id="{BCE68CDA-9537-9ED0-BE98-C038FC5E58EF}"/>
                  </a:ext>
                </a:extLst>
              </p:cNvPr>
              <p:cNvSpPr/>
              <p:nvPr/>
            </p:nvSpPr>
            <p:spPr>
              <a:xfrm>
                <a:off x="5209891" y="2102184"/>
                <a:ext cx="169289" cy="208641"/>
              </a:xfrm>
              <a:custGeom>
                <a:avLst/>
                <a:gdLst>
                  <a:gd name="csX0" fmla="*/ 169289 w 169289"/>
                  <a:gd name="csY0" fmla="*/ 0 h 208641"/>
                  <a:gd name="csX1" fmla="*/ 0 w 169289"/>
                  <a:gd name="csY1" fmla="*/ 208642 h 208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9289" h="208641">
                    <a:moveTo>
                      <a:pt x="169289" y="0"/>
                    </a:moveTo>
                    <a:lnTo>
                      <a:pt x="0" y="20864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72" name="Freeform 571">
                <a:extLst>
                  <a:ext uri="{FF2B5EF4-FFF2-40B4-BE49-F238E27FC236}">
                    <a16:creationId xmlns:a16="http://schemas.microsoft.com/office/drawing/2014/main" id="{7FBE3879-0015-0F90-D829-6AB2FE675C1E}"/>
                  </a:ext>
                </a:extLst>
              </p:cNvPr>
              <p:cNvSpPr/>
              <p:nvPr/>
            </p:nvSpPr>
            <p:spPr>
              <a:xfrm>
                <a:off x="5178932" y="2277473"/>
                <a:ext cx="66749" cy="71541"/>
              </a:xfrm>
              <a:custGeom>
                <a:avLst/>
                <a:gdLst>
                  <a:gd name="csX0" fmla="*/ 0 w 66749"/>
                  <a:gd name="csY0" fmla="*/ 71541 h 71541"/>
                  <a:gd name="csX1" fmla="*/ 15889 w 66749"/>
                  <a:gd name="csY1" fmla="*/ 0 h 71541"/>
                  <a:gd name="csX2" fmla="*/ 30959 w 66749"/>
                  <a:gd name="csY2" fmla="*/ 33353 h 71541"/>
                  <a:gd name="csX3" fmla="*/ 66749 w 66749"/>
                  <a:gd name="csY3" fmla="*/ 41302 h 71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749" h="71541">
                    <a:moveTo>
                      <a:pt x="0" y="71541"/>
                    </a:moveTo>
                    <a:lnTo>
                      <a:pt x="15889" y="0"/>
                    </a:lnTo>
                    <a:lnTo>
                      <a:pt x="30959" y="33353"/>
                    </a:lnTo>
                    <a:lnTo>
                      <a:pt x="66749" y="41302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67" name="Graphic 2">
              <a:extLst>
                <a:ext uri="{FF2B5EF4-FFF2-40B4-BE49-F238E27FC236}">
                  <a16:creationId xmlns:a16="http://schemas.microsoft.com/office/drawing/2014/main" id="{AAA85EC6-4425-6877-C08D-EFED39021BB1}"/>
                </a:ext>
              </a:extLst>
            </p:cNvPr>
            <p:cNvGrpSpPr/>
            <p:nvPr/>
          </p:nvGrpSpPr>
          <p:grpSpPr>
            <a:xfrm>
              <a:off x="4687526" y="5083977"/>
              <a:ext cx="246439" cy="325501"/>
              <a:chOff x="4687526" y="5083977"/>
              <a:chExt cx="246439" cy="325501"/>
            </a:xfrm>
          </p:grpSpPr>
          <p:sp>
            <p:nvSpPr>
              <p:cNvPr id="569" name="Freeform 568">
                <a:extLst>
                  <a:ext uri="{FF2B5EF4-FFF2-40B4-BE49-F238E27FC236}">
                    <a16:creationId xmlns:a16="http://schemas.microsoft.com/office/drawing/2014/main" id="{B0337B4D-F0AE-5A6F-56ED-004BF47CE0F6}"/>
                  </a:ext>
                </a:extLst>
              </p:cNvPr>
              <p:cNvSpPr/>
              <p:nvPr/>
            </p:nvSpPr>
            <p:spPr>
              <a:xfrm>
                <a:off x="4717256" y="5083977"/>
                <a:ext cx="216709" cy="286247"/>
              </a:xfrm>
              <a:custGeom>
                <a:avLst/>
                <a:gdLst>
                  <a:gd name="csX0" fmla="*/ 216710 w 216709"/>
                  <a:gd name="csY0" fmla="*/ 0 h 286247"/>
                  <a:gd name="csX1" fmla="*/ 0 w 216709"/>
                  <a:gd name="csY1" fmla="*/ 286247 h 2862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6709" h="286247">
                    <a:moveTo>
                      <a:pt x="216710" y="0"/>
                    </a:moveTo>
                    <a:lnTo>
                      <a:pt x="0" y="286247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70" name="Freeform 569">
                <a:extLst>
                  <a:ext uri="{FF2B5EF4-FFF2-40B4-BE49-F238E27FC236}">
                    <a16:creationId xmlns:a16="http://schemas.microsoft.com/office/drawing/2014/main" id="{F81B8638-0898-4881-EA66-140B28722274}"/>
                  </a:ext>
                </a:extLst>
              </p:cNvPr>
              <p:cNvSpPr/>
              <p:nvPr/>
            </p:nvSpPr>
            <p:spPr>
              <a:xfrm>
                <a:off x="4687526" y="5337363"/>
                <a:ext cx="65684" cy="72114"/>
              </a:xfrm>
              <a:custGeom>
                <a:avLst/>
                <a:gdLst>
                  <a:gd name="csX0" fmla="*/ 0 w 65684"/>
                  <a:gd name="csY0" fmla="*/ 72115 h 72114"/>
                  <a:gd name="csX1" fmla="*/ 13432 w 65684"/>
                  <a:gd name="csY1" fmla="*/ 0 h 72114"/>
                  <a:gd name="csX2" fmla="*/ 29730 w 65684"/>
                  <a:gd name="csY2" fmla="*/ 32861 h 72114"/>
                  <a:gd name="csX3" fmla="*/ 65685 w 65684"/>
                  <a:gd name="csY3" fmla="*/ 39581 h 72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684" h="72114">
                    <a:moveTo>
                      <a:pt x="0" y="72115"/>
                    </a:moveTo>
                    <a:lnTo>
                      <a:pt x="13432" y="0"/>
                    </a:lnTo>
                    <a:lnTo>
                      <a:pt x="29730" y="32861"/>
                    </a:lnTo>
                    <a:lnTo>
                      <a:pt x="65685" y="39581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68" name="Graphic 2">
              <a:extLst>
                <a:ext uri="{FF2B5EF4-FFF2-40B4-BE49-F238E27FC236}">
                  <a16:creationId xmlns:a16="http://schemas.microsoft.com/office/drawing/2014/main" id="{8E65B87D-2B50-B2BF-A33B-5F946009740C}"/>
                </a:ext>
              </a:extLst>
            </p:cNvPr>
            <p:cNvGrpSpPr/>
            <p:nvPr/>
          </p:nvGrpSpPr>
          <p:grpSpPr>
            <a:xfrm>
              <a:off x="4887774" y="4814693"/>
              <a:ext cx="315318" cy="315503"/>
              <a:chOff x="4887774" y="4814693"/>
              <a:chExt cx="315318" cy="315503"/>
            </a:xfrm>
            <a:solidFill>
              <a:srgbClr val="FFFFFF"/>
            </a:solidFill>
          </p:grpSpPr>
          <p:sp>
            <p:nvSpPr>
              <p:cNvPr id="567" name="Oval 566">
                <a:extLst>
                  <a:ext uri="{FF2B5EF4-FFF2-40B4-BE49-F238E27FC236}">
                    <a16:creationId xmlns:a16="http://schemas.microsoft.com/office/drawing/2014/main" id="{8AFDCFAA-FE9E-34AE-A797-31E118845489}"/>
                  </a:ext>
                </a:extLst>
              </p:cNvPr>
              <p:cNvSpPr/>
              <p:nvPr/>
            </p:nvSpPr>
            <p:spPr>
              <a:xfrm>
                <a:off x="4887774" y="4814693"/>
                <a:ext cx="315318" cy="315503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68" name="Picture 567">
                <a:extLst>
                  <a:ext uri="{FF2B5EF4-FFF2-40B4-BE49-F238E27FC236}">
                    <a16:creationId xmlns:a16="http://schemas.microsoft.com/office/drawing/2014/main" id="{BA5E969B-0244-F8B7-AADC-74166EA514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96456" y="4882301"/>
                <a:ext cx="303033" cy="237651"/>
              </a:xfrm>
              <a:custGeom>
                <a:avLst/>
                <a:gdLst>
                  <a:gd name="csX0" fmla="*/ 0 w 303033"/>
                  <a:gd name="csY0" fmla="*/ 0 h 237651"/>
                  <a:gd name="csX1" fmla="*/ 303034 w 303033"/>
                  <a:gd name="csY1" fmla="*/ 0 h 237651"/>
                  <a:gd name="csX2" fmla="*/ 303034 w 303033"/>
                  <a:gd name="csY2" fmla="*/ 237652 h 237651"/>
                  <a:gd name="csX3" fmla="*/ 0 w 30303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3033" h="237651">
                    <a:moveTo>
                      <a:pt x="0" y="0"/>
                    </a:moveTo>
                    <a:lnTo>
                      <a:pt x="303034" y="0"/>
                    </a:lnTo>
                    <a:lnTo>
                      <a:pt x="30303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pic>
          <p:nvPicPr>
            <p:cNvPr id="469" name="Picture 468">
              <a:extLst>
                <a:ext uri="{FF2B5EF4-FFF2-40B4-BE49-F238E27FC236}">
                  <a16:creationId xmlns:a16="http://schemas.microsoft.com/office/drawing/2014/main" id="{D3698F01-4E33-9313-E515-5D6EE847C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318246" y="4464361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pic>
          <p:nvPicPr>
            <p:cNvPr id="470" name="Picture 469">
              <a:extLst>
                <a:ext uri="{FF2B5EF4-FFF2-40B4-BE49-F238E27FC236}">
                  <a16:creationId xmlns:a16="http://schemas.microsoft.com/office/drawing/2014/main" id="{296613FB-F105-A0C1-EDC7-511B0866D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908741" y="4538115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471" name="Picture 470">
              <a:extLst>
                <a:ext uri="{FF2B5EF4-FFF2-40B4-BE49-F238E27FC236}">
                  <a16:creationId xmlns:a16="http://schemas.microsoft.com/office/drawing/2014/main" id="{64D00687-885B-3A93-8BF2-133B029B9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6931" y="1579760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472" name="Picture 471">
              <a:extLst>
                <a:ext uri="{FF2B5EF4-FFF2-40B4-BE49-F238E27FC236}">
                  <a16:creationId xmlns:a16="http://schemas.microsoft.com/office/drawing/2014/main" id="{6275ADD9-BC96-2225-46EA-C7E2220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13493" y="1579760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pic>
          <p:nvPicPr>
            <p:cNvPr id="473" name="Picture 472">
              <a:extLst>
                <a:ext uri="{FF2B5EF4-FFF2-40B4-BE49-F238E27FC236}">
                  <a16:creationId xmlns:a16="http://schemas.microsoft.com/office/drawing/2014/main" id="{6F9BF62A-677D-472F-FCEA-2F2391876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0733" y="3267907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474" name="Picture 473">
              <a:extLst>
                <a:ext uri="{FF2B5EF4-FFF2-40B4-BE49-F238E27FC236}">
                  <a16:creationId xmlns:a16="http://schemas.microsoft.com/office/drawing/2014/main" id="{DE1910C1-A10B-66F2-FC45-147C27FF8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736749" y="3079425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grpSp>
          <p:nvGrpSpPr>
            <p:cNvPr id="475" name="Graphic 2">
              <a:extLst>
                <a:ext uri="{FF2B5EF4-FFF2-40B4-BE49-F238E27FC236}">
                  <a16:creationId xmlns:a16="http://schemas.microsoft.com/office/drawing/2014/main" id="{BC4C41AE-6389-F049-A457-D6F6664C6182}"/>
                </a:ext>
              </a:extLst>
            </p:cNvPr>
            <p:cNvGrpSpPr/>
            <p:nvPr/>
          </p:nvGrpSpPr>
          <p:grpSpPr>
            <a:xfrm>
              <a:off x="4396860" y="5376043"/>
              <a:ext cx="327603" cy="327795"/>
              <a:chOff x="4396860" y="5376043"/>
              <a:chExt cx="327603" cy="327795"/>
            </a:xfrm>
            <a:solidFill>
              <a:srgbClr val="FFFFFF"/>
            </a:solidFill>
          </p:grpSpPr>
          <p:sp>
            <p:nvSpPr>
              <p:cNvPr id="565" name="Oval 564">
                <a:extLst>
                  <a:ext uri="{FF2B5EF4-FFF2-40B4-BE49-F238E27FC236}">
                    <a16:creationId xmlns:a16="http://schemas.microsoft.com/office/drawing/2014/main" id="{12765F6F-C047-E17E-00F9-F2D2586EE52A}"/>
                  </a:ext>
                </a:extLst>
              </p:cNvPr>
              <p:cNvSpPr/>
              <p:nvPr/>
            </p:nvSpPr>
            <p:spPr>
              <a:xfrm>
                <a:off x="4396860" y="5376043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66" name="Picture 565">
                <a:extLst>
                  <a:ext uri="{FF2B5EF4-FFF2-40B4-BE49-F238E27FC236}">
                    <a16:creationId xmlns:a16="http://schemas.microsoft.com/office/drawing/2014/main" id="{B6514525-9272-CC02-5ED9-39E67FD236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05050" y="5435456"/>
                <a:ext cx="311223" cy="262236"/>
              </a:xfrm>
              <a:custGeom>
                <a:avLst/>
                <a:gdLst>
                  <a:gd name="csX0" fmla="*/ 0 w 311223"/>
                  <a:gd name="csY0" fmla="*/ 0 h 262236"/>
                  <a:gd name="csX1" fmla="*/ 311224 w 311223"/>
                  <a:gd name="csY1" fmla="*/ 0 h 262236"/>
                  <a:gd name="csX2" fmla="*/ 311224 w 311223"/>
                  <a:gd name="csY2" fmla="*/ 262237 h 262236"/>
                  <a:gd name="csX3" fmla="*/ 0 w 311223"/>
                  <a:gd name="csY3" fmla="*/ 262237 h 2622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62236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62237"/>
                    </a:lnTo>
                    <a:lnTo>
                      <a:pt x="0" y="262237"/>
                    </a:lnTo>
                    <a:close/>
                  </a:path>
                </a:pathLst>
              </a:custGeom>
            </p:spPr>
          </p:pic>
        </p:grpSp>
        <p:grpSp>
          <p:nvGrpSpPr>
            <p:cNvPr id="476" name="Graphic 2">
              <a:extLst>
                <a:ext uri="{FF2B5EF4-FFF2-40B4-BE49-F238E27FC236}">
                  <a16:creationId xmlns:a16="http://schemas.microsoft.com/office/drawing/2014/main" id="{FEE8A9BB-C6E1-3546-33E3-A5F3394963A2}"/>
                </a:ext>
              </a:extLst>
            </p:cNvPr>
            <p:cNvGrpSpPr/>
            <p:nvPr/>
          </p:nvGrpSpPr>
          <p:grpSpPr>
            <a:xfrm>
              <a:off x="4741745" y="5297290"/>
              <a:ext cx="685920" cy="246256"/>
              <a:chOff x="4741745" y="5297290"/>
              <a:chExt cx="685920" cy="246256"/>
            </a:xfrm>
          </p:grpSpPr>
          <p:sp>
            <p:nvSpPr>
              <p:cNvPr id="481" name="Freeform 480">
                <a:extLst>
                  <a:ext uri="{FF2B5EF4-FFF2-40B4-BE49-F238E27FC236}">
                    <a16:creationId xmlns:a16="http://schemas.microsoft.com/office/drawing/2014/main" id="{58EA004E-4540-4FA5-9D2F-F2750645BC14}"/>
                  </a:ext>
                </a:extLst>
              </p:cNvPr>
              <p:cNvSpPr/>
              <p:nvPr/>
            </p:nvSpPr>
            <p:spPr>
              <a:xfrm>
                <a:off x="4788265" y="5297290"/>
                <a:ext cx="639400" cy="220688"/>
              </a:xfrm>
              <a:custGeom>
                <a:avLst/>
                <a:gdLst>
                  <a:gd name="csX0" fmla="*/ 639401 w 639400"/>
                  <a:gd name="csY0" fmla="*/ 0 h 220688"/>
                  <a:gd name="csX1" fmla="*/ 0 w 639400"/>
                  <a:gd name="csY1" fmla="*/ 220688 h 2206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9400" h="220688">
                    <a:moveTo>
                      <a:pt x="639401" y="0"/>
                    </a:moveTo>
                    <a:lnTo>
                      <a:pt x="0" y="22068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64" name="Freeform 563">
                <a:extLst>
                  <a:ext uri="{FF2B5EF4-FFF2-40B4-BE49-F238E27FC236}">
                    <a16:creationId xmlns:a16="http://schemas.microsoft.com/office/drawing/2014/main" id="{53DA808E-947A-0CC4-5CB1-8EC9826FEC61}"/>
                  </a:ext>
                </a:extLst>
              </p:cNvPr>
              <p:cNvSpPr/>
              <p:nvPr/>
            </p:nvSpPr>
            <p:spPr>
              <a:xfrm>
                <a:off x="4741745" y="5481593"/>
                <a:ext cx="72646" cy="61953"/>
              </a:xfrm>
              <a:custGeom>
                <a:avLst/>
                <a:gdLst>
                  <a:gd name="csX0" fmla="*/ 0 w 72646"/>
                  <a:gd name="csY0" fmla="*/ 52365 h 61953"/>
                  <a:gd name="csX1" fmla="*/ 51270 w 72646"/>
                  <a:gd name="csY1" fmla="*/ 0 h 61953"/>
                  <a:gd name="csX2" fmla="*/ 46520 w 72646"/>
                  <a:gd name="csY2" fmla="*/ 36385 h 61953"/>
                  <a:gd name="csX3" fmla="*/ 72646 w 72646"/>
                  <a:gd name="csY3" fmla="*/ 61953 h 619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2646" h="61953">
                    <a:moveTo>
                      <a:pt x="0" y="52365"/>
                    </a:moveTo>
                    <a:lnTo>
                      <a:pt x="51270" y="0"/>
                    </a:lnTo>
                    <a:lnTo>
                      <a:pt x="46520" y="36385"/>
                    </a:lnTo>
                    <a:lnTo>
                      <a:pt x="72646" y="61953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77" name="Graphic 2">
              <a:extLst>
                <a:ext uri="{FF2B5EF4-FFF2-40B4-BE49-F238E27FC236}">
                  <a16:creationId xmlns:a16="http://schemas.microsoft.com/office/drawing/2014/main" id="{F2C4F76D-7586-BC8D-E4FA-61F478B7F173}"/>
                </a:ext>
              </a:extLst>
            </p:cNvPr>
            <p:cNvGrpSpPr/>
            <p:nvPr/>
          </p:nvGrpSpPr>
          <p:grpSpPr>
            <a:xfrm>
              <a:off x="5379671" y="5017517"/>
              <a:ext cx="327603" cy="335990"/>
              <a:chOff x="5379671" y="5017517"/>
              <a:chExt cx="327603" cy="335990"/>
            </a:xfrm>
            <a:solidFill>
              <a:srgbClr val="FFFFFF"/>
            </a:solidFill>
          </p:grpSpPr>
          <p:sp>
            <p:nvSpPr>
              <p:cNvPr id="479" name="Oval 478">
                <a:extLst>
                  <a:ext uri="{FF2B5EF4-FFF2-40B4-BE49-F238E27FC236}">
                    <a16:creationId xmlns:a16="http://schemas.microsoft.com/office/drawing/2014/main" id="{87C11818-0213-9240-6405-68CC19C64F70}"/>
                  </a:ext>
                </a:extLst>
              </p:cNvPr>
              <p:cNvSpPr/>
              <p:nvPr/>
            </p:nvSpPr>
            <p:spPr>
              <a:xfrm>
                <a:off x="5379671" y="5017517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0" name="Picture 479">
                <a:extLst>
                  <a:ext uri="{FF2B5EF4-FFF2-40B4-BE49-F238E27FC236}">
                    <a16:creationId xmlns:a16="http://schemas.microsoft.com/office/drawing/2014/main" id="{60EE21C7-CA4A-0906-C6A3-2743CD4052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387861" y="5058491"/>
                <a:ext cx="311223" cy="295016"/>
              </a:xfrm>
              <a:custGeom>
                <a:avLst/>
                <a:gdLst>
                  <a:gd name="csX0" fmla="*/ 0 w 311223"/>
                  <a:gd name="csY0" fmla="*/ 0 h 295016"/>
                  <a:gd name="csX1" fmla="*/ 311224 w 311223"/>
                  <a:gd name="csY1" fmla="*/ 0 h 295016"/>
                  <a:gd name="csX2" fmla="*/ 311224 w 311223"/>
                  <a:gd name="csY2" fmla="*/ 295016 h 295016"/>
                  <a:gd name="csX3" fmla="*/ 0 w 311223"/>
                  <a:gd name="csY3" fmla="*/ 295016 h 2950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95016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95016"/>
                    </a:lnTo>
                    <a:lnTo>
                      <a:pt x="0" y="295016"/>
                    </a:lnTo>
                    <a:close/>
                  </a:path>
                </a:pathLst>
              </a:custGeom>
            </p:spPr>
          </p:pic>
        </p:grpSp>
        <p:pic>
          <p:nvPicPr>
            <p:cNvPr id="478" name="Picture 477">
              <a:extLst>
                <a:ext uri="{FF2B5EF4-FFF2-40B4-BE49-F238E27FC236}">
                  <a16:creationId xmlns:a16="http://schemas.microsoft.com/office/drawing/2014/main" id="{D9D7025E-9D28-B014-2C2B-F787A03D5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769509" y="3866134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9749B978-D7E6-3094-730F-C739EECAB07E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287" name="Text 13">
              <a:extLst>
                <a:ext uri="{FF2B5EF4-FFF2-40B4-BE49-F238E27FC236}">
                  <a16:creationId xmlns:a16="http://schemas.microsoft.com/office/drawing/2014/main" id="{71984174-B2C5-62C0-3C2E-AA05A6CF3339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AB72E684-69F2-7BCD-0D00-2D95AF721B0B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4ACACF98-71BB-8FE0-2993-90A740F368A6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6F62B39D-C11E-6305-55DC-5E39AF9634B4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BD5C3978-A48B-C3CE-EA5A-3100EF1593FB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33CB310F-C2F7-6E78-2DB0-8CF540F0545B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3" name="Text 13">
              <a:extLst>
                <a:ext uri="{FF2B5EF4-FFF2-40B4-BE49-F238E27FC236}">
                  <a16:creationId xmlns:a16="http://schemas.microsoft.com/office/drawing/2014/main" id="{31A426B2-EAEB-138F-ACBA-F59C4E84A9E0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94" name="Text 13">
              <a:extLst>
                <a:ext uri="{FF2B5EF4-FFF2-40B4-BE49-F238E27FC236}">
                  <a16:creationId xmlns:a16="http://schemas.microsoft.com/office/drawing/2014/main" id="{6CC6AF1E-6640-44E1-F9CF-DA1501BA1867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95" name="Text 13">
              <a:extLst>
                <a:ext uri="{FF2B5EF4-FFF2-40B4-BE49-F238E27FC236}">
                  <a16:creationId xmlns:a16="http://schemas.microsoft.com/office/drawing/2014/main" id="{82DF2DB1-5785-E8AA-CACC-8A7051629083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96" name="Rectangle 295">
            <a:extLst>
              <a:ext uri="{FF2B5EF4-FFF2-40B4-BE49-F238E27FC236}">
                <a16:creationId xmlns:a16="http://schemas.microsoft.com/office/drawing/2014/main" id="{79FDF458-D76E-BA96-82C2-F1FA0B0C8459}"/>
              </a:ext>
            </a:extLst>
          </p:cNvPr>
          <p:cNvSpPr/>
          <p:nvPr/>
        </p:nvSpPr>
        <p:spPr>
          <a:xfrm>
            <a:off x="3533081" y="938648"/>
            <a:ext cx="7816723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79045988"/>
      </p:ext>
    </p:extLst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D512-03FE-08B3-EE30-10242945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023730-F9B6-B6E8-EB6E-5307269AC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3F140B-B8D0-A4A1-61AA-8052D1560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47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99EF177-3B2B-5F0F-A36B-ABD3742A39B8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2EA1F612-BB2C-6C76-8AD2-3A2A5A0508A2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A3E9267C-FF12-A3B3-9C54-F843053A7BC0}"/>
              </a:ext>
            </a:extLst>
          </p:cNvPr>
          <p:cNvGrpSpPr/>
          <p:nvPr/>
        </p:nvGrpSpPr>
        <p:grpSpPr>
          <a:xfrm>
            <a:off x="2623731" y="1666957"/>
            <a:ext cx="1310414" cy="4503092"/>
            <a:chOff x="4396860" y="1200746"/>
            <a:chExt cx="1310414" cy="4503092"/>
          </a:xfrm>
        </p:grpSpPr>
        <p:grpSp>
          <p:nvGrpSpPr>
            <p:cNvPr id="56" name="Graphic 2">
              <a:extLst>
                <a:ext uri="{FF2B5EF4-FFF2-40B4-BE49-F238E27FC236}">
                  <a16:creationId xmlns:a16="http://schemas.microsoft.com/office/drawing/2014/main" id="{1BD42CC5-A35F-0296-DE9B-0530606D2014}"/>
                </a:ext>
              </a:extLst>
            </p:cNvPr>
            <p:cNvGrpSpPr/>
            <p:nvPr/>
          </p:nvGrpSpPr>
          <p:grpSpPr>
            <a:xfrm>
              <a:off x="5174428" y="1200746"/>
              <a:ext cx="409504" cy="338039"/>
              <a:chOff x="5174428" y="1200746"/>
              <a:chExt cx="409504" cy="338039"/>
            </a:xfrm>
            <a:noFill/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778A4C5-E63F-E0C8-ED11-4F754905DA10}"/>
                  </a:ext>
                </a:extLst>
              </p:cNvPr>
              <p:cNvSpPr/>
              <p:nvPr/>
            </p:nvSpPr>
            <p:spPr>
              <a:xfrm>
                <a:off x="5174428" y="1200746"/>
                <a:ext cx="409504" cy="327795"/>
              </a:xfrm>
              <a:prstGeom prst="rect">
                <a:avLst/>
              </a:prstGeom>
              <a:noFill/>
              <a:ln w="81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DA8AB978-E585-EB24-4BC5-4339B485B9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9105" y="1239672"/>
                <a:ext cx="221132" cy="299113"/>
              </a:xfrm>
              <a:custGeom>
                <a:avLst/>
                <a:gdLst>
                  <a:gd name="csX0" fmla="*/ 0 w 221132"/>
                  <a:gd name="csY0" fmla="*/ 0 h 299113"/>
                  <a:gd name="csX1" fmla="*/ 221133 w 221132"/>
                  <a:gd name="csY1" fmla="*/ 0 h 299113"/>
                  <a:gd name="csX2" fmla="*/ 221133 w 221132"/>
                  <a:gd name="csY2" fmla="*/ 299114 h 299113"/>
                  <a:gd name="csX3" fmla="*/ 0 w 221132"/>
                  <a:gd name="csY3" fmla="*/ 299114 h 2991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1132" h="299113">
                    <a:moveTo>
                      <a:pt x="0" y="0"/>
                    </a:moveTo>
                    <a:lnTo>
                      <a:pt x="221133" y="0"/>
                    </a:lnTo>
                    <a:lnTo>
                      <a:pt x="221133" y="299114"/>
                    </a:lnTo>
                    <a:lnTo>
                      <a:pt x="0" y="299114"/>
                    </a:lnTo>
                    <a:close/>
                  </a:path>
                </a:pathLst>
              </a:custGeom>
            </p:spPr>
          </p:pic>
        </p:grpSp>
        <p:grpSp>
          <p:nvGrpSpPr>
            <p:cNvPr id="100" name="Graphic 2">
              <a:extLst>
                <a:ext uri="{FF2B5EF4-FFF2-40B4-BE49-F238E27FC236}">
                  <a16:creationId xmlns:a16="http://schemas.microsoft.com/office/drawing/2014/main" id="{F5CC591A-4FD1-F8D6-530D-127AF631C391}"/>
                </a:ext>
              </a:extLst>
            </p:cNvPr>
            <p:cNvGrpSpPr/>
            <p:nvPr/>
          </p:nvGrpSpPr>
          <p:grpSpPr>
            <a:xfrm>
              <a:off x="5018816" y="2643047"/>
              <a:ext cx="65520" cy="260269"/>
              <a:chOff x="5018816" y="2643047"/>
              <a:chExt cx="65520" cy="260269"/>
            </a:xfrm>
          </p:grpSpPr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E2146277-3049-0597-4A39-A92EA31E0679}"/>
                  </a:ext>
                </a:extLst>
              </p:cNvPr>
              <p:cNvSpPr/>
              <p:nvPr/>
            </p:nvSpPr>
            <p:spPr>
              <a:xfrm>
                <a:off x="5051576" y="2643047"/>
                <a:ext cx="8190" cy="211100"/>
              </a:xfrm>
              <a:custGeom>
                <a:avLst/>
                <a:gdLst>
                  <a:gd name="csX0" fmla="*/ 0 w 8190"/>
                  <a:gd name="csY0" fmla="*/ 0 h 211100"/>
                  <a:gd name="csX1" fmla="*/ 0 w 8190"/>
                  <a:gd name="csY1" fmla="*/ 211100 h 211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90" h="211100">
                    <a:moveTo>
                      <a:pt x="0" y="0"/>
                    </a:moveTo>
                    <a:lnTo>
                      <a:pt x="0" y="211100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A1C3E82C-2F66-CD42-DCEA-32D413C9C11D}"/>
                  </a:ext>
                </a:extLst>
              </p:cNvPr>
              <p:cNvSpPr/>
              <p:nvPr/>
            </p:nvSpPr>
            <p:spPr>
              <a:xfrm>
                <a:off x="5018816" y="2837758"/>
                <a:ext cx="65520" cy="65559"/>
              </a:xfrm>
              <a:custGeom>
                <a:avLst/>
                <a:gdLst>
                  <a:gd name="csX0" fmla="*/ 32760 w 65520"/>
                  <a:gd name="csY0" fmla="*/ 65559 h 65559"/>
                  <a:gd name="csX1" fmla="*/ 0 w 65520"/>
                  <a:gd name="csY1" fmla="*/ 0 h 65559"/>
                  <a:gd name="csX2" fmla="*/ 32760 w 65520"/>
                  <a:gd name="csY2" fmla="*/ 16390 h 65559"/>
                  <a:gd name="csX3" fmla="*/ 65521 w 65520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520" h="65559">
                    <a:moveTo>
                      <a:pt x="32760" y="65559"/>
                    </a:moveTo>
                    <a:lnTo>
                      <a:pt x="0" y="0"/>
                    </a:lnTo>
                    <a:lnTo>
                      <a:pt x="32760" y="16390"/>
                    </a:lnTo>
                    <a:lnTo>
                      <a:pt x="655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3" name="Graphic 2">
              <a:extLst>
                <a:ext uri="{FF2B5EF4-FFF2-40B4-BE49-F238E27FC236}">
                  <a16:creationId xmlns:a16="http://schemas.microsoft.com/office/drawing/2014/main" id="{86AE7647-2989-5ED2-CBAE-6C67A5CB528F}"/>
                </a:ext>
              </a:extLst>
            </p:cNvPr>
            <p:cNvGrpSpPr/>
            <p:nvPr/>
          </p:nvGrpSpPr>
          <p:grpSpPr>
            <a:xfrm>
              <a:off x="5018816" y="3872281"/>
              <a:ext cx="168388" cy="284854"/>
              <a:chOff x="5018816" y="3872281"/>
              <a:chExt cx="168388" cy="284854"/>
            </a:xfrm>
          </p:grpSpPr>
          <p:grpSp>
            <p:nvGrpSpPr>
              <p:cNvPr id="104" name="Graphic 2">
                <a:extLst>
                  <a:ext uri="{FF2B5EF4-FFF2-40B4-BE49-F238E27FC236}">
                    <a16:creationId xmlns:a16="http://schemas.microsoft.com/office/drawing/2014/main" id="{7B8333E1-340F-3324-C498-0763CA116B59}"/>
                  </a:ext>
                </a:extLst>
              </p:cNvPr>
              <p:cNvGrpSpPr/>
              <p:nvPr/>
            </p:nvGrpSpPr>
            <p:grpSpPr>
              <a:xfrm>
                <a:off x="5018816" y="3872281"/>
                <a:ext cx="65520" cy="284854"/>
                <a:chOff x="5018816" y="3872281"/>
                <a:chExt cx="65520" cy="284854"/>
              </a:xfrm>
            </p:grpSpPr>
            <p:sp>
              <p:nvSpPr>
                <p:cNvPr id="105" name="Freeform 104">
                  <a:extLst>
                    <a:ext uri="{FF2B5EF4-FFF2-40B4-BE49-F238E27FC236}">
                      <a16:creationId xmlns:a16="http://schemas.microsoft.com/office/drawing/2014/main" id="{08865D01-85AC-4CD1-245B-C1094C44FC9B}"/>
                    </a:ext>
                  </a:extLst>
                </p:cNvPr>
                <p:cNvSpPr/>
                <p:nvPr/>
              </p:nvSpPr>
              <p:spPr>
                <a:xfrm>
                  <a:off x="5051576" y="3872281"/>
                  <a:ext cx="8190" cy="235685"/>
                </a:xfrm>
                <a:custGeom>
                  <a:avLst/>
                  <a:gdLst>
                    <a:gd name="csX0" fmla="*/ 0 w 8190"/>
                    <a:gd name="csY0" fmla="*/ 0 h 235685"/>
                    <a:gd name="csX1" fmla="*/ 0 w 8190"/>
                    <a:gd name="csY1" fmla="*/ 235685 h 235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190" h="235685">
                      <a:moveTo>
                        <a:pt x="0" y="0"/>
                      </a:moveTo>
                      <a:lnTo>
                        <a:pt x="0" y="235685"/>
                      </a:lnTo>
                    </a:path>
                  </a:pathLst>
                </a:custGeom>
                <a:noFill/>
                <a:ln w="1638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6" name="Freeform 105">
                  <a:extLst>
                    <a:ext uri="{FF2B5EF4-FFF2-40B4-BE49-F238E27FC236}">
                      <a16:creationId xmlns:a16="http://schemas.microsoft.com/office/drawing/2014/main" id="{52ADFA0B-E500-AAA5-3F1E-AD01083DBB3C}"/>
                    </a:ext>
                  </a:extLst>
                </p:cNvPr>
                <p:cNvSpPr/>
                <p:nvPr/>
              </p:nvSpPr>
              <p:spPr>
                <a:xfrm>
                  <a:off x="5018816" y="4091576"/>
                  <a:ext cx="65520" cy="65559"/>
                </a:xfrm>
                <a:custGeom>
                  <a:avLst/>
                  <a:gdLst>
                    <a:gd name="csX0" fmla="*/ 32760 w 65520"/>
                    <a:gd name="csY0" fmla="*/ 65559 h 65559"/>
                    <a:gd name="csX1" fmla="*/ 0 w 65520"/>
                    <a:gd name="csY1" fmla="*/ 0 h 65559"/>
                    <a:gd name="csX2" fmla="*/ 32760 w 65520"/>
                    <a:gd name="csY2" fmla="*/ 16390 h 65559"/>
                    <a:gd name="csX3" fmla="*/ 65521 w 65520"/>
                    <a:gd name="csY3" fmla="*/ 0 h 655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5520" h="65559">
                      <a:moveTo>
                        <a:pt x="32760" y="65559"/>
                      </a:moveTo>
                      <a:lnTo>
                        <a:pt x="0" y="0"/>
                      </a:lnTo>
                      <a:lnTo>
                        <a:pt x="32760" y="16390"/>
                      </a:lnTo>
                      <a:lnTo>
                        <a:pt x="655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38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5EBBF1A8-64A1-52FC-5871-8F083FC16C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7113" y="3890719"/>
                <a:ext cx="90091" cy="202823"/>
              </a:xfrm>
              <a:custGeom>
                <a:avLst/>
                <a:gdLst>
                  <a:gd name="csX0" fmla="*/ 0 w 90091"/>
                  <a:gd name="csY0" fmla="*/ 0 h 202823"/>
                  <a:gd name="csX1" fmla="*/ 90091 w 90091"/>
                  <a:gd name="csY1" fmla="*/ 0 h 202823"/>
                  <a:gd name="csX2" fmla="*/ 90091 w 90091"/>
                  <a:gd name="csY2" fmla="*/ 202824 h 202823"/>
                  <a:gd name="csX3" fmla="*/ 0 w 90091"/>
                  <a:gd name="csY3" fmla="*/ 202824 h 2028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0091" h="202823">
                    <a:moveTo>
                      <a:pt x="0" y="0"/>
                    </a:moveTo>
                    <a:lnTo>
                      <a:pt x="90091" y="0"/>
                    </a:lnTo>
                    <a:lnTo>
                      <a:pt x="90091" y="202824"/>
                    </a:lnTo>
                    <a:lnTo>
                      <a:pt x="0" y="202824"/>
                    </a:lnTo>
                    <a:close/>
                  </a:path>
                </a:pathLst>
              </a:custGeom>
            </p:spPr>
          </p:pic>
        </p:grpSp>
        <p:grpSp>
          <p:nvGrpSpPr>
            <p:cNvPr id="108" name="Graphic 2">
              <a:extLst>
                <a:ext uri="{FF2B5EF4-FFF2-40B4-BE49-F238E27FC236}">
                  <a16:creationId xmlns:a16="http://schemas.microsoft.com/office/drawing/2014/main" id="{10E2E75B-4460-F21A-4D8A-1E04D56C1852}"/>
                </a:ext>
              </a:extLst>
            </p:cNvPr>
            <p:cNvGrpSpPr/>
            <p:nvPr/>
          </p:nvGrpSpPr>
          <p:grpSpPr>
            <a:xfrm>
              <a:off x="5018816" y="3249469"/>
              <a:ext cx="65520" cy="276659"/>
              <a:chOff x="5018816" y="3249469"/>
              <a:chExt cx="65520" cy="276659"/>
            </a:xfrm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E9F9CB8A-9EF0-573B-700D-D41AE43D6DB0}"/>
                  </a:ext>
                </a:extLst>
              </p:cNvPr>
              <p:cNvSpPr/>
              <p:nvPr/>
            </p:nvSpPr>
            <p:spPr>
              <a:xfrm>
                <a:off x="5051576" y="3249469"/>
                <a:ext cx="8190" cy="227490"/>
              </a:xfrm>
              <a:custGeom>
                <a:avLst/>
                <a:gdLst>
                  <a:gd name="csX0" fmla="*/ 0 w 8190"/>
                  <a:gd name="csY0" fmla="*/ 0 h 227490"/>
                  <a:gd name="csX1" fmla="*/ 0 w 8190"/>
                  <a:gd name="csY1" fmla="*/ 227490 h 2274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90" h="227490">
                    <a:moveTo>
                      <a:pt x="0" y="0"/>
                    </a:moveTo>
                    <a:lnTo>
                      <a:pt x="0" y="227490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36565953-C41A-298C-E47B-E4CE8C5F1BD8}"/>
                  </a:ext>
                </a:extLst>
              </p:cNvPr>
              <p:cNvSpPr/>
              <p:nvPr/>
            </p:nvSpPr>
            <p:spPr>
              <a:xfrm>
                <a:off x="5018816" y="3460569"/>
                <a:ext cx="65520" cy="65559"/>
              </a:xfrm>
              <a:custGeom>
                <a:avLst/>
                <a:gdLst>
                  <a:gd name="csX0" fmla="*/ 32760 w 65520"/>
                  <a:gd name="csY0" fmla="*/ 65559 h 65559"/>
                  <a:gd name="csX1" fmla="*/ 0 w 65520"/>
                  <a:gd name="csY1" fmla="*/ 0 h 65559"/>
                  <a:gd name="csX2" fmla="*/ 32760 w 65520"/>
                  <a:gd name="csY2" fmla="*/ 16390 h 65559"/>
                  <a:gd name="csX3" fmla="*/ 65521 w 65520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520" h="65559">
                    <a:moveTo>
                      <a:pt x="32760" y="65559"/>
                    </a:moveTo>
                    <a:lnTo>
                      <a:pt x="0" y="0"/>
                    </a:lnTo>
                    <a:lnTo>
                      <a:pt x="32760" y="16390"/>
                    </a:lnTo>
                    <a:lnTo>
                      <a:pt x="655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11" name="Graphic 2">
              <a:extLst>
                <a:ext uri="{FF2B5EF4-FFF2-40B4-BE49-F238E27FC236}">
                  <a16:creationId xmlns:a16="http://schemas.microsoft.com/office/drawing/2014/main" id="{D7712E99-EAD6-34D4-D330-245D163D56FF}"/>
                </a:ext>
              </a:extLst>
            </p:cNvPr>
            <p:cNvGrpSpPr/>
            <p:nvPr/>
          </p:nvGrpSpPr>
          <p:grpSpPr>
            <a:xfrm>
              <a:off x="4887774" y="2921673"/>
              <a:ext cx="327603" cy="327795"/>
              <a:chOff x="4887774" y="2921673"/>
              <a:chExt cx="327603" cy="327795"/>
            </a:xfrm>
            <a:solidFill>
              <a:srgbClr val="FFFFFF"/>
            </a:solidFill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4792C1C5-F182-31C2-B520-8F5CDEBF9DAF}"/>
                  </a:ext>
                </a:extLst>
              </p:cNvPr>
              <p:cNvSpPr/>
              <p:nvPr/>
            </p:nvSpPr>
            <p:spPr>
              <a:xfrm>
                <a:off x="4887774" y="2921673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255985BB-F4D9-5BF7-1CEF-388221FBB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6456" y="2989281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114" name="Graphic 2">
              <a:extLst>
                <a:ext uri="{FF2B5EF4-FFF2-40B4-BE49-F238E27FC236}">
                  <a16:creationId xmlns:a16="http://schemas.microsoft.com/office/drawing/2014/main" id="{DE93CF07-95C2-758B-A715-FC6B3C71F87C}"/>
                </a:ext>
              </a:extLst>
            </p:cNvPr>
            <p:cNvGrpSpPr/>
            <p:nvPr/>
          </p:nvGrpSpPr>
          <p:grpSpPr>
            <a:xfrm>
              <a:off x="4724464" y="2446697"/>
              <a:ext cx="163310" cy="638875"/>
              <a:chOff x="4724464" y="2446697"/>
              <a:chExt cx="163310" cy="638875"/>
            </a:xfrm>
          </p:grpSpPr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50AE02DA-E16B-4592-2B17-26F45461A11E}"/>
                  </a:ext>
                </a:extLst>
              </p:cNvPr>
              <p:cNvSpPr/>
              <p:nvPr/>
            </p:nvSpPr>
            <p:spPr>
              <a:xfrm>
                <a:off x="4724464" y="2479395"/>
                <a:ext cx="163310" cy="606177"/>
              </a:xfrm>
              <a:custGeom>
                <a:avLst/>
                <a:gdLst>
                  <a:gd name="csX0" fmla="*/ 163311 w 163310"/>
                  <a:gd name="csY0" fmla="*/ 606176 h 606177"/>
                  <a:gd name="csX1" fmla="*/ 0 w 163310"/>
                  <a:gd name="csY1" fmla="*/ 303621 h 606177"/>
                  <a:gd name="csX2" fmla="*/ 95824 w 163310"/>
                  <a:gd name="csY2" fmla="*/ 0 h 606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3310" h="606177">
                    <a:moveTo>
                      <a:pt x="163311" y="606176"/>
                    </a:moveTo>
                    <a:cubicBezTo>
                      <a:pt x="54437" y="606613"/>
                      <a:pt x="0" y="505761"/>
                      <a:pt x="0" y="303621"/>
                    </a:cubicBezTo>
                    <a:cubicBezTo>
                      <a:pt x="0" y="101480"/>
                      <a:pt x="31941" y="273"/>
                      <a:pt x="95824" y="0"/>
                    </a:cubicBezTo>
                  </a:path>
                </a:pathLst>
              </a:custGeom>
              <a:noFill/>
              <a:ln w="16380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5CB21E68-C247-8C58-5022-CAB04AD0AFB4}"/>
                  </a:ext>
                </a:extLst>
              </p:cNvPr>
              <p:cNvSpPr/>
              <p:nvPr/>
            </p:nvSpPr>
            <p:spPr>
              <a:xfrm>
                <a:off x="4803826" y="2446697"/>
                <a:ext cx="65602" cy="65559"/>
              </a:xfrm>
              <a:custGeom>
                <a:avLst/>
                <a:gdLst>
                  <a:gd name="csX0" fmla="*/ 65603 w 65602"/>
                  <a:gd name="csY0" fmla="*/ 32534 h 65559"/>
                  <a:gd name="csX1" fmla="*/ 246 w 65602"/>
                  <a:gd name="csY1" fmla="*/ 65559 h 65559"/>
                  <a:gd name="csX2" fmla="*/ 16462 w 65602"/>
                  <a:gd name="csY2" fmla="*/ 32698 h 65559"/>
                  <a:gd name="csX3" fmla="*/ 0 w 65602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602" h="65559">
                    <a:moveTo>
                      <a:pt x="65603" y="32534"/>
                    </a:moveTo>
                    <a:lnTo>
                      <a:pt x="246" y="65559"/>
                    </a:lnTo>
                    <a:lnTo>
                      <a:pt x="16462" y="326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16380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17" name="Graphic 2">
              <a:extLst>
                <a:ext uri="{FF2B5EF4-FFF2-40B4-BE49-F238E27FC236}">
                  <a16:creationId xmlns:a16="http://schemas.microsoft.com/office/drawing/2014/main" id="{A1698C2E-7D57-5E7D-C2C0-BC8382EBDEE6}"/>
                </a:ext>
              </a:extLst>
            </p:cNvPr>
            <p:cNvGrpSpPr/>
            <p:nvPr/>
          </p:nvGrpSpPr>
          <p:grpSpPr>
            <a:xfrm>
              <a:off x="4548540" y="3824259"/>
              <a:ext cx="387227" cy="1534001"/>
              <a:chOff x="4548540" y="3824259"/>
              <a:chExt cx="387227" cy="1534001"/>
            </a:xfrm>
          </p:grpSpPr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A65F2CB9-D72B-F417-6593-79BF440439DB}"/>
                  </a:ext>
                </a:extLst>
              </p:cNvPr>
              <p:cNvSpPr/>
              <p:nvPr/>
            </p:nvSpPr>
            <p:spPr>
              <a:xfrm>
                <a:off x="4576551" y="3824259"/>
                <a:ext cx="359217" cy="1486143"/>
              </a:xfrm>
              <a:custGeom>
                <a:avLst/>
                <a:gdLst>
                  <a:gd name="csX0" fmla="*/ 359217 w 359217"/>
                  <a:gd name="csY0" fmla="*/ 0 h 1486143"/>
                  <a:gd name="csX1" fmla="*/ 0 w 359217"/>
                  <a:gd name="csY1" fmla="*/ 1486143 h 14861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9217" h="1486143">
                    <a:moveTo>
                      <a:pt x="359217" y="0"/>
                    </a:moveTo>
                    <a:lnTo>
                      <a:pt x="0" y="1486143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C433055D-BCAB-01D9-CA7B-BDAF1AA7726B}"/>
                  </a:ext>
                </a:extLst>
              </p:cNvPr>
              <p:cNvSpPr/>
              <p:nvPr/>
            </p:nvSpPr>
            <p:spPr>
              <a:xfrm>
                <a:off x="4548540" y="5286801"/>
                <a:ext cx="63637" cy="71459"/>
              </a:xfrm>
              <a:custGeom>
                <a:avLst/>
                <a:gdLst>
                  <a:gd name="csX0" fmla="*/ 16462 w 63637"/>
                  <a:gd name="csY0" fmla="*/ 71460 h 71459"/>
                  <a:gd name="csX1" fmla="*/ 0 w 63637"/>
                  <a:gd name="csY1" fmla="*/ 0 h 71459"/>
                  <a:gd name="csX2" fmla="*/ 28010 w 63637"/>
                  <a:gd name="csY2" fmla="*/ 23601 h 71459"/>
                  <a:gd name="csX3" fmla="*/ 63637 w 63637"/>
                  <a:gd name="csY3" fmla="*/ 15406 h 714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637" h="71459">
                    <a:moveTo>
                      <a:pt x="16462" y="71460"/>
                    </a:moveTo>
                    <a:lnTo>
                      <a:pt x="0" y="0"/>
                    </a:lnTo>
                    <a:lnTo>
                      <a:pt x="28010" y="23601"/>
                    </a:lnTo>
                    <a:lnTo>
                      <a:pt x="63637" y="15406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0" name="Graphic 2">
              <a:extLst>
                <a:ext uri="{FF2B5EF4-FFF2-40B4-BE49-F238E27FC236}">
                  <a16:creationId xmlns:a16="http://schemas.microsoft.com/office/drawing/2014/main" id="{F59E44AB-40D4-BE97-4F43-765E6D12472C}"/>
                </a:ext>
              </a:extLst>
            </p:cNvPr>
            <p:cNvGrpSpPr/>
            <p:nvPr/>
          </p:nvGrpSpPr>
          <p:grpSpPr>
            <a:xfrm>
              <a:off x="4887774" y="3544485"/>
              <a:ext cx="327603" cy="327795"/>
              <a:chOff x="4887774" y="3544485"/>
              <a:chExt cx="327603" cy="327795"/>
            </a:xfrm>
            <a:solidFill>
              <a:srgbClr val="FFFFFF"/>
            </a:solidFill>
          </p:grpSpPr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AA17D3C9-5173-2FE9-DD37-775842504CDB}"/>
                  </a:ext>
                </a:extLst>
              </p:cNvPr>
              <p:cNvSpPr/>
              <p:nvPr/>
            </p:nvSpPr>
            <p:spPr>
              <a:xfrm>
                <a:off x="4887774" y="3544485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6CCA873C-0FDB-6B65-D940-4CC16C725C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96456" y="3612093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123" name="Graphic 2">
              <a:extLst>
                <a:ext uri="{FF2B5EF4-FFF2-40B4-BE49-F238E27FC236}">
                  <a16:creationId xmlns:a16="http://schemas.microsoft.com/office/drawing/2014/main" id="{E14EBF7E-5A77-E2EE-CBE2-D8616CFB6BEB}"/>
                </a:ext>
              </a:extLst>
            </p:cNvPr>
            <p:cNvGrpSpPr/>
            <p:nvPr/>
          </p:nvGrpSpPr>
          <p:grpSpPr>
            <a:xfrm>
              <a:off x="5014311" y="4503287"/>
              <a:ext cx="65520" cy="293049"/>
              <a:chOff x="5014311" y="4503287"/>
              <a:chExt cx="65520" cy="293049"/>
            </a:xfrm>
          </p:grpSpPr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912D9FD3-D4AA-E51D-86D9-69ED1F13A2AD}"/>
                  </a:ext>
                </a:extLst>
              </p:cNvPr>
              <p:cNvSpPr/>
              <p:nvPr/>
            </p:nvSpPr>
            <p:spPr>
              <a:xfrm>
                <a:off x="5046744" y="4503287"/>
                <a:ext cx="4832" cy="243961"/>
              </a:xfrm>
              <a:custGeom>
                <a:avLst/>
                <a:gdLst>
                  <a:gd name="csX0" fmla="*/ 4832 w 4832"/>
                  <a:gd name="csY0" fmla="*/ 0 h 243961"/>
                  <a:gd name="csX1" fmla="*/ 0 w 4832"/>
                  <a:gd name="csY1" fmla="*/ 243962 h 2439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832" h="243961">
                    <a:moveTo>
                      <a:pt x="4832" y="0"/>
                    </a:moveTo>
                    <a:lnTo>
                      <a:pt x="0" y="24396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3327A9AC-1FF3-3023-49A3-F9A41ECFA726}"/>
                  </a:ext>
                </a:extLst>
              </p:cNvPr>
              <p:cNvSpPr/>
              <p:nvPr/>
            </p:nvSpPr>
            <p:spPr>
              <a:xfrm>
                <a:off x="5014311" y="4730204"/>
                <a:ext cx="65520" cy="66132"/>
              </a:xfrm>
              <a:custGeom>
                <a:avLst/>
                <a:gdLst>
                  <a:gd name="csX0" fmla="*/ 31450 w 65520"/>
                  <a:gd name="csY0" fmla="*/ 66133 h 66132"/>
                  <a:gd name="csX1" fmla="*/ 0 w 65520"/>
                  <a:gd name="csY1" fmla="*/ 0 h 66132"/>
                  <a:gd name="csX2" fmla="*/ 32433 w 65520"/>
                  <a:gd name="csY2" fmla="*/ 17045 h 66132"/>
                  <a:gd name="csX3" fmla="*/ 65521 w 65520"/>
                  <a:gd name="csY3" fmla="*/ 1229 h 661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520" h="66132">
                    <a:moveTo>
                      <a:pt x="31450" y="66133"/>
                    </a:moveTo>
                    <a:lnTo>
                      <a:pt x="0" y="0"/>
                    </a:lnTo>
                    <a:lnTo>
                      <a:pt x="32433" y="17045"/>
                    </a:lnTo>
                    <a:lnTo>
                      <a:pt x="65521" y="1229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6" name="Graphic 2">
              <a:extLst>
                <a:ext uri="{FF2B5EF4-FFF2-40B4-BE49-F238E27FC236}">
                  <a16:creationId xmlns:a16="http://schemas.microsoft.com/office/drawing/2014/main" id="{082D7F3C-CEC4-8799-6A28-CFA155CF59D1}"/>
                </a:ext>
              </a:extLst>
            </p:cNvPr>
            <p:cNvGrpSpPr/>
            <p:nvPr/>
          </p:nvGrpSpPr>
          <p:grpSpPr>
            <a:xfrm>
              <a:off x="5167384" y="4455265"/>
              <a:ext cx="365933" cy="547008"/>
              <a:chOff x="5167384" y="4455265"/>
              <a:chExt cx="365933" cy="547008"/>
            </a:xfrm>
          </p:grpSpPr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4798AEB2-E7CF-F01C-F303-2A38FBEA4086}"/>
                  </a:ext>
                </a:extLst>
              </p:cNvPr>
              <p:cNvSpPr/>
              <p:nvPr/>
            </p:nvSpPr>
            <p:spPr>
              <a:xfrm>
                <a:off x="5167384" y="4455265"/>
                <a:ext cx="338578" cy="506198"/>
              </a:xfrm>
              <a:custGeom>
                <a:avLst/>
                <a:gdLst>
                  <a:gd name="csX0" fmla="*/ 0 w 338578"/>
                  <a:gd name="csY0" fmla="*/ 0 h 506198"/>
                  <a:gd name="csX1" fmla="*/ 338579 w 338578"/>
                  <a:gd name="csY1" fmla="*/ 506198 h 5061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8578" h="506198">
                    <a:moveTo>
                      <a:pt x="0" y="0"/>
                    </a:moveTo>
                    <a:lnTo>
                      <a:pt x="338579" y="50619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8A163B4A-53A2-7D77-B3E2-85F9B1016355}"/>
                  </a:ext>
                </a:extLst>
              </p:cNvPr>
              <p:cNvSpPr/>
              <p:nvPr/>
            </p:nvSpPr>
            <p:spPr>
              <a:xfrm>
                <a:off x="5469599" y="4929585"/>
                <a:ext cx="63718" cy="72688"/>
              </a:xfrm>
              <a:custGeom>
                <a:avLst/>
                <a:gdLst>
                  <a:gd name="csX0" fmla="*/ 63719 w 63718"/>
                  <a:gd name="csY0" fmla="*/ 72689 h 72688"/>
                  <a:gd name="csX1" fmla="*/ 0 w 63718"/>
                  <a:gd name="csY1" fmla="*/ 36467 h 72688"/>
                  <a:gd name="csX2" fmla="*/ 36364 w 63718"/>
                  <a:gd name="csY2" fmla="*/ 31878 h 72688"/>
                  <a:gd name="csX3" fmla="*/ 54464 w 63718"/>
                  <a:gd name="csY3" fmla="*/ 0 h 726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718" h="72688">
                    <a:moveTo>
                      <a:pt x="63719" y="72689"/>
                    </a:moveTo>
                    <a:lnTo>
                      <a:pt x="0" y="36467"/>
                    </a:lnTo>
                    <a:lnTo>
                      <a:pt x="36364" y="31878"/>
                    </a:lnTo>
                    <a:lnTo>
                      <a:pt x="54464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9" name="Graphic 2">
              <a:extLst>
                <a:ext uri="{FF2B5EF4-FFF2-40B4-BE49-F238E27FC236}">
                  <a16:creationId xmlns:a16="http://schemas.microsoft.com/office/drawing/2014/main" id="{C23C6413-975F-5976-A0C8-E2A6C35599EB}"/>
                </a:ext>
              </a:extLst>
            </p:cNvPr>
            <p:cNvGrpSpPr/>
            <p:nvPr/>
          </p:nvGrpSpPr>
          <p:grpSpPr>
            <a:xfrm>
              <a:off x="4887774" y="4175492"/>
              <a:ext cx="327603" cy="327795"/>
              <a:chOff x="4887774" y="4175492"/>
              <a:chExt cx="327603" cy="327795"/>
            </a:xfrm>
            <a:solidFill>
              <a:srgbClr val="FFFFFF"/>
            </a:solidFill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B0D80C0F-467E-7D76-A523-68090BACD79E}"/>
                  </a:ext>
                </a:extLst>
              </p:cNvPr>
              <p:cNvSpPr/>
              <p:nvPr/>
            </p:nvSpPr>
            <p:spPr>
              <a:xfrm>
                <a:off x="4887774" y="4175492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06EE8774-9E98-5AC6-FDCF-79B1A472D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96456" y="4243099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132" name="Graphic 2">
              <a:extLst>
                <a:ext uri="{FF2B5EF4-FFF2-40B4-BE49-F238E27FC236}">
                  <a16:creationId xmlns:a16="http://schemas.microsoft.com/office/drawing/2014/main" id="{D3249D70-B609-E33F-7E37-02588DE7EE6F}"/>
                </a:ext>
              </a:extLst>
            </p:cNvPr>
            <p:cNvGrpSpPr/>
            <p:nvPr/>
          </p:nvGrpSpPr>
          <p:grpSpPr>
            <a:xfrm>
              <a:off x="4887774" y="2315251"/>
              <a:ext cx="327603" cy="327795"/>
              <a:chOff x="4887774" y="2315251"/>
              <a:chExt cx="327603" cy="327795"/>
            </a:xfrm>
            <a:solidFill>
              <a:srgbClr val="FFFFFF"/>
            </a:solidFill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2B719D4A-72A9-E500-7BE4-3021C661B219}"/>
                  </a:ext>
                </a:extLst>
              </p:cNvPr>
              <p:cNvSpPr/>
              <p:nvPr/>
            </p:nvSpPr>
            <p:spPr>
              <a:xfrm>
                <a:off x="4887774" y="2315251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6C7E3E30-0F8A-3864-D397-424051E378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96456" y="2382859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135" name="Graphic 2">
              <a:extLst>
                <a:ext uri="{FF2B5EF4-FFF2-40B4-BE49-F238E27FC236}">
                  <a16:creationId xmlns:a16="http://schemas.microsoft.com/office/drawing/2014/main" id="{2839109B-7E63-6C30-8AAA-46CB443A7F9A}"/>
                </a:ext>
              </a:extLst>
            </p:cNvPr>
            <p:cNvGrpSpPr/>
            <p:nvPr/>
          </p:nvGrpSpPr>
          <p:grpSpPr>
            <a:xfrm>
              <a:off x="4887774" y="1200746"/>
              <a:ext cx="327603" cy="327795"/>
              <a:chOff x="4887774" y="1200746"/>
              <a:chExt cx="327603" cy="327795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3FE25B60-B60D-B37F-FBED-460C9CF47DC0}"/>
                  </a:ext>
                </a:extLst>
              </p:cNvPr>
              <p:cNvSpPr/>
              <p:nvPr/>
            </p:nvSpPr>
            <p:spPr>
              <a:xfrm>
                <a:off x="4887774" y="1200746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57B14C18-151D-C32F-7BD5-3BD3226EA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96456" y="1268354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138" name="Graphic 2">
              <a:extLst>
                <a:ext uri="{FF2B5EF4-FFF2-40B4-BE49-F238E27FC236}">
                  <a16:creationId xmlns:a16="http://schemas.microsoft.com/office/drawing/2014/main" id="{7E62BA81-4263-0235-9233-09B7A1FECF1B}"/>
                </a:ext>
              </a:extLst>
            </p:cNvPr>
            <p:cNvGrpSpPr/>
            <p:nvPr/>
          </p:nvGrpSpPr>
          <p:grpSpPr>
            <a:xfrm>
              <a:off x="4560170" y="1774389"/>
              <a:ext cx="327603" cy="327795"/>
              <a:chOff x="4560170" y="1774389"/>
              <a:chExt cx="327603" cy="327795"/>
            </a:xfrm>
            <a:solidFill>
              <a:srgbClr val="FFFFFF"/>
            </a:solidFill>
          </p:grpSpPr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58E3418F-0C54-97F9-6504-0CCD2FBFD94C}"/>
                  </a:ext>
                </a:extLst>
              </p:cNvPr>
              <p:cNvSpPr/>
              <p:nvPr/>
            </p:nvSpPr>
            <p:spPr>
              <a:xfrm>
                <a:off x="4560170" y="1774389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0" name="Picture 139">
                <a:extLst>
                  <a:ext uri="{FF2B5EF4-FFF2-40B4-BE49-F238E27FC236}">
                    <a16:creationId xmlns:a16="http://schemas.microsoft.com/office/drawing/2014/main" id="{04BB276F-BDA2-3D4F-ECCC-1ED6B13915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68852" y="1841997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141" name="Graphic 2">
              <a:extLst>
                <a:ext uri="{FF2B5EF4-FFF2-40B4-BE49-F238E27FC236}">
                  <a16:creationId xmlns:a16="http://schemas.microsoft.com/office/drawing/2014/main" id="{51899489-715E-C13F-05E5-8CBB9CC1D803}"/>
                </a:ext>
              </a:extLst>
            </p:cNvPr>
            <p:cNvGrpSpPr/>
            <p:nvPr/>
          </p:nvGrpSpPr>
          <p:grpSpPr>
            <a:xfrm>
              <a:off x="5215378" y="1774389"/>
              <a:ext cx="327603" cy="327795"/>
              <a:chOff x="5215378" y="1774389"/>
              <a:chExt cx="327603" cy="327795"/>
            </a:xfrm>
            <a:solidFill>
              <a:srgbClr val="FFFFFF"/>
            </a:solidFill>
          </p:grpSpPr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06BDAE1F-10BD-64BD-5CB9-E9C539A7560C}"/>
                  </a:ext>
                </a:extLst>
              </p:cNvPr>
              <p:cNvSpPr/>
              <p:nvPr/>
            </p:nvSpPr>
            <p:spPr>
              <a:xfrm>
                <a:off x="5215378" y="1774389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B79A8C67-2E69-1682-390A-015F9E74A0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24060" y="1841997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144" name="Graphic 2">
              <a:extLst>
                <a:ext uri="{FF2B5EF4-FFF2-40B4-BE49-F238E27FC236}">
                  <a16:creationId xmlns:a16="http://schemas.microsoft.com/office/drawing/2014/main" id="{C16FD5A1-AA62-6085-7C61-DEE1ABCD5A12}"/>
                </a:ext>
              </a:extLst>
            </p:cNvPr>
            <p:cNvGrpSpPr/>
            <p:nvPr/>
          </p:nvGrpSpPr>
          <p:grpSpPr>
            <a:xfrm>
              <a:off x="4801860" y="1480520"/>
              <a:ext cx="133907" cy="291574"/>
              <a:chOff x="4801860" y="1480520"/>
              <a:chExt cx="133907" cy="291574"/>
            </a:xfrm>
          </p:grpSpPr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27EE642D-8534-0AFB-B285-1E20BD44D5FA}"/>
                  </a:ext>
                </a:extLst>
              </p:cNvPr>
              <p:cNvSpPr/>
              <p:nvPr/>
            </p:nvSpPr>
            <p:spPr>
              <a:xfrm>
                <a:off x="4824956" y="1480520"/>
                <a:ext cx="110811" cy="246748"/>
              </a:xfrm>
              <a:custGeom>
                <a:avLst/>
                <a:gdLst>
                  <a:gd name="csX0" fmla="*/ 110812 w 110811"/>
                  <a:gd name="csY0" fmla="*/ 0 h 246748"/>
                  <a:gd name="csX1" fmla="*/ 0 w 110811"/>
                  <a:gd name="csY1" fmla="*/ 246748 h 2467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0811" h="246748">
                    <a:moveTo>
                      <a:pt x="110812" y="0"/>
                    </a:moveTo>
                    <a:lnTo>
                      <a:pt x="0" y="24674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D7D2872D-9276-0DEA-363E-DAD4AD29BDD3}"/>
                  </a:ext>
                </a:extLst>
              </p:cNvPr>
              <p:cNvSpPr/>
              <p:nvPr/>
            </p:nvSpPr>
            <p:spPr>
              <a:xfrm>
                <a:off x="4801860" y="1698832"/>
                <a:ext cx="59705" cy="73262"/>
              </a:xfrm>
              <a:custGeom>
                <a:avLst/>
                <a:gdLst>
                  <a:gd name="csX0" fmla="*/ 3030 w 59705"/>
                  <a:gd name="csY0" fmla="*/ 73262 h 73262"/>
                  <a:gd name="csX1" fmla="*/ 0 w 59705"/>
                  <a:gd name="csY1" fmla="*/ 0 h 73262"/>
                  <a:gd name="csX2" fmla="*/ 23096 w 59705"/>
                  <a:gd name="csY2" fmla="*/ 28436 h 73262"/>
                  <a:gd name="csX3" fmla="*/ 59706 w 59705"/>
                  <a:gd name="csY3" fmla="*/ 26879 h 732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9705" h="73262">
                    <a:moveTo>
                      <a:pt x="3030" y="73262"/>
                    </a:moveTo>
                    <a:lnTo>
                      <a:pt x="0" y="0"/>
                    </a:lnTo>
                    <a:lnTo>
                      <a:pt x="23096" y="28436"/>
                    </a:lnTo>
                    <a:lnTo>
                      <a:pt x="59706" y="26879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7" name="Graphic 2">
              <a:extLst>
                <a:ext uri="{FF2B5EF4-FFF2-40B4-BE49-F238E27FC236}">
                  <a16:creationId xmlns:a16="http://schemas.microsoft.com/office/drawing/2014/main" id="{26F2E86E-B6EA-8C5B-79B9-6D391750458D}"/>
                </a:ext>
              </a:extLst>
            </p:cNvPr>
            <p:cNvGrpSpPr/>
            <p:nvPr/>
          </p:nvGrpSpPr>
          <p:grpSpPr>
            <a:xfrm>
              <a:off x="5167384" y="1480520"/>
              <a:ext cx="137429" cy="292393"/>
              <a:chOff x="5167384" y="1480520"/>
              <a:chExt cx="137429" cy="292393"/>
            </a:xfrm>
          </p:grpSpPr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65CB91EA-1C03-F915-5C27-52D1582AD427}"/>
                  </a:ext>
                </a:extLst>
              </p:cNvPr>
              <p:cNvSpPr/>
              <p:nvPr/>
            </p:nvSpPr>
            <p:spPr>
              <a:xfrm>
                <a:off x="5167384" y="1480520"/>
                <a:ext cx="114579" cy="247813"/>
              </a:xfrm>
              <a:custGeom>
                <a:avLst/>
                <a:gdLst>
                  <a:gd name="csX0" fmla="*/ 0 w 114579"/>
                  <a:gd name="csY0" fmla="*/ 0 h 247813"/>
                  <a:gd name="csX1" fmla="*/ 114580 w 114579"/>
                  <a:gd name="csY1" fmla="*/ 247813 h 2478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4579" h="247813">
                    <a:moveTo>
                      <a:pt x="0" y="0"/>
                    </a:moveTo>
                    <a:lnTo>
                      <a:pt x="114580" y="247813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8FE4A4D4-DC5D-72BC-894B-C6984ED14C98}"/>
                  </a:ext>
                </a:extLst>
              </p:cNvPr>
              <p:cNvSpPr/>
              <p:nvPr/>
            </p:nvSpPr>
            <p:spPr>
              <a:xfrm>
                <a:off x="5245354" y="1699651"/>
                <a:ext cx="59459" cy="73262"/>
              </a:xfrm>
              <a:custGeom>
                <a:avLst/>
                <a:gdLst>
                  <a:gd name="csX0" fmla="*/ 57249 w 59459"/>
                  <a:gd name="csY0" fmla="*/ 73262 h 73262"/>
                  <a:gd name="csX1" fmla="*/ 0 w 59459"/>
                  <a:gd name="csY1" fmla="*/ 27535 h 73262"/>
                  <a:gd name="csX2" fmla="*/ 36610 w 59459"/>
                  <a:gd name="csY2" fmla="*/ 28682 h 73262"/>
                  <a:gd name="csX3" fmla="*/ 59460 w 59459"/>
                  <a:gd name="csY3" fmla="*/ 0 h 732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9459" h="73262">
                    <a:moveTo>
                      <a:pt x="57249" y="73262"/>
                    </a:moveTo>
                    <a:lnTo>
                      <a:pt x="0" y="27535"/>
                    </a:lnTo>
                    <a:lnTo>
                      <a:pt x="36610" y="28682"/>
                    </a:lnTo>
                    <a:lnTo>
                      <a:pt x="5946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0" name="Graphic 2">
              <a:extLst>
                <a:ext uri="{FF2B5EF4-FFF2-40B4-BE49-F238E27FC236}">
                  <a16:creationId xmlns:a16="http://schemas.microsoft.com/office/drawing/2014/main" id="{4BE759C6-C84C-E97C-AC36-1E77C1030798}"/>
                </a:ext>
              </a:extLst>
            </p:cNvPr>
            <p:cNvGrpSpPr/>
            <p:nvPr/>
          </p:nvGrpSpPr>
          <p:grpSpPr>
            <a:xfrm>
              <a:off x="4723972" y="2102184"/>
              <a:ext cx="200247" cy="246830"/>
              <a:chOff x="4723972" y="2102184"/>
              <a:chExt cx="200247" cy="246830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027AC36D-9F9B-B9CC-408E-3494682BD786}"/>
                  </a:ext>
                </a:extLst>
              </p:cNvPr>
              <p:cNvSpPr/>
              <p:nvPr/>
            </p:nvSpPr>
            <p:spPr>
              <a:xfrm>
                <a:off x="4723972" y="2102184"/>
                <a:ext cx="169289" cy="208641"/>
              </a:xfrm>
              <a:custGeom>
                <a:avLst/>
                <a:gdLst>
                  <a:gd name="csX0" fmla="*/ 0 w 169289"/>
                  <a:gd name="csY0" fmla="*/ 0 h 208641"/>
                  <a:gd name="csX1" fmla="*/ 169289 w 169289"/>
                  <a:gd name="csY1" fmla="*/ 208642 h 208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9289" h="208641">
                    <a:moveTo>
                      <a:pt x="0" y="0"/>
                    </a:moveTo>
                    <a:lnTo>
                      <a:pt x="169289" y="20864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AE280504-7F4D-89EC-848F-64B047358E86}"/>
                  </a:ext>
                </a:extLst>
              </p:cNvPr>
              <p:cNvSpPr/>
              <p:nvPr/>
            </p:nvSpPr>
            <p:spPr>
              <a:xfrm>
                <a:off x="4857471" y="2277473"/>
                <a:ext cx="66749" cy="71541"/>
              </a:xfrm>
              <a:custGeom>
                <a:avLst/>
                <a:gdLst>
                  <a:gd name="csX0" fmla="*/ 66749 w 66749"/>
                  <a:gd name="csY0" fmla="*/ 71541 h 71541"/>
                  <a:gd name="csX1" fmla="*/ 0 w 66749"/>
                  <a:gd name="csY1" fmla="*/ 41302 h 71541"/>
                  <a:gd name="csX2" fmla="*/ 35791 w 66749"/>
                  <a:gd name="csY2" fmla="*/ 33353 h 71541"/>
                  <a:gd name="csX3" fmla="*/ 50861 w 66749"/>
                  <a:gd name="csY3" fmla="*/ 0 h 71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749" h="71541">
                    <a:moveTo>
                      <a:pt x="66749" y="71541"/>
                    </a:moveTo>
                    <a:lnTo>
                      <a:pt x="0" y="41302"/>
                    </a:lnTo>
                    <a:lnTo>
                      <a:pt x="35791" y="33353"/>
                    </a:lnTo>
                    <a:lnTo>
                      <a:pt x="5086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3" name="Graphic 2">
              <a:extLst>
                <a:ext uri="{FF2B5EF4-FFF2-40B4-BE49-F238E27FC236}">
                  <a16:creationId xmlns:a16="http://schemas.microsoft.com/office/drawing/2014/main" id="{5BBDA55A-2B08-8EC7-FEE2-C3436985D2D7}"/>
                </a:ext>
              </a:extLst>
            </p:cNvPr>
            <p:cNvGrpSpPr/>
            <p:nvPr/>
          </p:nvGrpSpPr>
          <p:grpSpPr>
            <a:xfrm>
              <a:off x="5178932" y="2102184"/>
              <a:ext cx="200247" cy="246830"/>
              <a:chOff x="5178932" y="2102184"/>
              <a:chExt cx="200247" cy="246830"/>
            </a:xfrm>
          </p:grpSpPr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32FE698E-0417-6604-B817-FA33887A4B50}"/>
                  </a:ext>
                </a:extLst>
              </p:cNvPr>
              <p:cNvSpPr/>
              <p:nvPr/>
            </p:nvSpPr>
            <p:spPr>
              <a:xfrm>
                <a:off x="5209891" y="2102184"/>
                <a:ext cx="169289" cy="208641"/>
              </a:xfrm>
              <a:custGeom>
                <a:avLst/>
                <a:gdLst>
                  <a:gd name="csX0" fmla="*/ 169289 w 169289"/>
                  <a:gd name="csY0" fmla="*/ 0 h 208641"/>
                  <a:gd name="csX1" fmla="*/ 0 w 169289"/>
                  <a:gd name="csY1" fmla="*/ 208642 h 208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9289" h="208641">
                    <a:moveTo>
                      <a:pt x="169289" y="0"/>
                    </a:moveTo>
                    <a:lnTo>
                      <a:pt x="0" y="20864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89EA95E4-2AD8-1369-06A9-3F2CED758829}"/>
                  </a:ext>
                </a:extLst>
              </p:cNvPr>
              <p:cNvSpPr/>
              <p:nvPr/>
            </p:nvSpPr>
            <p:spPr>
              <a:xfrm>
                <a:off x="5178932" y="2277473"/>
                <a:ext cx="66749" cy="71541"/>
              </a:xfrm>
              <a:custGeom>
                <a:avLst/>
                <a:gdLst>
                  <a:gd name="csX0" fmla="*/ 0 w 66749"/>
                  <a:gd name="csY0" fmla="*/ 71541 h 71541"/>
                  <a:gd name="csX1" fmla="*/ 15889 w 66749"/>
                  <a:gd name="csY1" fmla="*/ 0 h 71541"/>
                  <a:gd name="csX2" fmla="*/ 30959 w 66749"/>
                  <a:gd name="csY2" fmla="*/ 33353 h 71541"/>
                  <a:gd name="csX3" fmla="*/ 66749 w 66749"/>
                  <a:gd name="csY3" fmla="*/ 41302 h 71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749" h="71541">
                    <a:moveTo>
                      <a:pt x="0" y="71541"/>
                    </a:moveTo>
                    <a:lnTo>
                      <a:pt x="15889" y="0"/>
                    </a:lnTo>
                    <a:lnTo>
                      <a:pt x="30959" y="33353"/>
                    </a:lnTo>
                    <a:lnTo>
                      <a:pt x="66749" y="41302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6" name="Graphic 2">
              <a:extLst>
                <a:ext uri="{FF2B5EF4-FFF2-40B4-BE49-F238E27FC236}">
                  <a16:creationId xmlns:a16="http://schemas.microsoft.com/office/drawing/2014/main" id="{1AFDA261-8BCB-8BD7-D21D-B1955AD24E98}"/>
                </a:ext>
              </a:extLst>
            </p:cNvPr>
            <p:cNvGrpSpPr/>
            <p:nvPr/>
          </p:nvGrpSpPr>
          <p:grpSpPr>
            <a:xfrm>
              <a:off x="4687526" y="5083977"/>
              <a:ext cx="246439" cy="325501"/>
              <a:chOff x="4687526" y="5083977"/>
              <a:chExt cx="246439" cy="325501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16BE85A5-BB25-FF64-CC08-09C9356332BC}"/>
                  </a:ext>
                </a:extLst>
              </p:cNvPr>
              <p:cNvSpPr/>
              <p:nvPr/>
            </p:nvSpPr>
            <p:spPr>
              <a:xfrm>
                <a:off x="4717256" y="5083977"/>
                <a:ext cx="216709" cy="286247"/>
              </a:xfrm>
              <a:custGeom>
                <a:avLst/>
                <a:gdLst>
                  <a:gd name="csX0" fmla="*/ 216710 w 216709"/>
                  <a:gd name="csY0" fmla="*/ 0 h 286247"/>
                  <a:gd name="csX1" fmla="*/ 0 w 216709"/>
                  <a:gd name="csY1" fmla="*/ 286247 h 2862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6709" h="286247">
                    <a:moveTo>
                      <a:pt x="216710" y="0"/>
                    </a:moveTo>
                    <a:lnTo>
                      <a:pt x="0" y="286247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F87A0C19-F5E4-FE71-5236-643525B95268}"/>
                  </a:ext>
                </a:extLst>
              </p:cNvPr>
              <p:cNvSpPr/>
              <p:nvPr/>
            </p:nvSpPr>
            <p:spPr>
              <a:xfrm>
                <a:off x="4687526" y="5337363"/>
                <a:ext cx="65684" cy="72114"/>
              </a:xfrm>
              <a:custGeom>
                <a:avLst/>
                <a:gdLst>
                  <a:gd name="csX0" fmla="*/ 0 w 65684"/>
                  <a:gd name="csY0" fmla="*/ 72115 h 72114"/>
                  <a:gd name="csX1" fmla="*/ 13432 w 65684"/>
                  <a:gd name="csY1" fmla="*/ 0 h 72114"/>
                  <a:gd name="csX2" fmla="*/ 29730 w 65684"/>
                  <a:gd name="csY2" fmla="*/ 32861 h 72114"/>
                  <a:gd name="csX3" fmla="*/ 65685 w 65684"/>
                  <a:gd name="csY3" fmla="*/ 39581 h 72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684" h="72114">
                    <a:moveTo>
                      <a:pt x="0" y="72115"/>
                    </a:moveTo>
                    <a:lnTo>
                      <a:pt x="13432" y="0"/>
                    </a:lnTo>
                    <a:lnTo>
                      <a:pt x="29730" y="32861"/>
                    </a:lnTo>
                    <a:lnTo>
                      <a:pt x="65685" y="39581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9" name="Graphic 2">
              <a:extLst>
                <a:ext uri="{FF2B5EF4-FFF2-40B4-BE49-F238E27FC236}">
                  <a16:creationId xmlns:a16="http://schemas.microsoft.com/office/drawing/2014/main" id="{AD420951-8EAE-4893-A79D-C9178ED83907}"/>
                </a:ext>
              </a:extLst>
            </p:cNvPr>
            <p:cNvGrpSpPr/>
            <p:nvPr/>
          </p:nvGrpSpPr>
          <p:grpSpPr>
            <a:xfrm>
              <a:off x="4887774" y="4814693"/>
              <a:ext cx="315318" cy="315503"/>
              <a:chOff x="4887774" y="4814693"/>
              <a:chExt cx="315318" cy="315503"/>
            </a:xfrm>
            <a:solidFill>
              <a:srgbClr val="FFFFFF"/>
            </a:solidFill>
          </p:grpSpPr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8AEE71CF-21DB-9011-AF7C-FB2688FB6651}"/>
                  </a:ext>
                </a:extLst>
              </p:cNvPr>
              <p:cNvSpPr/>
              <p:nvPr/>
            </p:nvSpPr>
            <p:spPr>
              <a:xfrm>
                <a:off x="4887774" y="4814693"/>
                <a:ext cx="315318" cy="315503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1" name="Picture 160">
                <a:extLst>
                  <a:ext uri="{FF2B5EF4-FFF2-40B4-BE49-F238E27FC236}">
                    <a16:creationId xmlns:a16="http://schemas.microsoft.com/office/drawing/2014/main" id="{32B6BFDD-7B61-20D1-5CFA-5AE6DB0B9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96456" y="4882301"/>
                <a:ext cx="303033" cy="237651"/>
              </a:xfrm>
              <a:custGeom>
                <a:avLst/>
                <a:gdLst>
                  <a:gd name="csX0" fmla="*/ 0 w 303033"/>
                  <a:gd name="csY0" fmla="*/ 0 h 237651"/>
                  <a:gd name="csX1" fmla="*/ 303034 w 303033"/>
                  <a:gd name="csY1" fmla="*/ 0 h 237651"/>
                  <a:gd name="csX2" fmla="*/ 303034 w 303033"/>
                  <a:gd name="csY2" fmla="*/ 237652 h 237651"/>
                  <a:gd name="csX3" fmla="*/ 0 w 30303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3033" h="237651">
                    <a:moveTo>
                      <a:pt x="0" y="0"/>
                    </a:moveTo>
                    <a:lnTo>
                      <a:pt x="303034" y="0"/>
                    </a:lnTo>
                    <a:lnTo>
                      <a:pt x="30303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96E0CE49-0507-2515-7DC0-936370772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18246" y="4464361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pic>
          <p:nvPicPr>
            <p:cNvPr id="163" name="Picture 162">
              <a:extLst>
                <a:ext uri="{FF2B5EF4-FFF2-40B4-BE49-F238E27FC236}">
                  <a16:creationId xmlns:a16="http://schemas.microsoft.com/office/drawing/2014/main" id="{CCD56010-602F-9344-AD12-F0F54B471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08741" y="4538115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164" name="Picture 163">
              <a:extLst>
                <a:ext uri="{FF2B5EF4-FFF2-40B4-BE49-F238E27FC236}">
                  <a16:creationId xmlns:a16="http://schemas.microsoft.com/office/drawing/2014/main" id="{81B7D400-2B94-7ABA-128E-5E8F0715E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6931" y="1579760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2194E1A2-2C02-049D-CE58-5992FE30C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13493" y="1579760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pic>
          <p:nvPicPr>
            <p:cNvPr id="166" name="Picture 165">
              <a:extLst>
                <a:ext uri="{FF2B5EF4-FFF2-40B4-BE49-F238E27FC236}">
                  <a16:creationId xmlns:a16="http://schemas.microsoft.com/office/drawing/2014/main" id="{997A19C0-757D-F291-CBE3-51A534B26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0733" y="3267907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167" name="Picture 166">
              <a:extLst>
                <a:ext uri="{FF2B5EF4-FFF2-40B4-BE49-F238E27FC236}">
                  <a16:creationId xmlns:a16="http://schemas.microsoft.com/office/drawing/2014/main" id="{E010C4E8-428B-5D6E-17BC-93CC5B7B1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736749" y="3079425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grpSp>
          <p:nvGrpSpPr>
            <p:cNvPr id="168" name="Graphic 2">
              <a:extLst>
                <a:ext uri="{FF2B5EF4-FFF2-40B4-BE49-F238E27FC236}">
                  <a16:creationId xmlns:a16="http://schemas.microsoft.com/office/drawing/2014/main" id="{389BFFF8-B04D-BB88-B4AB-D69B8EDF5BC4}"/>
                </a:ext>
              </a:extLst>
            </p:cNvPr>
            <p:cNvGrpSpPr/>
            <p:nvPr/>
          </p:nvGrpSpPr>
          <p:grpSpPr>
            <a:xfrm>
              <a:off x="4396860" y="5376043"/>
              <a:ext cx="327603" cy="327795"/>
              <a:chOff x="4396860" y="5376043"/>
              <a:chExt cx="327603" cy="327795"/>
            </a:xfrm>
            <a:solidFill>
              <a:srgbClr val="FFFFFF"/>
            </a:solidFill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8223FB25-2EE2-CFDF-1A09-5E9351EB0FDE}"/>
                  </a:ext>
                </a:extLst>
              </p:cNvPr>
              <p:cNvSpPr/>
              <p:nvPr/>
            </p:nvSpPr>
            <p:spPr>
              <a:xfrm>
                <a:off x="4396860" y="5376043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2595D9B9-9FFD-B9A6-CD45-712CA1FD4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05050" y="5435456"/>
                <a:ext cx="311223" cy="262236"/>
              </a:xfrm>
              <a:custGeom>
                <a:avLst/>
                <a:gdLst>
                  <a:gd name="csX0" fmla="*/ 0 w 311223"/>
                  <a:gd name="csY0" fmla="*/ 0 h 262236"/>
                  <a:gd name="csX1" fmla="*/ 311224 w 311223"/>
                  <a:gd name="csY1" fmla="*/ 0 h 262236"/>
                  <a:gd name="csX2" fmla="*/ 311224 w 311223"/>
                  <a:gd name="csY2" fmla="*/ 262237 h 262236"/>
                  <a:gd name="csX3" fmla="*/ 0 w 311223"/>
                  <a:gd name="csY3" fmla="*/ 262237 h 2622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62236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62237"/>
                    </a:lnTo>
                    <a:lnTo>
                      <a:pt x="0" y="262237"/>
                    </a:lnTo>
                    <a:close/>
                  </a:path>
                </a:pathLst>
              </a:custGeom>
            </p:spPr>
          </p:pic>
        </p:grpSp>
        <p:grpSp>
          <p:nvGrpSpPr>
            <p:cNvPr id="171" name="Graphic 2">
              <a:extLst>
                <a:ext uri="{FF2B5EF4-FFF2-40B4-BE49-F238E27FC236}">
                  <a16:creationId xmlns:a16="http://schemas.microsoft.com/office/drawing/2014/main" id="{60E3B6DC-C370-44B8-0155-AA4E7168506E}"/>
                </a:ext>
              </a:extLst>
            </p:cNvPr>
            <p:cNvGrpSpPr/>
            <p:nvPr/>
          </p:nvGrpSpPr>
          <p:grpSpPr>
            <a:xfrm>
              <a:off x="4741745" y="5297290"/>
              <a:ext cx="685920" cy="246256"/>
              <a:chOff x="4741745" y="5297290"/>
              <a:chExt cx="685920" cy="246256"/>
            </a:xfrm>
          </p:grpSpPr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C45409EE-886D-ACD8-CE1E-81F16470D54B}"/>
                  </a:ext>
                </a:extLst>
              </p:cNvPr>
              <p:cNvSpPr/>
              <p:nvPr/>
            </p:nvSpPr>
            <p:spPr>
              <a:xfrm>
                <a:off x="4788265" y="5297290"/>
                <a:ext cx="639400" cy="220688"/>
              </a:xfrm>
              <a:custGeom>
                <a:avLst/>
                <a:gdLst>
                  <a:gd name="csX0" fmla="*/ 639401 w 639400"/>
                  <a:gd name="csY0" fmla="*/ 0 h 220688"/>
                  <a:gd name="csX1" fmla="*/ 0 w 639400"/>
                  <a:gd name="csY1" fmla="*/ 220688 h 2206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9400" h="220688">
                    <a:moveTo>
                      <a:pt x="639401" y="0"/>
                    </a:moveTo>
                    <a:lnTo>
                      <a:pt x="0" y="22068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13C72EBF-F533-26C4-04C3-83F03F201FAD}"/>
                  </a:ext>
                </a:extLst>
              </p:cNvPr>
              <p:cNvSpPr/>
              <p:nvPr/>
            </p:nvSpPr>
            <p:spPr>
              <a:xfrm>
                <a:off x="4741745" y="5481593"/>
                <a:ext cx="72646" cy="61953"/>
              </a:xfrm>
              <a:custGeom>
                <a:avLst/>
                <a:gdLst>
                  <a:gd name="csX0" fmla="*/ 0 w 72646"/>
                  <a:gd name="csY0" fmla="*/ 52365 h 61953"/>
                  <a:gd name="csX1" fmla="*/ 51270 w 72646"/>
                  <a:gd name="csY1" fmla="*/ 0 h 61953"/>
                  <a:gd name="csX2" fmla="*/ 46520 w 72646"/>
                  <a:gd name="csY2" fmla="*/ 36385 h 61953"/>
                  <a:gd name="csX3" fmla="*/ 72646 w 72646"/>
                  <a:gd name="csY3" fmla="*/ 61953 h 619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2646" h="61953">
                    <a:moveTo>
                      <a:pt x="0" y="52365"/>
                    </a:moveTo>
                    <a:lnTo>
                      <a:pt x="51270" y="0"/>
                    </a:lnTo>
                    <a:lnTo>
                      <a:pt x="46520" y="36385"/>
                    </a:lnTo>
                    <a:lnTo>
                      <a:pt x="72646" y="61953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4" name="Graphic 2">
              <a:extLst>
                <a:ext uri="{FF2B5EF4-FFF2-40B4-BE49-F238E27FC236}">
                  <a16:creationId xmlns:a16="http://schemas.microsoft.com/office/drawing/2014/main" id="{C18966CF-C921-998F-DFBF-4CC7C948C984}"/>
                </a:ext>
              </a:extLst>
            </p:cNvPr>
            <p:cNvGrpSpPr/>
            <p:nvPr/>
          </p:nvGrpSpPr>
          <p:grpSpPr>
            <a:xfrm>
              <a:off x="5379671" y="5017517"/>
              <a:ext cx="327603" cy="335990"/>
              <a:chOff x="5379671" y="5017517"/>
              <a:chExt cx="327603" cy="335990"/>
            </a:xfrm>
            <a:solidFill>
              <a:srgbClr val="FFFFFF"/>
            </a:solidFill>
          </p:grpSpPr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3A0FED45-EAF3-E514-4624-2760B093A1E9}"/>
                  </a:ext>
                </a:extLst>
              </p:cNvPr>
              <p:cNvSpPr/>
              <p:nvPr/>
            </p:nvSpPr>
            <p:spPr>
              <a:xfrm>
                <a:off x="5379671" y="5017517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E403E50A-CD18-1A23-DC6E-2057DE8597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87861" y="5058491"/>
                <a:ext cx="311223" cy="295016"/>
              </a:xfrm>
              <a:custGeom>
                <a:avLst/>
                <a:gdLst>
                  <a:gd name="csX0" fmla="*/ 0 w 311223"/>
                  <a:gd name="csY0" fmla="*/ 0 h 295016"/>
                  <a:gd name="csX1" fmla="*/ 311224 w 311223"/>
                  <a:gd name="csY1" fmla="*/ 0 h 295016"/>
                  <a:gd name="csX2" fmla="*/ 311224 w 311223"/>
                  <a:gd name="csY2" fmla="*/ 295016 h 295016"/>
                  <a:gd name="csX3" fmla="*/ 0 w 311223"/>
                  <a:gd name="csY3" fmla="*/ 295016 h 2950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95016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95016"/>
                    </a:lnTo>
                    <a:lnTo>
                      <a:pt x="0" y="295016"/>
                    </a:lnTo>
                    <a:close/>
                  </a:path>
                </a:pathLst>
              </a:custGeom>
            </p:spPr>
          </p:pic>
        </p:grpSp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78BFD7E2-C3CF-E9CA-BD29-47EE7FA1D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769509" y="3866134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E64876D5-78BD-D4DC-0607-3CBC342C2342}"/>
              </a:ext>
            </a:extLst>
          </p:cNvPr>
          <p:cNvGrpSpPr/>
          <p:nvPr/>
        </p:nvGrpSpPr>
        <p:grpSpPr>
          <a:xfrm>
            <a:off x="5768537" y="3871908"/>
            <a:ext cx="900909" cy="1700398"/>
            <a:chOff x="7447179" y="4337382"/>
            <a:chExt cx="900909" cy="1700398"/>
          </a:xfrm>
        </p:grpSpPr>
        <p:grpSp>
          <p:nvGrpSpPr>
            <p:cNvPr id="255" name="Graphic 2">
              <a:extLst>
                <a:ext uri="{FF2B5EF4-FFF2-40B4-BE49-F238E27FC236}">
                  <a16:creationId xmlns:a16="http://schemas.microsoft.com/office/drawing/2014/main" id="{F782AA2B-050F-0462-8ABD-E51CF5F269E8}"/>
                </a:ext>
              </a:extLst>
            </p:cNvPr>
            <p:cNvGrpSpPr/>
            <p:nvPr/>
          </p:nvGrpSpPr>
          <p:grpSpPr>
            <a:xfrm>
              <a:off x="7612291" y="4638503"/>
              <a:ext cx="132188" cy="394256"/>
              <a:chOff x="7612291" y="4638503"/>
              <a:chExt cx="132188" cy="394256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19A1458A-4675-9AFA-2042-76FB0DE0A52F}"/>
                  </a:ext>
                </a:extLst>
              </p:cNvPr>
              <p:cNvSpPr/>
              <p:nvPr/>
            </p:nvSpPr>
            <p:spPr>
              <a:xfrm>
                <a:off x="7638827" y="4638503"/>
                <a:ext cx="105651" cy="347217"/>
              </a:xfrm>
              <a:custGeom>
                <a:avLst/>
                <a:gdLst>
                  <a:gd name="csX0" fmla="*/ 105652 w 105651"/>
                  <a:gd name="csY0" fmla="*/ 0 h 347217"/>
                  <a:gd name="csX1" fmla="*/ 0 w 105651"/>
                  <a:gd name="csY1" fmla="*/ 347217 h 3472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5651" h="347217">
                    <a:moveTo>
                      <a:pt x="105652" y="0"/>
                    </a:moveTo>
                    <a:lnTo>
                      <a:pt x="0" y="347217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E930B926-04EC-8D4A-37DC-A501A7C4405A}"/>
                  </a:ext>
                </a:extLst>
              </p:cNvPr>
              <p:cNvSpPr/>
              <p:nvPr/>
            </p:nvSpPr>
            <p:spPr>
              <a:xfrm>
                <a:off x="7612291" y="4960480"/>
                <a:ext cx="62654" cy="72278"/>
              </a:xfrm>
              <a:custGeom>
                <a:avLst/>
                <a:gdLst>
                  <a:gd name="csX0" fmla="*/ 12204 w 62654"/>
                  <a:gd name="csY0" fmla="*/ 72279 h 72278"/>
                  <a:gd name="csX1" fmla="*/ 0 w 62654"/>
                  <a:gd name="csY1" fmla="*/ 0 h 72278"/>
                  <a:gd name="csX2" fmla="*/ 26536 w 62654"/>
                  <a:gd name="csY2" fmla="*/ 25240 h 72278"/>
                  <a:gd name="csX3" fmla="*/ 62654 w 62654"/>
                  <a:gd name="csY3" fmla="*/ 19094 h 722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2654" h="72278">
                    <a:moveTo>
                      <a:pt x="12204" y="72279"/>
                    </a:moveTo>
                    <a:lnTo>
                      <a:pt x="0" y="0"/>
                    </a:lnTo>
                    <a:lnTo>
                      <a:pt x="26536" y="25240"/>
                    </a:lnTo>
                    <a:lnTo>
                      <a:pt x="62654" y="19094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8" name="Graphic 2">
              <a:extLst>
                <a:ext uri="{FF2B5EF4-FFF2-40B4-BE49-F238E27FC236}">
                  <a16:creationId xmlns:a16="http://schemas.microsoft.com/office/drawing/2014/main" id="{BD3BFF55-11C8-B532-FFF1-D877A83ED8E6}"/>
                </a:ext>
              </a:extLst>
            </p:cNvPr>
            <p:cNvGrpSpPr/>
            <p:nvPr/>
          </p:nvGrpSpPr>
          <p:grpSpPr>
            <a:xfrm>
              <a:off x="7692841" y="4337382"/>
              <a:ext cx="352583" cy="352790"/>
              <a:chOff x="7692841" y="4337382"/>
              <a:chExt cx="352583" cy="352790"/>
            </a:xfrm>
            <a:solidFill>
              <a:srgbClr val="FFFFFF"/>
            </a:solidFill>
          </p:grpSpPr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D9C80551-F97D-4FCA-04BB-5364ABF11A1C}"/>
                  </a:ext>
                </a:extLst>
              </p:cNvPr>
              <p:cNvSpPr/>
              <p:nvPr/>
            </p:nvSpPr>
            <p:spPr>
              <a:xfrm>
                <a:off x="7692841" y="4337382"/>
                <a:ext cx="352583" cy="352790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0" name="Picture 259">
                <a:extLst>
                  <a:ext uri="{FF2B5EF4-FFF2-40B4-BE49-F238E27FC236}">
                    <a16:creationId xmlns:a16="http://schemas.microsoft.com/office/drawing/2014/main" id="{327F2B73-A3F2-F838-3030-5E5625DD8B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97468" y="4423387"/>
                <a:ext cx="335793" cy="237651"/>
              </a:xfrm>
              <a:custGeom>
                <a:avLst/>
                <a:gdLst>
                  <a:gd name="csX0" fmla="*/ 0 w 335793"/>
                  <a:gd name="csY0" fmla="*/ 0 h 237651"/>
                  <a:gd name="csX1" fmla="*/ 335794 w 335793"/>
                  <a:gd name="csY1" fmla="*/ 0 h 237651"/>
                  <a:gd name="csX2" fmla="*/ 335794 w 335793"/>
                  <a:gd name="csY2" fmla="*/ 237652 h 237651"/>
                  <a:gd name="csX3" fmla="*/ 0 w 33579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35793" h="237651">
                    <a:moveTo>
                      <a:pt x="0" y="0"/>
                    </a:moveTo>
                    <a:lnTo>
                      <a:pt x="335794" y="0"/>
                    </a:lnTo>
                    <a:lnTo>
                      <a:pt x="33579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261" name="Graphic 2">
              <a:extLst>
                <a:ext uri="{FF2B5EF4-FFF2-40B4-BE49-F238E27FC236}">
                  <a16:creationId xmlns:a16="http://schemas.microsoft.com/office/drawing/2014/main" id="{BFA56C7F-D841-1117-1FB1-F40F2C285624}"/>
                </a:ext>
              </a:extLst>
            </p:cNvPr>
            <p:cNvGrpSpPr/>
            <p:nvPr/>
          </p:nvGrpSpPr>
          <p:grpSpPr>
            <a:xfrm>
              <a:off x="7734979" y="5330070"/>
              <a:ext cx="476909" cy="447276"/>
              <a:chOff x="7734979" y="5330070"/>
              <a:chExt cx="476909" cy="447276"/>
            </a:xfrm>
          </p:grpSpPr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BF72BEF5-06B6-BC81-C7FB-0BE15B2AD1AB}"/>
                  </a:ext>
                </a:extLst>
              </p:cNvPr>
              <p:cNvSpPr/>
              <p:nvPr/>
            </p:nvSpPr>
            <p:spPr>
              <a:xfrm>
                <a:off x="7734979" y="5330070"/>
                <a:ext cx="441036" cy="413677"/>
              </a:xfrm>
              <a:custGeom>
                <a:avLst/>
                <a:gdLst>
                  <a:gd name="csX0" fmla="*/ 0 w 441036"/>
                  <a:gd name="csY0" fmla="*/ 0 h 413677"/>
                  <a:gd name="csX1" fmla="*/ 441036 w 441036"/>
                  <a:gd name="csY1" fmla="*/ 413678 h 4136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1036" h="413677">
                    <a:moveTo>
                      <a:pt x="0" y="0"/>
                    </a:moveTo>
                    <a:lnTo>
                      <a:pt x="441036" y="41367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A942D8E7-D867-4620-8E3A-DAD76E339289}"/>
                  </a:ext>
                </a:extLst>
              </p:cNvPr>
              <p:cNvSpPr/>
              <p:nvPr/>
            </p:nvSpPr>
            <p:spPr>
              <a:xfrm>
                <a:off x="8141699" y="5708592"/>
                <a:ext cx="70189" cy="68754"/>
              </a:xfrm>
              <a:custGeom>
                <a:avLst/>
                <a:gdLst>
                  <a:gd name="csX0" fmla="*/ 70189 w 70189"/>
                  <a:gd name="csY0" fmla="*/ 68755 h 68754"/>
                  <a:gd name="csX1" fmla="*/ 0 w 70189"/>
                  <a:gd name="csY1" fmla="*/ 47858 h 68754"/>
                  <a:gd name="csX2" fmla="*/ 34317 w 70189"/>
                  <a:gd name="csY2" fmla="*/ 35156 h 68754"/>
                  <a:gd name="csX3" fmla="*/ 44800 w 70189"/>
                  <a:gd name="csY3" fmla="*/ 0 h 687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0189" h="68754">
                    <a:moveTo>
                      <a:pt x="70189" y="68755"/>
                    </a:moveTo>
                    <a:lnTo>
                      <a:pt x="0" y="47858"/>
                    </a:lnTo>
                    <a:lnTo>
                      <a:pt x="34317" y="35156"/>
                    </a:lnTo>
                    <a:lnTo>
                      <a:pt x="448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64" name="Graphic 2">
              <a:extLst>
                <a:ext uri="{FF2B5EF4-FFF2-40B4-BE49-F238E27FC236}">
                  <a16:creationId xmlns:a16="http://schemas.microsoft.com/office/drawing/2014/main" id="{5F33B26B-4568-B207-8669-5C39DF34F33F}"/>
                </a:ext>
              </a:extLst>
            </p:cNvPr>
            <p:cNvGrpSpPr/>
            <p:nvPr/>
          </p:nvGrpSpPr>
          <p:grpSpPr>
            <a:xfrm>
              <a:off x="7455369" y="5050296"/>
              <a:ext cx="327603" cy="327795"/>
              <a:chOff x="7455369" y="5050296"/>
              <a:chExt cx="327603" cy="327795"/>
            </a:xfrm>
            <a:solidFill>
              <a:srgbClr val="FFFFFF"/>
            </a:solidFill>
          </p:grpSpPr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211EE103-2D3A-282E-577E-7EB84116D222}"/>
                  </a:ext>
                </a:extLst>
              </p:cNvPr>
              <p:cNvSpPr/>
              <p:nvPr/>
            </p:nvSpPr>
            <p:spPr>
              <a:xfrm>
                <a:off x="7455369" y="5050296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8F078BD1-4B5B-1774-070A-3C024E543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59955" y="5119953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267" name="Graphic 2">
              <a:extLst>
                <a:ext uri="{FF2B5EF4-FFF2-40B4-BE49-F238E27FC236}">
                  <a16:creationId xmlns:a16="http://schemas.microsoft.com/office/drawing/2014/main" id="{34CA8962-2BAD-2CCE-F124-3B939C9A9CD4}"/>
                </a:ext>
              </a:extLst>
            </p:cNvPr>
            <p:cNvGrpSpPr/>
            <p:nvPr/>
          </p:nvGrpSpPr>
          <p:grpSpPr>
            <a:xfrm>
              <a:off x="7993868" y="4638503"/>
              <a:ext cx="303852" cy="1133599"/>
              <a:chOff x="7993868" y="4638503"/>
              <a:chExt cx="303852" cy="1133599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6A030014-EC54-35A5-3524-267D31C19DF1}"/>
                  </a:ext>
                </a:extLst>
              </p:cNvPr>
              <p:cNvSpPr/>
              <p:nvPr/>
            </p:nvSpPr>
            <p:spPr>
              <a:xfrm>
                <a:off x="7993868" y="4638503"/>
                <a:ext cx="276169" cy="1085987"/>
              </a:xfrm>
              <a:custGeom>
                <a:avLst/>
                <a:gdLst>
                  <a:gd name="csX0" fmla="*/ 0 w 276169"/>
                  <a:gd name="csY0" fmla="*/ 0 h 1085987"/>
                  <a:gd name="csX1" fmla="*/ 276170 w 276169"/>
                  <a:gd name="csY1" fmla="*/ 1085987 h 10859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6169" h="1085987">
                    <a:moveTo>
                      <a:pt x="0" y="0"/>
                    </a:moveTo>
                    <a:lnTo>
                      <a:pt x="276170" y="1085987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33798E7D-2AE4-0F90-B5C1-6945C34CF468}"/>
                  </a:ext>
                </a:extLst>
              </p:cNvPr>
              <p:cNvSpPr/>
              <p:nvPr/>
            </p:nvSpPr>
            <p:spPr>
              <a:xfrm>
                <a:off x="8234247" y="5700479"/>
                <a:ext cx="63473" cy="71623"/>
              </a:xfrm>
              <a:custGeom>
                <a:avLst/>
                <a:gdLst>
                  <a:gd name="csX0" fmla="*/ 47912 w 63473"/>
                  <a:gd name="csY0" fmla="*/ 71623 h 71623"/>
                  <a:gd name="csX1" fmla="*/ 0 w 63473"/>
                  <a:gd name="csY1" fmla="*/ 16226 h 71623"/>
                  <a:gd name="csX2" fmla="*/ 35791 w 63473"/>
                  <a:gd name="csY2" fmla="*/ 24011 h 71623"/>
                  <a:gd name="csX3" fmla="*/ 63473 w 63473"/>
                  <a:gd name="csY3" fmla="*/ 0 h 71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473" h="71623">
                    <a:moveTo>
                      <a:pt x="47912" y="71623"/>
                    </a:moveTo>
                    <a:lnTo>
                      <a:pt x="0" y="16226"/>
                    </a:lnTo>
                    <a:lnTo>
                      <a:pt x="35791" y="24011"/>
                    </a:lnTo>
                    <a:lnTo>
                      <a:pt x="634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3" name="Graphic 2">
              <a:extLst>
                <a:ext uri="{FF2B5EF4-FFF2-40B4-BE49-F238E27FC236}">
                  <a16:creationId xmlns:a16="http://schemas.microsoft.com/office/drawing/2014/main" id="{7A9E35A4-9F5E-D584-DF8C-5604BADF8992}"/>
                </a:ext>
              </a:extLst>
            </p:cNvPr>
            <p:cNvGrpSpPr/>
            <p:nvPr/>
          </p:nvGrpSpPr>
          <p:grpSpPr>
            <a:xfrm>
              <a:off x="7447179" y="5789885"/>
              <a:ext cx="245702" cy="247895"/>
              <a:chOff x="7447179" y="5789885"/>
              <a:chExt cx="245702" cy="247895"/>
            </a:xfrm>
            <a:solidFill>
              <a:srgbClr val="FFFFFF"/>
            </a:solidFill>
          </p:grpSpPr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25A9A652-0F1C-F2D5-26EF-6DB43A760E5B}"/>
                  </a:ext>
                </a:extLst>
              </p:cNvPr>
              <p:cNvSpPr/>
              <p:nvPr/>
            </p:nvSpPr>
            <p:spPr>
              <a:xfrm>
                <a:off x="7447179" y="5789885"/>
                <a:ext cx="245702" cy="245846"/>
              </a:xfrm>
              <a:prstGeom prst="rect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5" name="Picture 274">
                <a:extLst>
                  <a:ext uri="{FF2B5EF4-FFF2-40B4-BE49-F238E27FC236}">
                    <a16:creationId xmlns:a16="http://schemas.microsoft.com/office/drawing/2014/main" id="{0890442C-7825-68A9-CC18-6CFF141E1F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51765" y="5816518"/>
                <a:ext cx="229322" cy="221262"/>
              </a:xfrm>
              <a:custGeom>
                <a:avLst/>
                <a:gdLst>
                  <a:gd name="csX0" fmla="*/ 0 w 229322"/>
                  <a:gd name="csY0" fmla="*/ 0 h 221262"/>
                  <a:gd name="csX1" fmla="*/ 229323 w 229322"/>
                  <a:gd name="csY1" fmla="*/ 0 h 221262"/>
                  <a:gd name="csX2" fmla="*/ 229323 w 229322"/>
                  <a:gd name="csY2" fmla="*/ 221262 h 221262"/>
                  <a:gd name="csX3" fmla="*/ 0 w 229322"/>
                  <a:gd name="csY3" fmla="*/ 221262 h 2212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9322" h="221262">
                    <a:moveTo>
                      <a:pt x="0" y="0"/>
                    </a:moveTo>
                    <a:lnTo>
                      <a:pt x="229323" y="0"/>
                    </a:lnTo>
                    <a:lnTo>
                      <a:pt x="229323" y="221262"/>
                    </a:lnTo>
                    <a:lnTo>
                      <a:pt x="0" y="221262"/>
                    </a:lnTo>
                    <a:close/>
                  </a:path>
                </a:pathLst>
              </a:custGeom>
            </p:spPr>
          </p:pic>
        </p:grpSp>
        <p:grpSp>
          <p:nvGrpSpPr>
            <p:cNvPr id="276" name="Graphic 2">
              <a:extLst>
                <a:ext uri="{FF2B5EF4-FFF2-40B4-BE49-F238E27FC236}">
                  <a16:creationId xmlns:a16="http://schemas.microsoft.com/office/drawing/2014/main" id="{99A4546B-7F06-FC48-042D-842FBEF31F41}"/>
                </a:ext>
              </a:extLst>
            </p:cNvPr>
            <p:cNvGrpSpPr/>
            <p:nvPr/>
          </p:nvGrpSpPr>
          <p:grpSpPr>
            <a:xfrm>
              <a:off x="8102386" y="5789885"/>
              <a:ext cx="245702" cy="247895"/>
              <a:chOff x="8102386" y="5789885"/>
              <a:chExt cx="245702" cy="247895"/>
            </a:xfrm>
            <a:solidFill>
              <a:srgbClr val="FFFFFF"/>
            </a:solidFill>
          </p:grpSpPr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A543AAD7-6EB5-2277-D1AC-9943A8D6B412}"/>
                  </a:ext>
                </a:extLst>
              </p:cNvPr>
              <p:cNvSpPr/>
              <p:nvPr/>
            </p:nvSpPr>
            <p:spPr>
              <a:xfrm>
                <a:off x="8102386" y="5789885"/>
                <a:ext cx="245702" cy="245846"/>
              </a:xfrm>
              <a:prstGeom prst="rect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8" name="Picture 277">
                <a:extLst>
                  <a:ext uri="{FF2B5EF4-FFF2-40B4-BE49-F238E27FC236}">
                    <a16:creationId xmlns:a16="http://schemas.microsoft.com/office/drawing/2014/main" id="{077FC5B7-F3BB-2A01-233F-35D8F9E20E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06973" y="5816518"/>
                <a:ext cx="229322" cy="221262"/>
              </a:xfrm>
              <a:custGeom>
                <a:avLst/>
                <a:gdLst>
                  <a:gd name="csX0" fmla="*/ 0 w 229322"/>
                  <a:gd name="csY0" fmla="*/ 0 h 221262"/>
                  <a:gd name="csX1" fmla="*/ 229323 w 229322"/>
                  <a:gd name="csY1" fmla="*/ 0 h 221262"/>
                  <a:gd name="csX2" fmla="*/ 229323 w 229322"/>
                  <a:gd name="csY2" fmla="*/ 221262 h 221262"/>
                  <a:gd name="csX3" fmla="*/ 0 w 229322"/>
                  <a:gd name="csY3" fmla="*/ 221262 h 2212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9322" h="221262">
                    <a:moveTo>
                      <a:pt x="0" y="0"/>
                    </a:moveTo>
                    <a:lnTo>
                      <a:pt x="229323" y="0"/>
                    </a:lnTo>
                    <a:lnTo>
                      <a:pt x="229323" y="221262"/>
                    </a:lnTo>
                    <a:lnTo>
                      <a:pt x="0" y="221262"/>
                    </a:lnTo>
                    <a:close/>
                  </a:path>
                </a:pathLst>
              </a:custGeom>
            </p:spPr>
          </p:pic>
        </p:grpSp>
        <p:grpSp>
          <p:nvGrpSpPr>
            <p:cNvPr id="279" name="Graphic 2">
              <a:extLst>
                <a:ext uri="{FF2B5EF4-FFF2-40B4-BE49-F238E27FC236}">
                  <a16:creationId xmlns:a16="http://schemas.microsoft.com/office/drawing/2014/main" id="{337EB74D-BAD1-DE81-FE03-EC3AA5394927}"/>
                </a:ext>
              </a:extLst>
            </p:cNvPr>
            <p:cNvGrpSpPr/>
            <p:nvPr/>
          </p:nvGrpSpPr>
          <p:grpSpPr>
            <a:xfrm>
              <a:off x="7547426" y="5378092"/>
              <a:ext cx="71745" cy="393600"/>
              <a:chOff x="7547426" y="5378092"/>
              <a:chExt cx="71745" cy="393600"/>
            </a:xfrm>
          </p:grpSpPr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5D9E69D9-83F3-5BAB-6007-CA6F66A06DFE}"/>
                  </a:ext>
                </a:extLst>
              </p:cNvPr>
              <p:cNvSpPr/>
              <p:nvPr/>
            </p:nvSpPr>
            <p:spPr>
              <a:xfrm>
                <a:off x="7578056" y="5378092"/>
                <a:ext cx="41114" cy="344759"/>
              </a:xfrm>
              <a:custGeom>
                <a:avLst/>
                <a:gdLst>
                  <a:gd name="csX0" fmla="*/ 41114 w 41114"/>
                  <a:gd name="csY0" fmla="*/ 0 h 344759"/>
                  <a:gd name="csX1" fmla="*/ 0 w 41114"/>
                  <a:gd name="csY1" fmla="*/ 344759 h 3447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1114" h="344759">
                    <a:moveTo>
                      <a:pt x="41114" y="0"/>
                    </a:moveTo>
                    <a:lnTo>
                      <a:pt x="0" y="344759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025FD161-94CD-60D4-BED9-D4232DD974C3}"/>
                  </a:ext>
                </a:extLst>
              </p:cNvPr>
              <p:cNvSpPr/>
              <p:nvPr/>
            </p:nvSpPr>
            <p:spPr>
              <a:xfrm>
                <a:off x="7547426" y="5702691"/>
                <a:ext cx="65111" cy="69001"/>
              </a:xfrm>
              <a:custGeom>
                <a:avLst/>
                <a:gdLst>
                  <a:gd name="csX0" fmla="*/ 24816 w 65111"/>
                  <a:gd name="csY0" fmla="*/ 69001 h 69001"/>
                  <a:gd name="csX1" fmla="*/ 0 w 65111"/>
                  <a:gd name="csY1" fmla="*/ 0 h 69001"/>
                  <a:gd name="csX2" fmla="*/ 30631 w 65111"/>
                  <a:gd name="csY2" fmla="*/ 20160 h 69001"/>
                  <a:gd name="csX3" fmla="*/ 65111 w 65111"/>
                  <a:gd name="csY3" fmla="*/ 7785 h 690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111" h="69001">
                    <a:moveTo>
                      <a:pt x="24816" y="69001"/>
                    </a:moveTo>
                    <a:lnTo>
                      <a:pt x="0" y="0"/>
                    </a:lnTo>
                    <a:lnTo>
                      <a:pt x="30631" y="20160"/>
                    </a:lnTo>
                    <a:lnTo>
                      <a:pt x="65111" y="7785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0B7122F-F261-B3E0-D048-B036708A0ECB}"/>
              </a:ext>
            </a:extLst>
          </p:cNvPr>
          <p:cNvSpPr/>
          <p:nvPr/>
        </p:nvSpPr>
        <p:spPr>
          <a:xfrm>
            <a:off x="2583359" y="1544389"/>
            <a:ext cx="1426257" cy="15900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42FBE7-49ED-9B62-AE57-AE94770BAB0D}"/>
              </a:ext>
            </a:extLst>
          </p:cNvPr>
          <p:cNvSpPr/>
          <p:nvPr/>
        </p:nvSpPr>
        <p:spPr>
          <a:xfrm>
            <a:off x="2765004" y="2678392"/>
            <a:ext cx="1045996" cy="11054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9A3C0A-A4FF-E93F-18BB-680C4FD44D58}"/>
              </a:ext>
            </a:extLst>
          </p:cNvPr>
          <p:cNvSpPr/>
          <p:nvPr/>
        </p:nvSpPr>
        <p:spPr>
          <a:xfrm>
            <a:off x="2528650" y="3871908"/>
            <a:ext cx="1480965" cy="2393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D65B26-61A1-A2B6-F3CA-E510A4F58A71}"/>
                  </a:ext>
                </a:extLst>
              </p:cNvPr>
              <p:cNvSpPr txBox="1"/>
              <p:nvPr/>
            </p:nvSpPr>
            <p:spPr>
              <a:xfrm>
                <a:off x="8268642" y="4478256"/>
                <a:ext cx="15392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D65B26-61A1-A2B6-F3CA-E510A4F58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642" y="4478256"/>
                <a:ext cx="1539204" cy="369332"/>
              </a:xfrm>
              <a:prstGeom prst="rect">
                <a:avLst/>
              </a:prstGeom>
              <a:blipFill>
                <a:blip r:embed="rId22"/>
                <a:stretch>
                  <a:fillRect t="-6667" r="-4878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CA9E97-88A2-AB58-9D89-6748A40B316C}"/>
                  </a:ext>
                </a:extLst>
              </p:cNvPr>
              <p:cNvSpPr txBox="1"/>
              <p:nvPr/>
            </p:nvSpPr>
            <p:spPr>
              <a:xfrm>
                <a:off x="7363346" y="4441133"/>
                <a:ext cx="4919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zh-CN" sz="24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CA9E97-88A2-AB58-9D89-6748A40B3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3346" y="4441133"/>
                <a:ext cx="491991" cy="461665"/>
              </a:xfrm>
              <a:prstGeom prst="rect">
                <a:avLst/>
              </a:prstGeom>
              <a:blipFill>
                <a:blip r:embed="rId23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D1ED2A2-9A35-FE27-EA2B-AC62E7C8522C}"/>
              </a:ext>
            </a:extLst>
          </p:cNvPr>
          <p:cNvSpPr txBox="1"/>
          <p:nvPr/>
        </p:nvSpPr>
        <p:spPr>
          <a:xfrm>
            <a:off x="5368963" y="5682842"/>
            <a:ext cx="1700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4AA02BF-C568-7968-BEF2-429BB7D553AF}"/>
              </a:ext>
            </a:extLst>
          </p:cNvPr>
          <p:cNvGrpSpPr/>
          <p:nvPr/>
        </p:nvGrpSpPr>
        <p:grpSpPr>
          <a:xfrm>
            <a:off x="5738246" y="1575119"/>
            <a:ext cx="2782798" cy="1970517"/>
            <a:chOff x="5313986" y="1798163"/>
            <a:chExt cx="3194137" cy="2261789"/>
          </a:xfrm>
        </p:grpSpPr>
        <p:grpSp>
          <p:nvGrpSpPr>
            <p:cNvPr id="27" name="Graphic 9">
              <a:extLst>
                <a:ext uri="{FF2B5EF4-FFF2-40B4-BE49-F238E27FC236}">
                  <a16:creationId xmlns:a16="http://schemas.microsoft.com/office/drawing/2014/main" id="{178EF48F-DB59-9962-68B1-D7B1D2B6EF43}"/>
                </a:ext>
              </a:extLst>
            </p:cNvPr>
            <p:cNvGrpSpPr/>
            <p:nvPr/>
          </p:nvGrpSpPr>
          <p:grpSpPr>
            <a:xfrm>
              <a:off x="5952322" y="2077937"/>
              <a:ext cx="638172" cy="464896"/>
              <a:chOff x="5952322" y="2077937"/>
              <a:chExt cx="638172" cy="464896"/>
            </a:xfrm>
          </p:grpSpPr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C671AF9E-9843-02D1-4D04-BE9AF41E0AE9}"/>
                  </a:ext>
                </a:extLst>
              </p:cNvPr>
              <p:cNvSpPr/>
              <p:nvPr/>
            </p:nvSpPr>
            <p:spPr>
              <a:xfrm>
                <a:off x="5992044" y="2077937"/>
                <a:ext cx="598450" cy="435968"/>
              </a:xfrm>
              <a:custGeom>
                <a:avLst/>
                <a:gdLst>
                  <a:gd name="csX0" fmla="*/ 598450 w 598450"/>
                  <a:gd name="csY0" fmla="*/ 0 h 435968"/>
                  <a:gd name="csX1" fmla="*/ 0 w 598450"/>
                  <a:gd name="csY1" fmla="*/ 435968 h 4359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98450" h="435968">
                    <a:moveTo>
                      <a:pt x="598450" y="0"/>
                    </a:moveTo>
                    <a:lnTo>
                      <a:pt x="0" y="43596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24812D88-5F49-21CA-8731-A3D1DBF1852A}"/>
                  </a:ext>
                </a:extLst>
              </p:cNvPr>
              <p:cNvSpPr/>
              <p:nvPr/>
            </p:nvSpPr>
            <p:spPr>
              <a:xfrm>
                <a:off x="5952322" y="2477684"/>
                <a:ext cx="72236" cy="65149"/>
              </a:xfrm>
              <a:custGeom>
                <a:avLst/>
                <a:gdLst>
                  <a:gd name="csX0" fmla="*/ 0 w 72236"/>
                  <a:gd name="csY0" fmla="*/ 65149 h 65149"/>
                  <a:gd name="csX1" fmla="*/ 33743 w 72236"/>
                  <a:gd name="csY1" fmla="*/ 0 h 65149"/>
                  <a:gd name="csX2" fmla="*/ 39722 w 72236"/>
                  <a:gd name="csY2" fmla="*/ 36221 h 65149"/>
                  <a:gd name="csX3" fmla="*/ 72237 w 72236"/>
                  <a:gd name="csY3" fmla="*/ 53021 h 651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2236" h="65149">
                    <a:moveTo>
                      <a:pt x="0" y="65149"/>
                    </a:moveTo>
                    <a:lnTo>
                      <a:pt x="33743" y="0"/>
                    </a:lnTo>
                    <a:lnTo>
                      <a:pt x="39722" y="36221"/>
                    </a:lnTo>
                    <a:lnTo>
                      <a:pt x="72237" y="53021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" name="Graphic 9">
              <a:extLst>
                <a:ext uri="{FF2B5EF4-FFF2-40B4-BE49-F238E27FC236}">
                  <a16:creationId xmlns:a16="http://schemas.microsoft.com/office/drawing/2014/main" id="{D29F62C6-E199-D90A-5C16-50AFE39DD89F}"/>
                </a:ext>
              </a:extLst>
            </p:cNvPr>
            <p:cNvGrpSpPr/>
            <p:nvPr/>
          </p:nvGrpSpPr>
          <p:grpSpPr>
            <a:xfrm>
              <a:off x="6673542" y="2125959"/>
              <a:ext cx="65520" cy="342218"/>
              <a:chOff x="6673542" y="2125959"/>
              <a:chExt cx="65520" cy="342218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F2515571-6985-6601-91C4-BD601844FA9F}"/>
                  </a:ext>
                </a:extLst>
              </p:cNvPr>
              <p:cNvSpPr/>
              <p:nvPr/>
            </p:nvSpPr>
            <p:spPr>
              <a:xfrm>
                <a:off x="6706303" y="2125959"/>
                <a:ext cx="8190" cy="293049"/>
              </a:xfrm>
              <a:custGeom>
                <a:avLst/>
                <a:gdLst>
                  <a:gd name="csX0" fmla="*/ 0 w 8190"/>
                  <a:gd name="csY0" fmla="*/ 0 h 293049"/>
                  <a:gd name="csX1" fmla="*/ 0 w 8190"/>
                  <a:gd name="csY1" fmla="*/ 293049 h 2930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90" h="293049">
                    <a:moveTo>
                      <a:pt x="0" y="0"/>
                    </a:moveTo>
                    <a:lnTo>
                      <a:pt x="0" y="293049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3C0F2291-C640-115A-5B8B-4BDC60078A96}"/>
                  </a:ext>
                </a:extLst>
              </p:cNvPr>
              <p:cNvSpPr/>
              <p:nvPr/>
            </p:nvSpPr>
            <p:spPr>
              <a:xfrm>
                <a:off x="6673542" y="2402619"/>
                <a:ext cx="65520" cy="65559"/>
              </a:xfrm>
              <a:custGeom>
                <a:avLst/>
                <a:gdLst>
                  <a:gd name="csX0" fmla="*/ 32760 w 65520"/>
                  <a:gd name="csY0" fmla="*/ 65559 h 65559"/>
                  <a:gd name="csX1" fmla="*/ 0 w 65520"/>
                  <a:gd name="csY1" fmla="*/ 0 h 65559"/>
                  <a:gd name="csX2" fmla="*/ 32760 w 65520"/>
                  <a:gd name="csY2" fmla="*/ 16390 h 65559"/>
                  <a:gd name="csX3" fmla="*/ 65521 w 65520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520" h="65559">
                    <a:moveTo>
                      <a:pt x="32760" y="65559"/>
                    </a:moveTo>
                    <a:lnTo>
                      <a:pt x="0" y="0"/>
                    </a:lnTo>
                    <a:lnTo>
                      <a:pt x="32760" y="16390"/>
                    </a:lnTo>
                    <a:lnTo>
                      <a:pt x="655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9" name="Graphic 9">
              <a:extLst>
                <a:ext uri="{FF2B5EF4-FFF2-40B4-BE49-F238E27FC236}">
                  <a16:creationId xmlns:a16="http://schemas.microsoft.com/office/drawing/2014/main" id="{66A70D69-BB04-859A-9DC8-BEA0736F06E3}"/>
                </a:ext>
              </a:extLst>
            </p:cNvPr>
            <p:cNvGrpSpPr/>
            <p:nvPr/>
          </p:nvGrpSpPr>
          <p:grpSpPr>
            <a:xfrm>
              <a:off x="6822111" y="2077937"/>
              <a:ext cx="735061" cy="449080"/>
              <a:chOff x="6822111" y="2077937"/>
              <a:chExt cx="735061" cy="449080"/>
            </a:xfrm>
          </p:grpSpPr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061C0195-0170-AEC0-2926-B7340EB41666}"/>
                  </a:ext>
                </a:extLst>
              </p:cNvPr>
              <p:cNvSpPr/>
              <p:nvPr/>
            </p:nvSpPr>
            <p:spPr>
              <a:xfrm>
                <a:off x="6822111" y="2077937"/>
                <a:ext cx="693127" cy="423511"/>
              </a:xfrm>
              <a:custGeom>
                <a:avLst/>
                <a:gdLst>
                  <a:gd name="csX0" fmla="*/ 0 w 693127"/>
                  <a:gd name="csY0" fmla="*/ 0 h 423511"/>
                  <a:gd name="csX1" fmla="*/ 693128 w 693127"/>
                  <a:gd name="csY1" fmla="*/ 423512 h 423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93127" h="423511">
                    <a:moveTo>
                      <a:pt x="0" y="0"/>
                    </a:moveTo>
                    <a:lnTo>
                      <a:pt x="693128" y="42351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CDBBEBE2-5B90-BDB2-9A17-FF9E6E0AB44D}"/>
                  </a:ext>
                </a:extLst>
              </p:cNvPr>
              <p:cNvSpPr/>
              <p:nvPr/>
            </p:nvSpPr>
            <p:spPr>
              <a:xfrm>
                <a:off x="7484198" y="2464900"/>
                <a:ext cx="72974" cy="62117"/>
              </a:xfrm>
              <a:custGeom>
                <a:avLst/>
                <a:gdLst>
                  <a:gd name="csX0" fmla="*/ 72974 w 72974"/>
                  <a:gd name="csY0" fmla="*/ 62117 h 62117"/>
                  <a:gd name="csX1" fmla="*/ 0 w 72974"/>
                  <a:gd name="csY1" fmla="*/ 55971 h 62117"/>
                  <a:gd name="csX2" fmla="*/ 31041 w 72974"/>
                  <a:gd name="csY2" fmla="*/ 36549 h 62117"/>
                  <a:gd name="csX3" fmla="*/ 34153 w 72974"/>
                  <a:gd name="csY3" fmla="*/ 0 h 621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2974" h="62117">
                    <a:moveTo>
                      <a:pt x="72974" y="62117"/>
                    </a:moveTo>
                    <a:lnTo>
                      <a:pt x="0" y="55971"/>
                    </a:lnTo>
                    <a:lnTo>
                      <a:pt x="31041" y="36549"/>
                    </a:lnTo>
                    <a:lnTo>
                      <a:pt x="34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0" name="Graphic 9">
              <a:extLst>
                <a:ext uri="{FF2B5EF4-FFF2-40B4-BE49-F238E27FC236}">
                  <a16:creationId xmlns:a16="http://schemas.microsoft.com/office/drawing/2014/main" id="{D4492D55-6BD6-63C1-4ACE-AB016E8BE8B0}"/>
                </a:ext>
              </a:extLst>
            </p:cNvPr>
            <p:cNvGrpSpPr/>
            <p:nvPr/>
          </p:nvGrpSpPr>
          <p:grpSpPr>
            <a:xfrm>
              <a:off x="6822111" y="2077937"/>
              <a:ext cx="1388957" cy="463830"/>
              <a:chOff x="6822111" y="2077937"/>
              <a:chExt cx="1388957" cy="463830"/>
            </a:xfrm>
          </p:grpSpPr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76663A17-63F5-25F7-C4C7-8A4DCD936D7D}"/>
                  </a:ext>
                </a:extLst>
              </p:cNvPr>
              <p:cNvSpPr/>
              <p:nvPr/>
            </p:nvSpPr>
            <p:spPr>
              <a:xfrm>
                <a:off x="6822111" y="2077937"/>
                <a:ext cx="1342274" cy="437771"/>
              </a:xfrm>
              <a:custGeom>
                <a:avLst/>
                <a:gdLst>
                  <a:gd name="csX0" fmla="*/ 0 w 1342274"/>
                  <a:gd name="csY0" fmla="*/ 0 h 437771"/>
                  <a:gd name="csX1" fmla="*/ 1342275 w 1342274"/>
                  <a:gd name="csY1" fmla="*/ 437771 h 4377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42274" h="437771">
                    <a:moveTo>
                      <a:pt x="0" y="0"/>
                    </a:moveTo>
                    <a:lnTo>
                      <a:pt x="1342275" y="437771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13AD10E6-3F35-4257-2F14-946711DB13CC}"/>
                  </a:ext>
                </a:extLst>
              </p:cNvPr>
              <p:cNvSpPr/>
              <p:nvPr/>
            </p:nvSpPr>
            <p:spPr>
              <a:xfrm>
                <a:off x="8138668" y="2479405"/>
                <a:ext cx="72400" cy="62363"/>
              </a:xfrm>
              <a:custGeom>
                <a:avLst/>
                <a:gdLst>
                  <a:gd name="csX0" fmla="*/ 72400 w 72400"/>
                  <a:gd name="csY0" fmla="*/ 51464 h 62363"/>
                  <a:gd name="csX1" fmla="*/ 0 w 72400"/>
                  <a:gd name="csY1" fmla="*/ 62363 h 62363"/>
                  <a:gd name="csX2" fmla="*/ 25717 w 72400"/>
                  <a:gd name="csY2" fmla="*/ 36303 h 62363"/>
                  <a:gd name="csX3" fmla="*/ 20311 w 72400"/>
                  <a:gd name="csY3" fmla="*/ 0 h 623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2400" h="62363">
                    <a:moveTo>
                      <a:pt x="72400" y="51464"/>
                    </a:moveTo>
                    <a:lnTo>
                      <a:pt x="0" y="62363"/>
                    </a:lnTo>
                    <a:lnTo>
                      <a:pt x="25717" y="36303"/>
                    </a:lnTo>
                    <a:lnTo>
                      <a:pt x="203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" name="Graphic 9">
              <a:extLst>
                <a:ext uri="{FF2B5EF4-FFF2-40B4-BE49-F238E27FC236}">
                  <a16:creationId xmlns:a16="http://schemas.microsoft.com/office/drawing/2014/main" id="{1B067946-9538-CF73-29DF-85EE9D788184}"/>
                </a:ext>
              </a:extLst>
            </p:cNvPr>
            <p:cNvGrpSpPr/>
            <p:nvPr/>
          </p:nvGrpSpPr>
          <p:grpSpPr>
            <a:xfrm>
              <a:off x="6542501" y="1798163"/>
              <a:ext cx="327603" cy="327795"/>
              <a:chOff x="6542501" y="1798163"/>
              <a:chExt cx="327603" cy="327795"/>
            </a:xfrm>
            <a:solidFill>
              <a:srgbClr val="FFFFFF"/>
            </a:solidFill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2EB22D7E-D03A-B059-988F-CD7986EC0418}"/>
                  </a:ext>
                </a:extLst>
              </p:cNvPr>
              <p:cNvSpPr/>
              <p:nvPr/>
            </p:nvSpPr>
            <p:spPr>
              <a:xfrm>
                <a:off x="6542501" y="1798163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8" name="Picture 177">
                <a:extLst>
                  <a:ext uri="{FF2B5EF4-FFF2-40B4-BE49-F238E27FC236}">
                    <a16:creationId xmlns:a16="http://schemas.microsoft.com/office/drawing/2014/main" id="{E6516D02-6950-0627-DD06-571A68F75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550691" y="1855528"/>
                <a:ext cx="311223" cy="262236"/>
              </a:xfrm>
              <a:custGeom>
                <a:avLst/>
                <a:gdLst>
                  <a:gd name="csX0" fmla="*/ 0 w 311223"/>
                  <a:gd name="csY0" fmla="*/ 0 h 262236"/>
                  <a:gd name="csX1" fmla="*/ 311224 w 311223"/>
                  <a:gd name="csY1" fmla="*/ 0 h 262236"/>
                  <a:gd name="csX2" fmla="*/ 311224 w 311223"/>
                  <a:gd name="csY2" fmla="*/ 262237 h 262236"/>
                  <a:gd name="csX3" fmla="*/ 0 w 311223"/>
                  <a:gd name="csY3" fmla="*/ 262237 h 2622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62236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62237"/>
                    </a:lnTo>
                    <a:lnTo>
                      <a:pt x="0" y="262237"/>
                    </a:lnTo>
                    <a:close/>
                  </a:path>
                </a:pathLst>
              </a:custGeom>
            </p:spPr>
          </p:pic>
        </p:grpSp>
        <p:grpSp>
          <p:nvGrpSpPr>
            <p:cNvPr id="34" name="Graphic 9">
              <a:extLst>
                <a:ext uri="{FF2B5EF4-FFF2-40B4-BE49-F238E27FC236}">
                  <a16:creationId xmlns:a16="http://schemas.microsoft.com/office/drawing/2014/main" id="{62F0C29C-8EFE-EECB-9C1D-DAC5BE9984B4}"/>
                </a:ext>
              </a:extLst>
            </p:cNvPr>
            <p:cNvGrpSpPr/>
            <p:nvPr/>
          </p:nvGrpSpPr>
          <p:grpSpPr>
            <a:xfrm>
              <a:off x="5641590" y="2486534"/>
              <a:ext cx="327603" cy="327795"/>
              <a:chOff x="5641590" y="2486534"/>
              <a:chExt cx="327603" cy="327795"/>
            </a:xfrm>
            <a:solidFill>
              <a:srgbClr val="FFFFFF"/>
            </a:solidFill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084BBEA3-48F1-26DA-BB6F-A6BBE0A799F9}"/>
                  </a:ext>
                </a:extLst>
              </p:cNvPr>
              <p:cNvSpPr/>
              <p:nvPr/>
            </p:nvSpPr>
            <p:spPr>
              <a:xfrm>
                <a:off x="5641590" y="2486534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B0B54F51-4C2C-379C-8436-DDF9BE49C8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49780" y="2556191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35" name="Graphic 9">
              <a:extLst>
                <a:ext uri="{FF2B5EF4-FFF2-40B4-BE49-F238E27FC236}">
                  <a16:creationId xmlns:a16="http://schemas.microsoft.com/office/drawing/2014/main" id="{C792F419-9615-BD7F-8862-DD377AF6671E}"/>
                </a:ext>
              </a:extLst>
            </p:cNvPr>
            <p:cNvGrpSpPr/>
            <p:nvPr/>
          </p:nvGrpSpPr>
          <p:grpSpPr>
            <a:xfrm>
              <a:off x="5313986" y="3060176"/>
              <a:ext cx="327603" cy="327795"/>
              <a:chOff x="5313986" y="3060176"/>
              <a:chExt cx="327603" cy="327795"/>
            </a:xfrm>
            <a:solidFill>
              <a:srgbClr val="FFFFFF"/>
            </a:solidFill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07997BD-D519-C2CA-5B20-01FA8EB0C878}"/>
                  </a:ext>
                </a:extLst>
              </p:cNvPr>
              <p:cNvSpPr/>
              <p:nvPr/>
            </p:nvSpPr>
            <p:spPr>
              <a:xfrm>
                <a:off x="5313986" y="3060176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27E90932-46AE-4ED8-5F0C-E436794FC2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22177" y="3129833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36" name="Graphic 9">
              <a:extLst>
                <a:ext uri="{FF2B5EF4-FFF2-40B4-BE49-F238E27FC236}">
                  <a16:creationId xmlns:a16="http://schemas.microsoft.com/office/drawing/2014/main" id="{FDC68702-1E3B-F052-D7EF-40C1A56D824D}"/>
                </a:ext>
              </a:extLst>
            </p:cNvPr>
            <p:cNvGrpSpPr/>
            <p:nvPr/>
          </p:nvGrpSpPr>
          <p:grpSpPr>
            <a:xfrm>
              <a:off x="5969194" y="3060176"/>
              <a:ext cx="327603" cy="327795"/>
              <a:chOff x="5969194" y="3060176"/>
              <a:chExt cx="327603" cy="327795"/>
            </a:xfrm>
            <a:solidFill>
              <a:srgbClr val="FFFFFF"/>
            </a:solidFill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99629469-E918-3853-22DD-EF61D5590EAC}"/>
                  </a:ext>
                </a:extLst>
              </p:cNvPr>
              <p:cNvSpPr/>
              <p:nvPr/>
            </p:nvSpPr>
            <p:spPr>
              <a:xfrm>
                <a:off x="5969194" y="3060176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6C55B9D9-8D7C-7D70-95AD-9C1EAD9EBD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77384" y="3129833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37" name="Graphic 9">
              <a:extLst>
                <a:ext uri="{FF2B5EF4-FFF2-40B4-BE49-F238E27FC236}">
                  <a16:creationId xmlns:a16="http://schemas.microsoft.com/office/drawing/2014/main" id="{B5B31176-C8F4-CF77-DC57-2FA5E4FF147A}"/>
                </a:ext>
              </a:extLst>
            </p:cNvPr>
            <p:cNvGrpSpPr/>
            <p:nvPr/>
          </p:nvGrpSpPr>
          <p:grpSpPr>
            <a:xfrm>
              <a:off x="5555676" y="2766308"/>
              <a:ext cx="133907" cy="291574"/>
              <a:chOff x="5555676" y="2766308"/>
              <a:chExt cx="133907" cy="291574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F8548C0B-D012-B3AF-2970-043EBB020092}"/>
                  </a:ext>
                </a:extLst>
              </p:cNvPr>
              <p:cNvSpPr/>
              <p:nvPr/>
            </p:nvSpPr>
            <p:spPr>
              <a:xfrm>
                <a:off x="5578772" y="2766308"/>
                <a:ext cx="110811" cy="246748"/>
              </a:xfrm>
              <a:custGeom>
                <a:avLst/>
                <a:gdLst>
                  <a:gd name="csX0" fmla="*/ 110812 w 110811"/>
                  <a:gd name="csY0" fmla="*/ 0 h 246748"/>
                  <a:gd name="csX1" fmla="*/ 0 w 110811"/>
                  <a:gd name="csY1" fmla="*/ 246748 h 2467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0811" h="246748">
                    <a:moveTo>
                      <a:pt x="110812" y="0"/>
                    </a:moveTo>
                    <a:lnTo>
                      <a:pt x="0" y="24674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1D593DA4-02BC-3BAA-12A9-C5445CCF029C}"/>
                  </a:ext>
                </a:extLst>
              </p:cNvPr>
              <p:cNvSpPr/>
              <p:nvPr/>
            </p:nvSpPr>
            <p:spPr>
              <a:xfrm>
                <a:off x="5555676" y="2984620"/>
                <a:ext cx="59705" cy="73262"/>
              </a:xfrm>
              <a:custGeom>
                <a:avLst/>
                <a:gdLst>
                  <a:gd name="csX0" fmla="*/ 3030 w 59705"/>
                  <a:gd name="csY0" fmla="*/ 73262 h 73262"/>
                  <a:gd name="csX1" fmla="*/ 0 w 59705"/>
                  <a:gd name="csY1" fmla="*/ 0 h 73262"/>
                  <a:gd name="csX2" fmla="*/ 23096 w 59705"/>
                  <a:gd name="csY2" fmla="*/ 28436 h 73262"/>
                  <a:gd name="csX3" fmla="*/ 59706 w 59705"/>
                  <a:gd name="csY3" fmla="*/ 26879 h 732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9705" h="73262">
                    <a:moveTo>
                      <a:pt x="3030" y="73262"/>
                    </a:moveTo>
                    <a:lnTo>
                      <a:pt x="0" y="0"/>
                    </a:lnTo>
                    <a:lnTo>
                      <a:pt x="23096" y="28436"/>
                    </a:lnTo>
                    <a:lnTo>
                      <a:pt x="59706" y="26879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8" name="Graphic 9">
              <a:extLst>
                <a:ext uri="{FF2B5EF4-FFF2-40B4-BE49-F238E27FC236}">
                  <a16:creationId xmlns:a16="http://schemas.microsoft.com/office/drawing/2014/main" id="{F83ABB87-13B9-A13A-879F-5C30E0A0B8B7}"/>
                </a:ext>
              </a:extLst>
            </p:cNvPr>
            <p:cNvGrpSpPr/>
            <p:nvPr/>
          </p:nvGrpSpPr>
          <p:grpSpPr>
            <a:xfrm>
              <a:off x="5921200" y="2766308"/>
              <a:ext cx="137429" cy="292393"/>
              <a:chOff x="5921200" y="2766308"/>
              <a:chExt cx="137429" cy="292393"/>
            </a:xfrm>
          </p:grpSpPr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786E289C-F2FB-786C-E45D-117FF2EEAD55}"/>
                  </a:ext>
                </a:extLst>
              </p:cNvPr>
              <p:cNvSpPr/>
              <p:nvPr/>
            </p:nvSpPr>
            <p:spPr>
              <a:xfrm>
                <a:off x="5921200" y="2766308"/>
                <a:ext cx="114579" cy="247813"/>
              </a:xfrm>
              <a:custGeom>
                <a:avLst/>
                <a:gdLst>
                  <a:gd name="csX0" fmla="*/ 0 w 114579"/>
                  <a:gd name="csY0" fmla="*/ 0 h 247813"/>
                  <a:gd name="csX1" fmla="*/ 114579 w 114579"/>
                  <a:gd name="csY1" fmla="*/ 247814 h 2478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4579" h="247813">
                    <a:moveTo>
                      <a:pt x="0" y="0"/>
                    </a:moveTo>
                    <a:lnTo>
                      <a:pt x="114579" y="247814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7D6496CD-65D4-A228-C95B-639715CEB0D8}"/>
                  </a:ext>
                </a:extLst>
              </p:cNvPr>
              <p:cNvSpPr/>
              <p:nvPr/>
            </p:nvSpPr>
            <p:spPr>
              <a:xfrm>
                <a:off x="5999170" y="2985439"/>
                <a:ext cx="59460" cy="73262"/>
              </a:xfrm>
              <a:custGeom>
                <a:avLst/>
                <a:gdLst>
                  <a:gd name="csX0" fmla="*/ 57249 w 59460"/>
                  <a:gd name="csY0" fmla="*/ 73262 h 73262"/>
                  <a:gd name="csX1" fmla="*/ 0 w 59460"/>
                  <a:gd name="csY1" fmla="*/ 27535 h 73262"/>
                  <a:gd name="csX2" fmla="*/ 36610 w 59460"/>
                  <a:gd name="csY2" fmla="*/ 28682 h 73262"/>
                  <a:gd name="csX3" fmla="*/ 59460 w 59460"/>
                  <a:gd name="csY3" fmla="*/ 0 h 732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9460" h="73262">
                    <a:moveTo>
                      <a:pt x="57249" y="73262"/>
                    </a:moveTo>
                    <a:lnTo>
                      <a:pt x="0" y="27535"/>
                    </a:lnTo>
                    <a:lnTo>
                      <a:pt x="36610" y="28682"/>
                    </a:lnTo>
                    <a:lnTo>
                      <a:pt x="5946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9" name="Graphic 9">
              <a:extLst>
                <a:ext uri="{FF2B5EF4-FFF2-40B4-BE49-F238E27FC236}">
                  <a16:creationId xmlns:a16="http://schemas.microsoft.com/office/drawing/2014/main" id="{37B2833B-030C-AB59-ABF6-7656AF427001}"/>
                </a:ext>
              </a:extLst>
            </p:cNvPr>
            <p:cNvGrpSpPr/>
            <p:nvPr/>
          </p:nvGrpSpPr>
          <p:grpSpPr>
            <a:xfrm>
              <a:off x="6706303" y="2814330"/>
              <a:ext cx="360528" cy="250599"/>
              <a:chOff x="6706303" y="2814330"/>
              <a:chExt cx="360528" cy="250599"/>
            </a:xfrm>
          </p:grpSpPr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62C5EC9E-0676-010D-D85D-7454B5A2456C}"/>
                  </a:ext>
                </a:extLst>
              </p:cNvPr>
              <p:cNvSpPr/>
              <p:nvPr/>
            </p:nvSpPr>
            <p:spPr>
              <a:xfrm>
                <a:off x="6706303" y="2814330"/>
                <a:ext cx="320151" cy="222573"/>
              </a:xfrm>
              <a:custGeom>
                <a:avLst/>
                <a:gdLst>
                  <a:gd name="csX0" fmla="*/ 0 w 320151"/>
                  <a:gd name="csY0" fmla="*/ 0 h 222573"/>
                  <a:gd name="csX1" fmla="*/ 320151 w 320151"/>
                  <a:gd name="csY1" fmla="*/ 222573 h 222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20151" h="222573">
                    <a:moveTo>
                      <a:pt x="0" y="0"/>
                    </a:moveTo>
                    <a:lnTo>
                      <a:pt x="320151" y="222573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15E3E70B-5B88-1C72-E9D9-918671CABE7F}"/>
                  </a:ext>
                </a:extLst>
              </p:cNvPr>
              <p:cNvSpPr/>
              <p:nvPr/>
            </p:nvSpPr>
            <p:spPr>
              <a:xfrm>
                <a:off x="6994348" y="3000600"/>
                <a:ext cx="72482" cy="64329"/>
              </a:xfrm>
              <a:custGeom>
                <a:avLst/>
                <a:gdLst>
                  <a:gd name="csX0" fmla="*/ 72483 w 72482"/>
                  <a:gd name="csY0" fmla="*/ 64330 h 64329"/>
                  <a:gd name="csX1" fmla="*/ 0 w 72482"/>
                  <a:gd name="csY1" fmla="*/ 53840 h 64329"/>
                  <a:gd name="csX2" fmla="*/ 32106 w 72482"/>
                  <a:gd name="csY2" fmla="*/ 36303 h 64329"/>
                  <a:gd name="csX3" fmla="*/ 37347 w 72482"/>
                  <a:gd name="csY3" fmla="*/ 0 h 643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2482" h="64329">
                    <a:moveTo>
                      <a:pt x="72483" y="64330"/>
                    </a:moveTo>
                    <a:lnTo>
                      <a:pt x="0" y="53840"/>
                    </a:lnTo>
                    <a:lnTo>
                      <a:pt x="32106" y="36303"/>
                    </a:lnTo>
                    <a:lnTo>
                      <a:pt x="373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0" name="Graphic 9">
              <a:extLst>
                <a:ext uri="{FF2B5EF4-FFF2-40B4-BE49-F238E27FC236}">
                  <a16:creationId xmlns:a16="http://schemas.microsoft.com/office/drawing/2014/main" id="{D79C0E93-91B3-CDFF-F145-99551614D719}"/>
                </a:ext>
              </a:extLst>
            </p:cNvPr>
            <p:cNvGrpSpPr/>
            <p:nvPr/>
          </p:nvGrpSpPr>
          <p:grpSpPr>
            <a:xfrm>
              <a:off x="6542501" y="2486534"/>
              <a:ext cx="327603" cy="327795"/>
              <a:chOff x="6542501" y="2486534"/>
              <a:chExt cx="327603" cy="327795"/>
            </a:xfrm>
            <a:solidFill>
              <a:srgbClr val="FFFFFF"/>
            </a:solidFill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D35E1B7A-2281-D149-4278-1F20C157A5EA}"/>
                  </a:ext>
                </a:extLst>
              </p:cNvPr>
              <p:cNvSpPr/>
              <p:nvPr/>
            </p:nvSpPr>
            <p:spPr>
              <a:xfrm>
                <a:off x="6542501" y="2486534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A48D8E18-E526-B2C1-76D6-578B2805A8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50691" y="2556191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1" name="Graphic 9">
              <a:extLst>
                <a:ext uri="{FF2B5EF4-FFF2-40B4-BE49-F238E27FC236}">
                  <a16:creationId xmlns:a16="http://schemas.microsoft.com/office/drawing/2014/main" id="{E6DA4DB0-876F-07C4-F53C-233096EF32D1}"/>
                </a:ext>
              </a:extLst>
            </p:cNvPr>
            <p:cNvGrpSpPr/>
            <p:nvPr/>
          </p:nvGrpSpPr>
          <p:grpSpPr>
            <a:xfrm>
              <a:off x="6379272" y="2500957"/>
              <a:ext cx="211222" cy="265350"/>
              <a:chOff x="6379272" y="2500957"/>
              <a:chExt cx="211222" cy="265350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3C710B07-74A1-5BB4-15AB-3C91946C9DA8}"/>
                  </a:ext>
                </a:extLst>
              </p:cNvPr>
              <p:cNvSpPr/>
              <p:nvPr/>
            </p:nvSpPr>
            <p:spPr>
              <a:xfrm>
                <a:off x="6379272" y="2533901"/>
                <a:ext cx="211222" cy="232407"/>
              </a:xfrm>
              <a:custGeom>
                <a:avLst/>
                <a:gdLst>
                  <a:gd name="csX0" fmla="*/ 211222 w 211222"/>
                  <a:gd name="csY0" fmla="*/ 232407 h 232407"/>
                  <a:gd name="csX1" fmla="*/ 0 w 211222"/>
                  <a:gd name="csY1" fmla="*/ 115958 h 232407"/>
                  <a:gd name="csX2" fmla="*/ 81901 w 211222"/>
                  <a:gd name="csY2" fmla="*/ 164 h 232407"/>
                  <a:gd name="csX3" fmla="*/ 143736 w 211222"/>
                  <a:gd name="csY3" fmla="*/ 0 h 232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1222" h="232407">
                    <a:moveTo>
                      <a:pt x="211222" y="232407"/>
                    </a:moveTo>
                    <a:cubicBezTo>
                      <a:pt x="70408" y="232025"/>
                      <a:pt x="0" y="193208"/>
                      <a:pt x="0" y="115958"/>
                    </a:cubicBezTo>
                    <a:cubicBezTo>
                      <a:pt x="0" y="38762"/>
                      <a:pt x="27300" y="164"/>
                      <a:pt x="81901" y="164"/>
                    </a:cubicBezTo>
                    <a:cubicBezTo>
                      <a:pt x="136502" y="164"/>
                      <a:pt x="157113" y="109"/>
                      <a:pt x="143736" y="0"/>
                    </a:cubicBez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17A6348D-79EC-14ED-B7C0-DCA1D7C39194}"/>
                  </a:ext>
                </a:extLst>
              </p:cNvPr>
              <p:cNvSpPr/>
              <p:nvPr/>
            </p:nvSpPr>
            <p:spPr>
              <a:xfrm>
                <a:off x="6506301" y="2500957"/>
                <a:ext cx="65848" cy="65559"/>
              </a:xfrm>
              <a:custGeom>
                <a:avLst/>
                <a:gdLst>
                  <a:gd name="csX0" fmla="*/ 65848 w 65848"/>
                  <a:gd name="csY0" fmla="*/ 33435 h 65559"/>
                  <a:gd name="csX1" fmla="*/ 0 w 65848"/>
                  <a:gd name="csY1" fmla="*/ 65559 h 65559"/>
                  <a:gd name="csX2" fmla="*/ 16708 w 65848"/>
                  <a:gd name="csY2" fmla="*/ 32943 h 65559"/>
                  <a:gd name="csX3" fmla="*/ 655 w 65848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848" h="65559">
                    <a:moveTo>
                      <a:pt x="65848" y="33435"/>
                    </a:moveTo>
                    <a:lnTo>
                      <a:pt x="0" y="65559"/>
                    </a:lnTo>
                    <a:lnTo>
                      <a:pt x="16708" y="32943"/>
                    </a:lnTo>
                    <a:lnTo>
                      <a:pt x="6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2" name="Graphic 9">
              <a:extLst>
                <a:ext uri="{FF2B5EF4-FFF2-40B4-BE49-F238E27FC236}">
                  <a16:creationId xmlns:a16="http://schemas.microsoft.com/office/drawing/2014/main" id="{7B06FDD1-5D73-3930-DBF3-E5BB426631CD}"/>
                </a:ext>
              </a:extLst>
            </p:cNvPr>
            <p:cNvGrpSpPr/>
            <p:nvPr/>
          </p:nvGrpSpPr>
          <p:grpSpPr>
            <a:xfrm>
              <a:off x="7033906" y="3027397"/>
              <a:ext cx="327603" cy="327795"/>
              <a:chOff x="7033906" y="3027397"/>
              <a:chExt cx="327603" cy="327795"/>
            </a:xfrm>
            <a:solidFill>
              <a:srgbClr val="FFFFFF"/>
            </a:solidFill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627C205E-DAD3-87D1-23B9-9934B52E5055}"/>
                  </a:ext>
                </a:extLst>
              </p:cNvPr>
              <p:cNvSpPr/>
              <p:nvPr/>
            </p:nvSpPr>
            <p:spPr>
              <a:xfrm>
                <a:off x="7033906" y="3027397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DE2F2E7B-6CEF-9C22-E95A-12AB04079B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42096" y="3097054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3" name="Graphic 9">
              <a:extLst>
                <a:ext uri="{FF2B5EF4-FFF2-40B4-BE49-F238E27FC236}">
                  <a16:creationId xmlns:a16="http://schemas.microsoft.com/office/drawing/2014/main" id="{FF6F9774-5FA6-756D-6035-09885A75E4DC}"/>
                </a:ext>
              </a:extLst>
            </p:cNvPr>
            <p:cNvGrpSpPr/>
            <p:nvPr/>
          </p:nvGrpSpPr>
          <p:grpSpPr>
            <a:xfrm>
              <a:off x="7655862" y="2816379"/>
              <a:ext cx="168388" cy="284854"/>
              <a:chOff x="7655862" y="2816379"/>
              <a:chExt cx="168388" cy="284854"/>
            </a:xfrm>
          </p:grpSpPr>
          <p:grpSp>
            <p:nvGrpSpPr>
              <p:cNvPr id="77" name="Graphic 9">
                <a:extLst>
                  <a:ext uri="{FF2B5EF4-FFF2-40B4-BE49-F238E27FC236}">
                    <a16:creationId xmlns:a16="http://schemas.microsoft.com/office/drawing/2014/main" id="{28491404-042C-CAFB-FFBD-307E8587F0BE}"/>
                  </a:ext>
                </a:extLst>
              </p:cNvPr>
              <p:cNvGrpSpPr/>
              <p:nvPr/>
            </p:nvGrpSpPr>
            <p:grpSpPr>
              <a:xfrm>
                <a:off x="7655862" y="2816379"/>
                <a:ext cx="65520" cy="284854"/>
                <a:chOff x="7655862" y="2816379"/>
                <a:chExt cx="65520" cy="284854"/>
              </a:xfrm>
            </p:grpSpPr>
            <p:sp>
              <p:nvSpPr>
                <p:cNvPr id="79" name="Freeform 78">
                  <a:extLst>
                    <a:ext uri="{FF2B5EF4-FFF2-40B4-BE49-F238E27FC236}">
                      <a16:creationId xmlns:a16="http://schemas.microsoft.com/office/drawing/2014/main" id="{7559FF11-7DB4-6370-8C82-D964D5760CF6}"/>
                    </a:ext>
                  </a:extLst>
                </p:cNvPr>
                <p:cNvSpPr/>
                <p:nvPr/>
              </p:nvSpPr>
              <p:spPr>
                <a:xfrm>
                  <a:off x="7688623" y="2816379"/>
                  <a:ext cx="8190" cy="235684"/>
                </a:xfrm>
                <a:custGeom>
                  <a:avLst/>
                  <a:gdLst>
                    <a:gd name="csX0" fmla="*/ 0 w 8190"/>
                    <a:gd name="csY0" fmla="*/ 0 h 235684"/>
                    <a:gd name="csX1" fmla="*/ 0 w 8190"/>
                    <a:gd name="csY1" fmla="*/ 235685 h 2356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190" h="235684">
                      <a:moveTo>
                        <a:pt x="0" y="0"/>
                      </a:moveTo>
                      <a:lnTo>
                        <a:pt x="0" y="235685"/>
                      </a:lnTo>
                    </a:path>
                  </a:pathLst>
                </a:custGeom>
                <a:noFill/>
                <a:ln w="1638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95BC20FB-D113-9F43-7002-FAB872D9AADC}"/>
                    </a:ext>
                  </a:extLst>
                </p:cNvPr>
                <p:cNvSpPr/>
                <p:nvPr/>
              </p:nvSpPr>
              <p:spPr>
                <a:xfrm>
                  <a:off x="7655862" y="3035674"/>
                  <a:ext cx="65520" cy="65559"/>
                </a:xfrm>
                <a:custGeom>
                  <a:avLst/>
                  <a:gdLst>
                    <a:gd name="csX0" fmla="*/ 32760 w 65520"/>
                    <a:gd name="csY0" fmla="*/ 65559 h 65559"/>
                    <a:gd name="csX1" fmla="*/ 0 w 65520"/>
                    <a:gd name="csY1" fmla="*/ 0 h 65559"/>
                    <a:gd name="csX2" fmla="*/ 32760 w 65520"/>
                    <a:gd name="csY2" fmla="*/ 16390 h 65559"/>
                    <a:gd name="csX3" fmla="*/ 65521 w 65520"/>
                    <a:gd name="csY3" fmla="*/ 0 h 655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5520" h="65559">
                      <a:moveTo>
                        <a:pt x="32760" y="65559"/>
                      </a:moveTo>
                      <a:lnTo>
                        <a:pt x="0" y="0"/>
                      </a:lnTo>
                      <a:lnTo>
                        <a:pt x="32760" y="16390"/>
                      </a:lnTo>
                      <a:lnTo>
                        <a:pt x="655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38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5E820DF6-04EE-FB7B-F680-535427BB0D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34159" y="2834817"/>
                <a:ext cx="90091" cy="202823"/>
              </a:xfrm>
              <a:custGeom>
                <a:avLst/>
                <a:gdLst>
                  <a:gd name="csX0" fmla="*/ 0 w 90091"/>
                  <a:gd name="csY0" fmla="*/ 0 h 202823"/>
                  <a:gd name="csX1" fmla="*/ 90091 w 90091"/>
                  <a:gd name="csY1" fmla="*/ 0 h 202823"/>
                  <a:gd name="csX2" fmla="*/ 90091 w 90091"/>
                  <a:gd name="csY2" fmla="*/ 202824 h 202823"/>
                  <a:gd name="csX3" fmla="*/ 0 w 90091"/>
                  <a:gd name="csY3" fmla="*/ 202824 h 2028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0091" h="202823">
                    <a:moveTo>
                      <a:pt x="0" y="0"/>
                    </a:moveTo>
                    <a:lnTo>
                      <a:pt x="90091" y="0"/>
                    </a:lnTo>
                    <a:lnTo>
                      <a:pt x="90091" y="202824"/>
                    </a:lnTo>
                    <a:lnTo>
                      <a:pt x="0" y="202824"/>
                    </a:lnTo>
                    <a:close/>
                  </a:path>
                </a:pathLst>
              </a:custGeom>
            </p:spPr>
          </p:pic>
        </p:grpSp>
        <p:grpSp>
          <p:nvGrpSpPr>
            <p:cNvPr id="44" name="Graphic 9">
              <a:extLst>
                <a:ext uri="{FF2B5EF4-FFF2-40B4-BE49-F238E27FC236}">
                  <a16:creationId xmlns:a16="http://schemas.microsoft.com/office/drawing/2014/main" id="{CEC85177-ACB4-A686-D8AA-3E17EAABF77D}"/>
                </a:ext>
              </a:extLst>
            </p:cNvPr>
            <p:cNvGrpSpPr/>
            <p:nvPr/>
          </p:nvGrpSpPr>
          <p:grpSpPr>
            <a:xfrm>
              <a:off x="7524821" y="2488583"/>
              <a:ext cx="327603" cy="327795"/>
              <a:chOff x="7524821" y="2488583"/>
              <a:chExt cx="327603" cy="327795"/>
            </a:xfrm>
            <a:solidFill>
              <a:srgbClr val="FFFFFF"/>
            </a:solidFill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E7CCFC9-E13C-FDC2-6293-3832656281A5}"/>
                  </a:ext>
                </a:extLst>
              </p:cNvPr>
              <p:cNvSpPr/>
              <p:nvPr/>
            </p:nvSpPr>
            <p:spPr>
              <a:xfrm>
                <a:off x="7524821" y="2488583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206FA368-FCCD-A000-E4BC-634ACEF192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33502" y="2556191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5" name="Graphic 9">
              <a:extLst>
                <a:ext uri="{FF2B5EF4-FFF2-40B4-BE49-F238E27FC236}">
                  <a16:creationId xmlns:a16="http://schemas.microsoft.com/office/drawing/2014/main" id="{0CD88AEE-1C19-FE56-2BB3-6E07C1D00045}"/>
                </a:ext>
              </a:extLst>
            </p:cNvPr>
            <p:cNvGrpSpPr/>
            <p:nvPr/>
          </p:nvGrpSpPr>
          <p:grpSpPr>
            <a:xfrm>
              <a:off x="7377072" y="3399363"/>
              <a:ext cx="195742" cy="305095"/>
              <a:chOff x="7377072" y="3399363"/>
              <a:chExt cx="195742" cy="305095"/>
            </a:xfrm>
          </p:grpSpPr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FAE946AB-587B-D5BE-32A1-2611411AB065}"/>
                  </a:ext>
                </a:extLst>
              </p:cNvPr>
              <p:cNvSpPr/>
              <p:nvPr/>
            </p:nvSpPr>
            <p:spPr>
              <a:xfrm>
                <a:off x="7403607" y="3399363"/>
                <a:ext cx="169207" cy="263711"/>
              </a:xfrm>
              <a:custGeom>
                <a:avLst/>
                <a:gdLst>
                  <a:gd name="csX0" fmla="*/ 169207 w 169207"/>
                  <a:gd name="csY0" fmla="*/ 0 h 263711"/>
                  <a:gd name="csX1" fmla="*/ 0 w 169207"/>
                  <a:gd name="csY1" fmla="*/ 263712 h 2637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9207" h="263711">
                    <a:moveTo>
                      <a:pt x="169207" y="0"/>
                    </a:moveTo>
                    <a:lnTo>
                      <a:pt x="0" y="26371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5EF62D47-9F5F-ADC3-40E0-B4F08DD485DF}"/>
                  </a:ext>
                </a:extLst>
              </p:cNvPr>
              <p:cNvSpPr/>
              <p:nvPr/>
            </p:nvSpPr>
            <p:spPr>
              <a:xfrm>
                <a:off x="7377072" y="3631606"/>
                <a:ext cx="62981" cy="72852"/>
              </a:xfrm>
              <a:custGeom>
                <a:avLst/>
                <a:gdLst>
                  <a:gd name="csX0" fmla="*/ 0 w 62981"/>
                  <a:gd name="csY0" fmla="*/ 72853 h 72852"/>
                  <a:gd name="csX1" fmla="*/ 7780 w 62981"/>
                  <a:gd name="csY1" fmla="*/ 0 h 72852"/>
                  <a:gd name="csX2" fmla="*/ 26536 w 62981"/>
                  <a:gd name="csY2" fmla="*/ 31468 h 72852"/>
                  <a:gd name="csX3" fmla="*/ 62982 w 62981"/>
                  <a:gd name="csY3" fmla="*/ 35402 h 72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2981" h="72852">
                    <a:moveTo>
                      <a:pt x="0" y="72853"/>
                    </a:moveTo>
                    <a:lnTo>
                      <a:pt x="7780" y="0"/>
                    </a:lnTo>
                    <a:lnTo>
                      <a:pt x="26536" y="31468"/>
                    </a:lnTo>
                    <a:lnTo>
                      <a:pt x="62982" y="35402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6" name="Graphic 9">
              <a:extLst>
                <a:ext uri="{FF2B5EF4-FFF2-40B4-BE49-F238E27FC236}">
                  <a16:creationId xmlns:a16="http://schemas.microsoft.com/office/drawing/2014/main" id="{CF90A858-9CA0-48FC-DA00-92EC44DC99CD}"/>
                </a:ext>
              </a:extLst>
            </p:cNvPr>
            <p:cNvGrpSpPr/>
            <p:nvPr/>
          </p:nvGrpSpPr>
          <p:grpSpPr>
            <a:xfrm>
              <a:off x="7804431" y="3399363"/>
              <a:ext cx="201722" cy="305177"/>
              <a:chOff x="7804431" y="3399363"/>
              <a:chExt cx="201722" cy="305177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072D317B-32BD-25E4-1889-53A85BE935C8}"/>
                  </a:ext>
                </a:extLst>
              </p:cNvPr>
              <p:cNvSpPr/>
              <p:nvPr/>
            </p:nvSpPr>
            <p:spPr>
              <a:xfrm>
                <a:off x="7804431" y="3399363"/>
                <a:ext cx="174612" cy="264203"/>
              </a:xfrm>
              <a:custGeom>
                <a:avLst/>
                <a:gdLst>
                  <a:gd name="csX0" fmla="*/ 0 w 174612"/>
                  <a:gd name="csY0" fmla="*/ 0 h 264203"/>
                  <a:gd name="csX1" fmla="*/ 174613 w 174612"/>
                  <a:gd name="csY1" fmla="*/ 264203 h 264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74612" h="264203">
                    <a:moveTo>
                      <a:pt x="0" y="0"/>
                    </a:moveTo>
                    <a:lnTo>
                      <a:pt x="174613" y="264203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B1819005-D5AD-953E-153A-645CE3DC21B6}"/>
                  </a:ext>
                </a:extLst>
              </p:cNvPr>
              <p:cNvSpPr/>
              <p:nvPr/>
            </p:nvSpPr>
            <p:spPr>
              <a:xfrm>
                <a:off x="7942679" y="3631852"/>
                <a:ext cx="63473" cy="72688"/>
              </a:xfrm>
              <a:custGeom>
                <a:avLst/>
                <a:gdLst>
                  <a:gd name="csX0" fmla="*/ 63473 w 63473"/>
                  <a:gd name="csY0" fmla="*/ 72689 h 72688"/>
                  <a:gd name="csX1" fmla="*/ 0 w 63473"/>
                  <a:gd name="csY1" fmla="*/ 36139 h 72688"/>
                  <a:gd name="csX2" fmla="*/ 36364 w 63473"/>
                  <a:gd name="csY2" fmla="*/ 31714 h 72688"/>
                  <a:gd name="csX3" fmla="*/ 54628 w 63473"/>
                  <a:gd name="csY3" fmla="*/ 0 h 726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473" h="72688">
                    <a:moveTo>
                      <a:pt x="63473" y="72689"/>
                    </a:moveTo>
                    <a:lnTo>
                      <a:pt x="0" y="36139"/>
                    </a:lnTo>
                    <a:lnTo>
                      <a:pt x="36364" y="31714"/>
                    </a:lnTo>
                    <a:lnTo>
                      <a:pt x="546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7" name="Graphic 9">
              <a:extLst>
                <a:ext uri="{FF2B5EF4-FFF2-40B4-BE49-F238E27FC236}">
                  <a16:creationId xmlns:a16="http://schemas.microsoft.com/office/drawing/2014/main" id="{389EB88D-EF7A-D4CC-2890-D14705D71051}"/>
                </a:ext>
              </a:extLst>
            </p:cNvPr>
            <p:cNvGrpSpPr/>
            <p:nvPr/>
          </p:nvGrpSpPr>
          <p:grpSpPr>
            <a:xfrm>
              <a:off x="7524821" y="3119589"/>
              <a:ext cx="327603" cy="327795"/>
              <a:chOff x="7524821" y="3119589"/>
              <a:chExt cx="327603" cy="327795"/>
            </a:xfrm>
            <a:solidFill>
              <a:srgbClr val="FFFFFF"/>
            </a:solidFill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6ED1551-80B9-7336-1BD3-34E628C2E4FE}"/>
                  </a:ext>
                </a:extLst>
              </p:cNvPr>
              <p:cNvSpPr/>
              <p:nvPr/>
            </p:nvSpPr>
            <p:spPr>
              <a:xfrm>
                <a:off x="7524821" y="3119589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1798377F-6CF7-787F-84A0-AD930BBE1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33502" y="3187197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8" name="Graphic 9">
              <a:extLst>
                <a:ext uri="{FF2B5EF4-FFF2-40B4-BE49-F238E27FC236}">
                  <a16:creationId xmlns:a16="http://schemas.microsoft.com/office/drawing/2014/main" id="{D98DA805-5F9E-7CA3-C38C-63E3BF27FCA6}"/>
                </a:ext>
              </a:extLst>
            </p:cNvPr>
            <p:cNvGrpSpPr/>
            <p:nvPr/>
          </p:nvGrpSpPr>
          <p:grpSpPr>
            <a:xfrm>
              <a:off x="7209502" y="3719865"/>
              <a:ext cx="315318" cy="315503"/>
              <a:chOff x="7209502" y="3719865"/>
              <a:chExt cx="315318" cy="315503"/>
            </a:xfrm>
            <a:solidFill>
              <a:srgbClr val="FFFFFF"/>
            </a:solidFill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01C08B0-D575-BF93-7510-A5C9AFC19BEE}"/>
                  </a:ext>
                </a:extLst>
              </p:cNvPr>
              <p:cNvSpPr/>
              <p:nvPr/>
            </p:nvSpPr>
            <p:spPr>
              <a:xfrm>
                <a:off x="7209502" y="3719865"/>
                <a:ext cx="315318" cy="315503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2FA32711-9152-059D-CA35-AD9C8805A2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14088" y="3785424"/>
                <a:ext cx="303033" cy="237651"/>
              </a:xfrm>
              <a:custGeom>
                <a:avLst/>
                <a:gdLst>
                  <a:gd name="csX0" fmla="*/ 0 w 303033"/>
                  <a:gd name="csY0" fmla="*/ 0 h 237651"/>
                  <a:gd name="csX1" fmla="*/ 303034 w 303033"/>
                  <a:gd name="csY1" fmla="*/ 0 h 237651"/>
                  <a:gd name="csX2" fmla="*/ 303034 w 303033"/>
                  <a:gd name="csY2" fmla="*/ 237652 h 237651"/>
                  <a:gd name="csX3" fmla="*/ 0 w 30303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3033" h="237651">
                    <a:moveTo>
                      <a:pt x="0" y="0"/>
                    </a:moveTo>
                    <a:lnTo>
                      <a:pt x="303034" y="0"/>
                    </a:lnTo>
                    <a:lnTo>
                      <a:pt x="30303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49" name="Graphic 9">
              <a:extLst>
                <a:ext uri="{FF2B5EF4-FFF2-40B4-BE49-F238E27FC236}">
                  <a16:creationId xmlns:a16="http://schemas.microsoft.com/office/drawing/2014/main" id="{B19667B3-065C-3BF1-335A-F3730042834F}"/>
                </a:ext>
              </a:extLst>
            </p:cNvPr>
            <p:cNvGrpSpPr/>
            <p:nvPr/>
          </p:nvGrpSpPr>
          <p:grpSpPr>
            <a:xfrm>
              <a:off x="8180520" y="2488583"/>
              <a:ext cx="327603" cy="327795"/>
              <a:chOff x="8180520" y="2488583"/>
              <a:chExt cx="327603" cy="327795"/>
            </a:xfrm>
            <a:solidFill>
              <a:srgbClr val="FFFFFF"/>
            </a:solidFill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4DB56C51-267E-0F64-B580-84FDDF8CCCD1}"/>
                  </a:ext>
                </a:extLst>
              </p:cNvPr>
              <p:cNvSpPr/>
              <p:nvPr/>
            </p:nvSpPr>
            <p:spPr>
              <a:xfrm>
                <a:off x="8180520" y="2488583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B900DB86-092A-6847-5CC8-C4A499F868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188710" y="2543898"/>
                <a:ext cx="311223" cy="262236"/>
              </a:xfrm>
              <a:custGeom>
                <a:avLst/>
                <a:gdLst>
                  <a:gd name="csX0" fmla="*/ 0 w 311223"/>
                  <a:gd name="csY0" fmla="*/ 0 h 262236"/>
                  <a:gd name="csX1" fmla="*/ 311224 w 311223"/>
                  <a:gd name="csY1" fmla="*/ 0 h 262236"/>
                  <a:gd name="csX2" fmla="*/ 311224 w 311223"/>
                  <a:gd name="csY2" fmla="*/ 262237 h 262236"/>
                  <a:gd name="csX3" fmla="*/ 0 w 311223"/>
                  <a:gd name="csY3" fmla="*/ 262237 h 2622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62236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62237"/>
                    </a:lnTo>
                    <a:lnTo>
                      <a:pt x="0" y="262237"/>
                    </a:lnTo>
                    <a:close/>
                  </a:path>
                </a:pathLst>
              </a:custGeom>
            </p:spPr>
          </p:pic>
        </p:grpSp>
        <p:grpSp>
          <p:nvGrpSpPr>
            <p:cNvPr id="50" name="Graphic 9">
              <a:extLst>
                <a:ext uri="{FF2B5EF4-FFF2-40B4-BE49-F238E27FC236}">
                  <a16:creationId xmlns:a16="http://schemas.microsoft.com/office/drawing/2014/main" id="{45464A26-32CD-1E5D-5E98-54BD9071BEDC}"/>
                </a:ext>
              </a:extLst>
            </p:cNvPr>
            <p:cNvGrpSpPr/>
            <p:nvPr/>
          </p:nvGrpSpPr>
          <p:grpSpPr>
            <a:xfrm>
              <a:off x="7852424" y="3719865"/>
              <a:ext cx="327603" cy="340087"/>
              <a:chOff x="7852424" y="3719865"/>
              <a:chExt cx="327603" cy="340087"/>
            </a:xfrm>
            <a:solidFill>
              <a:srgbClr val="FFFFFF"/>
            </a:solidFill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3B860FF-D281-CF13-C28C-E8A01DA5813B}"/>
                  </a:ext>
                </a:extLst>
              </p:cNvPr>
              <p:cNvSpPr/>
              <p:nvPr/>
            </p:nvSpPr>
            <p:spPr>
              <a:xfrm>
                <a:off x="7852424" y="3719865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4DBC19DE-2D38-E26D-AE90-4754F04B4D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61106" y="3764937"/>
                <a:ext cx="311223" cy="295016"/>
              </a:xfrm>
              <a:custGeom>
                <a:avLst/>
                <a:gdLst>
                  <a:gd name="csX0" fmla="*/ 0 w 311223"/>
                  <a:gd name="csY0" fmla="*/ 0 h 295016"/>
                  <a:gd name="csX1" fmla="*/ 311224 w 311223"/>
                  <a:gd name="csY1" fmla="*/ 0 h 295016"/>
                  <a:gd name="csX2" fmla="*/ 311224 w 311223"/>
                  <a:gd name="csY2" fmla="*/ 295016 h 295016"/>
                  <a:gd name="csX3" fmla="*/ 0 w 311223"/>
                  <a:gd name="csY3" fmla="*/ 295016 h 2950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95016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95016"/>
                    </a:lnTo>
                    <a:lnTo>
                      <a:pt x="0" y="295016"/>
                    </a:lnTo>
                    <a:close/>
                  </a:path>
                </a:pathLst>
              </a:custGeom>
            </p:spPr>
          </p:pic>
        </p:grp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58A1512A-8E9D-A736-81A6-9D1F8E341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858628" y="2851207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1DD2D50-3D2C-5FA2-A226-FFC48C11D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8446" y="2859402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D6E21518-AF22-A14C-57DA-24652735B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259942" y="2597165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444CB74-0F86-B868-C509-F90AC8FEA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0398" y="2892181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grpSp>
          <p:nvGrpSpPr>
            <p:cNvPr id="55" name="Graphic 9">
              <a:extLst>
                <a:ext uri="{FF2B5EF4-FFF2-40B4-BE49-F238E27FC236}">
                  <a16:creationId xmlns:a16="http://schemas.microsoft.com/office/drawing/2014/main" id="{60E0783F-A371-B827-17E4-C5912A1A0DEE}"/>
                </a:ext>
              </a:extLst>
            </p:cNvPr>
            <p:cNvGrpSpPr/>
            <p:nvPr/>
          </p:nvGrpSpPr>
          <p:grpSpPr>
            <a:xfrm>
              <a:off x="6822111" y="2077937"/>
              <a:ext cx="375188" cy="932414"/>
              <a:chOff x="6822111" y="2077937"/>
              <a:chExt cx="375188" cy="932414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92A174FC-626F-48BA-0BFA-426E13C56C67}"/>
                  </a:ext>
                </a:extLst>
              </p:cNvPr>
              <p:cNvSpPr/>
              <p:nvPr/>
            </p:nvSpPr>
            <p:spPr>
              <a:xfrm>
                <a:off x="6822111" y="2077937"/>
                <a:ext cx="350781" cy="886687"/>
              </a:xfrm>
              <a:custGeom>
                <a:avLst/>
                <a:gdLst>
                  <a:gd name="csX0" fmla="*/ 0 w 350781"/>
                  <a:gd name="csY0" fmla="*/ 0 h 886687"/>
                  <a:gd name="csX1" fmla="*/ 350781 w 350781"/>
                  <a:gd name="csY1" fmla="*/ 886687 h 8866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0781" h="886687">
                    <a:moveTo>
                      <a:pt x="0" y="0"/>
                    </a:moveTo>
                    <a:lnTo>
                      <a:pt x="350781" y="886687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A000351B-6A25-2305-E810-78C73C489848}"/>
                  </a:ext>
                </a:extLst>
              </p:cNvPr>
              <p:cNvSpPr/>
              <p:nvPr/>
            </p:nvSpPr>
            <p:spPr>
              <a:xfrm>
                <a:off x="7136365" y="2937335"/>
                <a:ext cx="60934" cy="73016"/>
              </a:xfrm>
              <a:custGeom>
                <a:avLst/>
                <a:gdLst>
                  <a:gd name="csX0" fmla="*/ 54628 w 60934"/>
                  <a:gd name="csY0" fmla="*/ 73017 h 73016"/>
                  <a:gd name="csX1" fmla="*/ 0 w 60934"/>
                  <a:gd name="csY1" fmla="*/ 24093 h 73016"/>
                  <a:gd name="csX2" fmla="*/ 36528 w 60934"/>
                  <a:gd name="csY2" fmla="*/ 27289 h 73016"/>
                  <a:gd name="csX3" fmla="*/ 60934 w 60934"/>
                  <a:gd name="csY3" fmla="*/ 0 h 730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4" h="73016">
                    <a:moveTo>
                      <a:pt x="54628" y="73017"/>
                    </a:moveTo>
                    <a:lnTo>
                      <a:pt x="0" y="24093"/>
                    </a:lnTo>
                    <a:lnTo>
                      <a:pt x="36528" y="27289"/>
                    </a:lnTo>
                    <a:lnTo>
                      <a:pt x="60934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55D5098-71E1-FB74-B8EA-FF44F3940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4342" y="3375680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5C884FD0-FD7F-D8C9-2C79-90217DED3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381985" y="3375680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</p:grpSp>
      <p:sp>
        <p:nvSpPr>
          <p:cNvPr id="295" name="TextBox 294">
            <a:extLst>
              <a:ext uri="{FF2B5EF4-FFF2-40B4-BE49-F238E27FC236}">
                <a16:creationId xmlns:a16="http://schemas.microsoft.com/office/drawing/2014/main" id="{60278367-350F-8FF1-CACB-B90641C9AFFB}"/>
              </a:ext>
            </a:extLst>
          </p:cNvPr>
          <p:cNvSpPr txBox="1"/>
          <p:nvPr/>
        </p:nvSpPr>
        <p:spPr>
          <a:xfrm>
            <a:off x="4435970" y="1544389"/>
            <a:ext cx="1700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Freeform 295">
            <a:extLst>
              <a:ext uri="{FF2B5EF4-FFF2-40B4-BE49-F238E27FC236}">
                <a16:creationId xmlns:a16="http://schemas.microsoft.com/office/drawing/2014/main" id="{29F6DCD7-C9AC-22FF-EE52-26DE9D17C02E}"/>
              </a:ext>
            </a:extLst>
          </p:cNvPr>
          <p:cNvSpPr/>
          <p:nvPr/>
        </p:nvSpPr>
        <p:spPr>
          <a:xfrm rot="206830">
            <a:off x="6959067" y="1819175"/>
            <a:ext cx="1127507" cy="1530417"/>
          </a:xfrm>
          <a:custGeom>
            <a:avLst/>
            <a:gdLst>
              <a:gd name="csX0" fmla="*/ 0 w 1127507"/>
              <a:gd name="csY0" fmla="*/ 0 h 1530417"/>
              <a:gd name="csX1" fmla="*/ 48126 w 1127507"/>
              <a:gd name="csY1" fmla="*/ 48126 h 1530417"/>
              <a:gd name="csX2" fmla="*/ 77002 w 1127507"/>
              <a:gd name="csY2" fmla="*/ 57751 h 1530417"/>
              <a:gd name="csX3" fmla="*/ 115503 w 1127507"/>
              <a:gd name="csY3" fmla="*/ 86627 h 1530417"/>
              <a:gd name="csX4" fmla="*/ 173254 w 1127507"/>
              <a:gd name="csY4" fmla="*/ 125128 h 1530417"/>
              <a:gd name="csX5" fmla="*/ 202130 w 1127507"/>
              <a:gd name="csY5" fmla="*/ 154004 h 1530417"/>
              <a:gd name="csX6" fmla="*/ 298383 w 1127507"/>
              <a:gd name="csY6" fmla="*/ 211756 h 1530417"/>
              <a:gd name="csX7" fmla="*/ 356134 w 1127507"/>
              <a:gd name="csY7" fmla="*/ 240631 h 1530417"/>
              <a:gd name="csX8" fmla="*/ 394635 w 1127507"/>
              <a:gd name="csY8" fmla="*/ 269507 h 1530417"/>
              <a:gd name="csX9" fmla="*/ 481263 w 1127507"/>
              <a:gd name="csY9" fmla="*/ 327259 h 1530417"/>
              <a:gd name="csX10" fmla="*/ 539014 w 1127507"/>
              <a:gd name="csY10" fmla="*/ 365760 h 1530417"/>
              <a:gd name="csX11" fmla="*/ 635267 w 1127507"/>
              <a:gd name="csY11" fmla="*/ 433137 h 1530417"/>
              <a:gd name="csX12" fmla="*/ 721894 w 1127507"/>
              <a:gd name="csY12" fmla="*/ 490888 h 1530417"/>
              <a:gd name="csX13" fmla="*/ 750770 w 1127507"/>
              <a:gd name="csY13" fmla="*/ 510139 h 1530417"/>
              <a:gd name="csX14" fmla="*/ 779646 w 1127507"/>
              <a:gd name="csY14" fmla="*/ 519764 h 1530417"/>
              <a:gd name="csX15" fmla="*/ 779646 w 1127507"/>
              <a:gd name="csY15" fmla="*/ 1010652 h 1530417"/>
              <a:gd name="csX16" fmla="*/ 818147 w 1127507"/>
              <a:gd name="csY16" fmla="*/ 1097280 h 1530417"/>
              <a:gd name="csX17" fmla="*/ 885524 w 1127507"/>
              <a:gd name="csY17" fmla="*/ 1174282 h 1530417"/>
              <a:gd name="csX18" fmla="*/ 895149 w 1127507"/>
              <a:gd name="csY18" fmla="*/ 1203158 h 1530417"/>
              <a:gd name="csX19" fmla="*/ 952901 w 1127507"/>
              <a:gd name="csY19" fmla="*/ 1260909 h 1530417"/>
              <a:gd name="csX20" fmla="*/ 991402 w 1127507"/>
              <a:gd name="csY20" fmla="*/ 1309036 h 1530417"/>
              <a:gd name="csX21" fmla="*/ 1039528 w 1127507"/>
              <a:gd name="csY21" fmla="*/ 1357162 h 1530417"/>
              <a:gd name="csX22" fmla="*/ 1049153 w 1127507"/>
              <a:gd name="csY22" fmla="*/ 1386038 h 1530417"/>
              <a:gd name="csX23" fmla="*/ 1078029 w 1127507"/>
              <a:gd name="csY23" fmla="*/ 1414913 h 1530417"/>
              <a:gd name="csX24" fmla="*/ 1097280 w 1127507"/>
              <a:gd name="csY24" fmla="*/ 1443789 h 1530417"/>
              <a:gd name="csX25" fmla="*/ 1106905 w 1127507"/>
              <a:gd name="csY25" fmla="*/ 1472665 h 1530417"/>
              <a:gd name="csX26" fmla="*/ 1126155 w 1127507"/>
              <a:gd name="csY26" fmla="*/ 1501541 h 1530417"/>
              <a:gd name="csX27" fmla="*/ 1126155 w 1127507"/>
              <a:gd name="csY27" fmla="*/ 1530417 h 15304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127507" h="1530417">
                <a:moveTo>
                  <a:pt x="0" y="0"/>
                </a:moveTo>
                <a:cubicBezTo>
                  <a:pt x="16042" y="16042"/>
                  <a:pt x="29976" y="34514"/>
                  <a:pt x="48126" y="48126"/>
                </a:cubicBezTo>
                <a:cubicBezTo>
                  <a:pt x="56243" y="54214"/>
                  <a:pt x="68193" y="52717"/>
                  <a:pt x="77002" y="57751"/>
                </a:cubicBezTo>
                <a:cubicBezTo>
                  <a:pt x="90930" y="65710"/>
                  <a:pt x="102361" y="77427"/>
                  <a:pt x="115503" y="86627"/>
                </a:cubicBezTo>
                <a:cubicBezTo>
                  <a:pt x="134457" y="99895"/>
                  <a:pt x="156894" y="108768"/>
                  <a:pt x="173254" y="125128"/>
                </a:cubicBezTo>
                <a:cubicBezTo>
                  <a:pt x="182879" y="134753"/>
                  <a:pt x="191385" y="145647"/>
                  <a:pt x="202130" y="154004"/>
                </a:cubicBezTo>
                <a:cubicBezTo>
                  <a:pt x="267327" y="204713"/>
                  <a:pt x="241975" y="179523"/>
                  <a:pt x="298383" y="211756"/>
                </a:cubicBezTo>
                <a:cubicBezTo>
                  <a:pt x="350625" y="241608"/>
                  <a:pt x="303196" y="222985"/>
                  <a:pt x="356134" y="240631"/>
                </a:cubicBezTo>
                <a:cubicBezTo>
                  <a:pt x="368968" y="250256"/>
                  <a:pt x="381493" y="260307"/>
                  <a:pt x="394635" y="269507"/>
                </a:cubicBezTo>
                <a:cubicBezTo>
                  <a:pt x="423066" y="289409"/>
                  <a:pt x="452387" y="308008"/>
                  <a:pt x="481263" y="327259"/>
                </a:cubicBezTo>
                <a:cubicBezTo>
                  <a:pt x="481291" y="327277"/>
                  <a:pt x="538987" y="365740"/>
                  <a:pt x="539014" y="365760"/>
                </a:cubicBezTo>
                <a:cubicBezTo>
                  <a:pt x="596021" y="408515"/>
                  <a:pt x="564172" y="385741"/>
                  <a:pt x="635267" y="433137"/>
                </a:cubicBezTo>
                <a:lnTo>
                  <a:pt x="721894" y="490888"/>
                </a:lnTo>
                <a:cubicBezTo>
                  <a:pt x="731519" y="497305"/>
                  <a:pt x="739795" y="506481"/>
                  <a:pt x="750770" y="510139"/>
                </a:cubicBezTo>
                <a:lnTo>
                  <a:pt x="779646" y="519764"/>
                </a:lnTo>
                <a:cubicBezTo>
                  <a:pt x="766847" y="762945"/>
                  <a:pt x="764370" y="712768"/>
                  <a:pt x="779646" y="1010652"/>
                </a:cubicBezTo>
                <a:cubicBezTo>
                  <a:pt x="783433" y="1084498"/>
                  <a:pt x="774205" y="1067985"/>
                  <a:pt x="818147" y="1097280"/>
                </a:cubicBezTo>
                <a:cubicBezTo>
                  <a:pt x="863065" y="1164656"/>
                  <a:pt x="837398" y="1142197"/>
                  <a:pt x="885524" y="1174282"/>
                </a:cubicBezTo>
                <a:cubicBezTo>
                  <a:pt x="888732" y="1183907"/>
                  <a:pt x="888920" y="1195149"/>
                  <a:pt x="895149" y="1203158"/>
                </a:cubicBezTo>
                <a:cubicBezTo>
                  <a:pt x="911863" y="1224648"/>
                  <a:pt x="952901" y="1260909"/>
                  <a:pt x="952901" y="1260909"/>
                </a:cubicBezTo>
                <a:cubicBezTo>
                  <a:pt x="971639" y="1317124"/>
                  <a:pt x="947865" y="1265499"/>
                  <a:pt x="991402" y="1309036"/>
                </a:cubicBezTo>
                <a:cubicBezTo>
                  <a:pt x="1055571" y="1373205"/>
                  <a:pt x="962524" y="1305825"/>
                  <a:pt x="1039528" y="1357162"/>
                </a:cubicBezTo>
                <a:cubicBezTo>
                  <a:pt x="1042736" y="1366787"/>
                  <a:pt x="1043525" y="1377596"/>
                  <a:pt x="1049153" y="1386038"/>
                </a:cubicBezTo>
                <a:cubicBezTo>
                  <a:pt x="1056704" y="1397364"/>
                  <a:pt x="1069315" y="1404456"/>
                  <a:pt x="1078029" y="1414913"/>
                </a:cubicBezTo>
                <a:cubicBezTo>
                  <a:pt x="1085435" y="1423800"/>
                  <a:pt x="1090863" y="1434164"/>
                  <a:pt x="1097280" y="1443789"/>
                </a:cubicBezTo>
                <a:cubicBezTo>
                  <a:pt x="1100488" y="1453414"/>
                  <a:pt x="1102368" y="1463590"/>
                  <a:pt x="1106905" y="1472665"/>
                </a:cubicBezTo>
                <a:cubicBezTo>
                  <a:pt x="1112078" y="1483012"/>
                  <a:pt x="1122497" y="1490567"/>
                  <a:pt x="1126155" y="1501541"/>
                </a:cubicBezTo>
                <a:cubicBezTo>
                  <a:pt x="1129199" y="1510672"/>
                  <a:pt x="1126155" y="1520792"/>
                  <a:pt x="1126155" y="1530417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D5871FBD-F79A-6773-53B6-05D3F0764182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298" name="Text 13">
              <a:extLst>
                <a:ext uri="{FF2B5EF4-FFF2-40B4-BE49-F238E27FC236}">
                  <a16:creationId xmlns:a16="http://schemas.microsoft.com/office/drawing/2014/main" id="{350BDC37-CB14-51C3-865B-47FD8A7B4443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A719EDDA-C615-1D08-979A-22CA0A241554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EA006BE1-6211-F9F6-5D96-5A471058DB4B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1D879D6B-C87C-A229-5D25-D078299F60E6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474B3CAA-DDF7-110D-5B7C-B803208B02AB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DA7C6A7-0CF9-D423-9293-47A858B0B07A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4" name="Text 13">
              <a:extLst>
                <a:ext uri="{FF2B5EF4-FFF2-40B4-BE49-F238E27FC236}">
                  <a16:creationId xmlns:a16="http://schemas.microsoft.com/office/drawing/2014/main" id="{059BB308-D1D5-B0F4-5CFB-5C52B6756DD2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05" name="Text 13">
              <a:extLst>
                <a:ext uri="{FF2B5EF4-FFF2-40B4-BE49-F238E27FC236}">
                  <a16:creationId xmlns:a16="http://schemas.microsoft.com/office/drawing/2014/main" id="{78E307C2-0769-80FE-B147-3AE0350C439C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06" name="Text 13">
              <a:extLst>
                <a:ext uri="{FF2B5EF4-FFF2-40B4-BE49-F238E27FC236}">
                  <a16:creationId xmlns:a16="http://schemas.microsoft.com/office/drawing/2014/main" id="{0AABDB24-DCEE-D541-AF50-59291388D186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40DD1A4-EEED-2F94-8F1F-07871140AB59}"/>
              </a:ext>
            </a:extLst>
          </p:cNvPr>
          <p:cNvSpPr/>
          <p:nvPr/>
        </p:nvSpPr>
        <p:spPr>
          <a:xfrm>
            <a:off x="5708356" y="938648"/>
            <a:ext cx="5641448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F9BC5-69B7-744A-325D-8252E6223BD5}"/>
              </a:ext>
            </a:extLst>
          </p:cNvPr>
          <p:cNvSpPr/>
          <p:nvPr/>
        </p:nvSpPr>
        <p:spPr>
          <a:xfrm>
            <a:off x="1823242" y="933225"/>
            <a:ext cx="123046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31599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/>
      <p:bldP spid="23" grpId="0"/>
      <p:bldP spid="24" grpId="0"/>
      <p:bldP spid="295" grpId="0"/>
      <p:bldP spid="29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82D8D-83F9-C325-4D1E-2B34C5AE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A556A7-80A2-0972-5954-31EBF130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F7A0AF-E770-772F-1B2C-BAE9544E0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48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54E15880-4B2F-2D76-1900-619DA4813424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5815FE6-C0E2-26F8-5119-FD196C80C6FE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D1B132F-1FC4-923D-1727-41933A482C5A}"/>
              </a:ext>
            </a:extLst>
          </p:cNvPr>
          <p:cNvGrpSpPr/>
          <p:nvPr/>
        </p:nvGrpSpPr>
        <p:grpSpPr>
          <a:xfrm>
            <a:off x="3501197" y="1980554"/>
            <a:ext cx="1717469" cy="3250255"/>
            <a:chOff x="1247851" y="1786236"/>
            <a:chExt cx="1717469" cy="3250255"/>
          </a:xfrm>
        </p:grpSpPr>
        <p:grpSp>
          <p:nvGrpSpPr>
            <p:cNvPr id="22" name="Graphic 2">
              <a:extLst>
                <a:ext uri="{FF2B5EF4-FFF2-40B4-BE49-F238E27FC236}">
                  <a16:creationId xmlns:a16="http://schemas.microsoft.com/office/drawing/2014/main" id="{01A8C965-F364-D3A6-7464-4D5A665D7DA7}"/>
                </a:ext>
              </a:extLst>
            </p:cNvPr>
            <p:cNvGrpSpPr/>
            <p:nvPr/>
          </p:nvGrpSpPr>
          <p:grpSpPr>
            <a:xfrm>
              <a:off x="2143016" y="2201604"/>
              <a:ext cx="83271" cy="257112"/>
              <a:chOff x="2143016" y="2201604"/>
              <a:chExt cx="83271" cy="257112"/>
            </a:xfrm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576D030-F250-8482-A869-AA1A874DDA7D}"/>
                  </a:ext>
                </a:extLst>
              </p:cNvPr>
              <p:cNvSpPr/>
              <p:nvPr/>
            </p:nvSpPr>
            <p:spPr>
              <a:xfrm>
                <a:off x="2184652" y="2201604"/>
                <a:ext cx="10408" cy="194807"/>
              </a:xfrm>
              <a:custGeom>
                <a:avLst/>
                <a:gdLst>
                  <a:gd name="csX0" fmla="*/ 0 w 10408"/>
                  <a:gd name="csY0" fmla="*/ 0 h 194807"/>
                  <a:gd name="csX1" fmla="*/ 0 w 10408"/>
                  <a:gd name="csY1" fmla="*/ 194808 h 1948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194807">
                    <a:moveTo>
                      <a:pt x="0" y="0"/>
                    </a:moveTo>
                    <a:lnTo>
                      <a:pt x="0" y="194808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6A9F0161-C54E-DE67-CBA8-EDCC04E8FE29}"/>
                  </a:ext>
                </a:extLst>
              </p:cNvPr>
              <p:cNvSpPr/>
              <p:nvPr/>
            </p:nvSpPr>
            <p:spPr>
              <a:xfrm>
                <a:off x="2143016" y="2375643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" name="Graphic 2">
              <a:extLst>
                <a:ext uri="{FF2B5EF4-FFF2-40B4-BE49-F238E27FC236}">
                  <a16:creationId xmlns:a16="http://schemas.microsoft.com/office/drawing/2014/main" id="{5273364F-832E-01BA-197F-E406C085BD8F}"/>
                </a:ext>
              </a:extLst>
            </p:cNvPr>
            <p:cNvGrpSpPr/>
            <p:nvPr/>
          </p:nvGrpSpPr>
          <p:grpSpPr>
            <a:xfrm>
              <a:off x="1976474" y="1786236"/>
              <a:ext cx="416356" cy="415368"/>
              <a:chOff x="1976474" y="1786236"/>
              <a:chExt cx="416356" cy="415368"/>
            </a:xfrm>
            <a:solidFill>
              <a:srgbClr val="FFFFFF"/>
            </a:solidFill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426578C-53F5-AFEB-DB01-E3263B799280}"/>
                  </a:ext>
                </a:extLst>
              </p:cNvPr>
              <p:cNvSpPr/>
              <p:nvPr/>
            </p:nvSpPr>
            <p:spPr>
              <a:xfrm>
                <a:off x="1976474" y="1786236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7ECB328F-3484-363C-49DF-6E35BF5EA6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6883" y="1874501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2">
              <a:extLst>
                <a:ext uri="{FF2B5EF4-FFF2-40B4-BE49-F238E27FC236}">
                  <a16:creationId xmlns:a16="http://schemas.microsoft.com/office/drawing/2014/main" id="{757966E5-D07C-03FB-1B0A-70889F5B2FBA}"/>
                </a:ext>
              </a:extLst>
            </p:cNvPr>
            <p:cNvGrpSpPr/>
            <p:nvPr/>
          </p:nvGrpSpPr>
          <p:grpSpPr>
            <a:xfrm>
              <a:off x="2143016" y="2897345"/>
              <a:ext cx="83271" cy="350570"/>
              <a:chOff x="2143016" y="2897345"/>
              <a:chExt cx="83271" cy="350570"/>
            </a:xfrm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D4A5429-EF3E-61CB-CB4E-1C1A4402BFE7}"/>
                  </a:ext>
                </a:extLst>
              </p:cNvPr>
              <p:cNvSpPr/>
              <p:nvPr/>
            </p:nvSpPr>
            <p:spPr>
              <a:xfrm>
                <a:off x="2184652" y="2897345"/>
                <a:ext cx="10408" cy="288265"/>
              </a:xfrm>
              <a:custGeom>
                <a:avLst/>
                <a:gdLst>
                  <a:gd name="csX0" fmla="*/ 0 w 10408"/>
                  <a:gd name="csY0" fmla="*/ 0 h 288265"/>
                  <a:gd name="csX1" fmla="*/ 0 w 10408"/>
                  <a:gd name="csY1" fmla="*/ 288265 h 288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288265">
                    <a:moveTo>
                      <a:pt x="0" y="0"/>
                    </a:moveTo>
                    <a:lnTo>
                      <a:pt x="0" y="288265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FFE7811-5366-9732-EB84-DEFE95EC74F8}"/>
                  </a:ext>
                </a:extLst>
              </p:cNvPr>
              <p:cNvSpPr/>
              <p:nvPr/>
            </p:nvSpPr>
            <p:spPr>
              <a:xfrm>
                <a:off x="2143016" y="3164842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" name="Graphic 2">
              <a:extLst>
                <a:ext uri="{FF2B5EF4-FFF2-40B4-BE49-F238E27FC236}">
                  <a16:creationId xmlns:a16="http://schemas.microsoft.com/office/drawing/2014/main" id="{14D4039E-B252-3709-5414-A558AB4DDCAF}"/>
                </a:ext>
              </a:extLst>
            </p:cNvPr>
            <p:cNvGrpSpPr/>
            <p:nvPr/>
          </p:nvGrpSpPr>
          <p:grpSpPr>
            <a:xfrm>
              <a:off x="1976474" y="2481977"/>
              <a:ext cx="416356" cy="415368"/>
              <a:chOff x="1976474" y="2481977"/>
              <a:chExt cx="416356" cy="415368"/>
            </a:xfrm>
            <a:solidFill>
              <a:srgbClr val="FFFFFF"/>
            </a:solidFill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8F209A5-DAF4-A218-4C3A-E6FDC5D156F8}"/>
                  </a:ext>
                </a:extLst>
              </p:cNvPr>
              <p:cNvSpPr/>
              <p:nvPr/>
            </p:nvSpPr>
            <p:spPr>
              <a:xfrm>
                <a:off x="1976474" y="2481977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1D676939-C1F6-015A-E2C9-FF75CA5DE5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6883" y="2570243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36" name="Graphic 2">
              <a:extLst>
                <a:ext uri="{FF2B5EF4-FFF2-40B4-BE49-F238E27FC236}">
                  <a16:creationId xmlns:a16="http://schemas.microsoft.com/office/drawing/2014/main" id="{F5ACDC56-F831-AC7D-7608-BA1F53AB3BE1}"/>
                </a:ext>
              </a:extLst>
            </p:cNvPr>
            <p:cNvGrpSpPr/>
            <p:nvPr/>
          </p:nvGrpSpPr>
          <p:grpSpPr>
            <a:xfrm>
              <a:off x="1976474" y="4049992"/>
              <a:ext cx="416356" cy="415368"/>
              <a:chOff x="1976474" y="4049992"/>
              <a:chExt cx="416356" cy="415368"/>
            </a:xfrm>
            <a:solidFill>
              <a:srgbClr val="FFFFFF"/>
            </a:solidFill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30C0C3EA-5730-CC80-0B3D-DDADACCD2F68}"/>
                  </a:ext>
                </a:extLst>
              </p:cNvPr>
              <p:cNvSpPr/>
              <p:nvPr/>
            </p:nvSpPr>
            <p:spPr>
              <a:xfrm>
                <a:off x="1976474" y="4049992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A0B908FE-57FE-69B4-BBCC-90A090C472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6883" y="4138258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39" name="Graphic 2">
              <a:extLst>
                <a:ext uri="{FF2B5EF4-FFF2-40B4-BE49-F238E27FC236}">
                  <a16:creationId xmlns:a16="http://schemas.microsoft.com/office/drawing/2014/main" id="{2E8934E6-4B10-2D0C-8059-8F6B5401AE48}"/>
                </a:ext>
              </a:extLst>
            </p:cNvPr>
            <p:cNvGrpSpPr/>
            <p:nvPr/>
          </p:nvGrpSpPr>
          <p:grpSpPr>
            <a:xfrm>
              <a:off x="1976474" y="3271177"/>
              <a:ext cx="416356" cy="415368"/>
              <a:chOff x="1976474" y="3271177"/>
              <a:chExt cx="416356" cy="415368"/>
            </a:xfrm>
            <a:solidFill>
              <a:srgbClr val="FFFFFF"/>
            </a:solidFill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77F7DEC-E7D1-7AE3-1001-3851336C855F}"/>
                  </a:ext>
                </a:extLst>
              </p:cNvPr>
              <p:cNvSpPr/>
              <p:nvPr/>
            </p:nvSpPr>
            <p:spPr>
              <a:xfrm>
                <a:off x="1976474" y="3271177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C4C2EEF0-DEFC-459E-8171-7850634AFE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86883" y="3359443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9BED64CC-1E1E-379E-C96C-899E3810CD0B}"/>
                </a:ext>
              </a:extLst>
            </p:cNvPr>
            <p:cNvGrpSpPr/>
            <p:nvPr/>
          </p:nvGrpSpPr>
          <p:grpSpPr>
            <a:xfrm>
              <a:off x="1632980" y="2501396"/>
              <a:ext cx="465069" cy="1174764"/>
              <a:chOff x="1632980" y="2501396"/>
              <a:chExt cx="465069" cy="1174764"/>
            </a:xfrm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3261A547-FE22-8997-3078-416238C70E5A}"/>
                  </a:ext>
                </a:extLst>
              </p:cNvPr>
              <p:cNvSpPr/>
              <p:nvPr/>
            </p:nvSpPr>
            <p:spPr>
              <a:xfrm>
                <a:off x="1632980" y="2542933"/>
                <a:ext cx="465069" cy="1133228"/>
              </a:xfrm>
              <a:custGeom>
                <a:avLst/>
                <a:gdLst>
                  <a:gd name="csX0" fmla="*/ 465070 w 465069"/>
                  <a:gd name="csY0" fmla="*/ 1133228 h 1133228"/>
                  <a:gd name="csX1" fmla="*/ 0 w 465069"/>
                  <a:gd name="csY1" fmla="*/ 566770 h 1133228"/>
                  <a:gd name="csX2" fmla="*/ 318721 w 465069"/>
                  <a:gd name="csY2" fmla="*/ 0 h 11332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65069" h="1133228">
                    <a:moveTo>
                      <a:pt x="465070" y="1133228"/>
                    </a:moveTo>
                    <a:cubicBezTo>
                      <a:pt x="155023" y="1133228"/>
                      <a:pt x="0" y="944412"/>
                      <a:pt x="0" y="566770"/>
                    </a:cubicBezTo>
                    <a:cubicBezTo>
                      <a:pt x="0" y="189131"/>
                      <a:pt x="106241" y="208"/>
                      <a:pt x="318721" y="0"/>
                    </a:cubicBezTo>
                  </a:path>
                </a:pathLst>
              </a:custGeom>
              <a:noFill/>
              <a:ln w="20806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1B798801-8EC0-5B8A-D8FC-0E7F44EAE76B}"/>
                  </a:ext>
                </a:extLst>
              </p:cNvPr>
              <p:cNvSpPr/>
              <p:nvPr/>
            </p:nvSpPr>
            <p:spPr>
              <a:xfrm>
                <a:off x="1930883" y="2501396"/>
                <a:ext cx="83271" cy="83073"/>
              </a:xfrm>
              <a:custGeom>
                <a:avLst/>
                <a:gdLst>
                  <a:gd name="csX0" fmla="*/ 83271 w 83271"/>
                  <a:gd name="csY0" fmla="*/ 41433 h 83073"/>
                  <a:gd name="csX1" fmla="*/ 104 w 83271"/>
                  <a:gd name="csY1" fmla="*/ 83074 h 83073"/>
                  <a:gd name="csX2" fmla="*/ 20818 w 83271"/>
                  <a:gd name="csY2" fmla="*/ 41537 h 83073"/>
                  <a:gd name="csX3" fmla="*/ 0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83271" y="41433"/>
                    </a:moveTo>
                    <a:lnTo>
                      <a:pt x="104" y="83074"/>
                    </a:lnTo>
                    <a:lnTo>
                      <a:pt x="20818" y="41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20806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E0318955-0425-070C-A102-2EE5BD0DBECF}"/>
                </a:ext>
              </a:extLst>
            </p:cNvPr>
            <p:cNvGrpSpPr/>
            <p:nvPr/>
          </p:nvGrpSpPr>
          <p:grpSpPr>
            <a:xfrm>
              <a:off x="2143016" y="3686545"/>
              <a:ext cx="83271" cy="340186"/>
              <a:chOff x="2143016" y="3686545"/>
              <a:chExt cx="83271" cy="340186"/>
            </a:xfrm>
          </p:grpSpPr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29505731-7C2E-82D5-5C26-AF1640C57C12}"/>
                  </a:ext>
                </a:extLst>
              </p:cNvPr>
              <p:cNvSpPr/>
              <p:nvPr/>
            </p:nvSpPr>
            <p:spPr>
              <a:xfrm>
                <a:off x="2184652" y="3686545"/>
                <a:ext cx="10408" cy="277881"/>
              </a:xfrm>
              <a:custGeom>
                <a:avLst/>
                <a:gdLst>
                  <a:gd name="csX0" fmla="*/ 0 w 10408"/>
                  <a:gd name="csY0" fmla="*/ 0 h 277881"/>
                  <a:gd name="csX1" fmla="*/ 0 w 10408"/>
                  <a:gd name="csY1" fmla="*/ 277881 h 2778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277881">
                    <a:moveTo>
                      <a:pt x="0" y="0"/>
                    </a:moveTo>
                    <a:lnTo>
                      <a:pt x="0" y="277881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8EF5DED0-756A-C129-E695-AAEB24C5FDFA}"/>
                  </a:ext>
                </a:extLst>
              </p:cNvPr>
              <p:cNvSpPr/>
              <p:nvPr/>
            </p:nvSpPr>
            <p:spPr>
              <a:xfrm>
                <a:off x="2143016" y="3943658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1" name="Graphic 2">
              <a:extLst>
                <a:ext uri="{FF2B5EF4-FFF2-40B4-BE49-F238E27FC236}">
                  <a16:creationId xmlns:a16="http://schemas.microsoft.com/office/drawing/2014/main" id="{8295A772-2CA8-007F-82B8-9142EEBB5719}"/>
                </a:ext>
              </a:extLst>
            </p:cNvPr>
            <p:cNvGrpSpPr/>
            <p:nvPr/>
          </p:nvGrpSpPr>
          <p:grpSpPr>
            <a:xfrm>
              <a:off x="1247851" y="1786236"/>
              <a:ext cx="728623" cy="415368"/>
              <a:chOff x="1247851" y="1786236"/>
              <a:chExt cx="728623" cy="415368"/>
            </a:xfrm>
            <a:noFill/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FE0FCAA-1260-99BF-5FB6-51C035898302}"/>
                  </a:ext>
                </a:extLst>
              </p:cNvPr>
              <p:cNvSpPr/>
              <p:nvPr/>
            </p:nvSpPr>
            <p:spPr>
              <a:xfrm>
                <a:off x="1247851" y="1786236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0333B292-6B8D-CE05-3DFF-4F993BDAFB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46735" y="1864117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54" name="Graphic 2">
              <a:extLst>
                <a:ext uri="{FF2B5EF4-FFF2-40B4-BE49-F238E27FC236}">
                  <a16:creationId xmlns:a16="http://schemas.microsoft.com/office/drawing/2014/main" id="{24B5ABBD-80AC-2F7F-3517-D6262F284496}"/>
                </a:ext>
              </a:extLst>
            </p:cNvPr>
            <p:cNvGrpSpPr/>
            <p:nvPr/>
          </p:nvGrpSpPr>
          <p:grpSpPr>
            <a:xfrm>
              <a:off x="1247851" y="4049992"/>
              <a:ext cx="728623" cy="415368"/>
              <a:chOff x="1247851" y="4049992"/>
              <a:chExt cx="728623" cy="415368"/>
            </a:xfrm>
            <a:noFill/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4F20509-8629-BE14-3970-313CED97613C}"/>
                  </a:ext>
                </a:extLst>
              </p:cNvPr>
              <p:cNvSpPr/>
              <p:nvPr/>
            </p:nvSpPr>
            <p:spPr>
              <a:xfrm>
                <a:off x="1247851" y="4049992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E02ED966-83C9-6814-3D1B-B17DABADF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46735" y="4127874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57" name="Graphic 2">
              <a:extLst>
                <a:ext uri="{FF2B5EF4-FFF2-40B4-BE49-F238E27FC236}">
                  <a16:creationId xmlns:a16="http://schemas.microsoft.com/office/drawing/2014/main" id="{E4043B8B-FD81-0698-C7A2-30F2FB9D1B44}"/>
                </a:ext>
              </a:extLst>
            </p:cNvPr>
            <p:cNvGrpSpPr/>
            <p:nvPr/>
          </p:nvGrpSpPr>
          <p:grpSpPr>
            <a:xfrm>
              <a:off x="2548964" y="4621123"/>
              <a:ext cx="416356" cy="415368"/>
              <a:chOff x="2548964" y="4621123"/>
              <a:chExt cx="416356" cy="415368"/>
            </a:xfrm>
            <a:solidFill>
              <a:srgbClr val="FFFFFF"/>
            </a:solidFill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3621103A-AE8F-6852-DCF2-1DF3235161B1}"/>
                  </a:ext>
                </a:extLst>
              </p:cNvPr>
              <p:cNvSpPr/>
              <p:nvPr/>
            </p:nvSpPr>
            <p:spPr>
              <a:xfrm>
                <a:off x="2548964" y="4621123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27F74EC0-8868-FE6C-0EFC-35BF7296E8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59373" y="4709389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60" name="Graphic 2">
              <a:extLst>
                <a:ext uri="{FF2B5EF4-FFF2-40B4-BE49-F238E27FC236}">
                  <a16:creationId xmlns:a16="http://schemas.microsoft.com/office/drawing/2014/main" id="{BA906780-2033-ADEF-E251-F0C56F9772C7}"/>
                </a:ext>
              </a:extLst>
            </p:cNvPr>
            <p:cNvGrpSpPr/>
            <p:nvPr/>
          </p:nvGrpSpPr>
          <p:grpSpPr>
            <a:xfrm>
              <a:off x="2331834" y="4404509"/>
              <a:ext cx="261679" cy="261058"/>
              <a:chOff x="2331834" y="4404509"/>
              <a:chExt cx="261679" cy="261058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719CE371-FEA7-A8EE-EFAE-38A7A3B5F977}"/>
                  </a:ext>
                </a:extLst>
              </p:cNvPr>
              <p:cNvSpPr/>
              <p:nvPr/>
            </p:nvSpPr>
            <p:spPr>
              <a:xfrm>
                <a:off x="2331834" y="4404509"/>
                <a:ext cx="217442" cy="216925"/>
              </a:xfrm>
              <a:custGeom>
                <a:avLst/>
                <a:gdLst>
                  <a:gd name="csX0" fmla="*/ 0 w 217442"/>
                  <a:gd name="csY0" fmla="*/ 0 h 216925"/>
                  <a:gd name="csX1" fmla="*/ 217442 w 217442"/>
                  <a:gd name="csY1" fmla="*/ 216926 h 216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7442" h="216925">
                    <a:moveTo>
                      <a:pt x="0" y="0"/>
                    </a:moveTo>
                    <a:lnTo>
                      <a:pt x="217442" y="216926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88A1A281-FE88-2736-B149-6EE9FEB6658B}"/>
                  </a:ext>
                </a:extLst>
              </p:cNvPr>
              <p:cNvSpPr/>
              <p:nvPr/>
            </p:nvSpPr>
            <p:spPr>
              <a:xfrm>
                <a:off x="2505142" y="4577406"/>
                <a:ext cx="88371" cy="88161"/>
              </a:xfrm>
              <a:custGeom>
                <a:avLst/>
                <a:gdLst>
                  <a:gd name="csX0" fmla="*/ 88372 w 88371"/>
                  <a:gd name="csY0" fmla="*/ 88162 h 88161"/>
                  <a:gd name="csX1" fmla="*/ 0 w 88371"/>
                  <a:gd name="csY1" fmla="*/ 58775 h 88161"/>
                  <a:gd name="csX2" fmla="*/ 44134 w 88371"/>
                  <a:gd name="csY2" fmla="*/ 44029 h 88161"/>
                  <a:gd name="csX3" fmla="*/ 58914 w 88371"/>
                  <a:gd name="csY3" fmla="*/ 0 h 881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8371" h="88161">
                    <a:moveTo>
                      <a:pt x="88372" y="88162"/>
                    </a:moveTo>
                    <a:lnTo>
                      <a:pt x="0" y="58775"/>
                    </a:lnTo>
                    <a:lnTo>
                      <a:pt x="44134" y="44029"/>
                    </a:lnTo>
                    <a:lnTo>
                      <a:pt x="58914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3" name="Graphic 2">
              <a:extLst>
                <a:ext uri="{FF2B5EF4-FFF2-40B4-BE49-F238E27FC236}">
                  <a16:creationId xmlns:a16="http://schemas.microsoft.com/office/drawing/2014/main" id="{CFAE17C7-7D37-9760-6688-FDF146AA7E1C}"/>
                </a:ext>
              </a:extLst>
            </p:cNvPr>
            <p:cNvGrpSpPr/>
            <p:nvPr/>
          </p:nvGrpSpPr>
          <p:grpSpPr>
            <a:xfrm>
              <a:off x="2331834" y="2836494"/>
              <a:ext cx="441129" cy="1761991"/>
              <a:chOff x="2331834" y="2836494"/>
              <a:chExt cx="441129" cy="1761991"/>
            </a:xfrm>
          </p:grpSpPr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1F63B8E0-31F6-43C8-37FE-D83F37669706}"/>
                  </a:ext>
                </a:extLst>
              </p:cNvPr>
              <p:cNvSpPr/>
              <p:nvPr/>
            </p:nvSpPr>
            <p:spPr>
              <a:xfrm>
                <a:off x="2331834" y="2836494"/>
                <a:ext cx="405530" cy="1701451"/>
              </a:xfrm>
              <a:custGeom>
                <a:avLst/>
                <a:gdLst>
                  <a:gd name="csX0" fmla="*/ 0 w 405530"/>
                  <a:gd name="csY0" fmla="*/ 0 h 1701451"/>
                  <a:gd name="csX1" fmla="*/ 405531 w 405530"/>
                  <a:gd name="csY1" fmla="*/ 1701452 h 170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05530" h="1701451">
                    <a:moveTo>
                      <a:pt x="0" y="0"/>
                    </a:moveTo>
                    <a:lnTo>
                      <a:pt x="405531" y="1701452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7B057D87-4225-2F96-88C0-17E885C06DAD}"/>
                  </a:ext>
                </a:extLst>
              </p:cNvPr>
              <p:cNvSpPr/>
              <p:nvPr/>
            </p:nvSpPr>
            <p:spPr>
              <a:xfrm>
                <a:off x="2691982" y="4508143"/>
                <a:ext cx="80981" cy="90342"/>
              </a:xfrm>
              <a:custGeom>
                <a:avLst/>
                <a:gdLst>
                  <a:gd name="csX0" fmla="*/ 59747 w 80981"/>
                  <a:gd name="csY0" fmla="*/ 90343 h 90342"/>
                  <a:gd name="csX1" fmla="*/ 0 w 80981"/>
                  <a:gd name="csY1" fmla="*/ 19211 h 90342"/>
                  <a:gd name="csX2" fmla="*/ 45383 w 80981"/>
                  <a:gd name="csY2" fmla="*/ 29803 h 90342"/>
                  <a:gd name="csX3" fmla="*/ 80981 w 80981"/>
                  <a:gd name="csY3" fmla="*/ 0 h 903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0981" h="90342">
                    <a:moveTo>
                      <a:pt x="59747" y="90343"/>
                    </a:moveTo>
                    <a:lnTo>
                      <a:pt x="0" y="19211"/>
                    </a:lnTo>
                    <a:lnTo>
                      <a:pt x="45383" y="29803"/>
                    </a:lnTo>
                    <a:lnTo>
                      <a:pt x="809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0" name="Graphic 2">
              <a:extLst>
                <a:ext uri="{FF2B5EF4-FFF2-40B4-BE49-F238E27FC236}">
                  <a16:creationId xmlns:a16="http://schemas.microsoft.com/office/drawing/2014/main" id="{FEBBAB46-2A43-5740-BF7C-517B85C5CFDD}"/>
                </a:ext>
              </a:extLst>
            </p:cNvPr>
            <p:cNvGrpSpPr/>
            <p:nvPr/>
          </p:nvGrpSpPr>
          <p:grpSpPr>
            <a:xfrm>
              <a:off x="1924429" y="2845424"/>
              <a:ext cx="312267" cy="415368"/>
              <a:chOff x="1924429" y="2845424"/>
              <a:chExt cx="312267" cy="415368"/>
            </a:xfrm>
            <a:noFill/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F76F5080-60E0-E41B-80DD-41A11B43D456}"/>
                  </a:ext>
                </a:extLst>
              </p:cNvPr>
              <p:cNvSpPr/>
              <p:nvPr/>
            </p:nvSpPr>
            <p:spPr>
              <a:xfrm>
                <a:off x="1924429" y="2845424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2CD2031A-BC1B-8D2E-AC34-49FD953D9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23314" y="2944074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93" name="Graphic 2">
              <a:extLst>
                <a:ext uri="{FF2B5EF4-FFF2-40B4-BE49-F238E27FC236}">
                  <a16:creationId xmlns:a16="http://schemas.microsoft.com/office/drawing/2014/main" id="{89EDE581-DB37-CDDA-8D4B-D8F4657EC88F}"/>
                </a:ext>
              </a:extLst>
            </p:cNvPr>
            <p:cNvGrpSpPr/>
            <p:nvPr/>
          </p:nvGrpSpPr>
          <p:grpSpPr>
            <a:xfrm>
              <a:off x="1924429" y="3634624"/>
              <a:ext cx="312267" cy="415368"/>
              <a:chOff x="1924429" y="3634624"/>
              <a:chExt cx="312267" cy="415368"/>
            </a:xfrm>
            <a:noFill/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11285EB4-9DE7-FCF5-7B84-755B394A2019}"/>
                  </a:ext>
                </a:extLst>
              </p:cNvPr>
              <p:cNvSpPr/>
              <p:nvPr/>
            </p:nvSpPr>
            <p:spPr>
              <a:xfrm>
                <a:off x="1924429" y="3634624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830EEBDF-3F4A-F609-515B-B6502FB35B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23314" y="3733274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96" name="Graphic 2">
              <a:extLst>
                <a:ext uri="{FF2B5EF4-FFF2-40B4-BE49-F238E27FC236}">
                  <a16:creationId xmlns:a16="http://schemas.microsoft.com/office/drawing/2014/main" id="{1A28BE12-25D6-AD7E-81AE-9138432AC3C1}"/>
                </a:ext>
              </a:extLst>
            </p:cNvPr>
            <p:cNvGrpSpPr/>
            <p:nvPr/>
          </p:nvGrpSpPr>
          <p:grpSpPr>
            <a:xfrm>
              <a:off x="1612162" y="3499629"/>
              <a:ext cx="312267" cy="415368"/>
              <a:chOff x="1612162" y="3499629"/>
              <a:chExt cx="312267" cy="415368"/>
            </a:xfrm>
            <a:noFill/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37733C1-635A-6EF8-D8CE-5C1AF04CF77B}"/>
                  </a:ext>
                </a:extLst>
              </p:cNvPr>
              <p:cNvSpPr/>
              <p:nvPr/>
            </p:nvSpPr>
            <p:spPr>
              <a:xfrm>
                <a:off x="1612162" y="3499629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C9B8F900-B8F9-69F0-B1DD-547B2C07D9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1047" y="3598279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99" name="Graphic 2">
              <a:extLst>
                <a:ext uri="{FF2B5EF4-FFF2-40B4-BE49-F238E27FC236}">
                  <a16:creationId xmlns:a16="http://schemas.microsoft.com/office/drawing/2014/main" id="{F1563B4E-EA05-0707-5B50-C6C634E03D15}"/>
                </a:ext>
              </a:extLst>
            </p:cNvPr>
            <p:cNvGrpSpPr/>
            <p:nvPr/>
          </p:nvGrpSpPr>
          <p:grpSpPr>
            <a:xfrm>
              <a:off x="2319968" y="2845424"/>
              <a:ext cx="312267" cy="415368"/>
              <a:chOff x="2319968" y="2845424"/>
              <a:chExt cx="312267" cy="415368"/>
            </a:xfrm>
            <a:noFill/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464FD089-3A66-5538-DBE0-305CF3585761}"/>
                  </a:ext>
                </a:extLst>
              </p:cNvPr>
              <p:cNvSpPr/>
              <p:nvPr/>
            </p:nvSpPr>
            <p:spPr>
              <a:xfrm>
                <a:off x="2319968" y="2845424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1" name="Picture 100">
                <a:extLst>
                  <a:ext uri="{FF2B5EF4-FFF2-40B4-BE49-F238E27FC236}">
                    <a16:creationId xmlns:a16="http://schemas.microsoft.com/office/drawing/2014/main" id="{C662FAB7-BE7B-45CF-3764-E7869F6018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18852" y="2944074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D50D4AB-D6B2-8B5C-8169-30A321E39E7F}"/>
              </a:ext>
            </a:extLst>
          </p:cNvPr>
          <p:cNvGrpSpPr/>
          <p:nvPr/>
        </p:nvGrpSpPr>
        <p:grpSpPr>
          <a:xfrm>
            <a:off x="6689860" y="2598816"/>
            <a:ext cx="1249069" cy="2161212"/>
            <a:chOff x="4110299" y="2402798"/>
            <a:chExt cx="1249069" cy="2161212"/>
          </a:xfrm>
        </p:grpSpPr>
        <p:grpSp>
          <p:nvGrpSpPr>
            <p:cNvPr id="69" name="Graphic 2">
              <a:extLst>
                <a:ext uri="{FF2B5EF4-FFF2-40B4-BE49-F238E27FC236}">
                  <a16:creationId xmlns:a16="http://schemas.microsoft.com/office/drawing/2014/main" id="{26630E59-C86A-3D54-175B-46F22C53C9D8}"/>
                </a:ext>
              </a:extLst>
            </p:cNvPr>
            <p:cNvGrpSpPr/>
            <p:nvPr/>
          </p:nvGrpSpPr>
          <p:grpSpPr>
            <a:xfrm>
              <a:off x="4424232" y="2784469"/>
              <a:ext cx="167999" cy="499584"/>
              <a:chOff x="4424232" y="2784469"/>
              <a:chExt cx="167999" cy="499584"/>
            </a:xfrm>
          </p:grpSpPr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C3DA196C-CA31-9EA1-A2FC-5616DE3A8202}"/>
                  </a:ext>
                </a:extLst>
              </p:cNvPr>
              <p:cNvSpPr/>
              <p:nvPr/>
            </p:nvSpPr>
            <p:spPr>
              <a:xfrm>
                <a:off x="4457957" y="2784469"/>
                <a:ext cx="134274" cy="439978"/>
              </a:xfrm>
              <a:custGeom>
                <a:avLst/>
                <a:gdLst>
                  <a:gd name="csX0" fmla="*/ 134275 w 134274"/>
                  <a:gd name="csY0" fmla="*/ 0 h 439978"/>
                  <a:gd name="csX1" fmla="*/ 0 w 134274"/>
                  <a:gd name="csY1" fmla="*/ 439979 h 4399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4274" h="439978">
                    <a:moveTo>
                      <a:pt x="134275" y="0"/>
                    </a:moveTo>
                    <a:lnTo>
                      <a:pt x="0" y="439979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46A773EE-2878-3A3B-C5D3-629A8AB97132}"/>
                  </a:ext>
                </a:extLst>
              </p:cNvPr>
              <p:cNvSpPr/>
              <p:nvPr/>
            </p:nvSpPr>
            <p:spPr>
              <a:xfrm>
                <a:off x="4424232" y="3192465"/>
                <a:ext cx="79628" cy="91588"/>
              </a:xfrm>
              <a:custGeom>
                <a:avLst/>
                <a:gdLst>
                  <a:gd name="csX0" fmla="*/ 15509 w 79628"/>
                  <a:gd name="csY0" fmla="*/ 91589 h 91588"/>
                  <a:gd name="csX1" fmla="*/ 0 w 79628"/>
                  <a:gd name="csY1" fmla="*/ 0 h 91588"/>
                  <a:gd name="csX2" fmla="*/ 33725 w 79628"/>
                  <a:gd name="csY2" fmla="*/ 31983 h 91588"/>
                  <a:gd name="csX3" fmla="*/ 79628 w 79628"/>
                  <a:gd name="csY3" fmla="*/ 24195 h 915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628" h="91588">
                    <a:moveTo>
                      <a:pt x="15509" y="91589"/>
                    </a:moveTo>
                    <a:lnTo>
                      <a:pt x="0" y="0"/>
                    </a:lnTo>
                    <a:lnTo>
                      <a:pt x="33725" y="31983"/>
                    </a:lnTo>
                    <a:lnTo>
                      <a:pt x="79628" y="24195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72" name="Graphic 2">
              <a:extLst>
                <a:ext uri="{FF2B5EF4-FFF2-40B4-BE49-F238E27FC236}">
                  <a16:creationId xmlns:a16="http://schemas.microsoft.com/office/drawing/2014/main" id="{1C74BAAC-9102-E371-9B8F-26F1A6EACA68}"/>
                </a:ext>
              </a:extLst>
            </p:cNvPr>
            <p:cNvGrpSpPr/>
            <p:nvPr/>
          </p:nvGrpSpPr>
          <p:grpSpPr>
            <a:xfrm>
              <a:off x="4526708" y="2402798"/>
              <a:ext cx="448103" cy="447039"/>
              <a:chOff x="4526708" y="2402798"/>
              <a:chExt cx="448103" cy="447039"/>
            </a:xfrm>
            <a:solidFill>
              <a:srgbClr val="FFFFFF"/>
            </a:solidFill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C34E73CE-3BCB-0697-7787-27EC1E436681}"/>
                  </a:ext>
                </a:extLst>
              </p:cNvPr>
              <p:cNvSpPr/>
              <p:nvPr/>
            </p:nvSpPr>
            <p:spPr>
              <a:xfrm>
                <a:off x="4526708" y="2402798"/>
                <a:ext cx="448103" cy="447039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4B1B979D-630B-DC42-6BF5-9A0E228415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37064" y="2507938"/>
                <a:ext cx="426765" cy="301141"/>
              </a:xfrm>
              <a:custGeom>
                <a:avLst/>
                <a:gdLst>
                  <a:gd name="csX0" fmla="*/ 0 w 426765"/>
                  <a:gd name="csY0" fmla="*/ 0 h 301141"/>
                  <a:gd name="csX1" fmla="*/ 426765 w 426765"/>
                  <a:gd name="csY1" fmla="*/ 0 h 301141"/>
                  <a:gd name="csX2" fmla="*/ 426765 w 426765"/>
                  <a:gd name="csY2" fmla="*/ 301142 h 301141"/>
                  <a:gd name="csX3" fmla="*/ 0 w 426765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6765" h="301141">
                    <a:moveTo>
                      <a:pt x="0" y="0"/>
                    </a:moveTo>
                    <a:lnTo>
                      <a:pt x="426765" y="0"/>
                    </a:lnTo>
                    <a:lnTo>
                      <a:pt x="426765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75" name="Graphic 2">
              <a:extLst>
                <a:ext uri="{FF2B5EF4-FFF2-40B4-BE49-F238E27FC236}">
                  <a16:creationId xmlns:a16="http://schemas.microsoft.com/office/drawing/2014/main" id="{F904A1C1-7A07-B555-3B41-7C3883882871}"/>
                </a:ext>
              </a:extLst>
            </p:cNvPr>
            <p:cNvGrpSpPr/>
            <p:nvPr/>
          </p:nvGrpSpPr>
          <p:grpSpPr>
            <a:xfrm>
              <a:off x="4224797" y="3306275"/>
              <a:ext cx="416356" cy="415368"/>
              <a:chOff x="4224797" y="3306275"/>
              <a:chExt cx="416356" cy="415368"/>
            </a:xfrm>
            <a:solidFill>
              <a:srgbClr val="FFFFFF"/>
            </a:solidFill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8BF496E3-DE71-251D-7576-DF097DE539CB}"/>
                  </a:ext>
                </a:extLst>
              </p:cNvPr>
              <p:cNvSpPr/>
              <p:nvPr/>
            </p:nvSpPr>
            <p:spPr>
              <a:xfrm>
                <a:off x="4224797" y="3306275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081A1CFD-2F9C-A30F-32CB-643F920EEF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35206" y="3390595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78" name="Graphic 2">
              <a:extLst>
                <a:ext uri="{FF2B5EF4-FFF2-40B4-BE49-F238E27FC236}">
                  <a16:creationId xmlns:a16="http://schemas.microsoft.com/office/drawing/2014/main" id="{BDB0910E-3604-407B-A30E-8B57B8C2432D}"/>
                </a:ext>
              </a:extLst>
            </p:cNvPr>
            <p:cNvGrpSpPr/>
            <p:nvPr/>
          </p:nvGrpSpPr>
          <p:grpSpPr>
            <a:xfrm>
              <a:off x="4909183" y="2784469"/>
              <a:ext cx="313828" cy="1436239"/>
              <a:chOff x="4909183" y="2784469"/>
              <a:chExt cx="313828" cy="1436239"/>
            </a:xfrm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14778639-18C2-F5EC-4F8E-639AB11374ED}"/>
                  </a:ext>
                </a:extLst>
              </p:cNvPr>
              <p:cNvSpPr/>
              <p:nvPr/>
            </p:nvSpPr>
            <p:spPr>
              <a:xfrm>
                <a:off x="4909183" y="2784469"/>
                <a:ext cx="277189" cy="1375180"/>
              </a:xfrm>
              <a:custGeom>
                <a:avLst/>
                <a:gdLst>
                  <a:gd name="csX0" fmla="*/ 0 w 277189"/>
                  <a:gd name="csY0" fmla="*/ 0 h 1375180"/>
                  <a:gd name="csX1" fmla="*/ 277189 w 277189"/>
                  <a:gd name="csY1" fmla="*/ 1375180 h 13751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7189" h="1375180">
                    <a:moveTo>
                      <a:pt x="0" y="0"/>
                    </a:moveTo>
                    <a:lnTo>
                      <a:pt x="277189" y="1375180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5143B8E0-538E-8E4B-3827-F74AFBB903CA}"/>
                  </a:ext>
                </a:extLst>
              </p:cNvPr>
              <p:cNvSpPr/>
              <p:nvPr/>
            </p:nvSpPr>
            <p:spPr>
              <a:xfrm>
                <a:off x="5141405" y="4131093"/>
                <a:ext cx="81605" cy="89615"/>
              </a:xfrm>
              <a:custGeom>
                <a:avLst/>
                <a:gdLst>
                  <a:gd name="csX0" fmla="*/ 57249 w 81605"/>
                  <a:gd name="csY0" fmla="*/ 89616 h 89615"/>
                  <a:gd name="csX1" fmla="*/ 0 w 81605"/>
                  <a:gd name="csY1" fmla="*/ 16303 h 89615"/>
                  <a:gd name="csX2" fmla="*/ 44967 w 81605"/>
                  <a:gd name="csY2" fmla="*/ 28557 h 89615"/>
                  <a:gd name="csX3" fmla="*/ 81606 w 81605"/>
                  <a:gd name="csY3" fmla="*/ 0 h 896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1605" h="89615">
                    <a:moveTo>
                      <a:pt x="57249" y="89616"/>
                    </a:moveTo>
                    <a:lnTo>
                      <a:pt x="0" y="16303"/>
                    </a:lnTo>
                    <a:lnTo>
                      <a:pt x="44967" y="28557"/>
                    </a:lnTo>
                    <a:lnTo>
                      <a:pt x="816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1" name="Graphic 2">
              <a:extLst>
                <a:ext uri="{FF2B5EF4-FFF2-40B4-BE49-F238E27FC236}">
                  <a16:creationId xmlns:a16="http://schemas.microsoft.com/office/drawing/2014/main" id="{ADEDA5DA-53A5-FAB3-A258-4051C45061F4}"/>
                </a:ext>
              </a:extLst>
            </p:cNvPr>
            <p:cNvGrpSpPr/>
            <p:nvPr/>
          </p:nvGrpSpPr>
          <p:grpSpPr>
            <a:xfrm>
              <a:off x="4214388" y="4243450"/>
              <a:ext cx="312267" cy="320560"/>
              <a:chOff x="4214388" y="4243450"/>
              <a:chExt cx="312267" cy="320560"/>
            </a:xfrm>
            <a:solidFill>
              <a:srgbClr val="FFFFFF"/>
            </a:solidFill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E8FAE969-EB2E-4F60-D108-5CC91B723096}"/>
                  </a:ext>
                </a:extLst>
              </p:cNvPr>
              <p:cNvSpPr/>
              <p:nvPr/>
            </p:nvSpPr>
            <p:spPr>
              <a:xfrm>
                <a:off x="4214388" y="4243450"/>
                <a:ext cx="312267" cy="311526"/>
              </a:xfrm>
              <a:prstGeom prst="rect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08BE8308-C799-8160-9158-62BA1A4749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24797" y="4283637"/>
                <a:ext cx="291449" cy="280373"/>
              </a:xfrm>
              <a:custGeom>
                <a:avLst/>
                <a:gdLst>
                  <a:gd name="csX0" fmla="*/ 0 w 291449"/>
                  <a:gd name="csY0" fmla="*/ 0 h 280373"/>
                  <a:gd name="csX1" fmla="*/ 291449 w 291449"/>
                  <a:gd name="csY1" fmla="*/ 0 h 280373"/>
                  <a:gd name="csX2" fmla="*/ 291449 w 291449"/>
                  <a:gd name="csY2" fmla="*/ 280374 h 280373"/>
                  <a:gd name="csX3" fmla="*/ 0 w 291449"/>
                  <a:gd name="csY3" fmla="*/ 280374 h 28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1449" h="280373">
                    <a:moveTo>
                      <a:pt x="0" y="0"/>
                    </a:moveTo>
                    <a:lnTo>
                      <a:pt x="291449" y="0"/>
                    </a:lnTo>
                    <a:lnTo>
                      <a:pt x="291449" y="280374"/>
                    </a:lnTo>
                    <a:lnTo>
                      <a:pt x="0" y="280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84" name="Graphic 2">
              <a:extLst>
                <a:ext uri="{FF2B5EF4-FFF2-40B4-BE49-F238E27FC236}">
                  <a16:creationId xmlns:a16="http://schemas.microsoft.com/office/drawing/2014/main" id="{AA93DBF2-D064-9716-681B-554F5678732C}"/>
                </a:ext>
              </a:extLst>
            </p:cNvPr>
            <p:cNvGrpSpPr/>
            <p:nvPr/>
          </p:nvGrpSpPr>
          <p:grpSpPr>
            <a:xfrm>
              <a:off x="5047101" y="4243450"/>
              <a:ext cx="312267" cy="320560"/>
              <a:chOff x="5047101" y="4243450"/>
              <a:chExt cx="312267" cy="320560"/>
            </a:xfrm>
            <a:solidFill>
              <a:srgbClr val="FFFFFF"/>
            </a:solidFill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B4007C2B-87C3-717C-B8BA-03121098A242}"/>
                  </a:ext>
                </a:extLst>
              </p:cNvPr>
              <p:cNvSpPr/>
              <p:nvPr/>
            </p:nvSpPr>
            <p:spPr>
              <a:xfrm>
                <a:off x="5047101" y="4243450"/>
                <a:ext cx="312267" cy="311526"/>
              </a:xfrm>
              <a:prstGeom prst="rect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045FAA32-2DCD-CF91-8464-C9C9BF923A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57510" y="4283637"/>
                <a:ext cx="291449" cy="280373"/>
              </a:xfrm>
              <a:custGeom>
                <a:avLst/>
                <a:gdLst>
                  <a:gd name="csX0" fmla="*/ 0 w 291449"/>
                  <a:gd name="csY0" fmla="*/ 0 h 280373"/>
                  <a:gd name="csX1" fmla="*/ 291449 w 291449"/>
                  <a:gd name="csY1" fmla="*/ 0 h 280373"/>
                  <a:gd name="csX2" fmla="*/ 291449 w 291449"/>
                  <a:gd name="csY2" fmla="*/ 280374 h 280373"/>
                  <a:gd name="csX3" fmla="*/ 0 w 291449"/>
                  <a:gd name="csY3" fmla="*/ 280374 h 28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1449" h="280373">
                    <a:moveTo>
                      <a:pt x="0" y="0"/>
                    </a:moveTo>
                    <a:lnTo>
                      <a:pt x="291449" y="0"/>
                    </a:lnTo>
                    <a:lnTo>
                      <a:pt x="291449" y="280374"/>
                    </a:lnTo>
                    <a:lnTo>
                      <a:pt x="0" y="280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87" name="Graphic 2">
              <a:extLst>
                <a:ext uri="{FF2B5EF4-FFF2-40B4-BE49-F238E27FC236}">
                  <a16:creationId xmlns:a16="http://schemas.microsoft.com/office/drawing/2014/main" id="{C2E56159-CC0E-461F-DF7F-E96FD0A6E764}"/>
                </a:ext>
              </a:extLst>
            </p:cNvPr>
            <p:cNvGrpSpPr/>
            <p:nvPr/>
          </p:nvGrpSpPr>
          <p:grpSpPr>
            <a:xfrm>
              <a:off x="4341793" y="3721644"/>
              <a:ext cx="91182" cy="498753"/>
              <a:chOff x="4341793" y="3721644"/>
              <a:chExt cx="91182" cy="498753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D922807-63C7-7319-FF7D-550308A40980}"/>
                  </a:ext>
                </a:extLst>
              </p:cNvPr>
              <p:cNvSpPr/>
              <p:nvPr/>
            </p:nvSpPr>
            <p:spPr>
              <a:xfrm>
                <a:off x="4380723" y="3721644"/>
                <a:ext cx="52252" cy="436863"/>
              </a:xfrm>
              <a:custGeom>
                <a:avLst/>
                <a:gdLst>
                  <a:gd name="csX0" fmla="*/ 52253 w 52252"/>
                  <a:gd name="csY0" fmla="*/ 0 h 436863"/>
                  <a:gd name="csX1" fmla="*/ 0 w 52252"/>
                  <a:gd name="csY1" fmla="*/ 436863 h 436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2252" h="436863">
                    <a:moveTo>
                      <a:pt x="52253" y="0"/>
                    </a:moveTo>
                    <a:lnTo>
                      <a:pt x="0" y="436863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C65DCE60-82B3-B898-3C70-51097DC656C0}"/>
                  </a:ext>
                </a:extLst>
              </p:cNvPr>
              <p:cNvSpPr/>
              <p:nvPr/>
            </p:nvSpPr>
            <p:spPr>
              <a:xfrm>
                <a:off x="4341793" y="4132962"/>
                <a:ext cx="82750" cy="87434"/>
              </a:xfrm>
              <a:custGeom>
                <a:avLst/>
                <a:gdLst>
                  <a:gd name="csX0" fmla="*/ 31539 w 82750"/>
                  <a:gd name="csY0" fmla="*/ 87435 h 87434"/>
                  <a:gd name="csX1" fmla="*/ 0 w 82750"/>
                  <a:gd name="csY1" fmla="*/ 0 h 87434"/>
                  <a:gd name="csX2" fmla="*/ 38930 w 82750"/>
                  <a:gd name="csY2" fmla="*/ 25545 h 87434"/>
                  <a:gd name="csX3" fmla="*/ 82751 w 82750"/>
                  <a:gd name="csY3" fmla="*/ 9865 h 874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750" h="87434">
                    <a:moveTo>
                      <a:pt x="31539" y="87435"/>
                    </a:moveTo>
                    <a:lnTo>
                      <a:pt x="0" y="0"/>
                    </a:lnTo>
                    <a:lnTo>
                      <a:pt x="38930" y="25545"/>
                    </a:lnTo>
                    <a:lnTo>
                      <a:pt x="82751" y="9865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2" name="Graphic 2">
              <a:extLst>
                <a:ext uri="{FF2B5EF4-FFF2-40B4-BE49-F238E27FC236}">
                  <a16:creationId xmlns:a16="http://schemas.microsoft.com/office/drawing/2014/main" id="{2854B6E2-3C31-3AFE-9C13-654BEE46E0D6}"/>
                </a:ext>
              </a:extLst>
            </p:cNvPr>
            <p:cNvGrpSpPr/>
            <p:nvPr/>
          </p:nvGrpSpPr>
          <p:grpSpPr>
            <a:xfrm>
              <a:off x="4110299" y="2584781"/>
              <a:ext cx="393040" cy="929178"/>
              <a:chOff x="4110299" y="2584781"/>
              <a:chExt cx="393040" cy="929178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7A5ACADD-A96F-7C90-6E23-3ED2D2BC182E}"/>
                  </a:ext>
                </a:extLst>
              </p:cNvPr>
              <p:cNvSpPr/>
              <p:nvPr/>
            </p:nvSpPr>
            <p:spPr>
              <a:xfrm>
                <a:off x="4110299" y="2626318"/>
                <a:ext cx="330586" cy="887641"/>
              </a:xfrm>
              <a:custGeom>
                <a:avLst/>
                <a:gdLst>
                  <a:gd name="csX0" fmla="*/ 114498 w 330586"/>
                  <a:gd name="csY0" fmla="*/ 887642 h 887641"/>
                  <a:gd name="csX1" fmla="*/ 0 w 330586"/>
                  <a:gd name="csY1" fmla="*/ 443925 h 887641"/>
                  <a:gd name="csX2" fmla="*/ 330587 w 330586"/>
                  <a:gd name="csY2" fmla="*/ 0 h 887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0586" h="887641">
                    <a:moveTo>
                      <a:pt x="114498" y="887642"/>
                    </a:moveTo>
                    <a:cubicBezTo>
                      <a:pt x="38169" y="887777"/>
                      <a:pt x="0" y="739874"/>
                      <a:pt x="0" y="443925"/>
                    </a:cubicBezTo>
                    <a:cubicBezTo>
                      <a:pt x="0" y="147975"/>
                      <a:pt x="110199" y="0"/>
                      <a:pt x="330587" y="0"/>
                    </a:cubicBezTo>
                  </a:path>
                </a:pathLst>
              </a:custGeom>
              <a:noFill/>
              <a:ln w="20806" cap="flat">
                <a:solidFill>
                  <a:srgbClr val="0000FF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8440DA29-DA01-9EC4-E777-36B745B63913}"/>
                  </a:ext>
                </a:extLst>
              </p:cNvPr>
              <p:cNvSpPr/>
              <p:nvPr/>
            </p:nvSpPr>
            <p:spPr>
              <a:xfrm>
                <a:off x="4420068" y="2584781"/>
                <a:ext cx="83271" cy="83073"/>
              </a:xfrm>
              <a:custGeom>
                <a:avLst/>
                <a:gdLst>
                  <a:gd name="csX0" fmla="*/ 83271 w 83271"/>
                  <a:gd name="csY0" fmla="*/ 41537 h 83073"/>
                  <a:gd name="csX1" fmla="*/ 0 w 83271"/>
                  <a:gd name="csY1" fmla="*/ 83074 h 83073"/>
                  <a:gd name="csX2" fmla="*/ 20818 w 83271"/>
                  <a:gd name="csY2" fmla="*/ 41537 h 83073"/>
                  <a:gd name="csX3" fmla="*/ 0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83271" y="41537"/>
                    </a:moveTo>
                    <a:lnTo>
                      <a:pt x="0" y="83074"/>
                    </a:lnTo>
                    <a:lnTo>
                      <a:pt x="20818" y="41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20806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683CF4B7-4019-3DEF-0D12-BC5D4EDF66D8}"/>
              </a:ext>
            </a:extLst>
          </p:cNvPr>
          <p:cNvSpPr txBox="1"/>
          <p:nvPr/>
        </p:nvSpPr>
        <p:spPr>
          <a:xfrm>
            <a:off x="6479978" y="5510577"/>
            <a:ext cx="1700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5478125-F27E-AC66-B621-302068E1CF43}"/>
              </a:ext>
            </a:extLst>
          </p:cNvPr>
          <p:cNvSpPr txBox="1"/>
          <p:nvPr/>
        </p:nvSpPr>
        <p:spPr>
          <a:xfrm>
            <a:off x="4030154" y="5506648"/>
            <a:ext cx="744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D33205-4621-4579-9046-0CA78116C54A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81326C19-2C38-2A9E-CBBF-392E05EEA974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224BE92-B1E8-DB63-C7E3-98E33DCB0FE1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A77B57-4465-B02C-9EE6-B514D7ECFC20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47487D1-3DD1-8E25-71D7-9878DF6C5C13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A3C78EE-FF4C-E883-84D0-02D582A7040D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8F25A63-ED70-6841-94AF-D5DFF6FA0613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 13">
              <a:extLst>
                <a:ext uri="{FF2B5EF4-FFF2-40B4-BE49-F238E27FC236}">
                  <a16:creationId xmlns:a16="http://schemas.microsoft.com/office/drawing/2014/main" id="{B1885690-7829-9F9E-1B08-8F8AE95BA312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67" name="Text 13">
              <a:extLst>
                <a:ext uri="{FF2B5EF4-FFF2-40B4-BE49-F238E27FC236}">
                  <a16:creationId xmlns:a16="http://schemas.microsoft.com/office/drawing/2014/main" id="{19A55C28-CFCC-6D90-81E5-07A3AE122BE6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68" name="Text 13">
              <a:extLst>
                <a:ext uri="{FF2B5EF4-FFF2-40B4-BE49-F238E27FC236}">
                  <a16:creationId xmlns:a16="http://schemas.microsoft.com/office/drawing/2014/main" id="{6C0602A6-F028-9998-70BA-1038F43C8787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7ABB1FF-D715-049F-AA98-921A4352DB81}"/>
              </a:ext>
            </a:extLst>
          </p:cNvPr>
          <p:cNvSpPr/>
          <p:nvPr/>
        </p:nvSpPr>
        <p:spPr>
          <a:xfrm>
            <a:off x="5708356" y="938648"/>
            <a:ext cx="5641448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27C8BCD-BA17-5086-54A1-2F7A00AAAF32}"/>
              </a:ext>
            </a:extLst>
          </p:cNvPr>
          <p:cNvSpPr/>
          <p:nvPr/>
        </p:nvSpPr>
        <p:spPr>
          <a:xfrm>
            <a:off x="1823242" y="933225"/>
            <a:ext cx="123046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56771613"/>
      </p:ext>
    </p:extLst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0A9AC-96CB-4613-4B4A-4EBC3B54D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824D8B-98BC-3AB2-B1E6-F2FEABC3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9AAE2D-0DDE-9CEE-0E83-2A212599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49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C9DD46AE-3445-A341-719E-2C1201D92630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A799A2FC-8079-6111-FC19-49E9C3F15CB9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FBC210B-DFBB-F863-12A0-A8D27C2F7A70}"/>
              </a:ext>
            </a:extLst>
          </p:cNvPr>
          <p:cNvGrpSpPr/>
          <p:nvPr/>
        </p:nvGrpSpPr>
        <p:grpSpPr>
          <a:xfrm>
            <a:off x="2068217" y="2183180"/>
            <a:ext cx="1249069" cy="2161212"/>
            <a:chOff x="4110299" y="2402798"/>
            <a:chExt cx="1249069" cy="2161212"/>
          </a:xfrm>
        </p:grpSpPr>
        <p:grpSp>
          <p:nvGrpSpPr>
            <p:cNvPr id="69" name="Graphic 2">
              <a:extLst>
                <a:ext uri="{FF2B5EF4-FFF2-40B4-BE49-F238E27FC236}">
                  <a16:creationId xmlns:a16="http://schemas.microsoft.com/office/drawing/2014/main" id="{DEB01E0E-EEE2-9EE0-34E8-F6B85948BA75}"/>
                </a:ext>
              </a:extLst>
            </p:cNvPr>
            <p:cNvGrpSpPr/>
            <p:nvPr/>
          </p:nvGrpSpPr>
          <p:grpSpPr>
            <a:xfrm>
              <a:off x="4424232" y="2784469"/>
              <a:ext cx="167999" cy="499584"/>
              <a:chOff x="4424232" y="2784469"/>
              <a:chExt cx="167999" cy="499584"/>
            </a:xfrm>
          </p:grpSpPr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C1C3A9EF-E4BA-60BF-8704-78976570B11E}"/>
                  </a:ext>
                </a:extLst>
              </p:cNvPr>
              <p:cNvSpPr/>
              <p:nvPr/>
            </p:nvSpPr>
            <p:spPr>
              <a:xfrm>
                <a:off x="4457957" y="2784469"/>
                <a:ext cx="134274" cy="439978"/>
              </a:xfrm>
              <a:custGeom>
                <a:avLst/>
                <a:gdLst>
                  <a:gd name="csX0" fmla="*/ 134275 w 134274"/>
                  <a:gd name="csY0" fmla="*/ 0 h 439978"/>
                  <a:gd name="csX1" fmla="*/ 0 w 134274"/>
                  <a:gd name="csY1" fmla="*/ 439979 h 4399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4274" h="439978">
                    <a:moveTo>
                      <a:pt x="134275" y="0"/>
                    </a:moveTo>
                    <a:lnTo>
                      <a:pt x="0" y="439979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D4C6B1D8-45F2-032C-5FF8-738C3B41E71E}"/>
                  </a:ext>
                </a:extLst>
              </p:cNvPr>
              <p:cNvSpPr/>
              <p:nvPr/>
            </p:nvSpPr>
            <p:spPr>
              <a:xfrm>
                <a:off x="4424232" y="3192465"/>
                <a:ext cx="79628" cy="91588"/>
              </a:xfrm>
              <a:custGeom>
                <a:avLst/>
                <a:gdLst>
                  <a:gd name="csX0" fmla="*/ 15509 w 79628"/>
                  <a:gd name="csY0" fmla="*/ 91589 h 91588"/>
                  <a:gd name="csX1" fmla="*/ 0 w 79628"/>
                  <a:gd name="csY1" fmla="*/ 0 h 91588"/>
                  <a:gd name="csX2" fmla="*/ 33725 w 79628"/>
                  <a:gd name="csY2" fmla="*/ 31983 h 91588"/>
                  <a:gd name="csX3" fmla="*/ 79628 w 79628"/>
                  <a:gd name="csY3" fmla="*/ 24195 h 915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628" h="91588">
                    <a:moveTo>
                      <a:pt x="15509" y="91589"/>
                    </a:moveTo>
                    <a:lnTo>
                      <a:pt x="0" y="0"/>
                    </a:lnTo>
                    <a:lnTo>
                      <a:pt x="33725" y="31983"/>
                    </a:lnTo>
                    <a:lnTo>
                      <a:pt x="79628" y="24195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72" name="Graphic 2">
              <a:extLst>
                <a:ext uri="{FF2B5EF4-FFF2-40B4-BE49-F238E27FC236}">
                  <a16:creationId xmlns:a16="http://schemas.microsoft.com/office/drawing/2014/main" id="{CD98CA61-7689-CA19-3270-B841A87109BF}"/>
                </a:ext>
              </a:extLst>
            </p:cNvPr>
            <p:cNvGrpSpPr/>
            <p:nvPr/>
          </p:nvGrpSpPr>
          <p:grpSpPr>
            <a:xfrm>
              <a:off x="4526708" y="2402798"/>
              <a:ext cx="448103" cy="447039"/>
              <a:chOff x="4526708" y="2402798"/>
              <a:chExt cx="448103" cy="447039"/>
            </a:xfrm>
            <a:solidFill>
              <a:srgbClr val="FFFFFF"/>
            </a:solidFill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182F0C1E-121C-5326-1302-ADC22CBB4C7B}"/>
                  </a:ext>
                </a:extLst>
              </p:cNvPr>
              <p:cNvSpPr/>
              <p:nvPr/>
            </p:nvSpPr>
            <p:spPr>
              <a:xfrm>
                <a:off x="4526708" y="2402798"/>
                <a:ext cx="448103" cy="447039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2E411099-8FD3-2BBA-5F5B-E575E6E04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7064" y="2507938"/>
                <a:ext cx="426765" cy="301141"/>
              </a:xfrm>
              <a:custGeom>
                <a:avLst/>
                <a:gdLst>
                  <a:gd name="csX0" fmla="*/ 0 w 426765"/>
                  <a:gd name="csY0" fmla="*/ 0 h 301141"/>
                  <a:gd name="csX1" fmla="*/ 426765 w 426765"/>
                  <a:gd name="csY1" fmla="*/ 0 h 301141"/>
                  <a:gd name="csX2" fmla="*/ 426765 w 426765"/>
                  <a:gd name="csY2" fmla="*/ 301142 h 301141"/>
                  <a:gd name="csX3" fmla="*/ 0 w 426765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6765" h="301141">
                    <a:moveTo>
                      <a:pt x="0" y="0"/>
                    </a:moveTo>
                    <a:lnTo>
                      <a:pt x="426765" y="0"/>
                    </a:lnTo>
                    <a:lnTo>
                      <a:pt x="426765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75" name="Graphic 2">
              <a:extLst>
                <a:ext uri="{FF2B5EF4-FFF2-40B4-BE49-F238E27FC236}">
                  <a16:creationId xmlns:a16="http://schemas.microsoft.com/office/drawing/2014/main" id="{161895C1-187A-AA44-9DE4-C06E5F5ED3BA}"/>
                </a:ext>
              </a:extLst>
            </p:cNvPr>
            <p:cNvGrpSpPr/>
            <p:nvPr/>
          </p:nvGrpSpPr>
          <p:grpSpPr>
            <a:xfrm>
              <a:off x="4224797" y="3306275"/>
              <a:ext cx="416356" cy="415368"/>
              <a:chOff x="4224797" y="3306275"/>
              <a:chExt cx="416356" cy="415368"/>
            </a:xfrm>
            <a:solidFill>
              <a:srgbClr val="FFFFFF"/>
            </a:solidFill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A1694B28-6062-F060-7392-0AE335355DB4}"/>
                  </a:ext>
                </a:extLst>
              </p:cNvPr>
              <p:cNvSpPr/>
              <p:nvPr/>
            </p:nvSpPr>
            <p:spPr>
              <a:xfrm>
                <a:off x="4224797" y="3306275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44D24888-A66D-BFFD-9781-157A73CFDA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5206" y="3390595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78" name="Graphic 2">
              <a:extLst>
                <a:ext uri="{FF2B5EF4-FFF2-40B4-BE49-F238E27FC236}">
                  <a16:creationId xmlns:a16="http://schemas.microsoft.com/office/drawing/2014/main" id="{D096CC6A-B08A-FC85-AC64-E4032DD382CF}"/>
                </a:ext>
              </a:extLst>
            </p:cNvPr>
            <p:cNvGrpSpPr/>
            <p:nvPr/>
          </p:nvGrpSpPr>
          <p:grpSpPr>
            <a:xfrm>
              <a:off x="4909183" y="2784469"/>
              <a:ext cx="313828" cy="1436239"/>
              <a:chOff x="4909183" y="2784469"/>
              <a:chExt cx="313828" cy="1436239"/>
            </a:xfrm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1A8A9F6A-A60F-1855-2545-B3B4C75CDFEC}"/>
                  </a:ext>
                </a:extLst>
              </p:cNvPr>
              <p:cNvSpPr/>
              <p:nvPr/>
            </p:nvSpPr>
            <p:spPr>
              <a:xfrm>
                <a:off x="4909183" y="2784469"/>
                <a:ext cx="277189" cy="1375180"/>
              </a:xfrm>
              <a:custGeom>
                <a:avLst/>
                <a:gdLst>
                  <a:gd name="csX0" fmla="*/ 0 w 277189"/>
                  <a:gd name="csY0" fmla="*/ 0 h 1375180"/>
                  <a:gd name="csX1" fmla="*/ 277189 w 277189"/>
                  <a:gd name="csY1" fmla="*/ 1375180 h 13751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7189" h="1375180">
                    <a:moveTo>
                      <a:pt x="0" y="0"/>
                    </a:moveTo>
                    <a:lnTo>
                      <a:pt x="277189" y="1375180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FA6528B8-0E59-5B51-2168-B8A244F76B29}"/>
                  </a:ext>
                </a:extLst>
              </p:cNvPr>
              <p:cNvSpPr/>
              <p:nvPr/>
            </p:nvSpPr>
            <p:spPr>
              <a:xfrm>
                <a:off x="5141405" y="4131093"/>
                <a:ext cx="81605" cy="89615"/>
              </a:xfrm>
              <a:custGeom>
                <a:avLst/>
                <a:gdLst>
                  <a:gd name="csX0" fmla="*/ 57249 w 81605"/>
                  <a:gd name="csY0" fmla="*/ 89616 h 89615"/>
                  <a:gd name="csX1" fmla="*/ 0 w 81605"/>
                  <a:gd name="csY1" fmla="*/ 16303 h 89615"/>
                  <a:gd name="csX2" fmla="*/ 44967 w 81605"/>
                  <a:gd name="csY2" fmla="*/ 28557 h 89615"/>
                  <a:gd name="csX3" fmla="*/ 81606 w 81605"/>
                  <a:gd name="csY3" fmla="*/ 0 h 896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1605" h="89615">
                    <a:moveTo>
                      <a:pt x="57249" y="89616"/>
                    </a:moveTo>
                    <a:lnTo>
                      <a:pt x="0" y="16303"/>
                    </a:lnTo>
                    <a:lnTo>
                      <a:pt x="44967" y="28557"/>
                    </a:lnTo>
                    <a:lnTo>
                      <a:pt x="816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1" name="Graphic 2">
              <a:extLst>
                <a:ext uri="{FF2B5EF4-FFF2-40B4-BE49-F238E27FC236}">
                  <a16:creationId xmlns:a16="http://schemas.microsoft.com/office/drawing/2014/main" id="{050F5988-6347-87A2-7AF8-B83BBDFD7DD3}"/>
                </a:ext>
              </a:extLst>
            </p:cNvPr>
            <p:cNvGrpSpPr/>
            <p:nvPr/>
          </p:nvGrpSpPr>
          <p:grpSpPr>
            <a:xfrm>
              <a:off x="4214388" y="4243450"/>
              <a:ext cx="312267" cy="320560"/>
              <a:chOff x="4214388" y="4243450"/>
              <a:chExt cx="312267" cy="320560"/>
            </a:xfrm>
            <a:solidFill>
              <a:srgbClr val="FFFFFF"/>
            </a:solidFill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88D1928-AA15-0555-DCC3-0FAD307C5A78}"/>
                  </a:ext>
                </a:extLst>
              </p:cNvPr>
              <p:cNvSpPr/>
              <p:nvPr/>
            </p:nvSpPr>
            <p:spPr>
              <a:xfrm>
                <a:off x="4214388" y="4243450"/>
                <a:ext cx="312267" cy="311526"/>
              </a:xfrm>
              <a:prstGeom prst="rect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B89D13B0-12C2-44C1-6F94-62877D848A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24797" y="4283637"/>
                <a:ext cx="291449" cy="280373"/>
              </a:xfrm>
              <a:custGeom>
                <a:avLst/>
                <a:gdLst>
                  <a:gd name="csX0" fmla="*/ 0 w 291449"/>
                  <a:gd name="csY0" fmla="*/ 0 h 280373"/>
                  <a:gd name="csX1" fmla="*/ 291449 w 291449"/>
                  <a:gd name="csY1" fmla="*/ 0 h 280373"/>
                  <a:gd name="csX2" fmla="*/ 291449 w 291449"/>
                  <a:gd name="csY2" fmla="*/ 280374 h 280373"/>
                  <a:gd name="csX3" fmla="*/ 0 w 291449"/>
                  <a:gd name="csY3" fmla="*/ 280374 h 28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1449" h="280373">
                    <a:moveTo>
                      <a:pt x="0" y="0"/>
                    </a:moveTo>
                    <a:lnTo>
                      <a:pt x="291449" y="0"/>
                    </a:lnTo>
                    <a:lnTo>
                      <a:pt x="291449" y="280374"/>
                    </a:lnTo>
                    <a:lnTo>
                      <a:pt x="0" y="280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84" name="Graphic 2">
              <a:extLst>
                <a:ext uri="{FF2B5EF4-FFF2-40B4-BE49-F238E27FC236}">
                  <a16:creationId xmlns:a16="http://schemas.microsoft.com/office/drawing/2014/main" id="{209DCCE2-3EE8-5024-3052-129BA0A1B115}"/>
                </a:ext>
              </a:extLst>
            </p:cNvPr>
            <p:cNvGrpSpPr/>
            <p:nvPr/>
          </p:nvGrpSpPr>
          <p:grpSpPr>
            <a:xfrm>
              <a:off x="5047101" y="4243450"/>
              <a:ext cx="312267" cy="320560"/>
              <a:chOff x="5047101" y="4243450"/>
              <a:chExt cx="312267" cy="320560"/>
            </a:xfrm>
            <a:solidFill>
              <a:srgbClr val="FFFFFF"/>
            </a:solidFill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EC88D9D-2A1D-2B48-C8D9-1A8BB36ED19B}"/>
                  </a:ext>
                </a:extLst>
              </p:cNvPr>
              <p:cNvSpPr/>
              <p:nvPr/>
            </p:nvSpPr>
            <p:spPr>
              <a:xfrm>
                <a:off x="5047101" y="4243450"/>
                <a:ext cx="312267" cy="311526"/>
              </a:xfrm>
              <a:prstGeom prst="rect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50AD3387-1236-0804-0B23-C66BF742B1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57510" y="4283637"/>
                <a:ext cx="291449" cy="280373"/>
              </a:xfrm>
              <a:custGeom>
                <a:avLst/>
                <a:gdLst>
                  <a:gd name="csX0" fmla="*/ 0 w 291449"/>
                  <a:gd name="csY0" fmla="*/ 0 h 280373"/>
                  <a:gd name="csX1" fmla="*/ 291449 w 291449"/>
                  <a:gd name="csY1" fmla="*/ 0 h 280373"/>
                  <a:gd name="csX2" fmla="*/ 291449 w 291449"/>
                  <a:gd name="csY2" fmla="*/ 280374 h 280373"/>
                  <a:gd name="csX3" fmla="*/ 0 w 291449"/>
                  <a:gd name="csY3" fmla="*/ 280374 h 28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1449" h="280373">
                    <a:moveTo>
                      <a:pt x="0" y="0"/>
                    </a:moveTo>
                    <a:lnTo>
                      <a:pt x="291449" y="0"/>
                    </a:lnTo>
                    <a:lnTo>
                      <a:pt x="291449" y="280374"/>
                    </a:lnTo>
                    <a:lnTo>
                      <a:pt x="0" y="280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87" name="Graphic 2">
              <a:extLst>
                <a:ext uri="{FF2B5EF4-FFF2-40B4-BE49-F238E27FC236}">
                  <a16:creationId xmlns:a16="http://schemas.microsoft.com/office/drawing/2014/main" id="{3577698D-714C-5239-5607-0B43A4A475D9}"/>
                </a:ext>
              </a:extLst>
            </p:cNvPr>
            <p:cNvGrpSpPr/>
            <p:nvPr/>
          </p:nvGrpSpPr>
          <p:grpSpPr>
            <a:xfrm>
              <a:off x="4341793" y="3721644"/>
              <a:ext cx="91182" cy="498753"/>
              <a:chOff x="4341793" y="3721644"/>
              <a:chExt cx="91182" cy="498753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B49B5DCA-602A-73A9-7C4F-DEB71929F212}"/>
                  </a:ext>
                </a:extLst>
              </p:cNvPr>
              <p:cNvSpPr/>
              <p:nvPr/>
            </p:nvSpPr>
            <p:spPr>
              <a:xfrm>
                <a:off x="4380723" y="3721644"/>
                <a:ext cx="52252" cy="436863"/>
              </a:xfrm>
              <a:custGeom>
                <a:avLst/>
                <a:gdLst>
                  <a:gd name="csX0" fmla="*/ 52253 w 52252"/>
                  <a:gd name="csY0" fmla="*/ 0 h 436863"/>
                  <a:gd name="csX1" fmla="*/ 0 w 52252"/>
                  <a:gd name="csY1" fmla="*/ 436863 h 436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2252" h="436863">
                    <a:moveTo>
                      <a:pt x="52253" y="0"/>
                    </a:moveTo>
                    <a:lnTo>
                      <a:pt x="0" y="436863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6E93CB08-7588-D3B1-B56A-85BEBA497C3C}"/>
                  </a:ext>
                </a:extLst>
              </p:cNvPr>
              <p:cNvSpPr/>
              <p:nvPr/>
            </p:nvSpPr>
            <p:spPr>
              <a:xfrm>
                <a:off x="4341793" y="4132962"/>
                <a:ext cx="82750" cy="87434"/>
              </a:xfrm>
              <a:custGeom>
                <a:avLst/>
                <a:gdLst>
                  <a:gd name="csX0" fmla="*/ 31539 w 82750"/>
                  <a:gd name="csY0" fmla="*/ 87435 h 87434"/>
                  <a:gd name="csX1" fmla="*/ 0 w 82750"/>
                  <a:gd name="csY1" fmla="*/ 0 h 87434"/>
                  <a:gd name="csX2" fmla="*/ 38930 w 82750"/>
                  <a:gd name="csY2" fmla="*/ 25545 h 87434"/>
                  <a:gd name="csX3" fmla="*/ 82751 w 82750"/>
                  <a:gd name="csY3" fmla="*/ 9865 h 874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750" h="87434">
                    <a:moveTo>
                      <a:pt x="31539" y="87435"/>
                    </a:moveTo>
                    <a:lnTo>
                      <a:pt x="0" y="0"/>
                    </a:lnTo>
                    <a:lnTo>
                      <a:pt x="38930" y="25545"/>
                    </a:lnTo>
                    <a:lnTo>
                      <a:pt x="82751" y="9865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2" name="Graphic 2">
              <a:extLst>
                <a:ext uri="{FF2B5EF4-FFF2-40B4-BE49-F238E27FC236}">
                  <a16:creationId xmlns:a16="http://schemas.microsoft.com/office/drawing/2014/main" id="{1D5FFB86-9B01-81D5-88CA-61F3A6EBB595}"/>
                </a:ext>
              </a:extLst>
            </p:cNvPr>
            <p:cNvGrpSpPr/>
            <p:nvPr/>
          </p:nvGrpSpPr>
          <p:grpSpPr>
            <a:xfrm>
              <a:off x="4110299" y="2584781"/>
              <a:ext cx="393040" cy="929178"/>
              <a:chOff x="4110299" y="2584781"/>
              <a:chExt cx="393040" cy="929178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02DB2A66-7520-3132-3F48-EE09D99C3B4A}"/>
                  </a:ext>
                </a:extLst>
              </p:cNvPr>
              <p:cNvSpPr/>
              <p:nvPr/>
            </p:nvSpPr>
            <p:spPr>
              <a:xfrm>
                <a:off x="4110299" y="2626318"/>
                <a:ext cx="330586" cy="887641"/>
              </a:xfrm>
              <a:custGeom>
                <a:avLst/>
                <a:gdLst>
                  <a:gd name="csX0" fmla="*/ 114498 w 330586"/>
                  <a:gd name="csY0" fmla="*/ 887642 h 887641"/>
                  <a:gd name="csX1" fmla="*/ 0 w 330586"/>
                  <a:gd name="csY1" fmla="*/ 443925 h 887641"/>
                  <a:gd name="csX2" fmla="*/ 330587 w 330586"/>
                  <a:gd name="csY2" fmla="*/ 0 h 887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0586" h="887641">
                    <a:moveTo>
                      <a:pt x="114498" y="887642"/>
                    </a:moveTo>
                    <a:cubicBezTo>
                      <a:pt x="38169" y="887777"/>
                      <a:pt x="0" y="739874"/>
                      <a:pt x="0" y="443925"/>
                    </a:cubicBezTo>
                    <a:cubicBezTo>
                      <a:pt x="0" y="147975"/>
                      <a:pt x="110199" y="0"/>
                      <a:pt x="330587" y="0"/>
                    </a:cubicBezTo>
                  </a:path>
                </a:pathLst>
              </a:custGeom>
              <a:noFill/>
              <a:ln w="20806" cap="flat">
                <a:solidFill>
                  <a:srgbClr val="0000FF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4D585BA5-0E88-1F75-AFBD-4139530FDA71}"/>
                  </a:ext>
                </a:extLst>
              </p:cNvPr>
              <p:cNvSpPr/>
              <p:nvPr/>
            </p:nvSpPr>
            <p:spPr>
              <a:xfrm>
                <a:off x="4420068" y="2584781"/>
                <a:ext cx="83271" cy="83073"/>
              </a:xfrm>
              <a:custGeom>
                <a:avLst/>
                <a:gdLst>
                  <a:gd name="csX0" fmla="*/ 83271 w 83271"/>
                  <a:gd name="csY0" fmla="*/ 41537 h 83073"/>
                  <a:gd name="csX1" fmla="*/ 0 w 83271"/>
                  <a:gd name="csY1" fmla="*/ 83074 h 83073"/>
                  <a:gd name="csX2" fmla="*/ 20818 w 83271"/>
                  <a:gd name="csY2" fmla="*/ 41537 h 83073"/>
                  <a:gd name="csX3" fmla="*/ 0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83271" y="41537"/>
                    </a:moveTo>
                    <a:lnTo>
                      <a:pt x="0" y="83074"/>
                    </a:lnTo>
                    <a:lnTo>
                      <a:pt x="20818" y="41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20806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5CBDB1F8-4006-561C-2925-B6B41DF68ED4}"/>
              </a:ext>
            </a:extLst>
          </p:cNvPr>
          <p:cNvSpPr txBox="1"/>
          <p:nvPr/>
        </p:nvSpPr>
        <p:spPr>
          <a:xfrm>
            <a:off x="1858335" y="4640965"/>
            <a:ext cx="1700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F7BE9B-6B81-6890-46D3-B3DC16ADE9C7}"/>
                  </a:ext>
                </a:extLst>
              </p:cNvPr>
              <p:cNvSpPr txBox="1"/>
              <p:nvPr/>
            </p:nvSpPr>
            <p:spPr>
              <a:xfrm>
                <a:off x="4257053" y="3015874"/>
                <a:ext cx="4919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zh-CN" sz="24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F7BE9B-6B81-6890-46D3-B3DC16ADE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053" y="3015874"/>
                <a:ext cx="491991" cy="461665"/>
              </a:xfrm>
              <a:prstGeom prst="rect">
                <a:avLst/>
              </a:prstGeom>
              <a:blipFill>
                <a:blip r:embed="rId7"/>
                <a:stretch>
                  <a:fillRect r="-1025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0B7A99E-636F-ABD2-3BDB-8DE6D6140B3A}"/>
              </a:ext>
            </a:extLst>
          </p:cNvPr>
          <p:cNvSpPr txBox="1"/>
          <p:nvPr/>
        </p:nvSpPr>
        <p:spPr>
          <a:xfrm>
            <a:off x="5337310" y="4640965"/>
            <a:ext cx="170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ROBDD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Graphic 20">
            <a:extLst>
              <a:ext uri="{FF2B5EF4-FFF2-40B4-BE49-F238E27FC236}">
                <a16:creationId xmlns:a16="http://schemas.microsoft.com/office/drawing/2014/main" id="{3BAE1C97-354E-9BE4-FCB1-2221966CF5D6}"/>
              </a:ext>
            </a:extLst>
          </p:cNvPr>
          <p:cNvGrpSpPr/>
          <p:nvPr/>
        </p:nvGrpSpPr>
        <p:grpSpPr>
          <a:xfrm>
            <a:off x="5861807" y="2559952"/>
            <a:ext cx="167648" cy="499241"/>
            <a:chOff x="3661985" y="2550505"/>
            <a:chExt cx="167648" cy="499241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4C96CF5E-D7DC-924A-5C10-1783037ED8D6}"/>
                </a:ext>
              </a:extLst>
            </p:cNvPr>
            <p:cNvSpPr/>
            <p:nvPr/>
          </p:nvSpPr>
          <p:spPr>
            <a:xfrm>
              <a:off x="3695639" y="2550505"/>
              <a:ext cx="133994" cy="439676"/>
            </a:xfrm>
            <a:custGeom>
              <a:avLst/>
              <a:gdLst>
                <a:gd name="csX0" fmla="*/ 133994 w 133994"/>
                <a:gd name="csY0" fmla="*/ 0 h 439676"/>
                <a:gd name="csX1" fmla="*/ 0 w 133994"/>
                <a:gd name="csY1" fmla="*/ 439677 h 439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994" h="439676">
                  <a:moveTo>
                    <a:pt x="133994" y="0"/>
                  </a:moveTo>
                  <a:lnTo>
                    <a:pt x="0" y="439677"/>
                  </a:lnTo>
                </a:path>
              </a:pathLst>
            </a:custGeom>
            <a:noFill/>
            <a:ln w="2077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A5D4E888-4D9E-3818-8CA5-3BDBAD71A544}"/>
                </a:ext>
              </a:extLst>
            </p:cNvPr>
            <p:cNvSpPr/>
            <p:nvPr/>
          </p:nvSpPr>
          <p:spPr>
            <a:xfrm>
              <a:off x="3661985" y="2958220"/>
              <a:ext cx="79461" cy="91525"/>
            </a:xfrm>
            <a:custGeom>
              <a:avLst/>
              <a:gdLst>
                <a:gd name="csX0" fmla="*/ 15477 w 79461"/>
                <a:gd name="csY0" fmla="*/ 91526 h 91525"/>
                <a:gd name="csX1" fmla="*/ 0 w 79461"/>
                <a:gd name="csY1" fmla="*/ 0 h 91525"/>
                <a:gd name="csX2" fmla="*/ 33654 w 79461"/>
                <a:gd name="csY2" fmla="*/ 31961 h 91525"/>
                <a:gd name="csX3" fmla="*/ 79462 w 79461"/>
                <a:gd name="csY3" fmla="*/ 24179 h 91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461" h="91525">
                  <a:moveTo>
                    <a:pt x="15477" y="91526"/>
                  </a:moveTo>
                  <a:lnTo>
                    <a:pt x="0" y="0"/>
                  </a:lnTo>
                  <a:lnTo>
                    <a:pt x="33654" y="31961"/>
                  </a:lnTo>
                  <a:lnTo>
                    <a:pt x="79462" y="24179"/>
                  </a:lnTo>
                  <a:close/>
                </a:path>
              </a:pathLst>
            </a:custGeom>
            <a:solidFill>
              <a:srgbClr val="000000"/>
            </a:solidFill>
            <a:ln w="2077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26" name="Graphic 20">
            <a:extLst>
              <a:ext uri="{FF2B5EF4-FFF2-40B4-BE49-F238E27FC236}">
                <a16:creationId xmlns:a16="http://schemas.microsoft.com/office/drawing/2014/main" id="{EB915812-6C14-4C16-3655-3B1017A55DCF}"/>
              </a:ext>
            </a:extLst>
          </p:cNvPr>
          <p:cNvGrpSpPr/>
          <p:nvPr/>
        </p:nvGrpSpPr>
        <p:grpSpPr>
          <a:xfrm>
            <a:off x="5963964" y="2178542"/>
            <a:ext cx="447166" cy="446733"/>
            <a:chOff x="3764142" y="2169095"/>
            <a:chExt cx="447166" cy="446733"/>
          </a:xfrm>
          <a:solidFill>
            <a:srgbClr val="FFFFFF"/>
          </a:solidFill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8198C60-8D6E-D0A9-3CFF-B0C0E3C13A77}"/>
                </a:ext>
              </a:extLst>
            </p:cNvPr>
            <p:cNvSpPr/>
            <p:nvPr/>
          </p:nvSpPr>
          <p:spPr>
            <a:xfrm>
              <a:off x="3764142" y="2169095"/>
              <a:ext cx="447166" cy="446733"/>
            </a:xfrm>
            <a:prstGeom prst="ellipse">
              <a:avLst/>
            </a:prstGeom>
            <a:solidFill>
              <a:srgbClr val="FFFFFF"/>
            </a:solidFill>
            <a:ln w="2077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88F86D0E-88FE-E6DA-384A-233EC9908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4581" y="2274163"/>
              <a:ext cx="425873" cy="300935"/>
            </a:xfrm>
            <a:custGeom>
              <a:avLst/>
              <a:gdLst>
                <a:gd name="csX0" fmla="*/ 0 w 425873"/>
                <a:gd name="csY0" fmla="*/ 0 h 300935"/>
                <a:gd name="csX1" fmla="*/ 425873 w 425873"/>
                <a:gd name="csY1" fmla="*/ 0 h 300935"/>
                <a:gd name="csX2" fmla="*/ 425873 w 425873"/>
                <a:gd name="csY2" fmla="*/ 300935 h 300935"/>
                <a:gd name="csX3" fmla="*/ 0 w 425873"/>
                <a:gd name="csY3" fmla="*/ 300935 h 300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5873" h="300935">
                  <a:moveTo>
                    <a:pt x="0" y="0"/>
                  </a:moveTo>
                  <a:lnTo>
                    <a:pt x="425873" y="0"/>
                  </a:lnTo>
                  <a:lnTo>
                    <a:pt x="425873" y="300935"/>
                  </a:lnTo>
                  <a:lnTo>
                    <a:pt x="0" y="300935"/>
                  </a:lnTo>
                  <a:close/>
                </a:path>
              </a:pathLst>
            </a:custGeom>
          </p:spPr>
        </p:pic>
      </p:grpSp>
      <p:grpSp>
        <p:nvGrpSpPr>
          <p:cNvPr id="129" name="Graphic 20">
            <a:extLst>
              <a:ext uri="{FF2B5EF4-FFF2-40B4-BE49-F238E27FC236}">
                <a16:creationId xmlns:a16="http://schemas.microsoft.com/office/drawing/2014/main" id="{6D723939-20EE-8CF1-AE19-F469E284AF80}"/>
              </a:ext>
            </a:extLst>
          </p:cNvPr>
          <p:cNvGrpSpPr/>
          <p:nvPr/>
        </p:nvGrpSpPr>
        <p:grpSpPr>
          <a:xfrm>
            <a:off x="5662789" y="3081400"/>
            <a:ext cx="415486" cy="415083"/>
            <a:chOff x="3462967" y="3071953"/>
            <a:chExt cx="415486" cy="415083"/>
          </a:xfrm>
          <a:solidFill>
            <a:srgbClr val="FFFFFF"/>
          </a:solidFill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DCFC31E-EC72-D132-0726-FD8E1ED95DB5}"/>
                </a:ext>
              </a:extLst>
            </p:cNvPr>
            <p:cNvSpPr/>
            <p:nvPr/>
          </p:nvSpPr>
          <p:spPr>
            <a:xfrm>
              <a:off x="3462967" y="3071953"/>
              <a:ext cx="415486" cy="415083"/>
            </a:xfrm>
            <a:prstGeom prst="ellipse">
              <a:avLst/>
            </a:prstGeom>
            <a:solidFill>
              <a:srgbClr val="FFFFFF"/>
            </a:solidFill>
            <a:ln w="2077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3B2C3C20-1299-193F-DC73-63808AD20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73354" y="3156215"/>
              <a:ext cx="394711" cy="300935"/>
            </a:xfrm>
            <a:custGeom>
              <a:avLst/>
              <a:gdLst>
                <a:gd name="csX0" fmla="*/ 0 w 394711"/>
                <a:gd name="csY0" fmla="*/ 0 h 300935"/>
                <a:gd name="csX1" fmla="*/ 394712 w 394711"/>
                <a:gd name="csY1" fmla="*/ 0 h 300935"/>
                <a:gd name="csX2" fmla="*/ 394712 w 394711"/>
                <a:gd name="csY2" fmla="*/ 300935 h 300935"/>
                <a:gd name="csX3" fmla="*/ 0 w 394711"/>
                <a:gd name="csY3" fmla="*/ 300935 h 300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4711" h="300935">
                  <a:moveTo>
                    <a:pt x="0" y="0"/>
                  </a:moveTo>
                  <a:lnTo>
                    <a:pt x="394712" y="0"/>
                  </a:lnTo>
                  <a:lnTo>
                    <a:pt x="394712" y="300935"/>
                  </a:lnTo>
                  <a:lnTo>
                    <a:pt x="0" y="300935"/>
                  </a:lnTo>
                  <a:close/>
                </a:path>
              </a:pathLst>
            </a:custGeom>
          </p:spPr>
        </p:pic>
      </p:grpSp>
      <p:grpSp>
        <p:nvGrpSpPr>
          <p:cNvPr id="132" name="Graphic 20">
            <a:extLst>
              <a:ext uri="{FF2B5EF4-FFF2-40B4-BE49-F238E27FC236}">
                <a16:creationId xmlns:a16="http://schemas.microsoft.com/office/drawing/2014/main" id="{6743346C-56CB-06D2-38A3-39D546A71499}"/>
              </a:ext>
            </a:extLst>
          </p:cNvPr>
          <p:cNvGrpSpPr/>
          <p:nvPr/>
        </p:nvGrpSpPr>
        <p:grpSpPr>
          <a:xfrm>
            <a:off x="6345744" y="2559952"/>
            <a:ext cx="313172" cy="1435254"/>
            <a:chOff x="4145922" y="2550505"/>
            <a:chExt cx="313172" cy="1435254"/>
          </a:xfrm>
        </p:grpSpPr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230C519D-BDB6-B77E-EC0C-83535FF78E33}"/>
                </a:ext>
              </a:extLst>
            </p:cNvPr>
            <p:cNvSpPr/>
            <p:nvPr/>
          </p:nvSpPr>
          <p:spPr>
            <a:xfrm>
              <a:off x="4145922" y="2550505"/>
              <a:ext cx="276609" cy="1374236"/>
            </a:xfrm>
            <a:custGeom>
              <a:avLst/>
              <a:gdLst>
                <a:gd name="csX0" fmla="*/ 0 w 276609"/>
                <a:gd name="csY0" fmla="*/ 0 h 1374236"/>
                <a:gd name="csX1" fmla="*/ 276610 w 276609"/>
                <a:gd name="csY1" fmla="*/ 1374237 h 13742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6609" h="1374236">
                  <a:moveTo>
                    <a:pt x="0" y="0"/>
                  </a:moveTo>
                  <a:lnTo>
                    <a:pt x="276610" y="1374237"/>
                  </a:lnTo>
                </a:path>
              </a:pathLst>
            </a:custGeom>
            <a:noFill/>
            <a:ln w="20774" cap="flat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2D669EF6-C634-E300-DB9F-95B2153CD699}"/>
                </a:ext>
              </a:extLst>
            </p:cNvPr>
            <p:cNvSpPr/>
            <p:nvPr/>
          </p:nvSpPr>
          <p:spPr>
            <a:xfrm>
              <a:off x="4377659" y="3896204"/>
              <a:ext cx="81435" cy="89554"/>
            </a:xfrm>
            <a:custGeom>
              <a:avLst/>
              <a:gdLst>
                <a:gd name="csX0" fmla="*/ 57129 w 81435"/>
                <a:gd name="csY0" fmla="*/ 89554 h 89554"/>
                <a:gd name="csX1" fmla="*/ 0 w 81435"/>
                <a:gd name="csY1" fmla="*/ 16292 h 89554"/>
                <a:gd name="csX2" fmla="*/ 44872 w 81435"/>
                <a:gd name="csY2" fmla="*/ 28537 h 89554"/>
                <a:gd name="csX3" fmla="*/ 81435 w 81435"/>
                <a:gd name="csY3" fmla="*/ 0 h 89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1435" h="89554">
                  <a:moveTo>
                    <a:pt x="57129" y="89554"/>
                  </a:moveTo>
                  <a:lnTo>
                    <a:pt x="0" y="16292"/>
                  </a:lnTo>
                  <a:lnTo>
                    <a:pt x="44872" y="28537"/>
                  </a:lnTo>
                  <a:lnTo>
                    <a:pt x="81435" y="0"/>
                  </a:lnTo>
                  <a:close/>
                </a:path>
              </a:pathLst>
            </a:custGeom>
            <a:solidFill>
              <a:srgbClr val="000000"/>
            </a:solidFill>
            <a:ln w="2077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35" name="Graphic 20">
            <a:extLst>
              <a:ext uri="{FF2B5EF4-FFF2-40B4-BE49-F238E27FC236}">
                <a16:creationId xmlns:a16="http://schemas.microsoft.com/office/drawing/2014/main" id="{BF15544A-1517-2560-2FC3-FC12C3CBBD55}"/>
              </a:ext>
            </a:extLst>
          </p:cNvPr>
          <p:cNvGrpSpPr/>
          <p:nvPr/>
        </p:nvGrpSpPr>
        <p:grpSpPr>
          <a:xfrm>
            <a:off x="5652402" y="4017931"/>
            <a:ext cx="311614" cy="320340"/>
            <a:chOff x="3452580" y="4008484"/>
            <a:chExt cx="311614" cy="320340"/>
          </a:xfrm>
          <a:solidFill>
            <a:srgbClr val="FFFFFF"/>
          </a:solidFill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74B54E49-C775-88E0-F993-0452F2733062}"/>
                </a:ext>
              </a:extLst>
            </p:cNvPr>
            <p:cNvSpPr/>
            <p:nvPr/>
          </p:nvSpPr>
          <p:spPr>
            <a:xfrm>
              <a:off x="3452580" y="4008484"/>
              <a:ext cx="311614" cy="311312"/>
            </a:xfrm>
            <a:prstGeom prst="rect">
              <a:avLst/>
            </a:prstGeom>
            <a:solidFill>
              <a:srgbClr val="FFFFFF"/>
            </a:solidFill>
            <a:ln w="2077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98D8EFCF-2F87-74B7-DBFF-30A7BA81A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62967" y="4048644"/>
              <a:ext cx="290840" cy="280181"/>
            </a:xfrm>
            <a:custGeom>
              <a:avLst/>
              <a:gdLst>
                <a:gd name="csX0" fmla="*/ 0 w 290840"/>
                <a:gd name="csY0" fmla="*/ 0 h 280181"/>
                <a:gd name="csX1" fmla="*/ 290840 w 290840"/>
                <a:gd name="csY1" fmla="*/ 0 h 280181"/>
                <a:gd name="csX2" fmla="*/ 290840 w 290840"/>
                <a:gd name="csY2" fmla="*/ 280181 h 280181"/>
                <a:gd name="csX3" fmla="*/ 0 w 290840"/>
                <a:gd name="csY3" fmla="*/ 280181 h 280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0840" h="280181">
                  <a:moveTo>
                    <a:pt x="0" y="0"/>
                  </a:moveTo>
                  <a:lnTo>
                    <a:pt x="290840" y="0"/>
                  </a:lnTo>
                  <a:lnTo>
                    <a:pt x="290840" y="280181"/>
                  </a:lnTo>
                  <a:lnTo>
                    <a:pt x="0" y="280181"/>
                  </a:lnTo>
                  <a:close/>
                </a:path>
              </a:pathLst>
            </a:custGeom>
          </p:spPr>
        </p:pic>
      </p:grpSp>
      <p:grpSp>
        <p:nvGrpSpPr>
          <p:cNvPr id="138" name="Graphic 20">
            <a:extLst>
              <a:ext uri="{FF2B5EF4-FFF2-40B4-BE49-F238E27FC236}">
                <a16:creationId xmlns:a16="http://schemas.microsoft.com/office/drawing/2014/main" id="{C092ACA5-50BD-C618-BA16-75F3CD923DDF}"/>
              </a:ext>
            </a:extLst>
          </p:cNvPr>
          <p:cNvGrpSpPr/>
          <p:nvPr/>
        </p:nvGrpSpPr>
        <p:grpSpPr>
          <a:xfrm>
            <a:off x="6483374" y="4017931"/>
            <a:ext cx="311614" cy="320340"/>
            <a:chOff x="4283552" y="4008484"/>
            <a:chExt cx="311614" cy="320340"/>
          </a:xfrm>
          <a:solidFill>
            <a:srgbClr val="FFFFFF"/>
          </a:solidFill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0893E7BA-A1D0-2FAA-4050-41A95A8C8B76}"/>
                </a:ext>
              </a:extLst>
            </p:cNvPr>
            <p:cNvSpPr/>
            <p:nvPr/>
          </p:nvSpPr>
          <p:spPr>
            <a:xfrm>
              <a:off x="4283552" y="4008484"/>
              <a:ext cx="311614" cy="311312"/>
            </a:xfrm>
            <a:prstGeom prst="rect">
              <a:avLst/>
            </a:prstGeom>
            <a:solidFill>
              <a:srgbClr val="FFFFFF"/>
            </a:solidFill>
            <a:ln w="2077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470D82B0-4BBC-6736-791F-4AC48D856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93939" y="4048644"/>
              <a:ext cx="290840" cy="280181"/>
            </a:xfrm>
            <a:custGeom>
              <a:avLst/>
              <a:gdLst>
                <a:gd name="csX0" fmla="*/ 0 w 290840"/>
                <a:gd name="csY0" fmla="*/ 0 h 280181"/>
                <a:gd name="csX1" fmla="*/ 290840 w 290840"/>
                <a:gd name="csY1" fmla="*/ 0 h 280181"/>
                <a:gd name="csX2" fmla="*/ 290840 w 290840"/>
                <a:gd name="csY2" fmla="*/ 280181 h 280181"/>
                <a:gd name="csX3" fmla="*/ 0 w 290840"/>
                <a:gd name="csY3" fmla="*/ 280181 h 280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0840" h="280181">
                  <a:moveTo>
                    <a:pt x="0" y="0"/>
                  </a:moveTo>
                  <a:lnTo>
                    <a:pt x="290840" y="0"/>
                  </a:lnTo>
                  <a:lnTo>
                    <a:pt x="290840" y="280181"/>
                  </a:lnTo>
                  <a:lnTo>
                    <a:pt x="0" y="280181"/>
                  </a:lnTo>
                  <a:close/>
                </a:path>
              </a:pathLst>
            </a:custGeom>
          </p:spPr>
        </p:pic>
      </p:grpSp>
      <p:grpSp>
        <p:nvGrpSpPr>
          <p:cNvPr id="141" name="Graphic 20">
            <a:extLst>
              <a:ext uri="{FF2B5EF4-FFF2-40B4-BE49-F238E27FC236}">
                <a16:creationId xmlns:a16="http://schemas.microsoft.com/office/drawing/2014/main" id="{3A0BA7A5-279A-51D7-7D51-28A29E362461}"/>
              </a:ext>
            </a:extLst>
          </p:cNvPr>
          <p:cNvGrpSpPr/>
          <p:nvPr/>
        </p:nvGrpSpPr>
        <p:grpSpPr>
          <a:xfrm>
            <a:off x="5779540" y="3496483"/>
            <a:ext cx="90991" cy="498411"/>
            <a:chOff x="3579718" y="3487036"/>
            <a:chExt cx="90991" cy="498411"/>
          </a:xfrm>
        </p:grpSpPr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62681FC0-B757-7FFC-0F6E-928B469F103D}"/>
                </a:ext>
              </a:extLst>
            </p:cNvPr>
            <p:cNvSpPr/>
            <p:nvPr/>
          </p:nvSpPr>
          <p:spPr>
            <a:xfrm>
              <a:off x="3618566" y="3487036"/>
              <a:ext cx="52143" cy="436563"/>
            </a:xfrm>
            <a:custGeom>
              <a:avLst/>
              <a:gdLst>
                <a:gd name="csX0" fmla="*/ 52144 w 52143"/>
                <a:gd name="csY0" fmla="*/ 0 h 436563"/>
                <a:gd name="csX1" fmla="*/ 0 w 52143"/>
                <a:gd name="csY1" fmla="*/ 436564 h 4365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2143" h="436563">
                  <a:moveTo>
                    <a:pt x="52144" y="0"/>
                  </a:moveTo>
                  <a:lnTo>
                    <a:pt x="0" y="436564"/>
                  </a:lnTo>
                </a:path>
              </a:pathLst>
            </a:custGeom>
            <a:noFill/>
            <a:ln w="2077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09E94A93-AC94-1BBD-346C-6B96A10B8D7D}"/>
                </a:ext>
              </a:extLst>
            </p:cNvPr>
            <p:cNvSpPr/>
            <p:nvPr/>
          </p:nvSpPr>
          <p:spPr>
            <a:xfrm>
              <a:off x="3579718" y="3898072"/>
              <a:ext cx="82577" cy="87375"/>
            </a:xfrm>
            <a:custGeom>
              <a:avLst/>
              <a:gdLst>
                <a:gd name="csX0" fmla="*/ 31473 w 82577"/>
                <a:gd name="csY0" fmla="*/ 87375 h 87375"/>
                <a:gd name="csX1" fmla="*/ 0 w 82577"/>
                <a:gd name="csY1" fmla="*/ 0 h 87375"/>
                <a:gd name="csX2" fmla="*/ 38848 w 82577"/>
                <a:gd name="csY2" fmla="*/ 25528 h 87375"/>
                <a:gd name="csX3" fmla="*/ 82578 w 82577"/>
                <a:gd name="csY3" fmla="*/ 9858 h 87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2577" h="87375">
                  <a:moveTo>
                    <a:pt x="31473" y="87375"/>
                  </a:moveTo>
                  <a:lnTo>
                    <a:pt x="0" y="0"/>
                  </a:lnTo>
                  <a:lnTo>
                    <a:pt x="38848" y="25528"/>
                  </a:lnTo>
                  <a:lnTo>
                    <a:pt x="82578" y="9858"/>
                  </a:lnTo>
                  <a:close/>
                </a:path>
              </a:pathLst>
            </a:custGeom>
            <a:solidFill>
              <a:srgbClr val="000000"/>
            </a:solidFill>
            <a:ln w="2077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705AD4DD-1066-C9FD-64C4-6508D40384D2}"/>
              </a:ext>
            </a:extLst>
          </p:cNvPr>
          <p:cNvSpPr txBox="1"/>
          <p:nvPr/>
        </p:nvSpPr>
        <p:spPr>
          <a:xfrm>
            <a:off x="8011007" y="4638714"/>
            <a:ext cx="170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ROBDD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869CC5-F3A1-4BF1-5AFC-4D8023E02BD3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21" name="Text 13">
              <a:extLst>
                <a:ext uri="{FF2B5EF4-FFF2-40B4-BE49-F238E27FC236}">
                  <a16:creationId xmlns:a16="http://schemas.microsoft.com/office/drawing/2014/main" id="{33FC91B7-51C9-1B25-B5CB-1F04FD7A3BB0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321186-2B37-990D-9634-F1156E29EFBB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0F01DE-251B-39FE-7C75-7B78660003CB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FDA2104-C182-EA37-B98D-4D3D9FAD2A21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EE15929-386F-BFD7-EC69-1BDD683B895A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990E9A-38F1-2FFA-6709-17CAE8D86E2B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C3022046-8BA4-F4DD-6BD1-CD5328024B6B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8" name="Text 13">
              <a:extLst>
                <a:ext uri="{FF2B5EF4-FFF2-40B4-BE49-F238E27FC236}">
                  <a16:creationId xmlns:a16="http://schemas.microsoft.com/office/drawing/2014/main" id="{E131353A-EC64-F7BD-52E7-6F96D0DE289C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F842245F-2DF3-9B56-DBE4-27A5F6B2A80D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AF7325C-2355-1B0C-74CB-35929D8BEE8C}"/>
              </a:ext>
            </a:extLst>
          </p:cNvPr>
          <p:cNvSpPr/>
          <p:nvPr/>
        </p:nvSpPr>
        <p:spPr>
          <a:xfrm>
            <a:off x="7342658" y="938648"/>
            <a:ext cx="4007145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0FA2DE-C30A-3D6D-45DB-9AA34A114BA3}"/>
              </a:ext>
            </a:extLst>
          </p:cNvPr>
          <p:cNvSpPr/>
          <p:nvPr/>
        </p:nvSpPr>
        <p:spPr>
          <a:xfrm>
            <a:off x="1823242" y="933225"/>
            <a:ext cx="3344142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3598641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3FF89-4584-DD43-046E-A18B969F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9AED634-7902-CC5C-EC6F-B642E05C894A}"/>
              </a:ext>
            </a:extLst>
          </p:cNvPr>
          <p:cNvGrpSpPr/>
          <p:nvPr/>
        </p:nvGrpSpPr>
        <p:grpSpPr>
          <a:xfrm>
            <a:off x="8215561" y="2178542"/>
            <a:ext cx="1143450" cy="2161362"/>
            <a:chOff x="3977195" y="2833339"/>
            <a:chExt cx="1045437" cy="1976097"/>
          </a:xfrm>
        </p:grpSpPr>
        <p:grpSp>
          <p:nvGrpSpPr>
            <p:cNvPr id="26" name="Graphic 76">
              <a:extLst>
                <a:ext uri="{FF2B5EF4-FFF2-40B4-BE49-F238E27FC236}">
                  <a16:creationId xmlns:a16="http://schemas.microsoft.com/office/drawing/2014/main" id="{337EA02C-8A18-303A-6218-A222459C0930}"/>
                </a:ext>
              </a:extLst>
            </p:cNvPr>
            <p:cNvGrpSpPr/>
            <p:nvPr/>
          </p:nvGrpSpPr>
          <p:grpSpPr>
            <a:xfrm>
              <a:off x="4677638" y="3182319"/>
              <a:ext cx="85345" cy="452425"/>
              <a:chOff x="4677638" y="3182319"/>
              <a:chExt cx="85345" cy="452425"/>
            </a:xfrm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C5B16EC-1B50-985D-B55A-62A33660F577}"/>
                  </a:ext>
                </a:extLst>
              </p:cNvPr>
              <p:cNvSpPr/>
              <p:nvPr/>
            </p:nvSpPr>
            <p:spPr>
              <a:xfrm>
                <a:off x="4677638" y="3182319"/>
                <a:ext cx="50085" cy="395931"/>
              </a:xfrm>
              <a:custGeom>
                <a:avLst/>
                <a:gdLst>
                  <a:gd name="csX0" fmla="*/ 0 w 50085"/>
                  <a:gd name="csY0" fmla="*/ 0 h 395931"/>
                  <a:gd name="csX1" fmla="*/ 50086 w 50085"/>
                  <a:gd name="csY1" fmla="*/ 395932 h 3959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0085" h="395931">
                    <a:moveTo>
                      <a:pt x="0" y="0"/>
                    </a:moveTo>
                    <a:lnTo>
                      <a:pt x="50086" y="395932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C8D89CB-DFA6-A916-1E96-2D9098A6D55B}"/>
                  </a:ext>
                </a:extLst>
              </p:cNvPr>
              <p:cNvSpPr/>
              <p:nvPr/>
            </p:nvSpPr>
            <p:spPr>
              <a:xfrm>
                <a:off x="4687617" y="3554609"/>
                <a:ext cx="75366" cy="80135"/>
              </a:xfrm>
              <a:custGeom>
                <a:avLst/>
                <a:gdLst>
                  <a:gd name="csX0" fmla="*/ 47235 w 75366"/>
                  <a:gd name="csY0" fmla="*/ 80136 h 80135"/>
                  <a:gd name="csX1" fmla="*/ 0 w 75366"/>
                  <a:gd name="csY1" fmla="*/ 9590 h 80135"/>
                  <a:gd name="csX2" fmla="*/ 40107 w 75366"/>
                  <a:gd name="csY2" fmla="*/ 23642 h 80135"/>
                  <a:gd name="csX3" fmla="*/ 75366 w 75366"/>
                  <a:gd name="csY3" fmla="*/ 0 h 801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366" h="80135">
                    <a:moveTo>
                      <a:pt x="47235" y="80136"/>
                    </a:moveTo>
                    <a:lnTo>
                      <a:pt x="0" y="9590"/>
                    </a:lnTo>
                    <a:lnTo>
                      <a:pt x="40107" y="23642"/>
                    </a:lnTo>
                    <a:lnTo>
                      <a:pt x="7536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" name="Graphic 76">
              <a:extLst>
                <a:ext uri="{FF2B5EF4-FFF2-40B4-BE49-F238E27FC236}">
                  <a16:creationId xmlns:a16="http://schemas.microsoft.com/office/drawing/2014/main" id="{5981BBED-0844-CF34-54BC-4BEC1C81AF9C}"/>
                </a:ext>
              </a:extLst>
            </p:cNvPr>
            <p:cNvGrpSpPr/>
            <p:nvPr/>
          </p:nvGrpSpPr>
          <p:grpSpPr>
            <a:xfrm>
              <a:off x="4328415" y="2833339"/>
              <a:ext cx="409146" cy="408749"/>
              <a:chOff x="4328415" y="2833339"/>
              <a:chExt cx="409146" cy="408749"/>
            </a:xfrm>
            <a:solidFill>
              <a:srgbClr val="FFFFFF"/>
            </a:solidFill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7460C5F-7751-F25B-FD3F-27906EDD2B13}"/>
                  </a:ext>
                </a:extLst>
              </p:cNvPr>
              <p:cNvSpPr/>
              <p:nvPr/>
            </p:nvSpPr>
            <p:spPr>
              <a:xfrm>
                <a:off x="4328415" y="2833339"/>
                <a:ext cx="409146" cy="408749"/>
              </a:xfrm>
              <a:prstGeom prst="ellipse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99569D75-9390-78CF-C522-B44F9BA501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8346" y="2929474"/>
                <a:ext cx="389662" cy="275348"/>
              </a:xfrm>
              <a:custGeom>
                <a:avLst/>
                <a:gdLst>
                  <a:gd name="csX0" fmla="*/ 0 w 389662"/>
                  <a:gd name="csY0" fmla="*/ 0 h 275348"/>
                  <a:gd name="csX1" fmla="*/ 389663 w 389662"/>
                  <a:gd name="csY1" fmla="*/ 0 h 275348"/>
                  <a:gd name="csX2" fmla="*/ 389663 w 389662"/>
                  <a:gd name="csY2" fmla="*/ 275348 h 275348"/>
                  <a:gd name="csX3" fmla="*/ 0 w 389662"/>
                  <a:gd name="csY3" fmla="*/ 275348 h 2753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89662" h="275348">
                    <a:moveTo>
                      <a:pt x="0" y="0"/>
                    </a:moveTo>
                    <a:lnTo>
                      <a:pt x="389663" y="0"/>
                    </a:lnTo>
                    <a:lnTo>
                      <a:pt x="389663" y="275348"/>
                    </a:lnTo>
                    <a:lnTo>
                      <a:pt x="0" y="275348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76">
              <a:extLst>
                <a:ext uri="{FF2B5EF4-FFF2-40B4-BE49-F238E27FC236}">
                  <a16:creationId xmlns:a16="http://schemas.microsoft.com/office/drawing/2014/main" id="{FE893425-0C5C-93C6-7A39-63A9DA5B590B}"/>
                </a:ext>
              </a:extLst>
            </p:cNvPr>
            <p:cNvGrpSpPr/>
            <p:nvPr/>
          </p:nvGrpSpPr>
          <p:grpSpPr>
            <a:xfrm>
              <a:off x="4547434" y="3655823"/>
              <a:ext cx="380158" cy="379790"/>
              <a:chOff x="4547434" y="3655823"/>
              <a:chExt cx="380158" cy="379790"/>
            </a:xfrm>
            <a:solidFill>
              <a:srgbClr val="FFFFFF"/>
            </a:solidFill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54FEF8C-1F15-E67B-B0AE-3D2CBF81C323}"/>
                  </a:ext>
                </a:extLst>
              </p:cNvPr>
              <p:cNvSpPr/>
              <p:nvPr/>
            </p:nvSpPr>
            <p:spPr>
              <a:xfrm>
                <a:off x="4547434" y="3655823"/>
                <a:ext cx="380158" cy="379790"/>
              </a:xfrm>
              <a:prstGeom prst="ellipse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333075DF-DAFC-5C77-F69A-606B15BE16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6938" y="3736528"/>
                <a:ext cx="361150" cy="275348"/>
              </a:xfrm>
              <a:custGeom>
                <a:avLst/>
                <a:gdLst>
                  <a:gd name="csX0" fmla="*/ 0 w 361150"/>
                  <a:gd name="csY0" fmla="*/ 0 h 275348"/>
                  <a:gd name="csX1" fmla="*/ 361151 w 361150"/>
                  <a:gd name="csY1" fmla="*/ 0 h 275348"/>
                  <a:gd name="csX2" fmla="*/ 361151 w 361150"/>
                  <a:gd name="csY2" fmla="*/ 275348 h 275348"/>
                  <a:gd name="csX3" fmla="*/ 0 w 361150"/>
                  <a:gd name="csY3" fmla="*/ 275348 h 2753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150" h="275348">
                    <a:moveTo>
                      <a:pt x="0" y="0"/>
                    </a:moveTo>
                    <a:lnTo>
                      <a:pt x="361151" y="0"/>
                    </a:lnTo>
                    <a:lnTo>
                      <a:pt x="361151" y="275348"/>
                    </a:lnTo>
                    <a:lnTo>
                      <a:pt x="0" y="275348"/>
                    </a:lnTo>
                    <a:close/>
                  </a:path>
                </a:pathLst>
              </a:custGeom>
            </p:spPr>
          </p:pic>
        </p:grpSp>
        <p:grpSp>
          <p:nvGrpSpPr>
            <p:cNvPr id="29" name="Graphic 76">
              <a:extLst>
                <a:ext uri="{FF2B5EF4-FFF2-40B4-BE49-F238E27FC236}">
                  <a16:creationId xmlns:a16="http://schemas.microsoft.com/office/drawing/2014/main" id="{95709486-8E0A-F5C0-668C-9EB789AE32A6}"/>
                </a:ext>
              </a:extLst>
            </p:cNvPr>
            <p:cNvGrpSpPr/>
            <p:nvPr/>
          </p:nvGrpSpPr>
          <p:grpSpPr>
            <a:xfrm>
              <a:off x="4840632" y="3979974"/>
              <a:ext cx="75936" cy="515090"/>
              <a:chOff x="4840632" y="3979974"/>
              <a:chExt cx="75936" cy="515090"/>
            </a:xfrm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26CD9F7-5C19-FD07-2609-0B9867A5488A}"/>
                  </a:ext>
                </a:extLst>
              </p:cNvPr>
              <p:cNvSpPr/>
              <p:nvPr/>
            </p:nvSpPr>
            <p:spPr>
              <a:xfrm>
                <a:off x="4871900" y="3979974"/>
                <a:ext cx="6937" cy="458122"/>
              </a:xfrm>
              <a:custGeom>
                <a:avLst/>
                <a:gdLst>
                  <a:gd name="csX0" fmla="*/ 0 w 6937"/>
                  <a:gd name="csY0" fmla="*/ 0 h 458122"/>
                  <a:gd name="csX1" fmla="*/ 6938 w 6937"/>
                  <a:gd name="csY1" fmla="*/ 458122 h 4581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937" h="458122">
                    <a:moveTo>
                      <a:pt x="0" y="0"/>
                    </a:moveTo>
                    <a:lnTo>
                      <a:pt x="6938" y="458122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235A2601-FF84-297C-FB54-32009DF57A44}"/>
                  </a:ext>
                </a:extLst>
              </p:cNvPr>
              <p:cNvSpPr/>
              <p:nvPr/>
            </p:nvSpPr>
            <p:spPr>
              <a:xfrm>
                <a:off x="4840632" y="4418537"/>
                <a:ext cx="75936" cy="76527"/>
              </a:xfrm>
              <a:custGeom>
                <a:avLst/>
                <a:gdLst>
                  <a:gd name="csX0" fmla="*/ 39156 w 75936"/>
                  <a:gd name="csY0" fmla="*/ 76528 h 76527"/>
                  <a:gd name="csX1" fmla="*/ 0 w 75936"/>
                  <a:gd name="csY1" fmla="*/ 1234 h 76527"/>
                  <a:gd name="csX2" fmla="*/ 38206 w 75936"/>
                  <a:gd name="csY2" fmla="*/ 19559 h 76527"/>
                  <a:gd name="csX3" fmla="*/ 75937 w 75936"/>
                  <a:gd name="csY3" fmla="*/ 0 h 765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36" h="76527">
                    <a:moveTo>
                      <a:pt x="39156" y="76528"/>
                    </a:moveTo>
                    <a:lnTo>
                      <a:pt x="0" y="1234"/>
                    </a:lnTo>
                    <a:lnTo>
                      <a:pt x="38206" y="19559"/>
                    </a:lnTo>
                    <a:lnTo>
                      <a:pt x="759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0" name="Graphic 76">
              <a:extLst>
                <a:ext uri="{FF2B5EF4-FFF2-40B4-BE49-F238E27FC236}">
                  <a16:creationId xmlns:a16="http://schemas.microsoft.com/office/drawing/2014/main" id="{87C2DC15-E754-0376-B38B-5873BA0409DC}"/>
                </a:ext>
              </a:extLst>
            </p:cNvPr>
            <p:cNvGrpSpPr/>
            <p:nvPr/>
          </p:nvGrpSpPr>
          <p:grpSpPr>
            <a:xfrm>
              <a:off x="3977195" y="4516333"/>
              <a:ext cx="285119" cy="293103"/>
              <a:chOff x="3977195" y="4516333"/>
              <a:chExt cx="285119" cy="293103"/>
            </a:xfrm>
            <a:solidFill>
              <a:srgbClr val="FFFFFF"/>
            </a:solidFill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B78FD48-A96F-1626-B09C-E2A1A0EBF435}"/>
                  </a:ext>
                </a:extLst>
              </p:cNvPr>
              <p:cNvSpPr/>
              <p:nvPr/>
            </p:nvSpPr>
            <p:spPr>
              <a:xfrm>
                <a:off x="3977195" y="4516333"/>
                <a:ext cx="285119" cy="284842"/>
              </a:xfrm>
              <a:prstGeom prst="rect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19B1A84E-D7B0-9884-D495-15BE4ABD2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86699" y="4553078"/>
                <a:ext cx="266111" cy="256358"/>
              </a:xfrm>
              <a:custGeom>
                <a:avLst/>
                <a:gdLst>
                  <a:gd name="csX0" fmla="*/ 0 w 266111"/>
                  <a:gd name="csY0" fmla="*/ 0 h 256358"/>
                  <a:gd name="csX1" fmla="*/ 266111 w 266111"/>
                  <a:gd name="csY1" fmla="*/ 0 h 256358"/>
                  <a:gd name="csX2" fmla="*/ 266111 w 266111"/>
                  <a:gd name="csY2" fmla="*/ 256359 h 256358"/>
                  <a:gd name="csX3" fmla="*/ 0 w 266111"/>
                  <a:gd name="csY3" fmla="*/ 256359 h 2563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111" h="256358">
                    <a:moveTo>
                      <a:pt x="0" y="0"/>
                    </a:moveTo>
                    <a:lnTo>
                      <a:pt x="266111" y="0"/>
                    </a:lnTo>
                    <a:lnTo>
                      <a:pt x="266111" y="256359"/>
                    </a:lnTo>
                    <a:lnTo>
                      <a:pt x="0" y="256359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76">
              <a:extLst>
                <a:ext uri="{FF2B5EF4-FFF2-40B4-BE49-F238E27FC236}">
                  <a16:creationId xmlns:a16="http://schemas.microsoft.com/office/drawing/2014/main" id="{AF8DBA4B-1728-8514-483F-0C80DC799EFC}"/>
                </a:ext>
              </a:extLst>
            </p:cNvPr>
            <p:cNvGrpSpPr/>
            <p:nvPr/>
          </p:nvGrpSpPr>
          <p:grpSpPr>
            <a:xfrm>
              <a:off x="4737513" y="4516333"/>
              <a:ext cx="285119" cy="293103"/>
              <a:chOff x="4737513" y="4516333"/>
              <a:chExt cx="285119" cy="293103"/>
            </a:xfrm>
            <a:solidFill>
              <a:srgbClr val="FFFFFF"/>
            </a:solidFill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DA72385-A733-81BB-FD6D-019F192559B5}"/>
                  </a:ext>
                </a:extLst>
              </p:cNvPr>
              <p:cNvSpPr/>
              <p:nvPr/>
            </p:nvSpPr>
            <p:spPr>
              <a:xfrm>
                <a:off x="4737513" y="4516333"/>
                <a:ext cx="285119" cy="284842"/>
              </a:xfrm>
              <a:prstGeom prst="rect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5E0D43D9-0CFF-88E5-727B-0D6A4E5656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47017" y="4553078"/>
                <a:ext cx="266111" cy="256358"/>
              </a:xfrm>
              <a:custGeom>
                <a:avLst/>
                <a:gdLst>
                  <a:gd name="csX0" fmla="*/ 0 w 266111"/>
                  <a:gd name="csY0" fmla="*/ 0 h 256358"/>
                  <a:gd name="csX1" fmla="*/ 266111 w 266111"/>
                  <a:gd name="csY1" fmla="*/ 0 h 256358"/>
                  <a:gd name="csX2" fmla="*/ 266111 w 266111"/>
                  <a:gd name="csY2" fmla="*/ 256359 h 256358"/>
                  <a:gd name="csX3" fmla="*/ 0 w 266111"/>
                  <a:gd name="csY3" fmla="*/ 256359 h 2563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111" h="256358">
                    <a:moveTo>
                      <a:pt x="0" y="0"/>
                    </a:moveTo>
                    <a:lnTo>
                      <a:pt x="266111" y="0"/>
                    </a:lnTo>
                    <a:lnTo>
                      <a:pt x="266111" y="256359"/>
                    </a:lnTo>
                    <a:lnTo>
                      <a:pt x="0" y="256359"/>
                    </a:lnTo>
                    <a:close/>
                  </a:path>
                </a:pathLst>
              </a:custGeom>
            </p:spPr>
          </p:pic>
        </p:grpSp>
        <p:grpSp>
          <p:nvGrpSpPr>
            <p:cNvPr id="34" name="Graphic 76">
              <a:extLst>
                <a:ext uri="{FF2B5EF4-FFF2-40B4-BE49-F238E27FC236}">
                  <a16:creationId xmlns:a16="http://schemas.microsoft.com/office/drawing/2014/main" id="{CC83146E-58AF-1A9F-B94A-9CAEF191F603}"/>
                </a:ext>
              </a:extLst>
            </p:cNvPr>
            <p:cNvGrpSpPr/>
            <p:nvPr/>
          </p:nvGrpSpPr>
          <p:grpSpPr>
            <a:xfrm>
              <a:off x="4203960" y="3979974"/>
              <a:ext cx="399166" cy="519553"/>
              <a:chOff x="4203960" y="3979974"/>
              <a:chExt cx="399166" cy="519553"/>
            </a:xfrm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4F62021F-AB60-8F3C-9C94-C5110FEB9215}"/>
                  </a:ext>
                </a:extLst>
              </p:cNvPr>
              <p:cNvSpPr/>
              <p:nvPr/>
            </p:nvSpPr>
            <p:spPr>
              <a:xfrm>
                <a:off x="4238650" y="3979974"/>
                <a:ext cx="364477" cy="474358"/>
              </a:xfrm>
              <a:custGeom>
                <a:avLst/>
                <a:gdLst>
                  <a:gd name="csX0" fmla="*/ 364477 w 364477"/>
                  <a:gd name="csY0" fmla="*/ 0 h 474358"/>
                  <a:gd name="csX1" fmla="*/ 0 w 364477"/>
                  <a:gd name="csY1" fmla="*/ 474358 h 4743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4477" h="474358">
                    <a:moveTo>
                      <a:pt x="364477" y="0"/>
                    </a:moveTo>
                    <a:lnTo>
                      <a:pt x="0" y="474358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43972F86-B602-CB30-B1C8-9F36310497CF}"/>
                  </a:ext>
                </a:extLst>
              </p:cNvPr>
              <p:cNvSpPr/>
              <p:nvPr/>
            </p:nvSpPr>
            <p:spPr>
              <a:xfrm>
                <a:off x="4203960" y="4416068"/>
                <a:ext cx="76507" cy="83458"/>
              </a:xfrm>
              <a:custGeom>
                <a:avLst/>
                <a:gdLst>
                  <a:gd name="csX0" fmla="*/ 0 w 76507"/>
                  <a:gd name="csY0" fmla="*/ 83459 h 83458"/>
                  <a:gd name="csX1" fmla="*/ 16157 w 76507"/>
                  <a:gd name="csY1" fmla="*/ 0 h 83458"/>
                  <a:gd name="csX2" fmla="*/ 34690 w 76507"/>
                  <a:gd name="csY2" fmla="*/ 38264 h 83458"/>
                  <a:gd name="csX3" fmla="*/ 76507 w 76507"/>
                  <a:gd name="csY3" fmla="*/ 46334 h 834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507" h="83458">
                    <a:moveTo>
                      <a:pt x="0" y="83459"/>
                    </a:moveTo>
                    <a:lnTo>
                      <a:pt x="16157" y="0"/>
                    </a:lnTo>
                    <a:lnTo>
                      <a:pt x="34690" y="38264"/>
                    </a:lnTo>
                    <a:lnTo>
                      <a:pt x="76507" y="46334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" name="Graphic 76">
              <a:extLst>
                <a:ext uri="{FF2B5EF4-FFF2-40B4-BE49-F238E27FC236}">
                  <a16:creationId xmlns:a16="http://schemas.microsoft.com/office/drawing/2014/main" id="{B0FABEF5-7617-7156-FD9A-72174E89F6EB}"/>
                </a:ext>
              </a:extLst>
            </p:cNvPr>
            <p:cNvGrpSpPr/>
            <p:nvPr/>
          </p:nvGrpSpPr>
          <p:grpSpPr>
            <a:xfrm>
              <a:off x="4101698" y="3182319"/>
              <a:ext cx="286544" cy="1313220"/>
              <a:chOff x="4101698" y="3182319"/>
              <a:chExt cx="286544" cy="1313220"/>
            </a:xfrm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B317019C-2F91-0F5F-83EF-1FDCD8F180DA}"/>
                  </a:ext>
                </a:extLst>
              </p:cNvPr>
              <p:cNvSpPr/>
              <p:nvPr/>
            </p:nvSpPr>
            <p:spPr>
              <a:xfrm>
                <a:off x="4135151" y="3182319"/>
                <a:ext cx="253090" cy="1257391"/>
              </a:xfrm>
              <a:custGeom>
                <a:avLst/>
                <a:gdLst>
                  <a:gd name="csX0" fmla="*/ 253091 w 253090"/>
                  <a:gd name="csY0" fmla="*/ 0 h 1257391"/>
                  <a:gd name="csX1" fmla="*/ 0 w 253090"/>
                  <a:gd name="csY1" fmla="*/ 1257391 h 1257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53090" h="1257391">
                    <a:moveTo>
                      <a:pt x="253091" y="0"/>
                    </a:moveTo>
                    <a:lnTo>
                      <a:pt x="0" y="1257391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598686E2-BFD4-4C38-2765-8DDBA7320A48}"/>
                  </a:ext>
                </a:extLst>
              </p:cNvPr>
              <p:cNvSpPr/>
              <p:nvPr/>
            </p:nvSpPr>
            <p:spPr>
              <a:xfrm>
                <a:off x="4101698" y="4413600"/>
                <a:ext cx="74511" cy="81939"/>
              </a:xfrm>
              <a:custGeom>
                <a:avLst/>
                <a:gdLst>
                  <a:gd name="csX0" fmla="*/ 22239 w 74511"/>
                  <a:gd name="csY0" fmla="*/ 81940 h 81939"/>
                  <a:gd name="csX1" fmla="*/ 0 w 74511"/>
                  <a:gd name="csY1" fmla="*/ 0 h 81939"/>
                  <a:gd name="csX2" fmla="*/ 33454 w 74511"/>
                  <a:gd name="csY2" fmla="*/ 26111 h 81939"/>
                  <a:gd name="csX3" fmla="*/ 74511 w 74511"/>
                  <a:gd name="csY3" fmla="*/ 14907 h 819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511" h="81939">
                    <a:moveTo>
                      <a:pt x="22239" y="81940"/>
                    </a:moveTo>
                    <a:lnTo>
                      <a:pt x="0" y="0"/>
                    </a:lnTo>
                    <a:lnTo>
                      <a:pt x="33454" y="26111"/>
                    </a:lnTo>
                    <a:lnTo>
                      <a:pt x="74511" y="14907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AAAE77-3313-D171-303F-675D1EF2B6C2}"/>
              </a:ext>
            </a:extLst>
          </p:cNvPr>
          <p:cNvGrpSpPr/>
          <p:nvPr/>
        </p:nvGrpSpPr>
        <p:grpSpPr>
          <a:xfrm>
            <a:off x="5651623" y="2178542"/>
            <a:ext cx="1142586" cy="2159729"/>
            <a:chOff x="5651623" y="2178542"/>
            <a:chExt cx="1142586" cy="2159729"/>
          </a:xfrm>
        </p:grpSpPr>
        <p:grpSp>
          <p:nvGrpSpPr>
            <p:cNvPr id="144" name="Graphic 20">
              <a:extLst>
                <a:ext uri="{FF2B5EF4-FFF2-40B4-BE49-F238E27FC236}">
                  <a16:creationId xmlns:a16="http://schemas.microsoft.com/office/drawing/2014/main" id="{11A1B243-A2C5-02AC-82FF-B50982F3FB74}"/>
                </a:ext>
              </a:extLst>
            </p:cNvPr>
            <p:cNvGrpSpPr/>
            <p:nvPr/>
          </p:nvGrpSpPr>
          <p:grpSpPr>
            <a:xfrm>
              <a:off x="5782293" y="2559952"/>
              <a:ext cx="246383" cy="1435046"/>
              <a:chOff x="5452937" y="2550505"/>
              <a:chExt cx="246383" cy="1435046"/>
            </a:xfrm>
          </p:grpSpPr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485E6689-D34F-3A5F-8328-4F197198068E}"/>
                  </a:ext>
                </a:extLst>
              </p:cNvPr>
              <p:cNvSpPr/>
              <p:nvPr/>
            </p:nvSpPr>
            <p:spPr>
              <a:xfrm>
                <a:off x="5490850" y="2550505"/>
                <a:ext cx="208470" cy="1373510"/>
              </a:xfrm>
              <a:custGeom>
                <a:avLst/>
                <a:gdLst>
                  <a:gd name="csX0" fmla="*/ 208470 w 208470"/>
                  <a:gd name="csY0" fmla="*/ 0 h 1373510"/>
                  <a:gd name="csX1" fmla="*/ 0 w 208470"/>
                  <a:gd name="csY1" fmla="*/ 1373511 h 137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8470" h="1373510">
                    <a:moveTo>
                      <a:pt x="208470" y="0"/>
                    </a:moveTo>
                    <a:lnTo>
                      <a:pt x="0" y="1373511"/>
                    </a:lnTo>
                  </a:path>
                </a:pathLst>
              </a:custGeom>
              <a:noFill/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63C36696-12FD-A2A2-57B5-80E79D154D62}"/>
                  </a:ext>
                </a:extLst>
              </p:cNvPr>
              <p:cNvSpPr/>
              <p:nvPr/>
            </p:nvSpPr>
            <p:spPr>
              <a:xfrm>
                <a:off x="5452937" y="3897242"/>
                <a:ext cx="82162" cy="88308"/>
              </a:xfrm>
              <a:custGeom>
                <a:avLst/>
                <a:gdLst>
                  <a:gd name="csX0" fmla="*/ 28668 w 82162"/>
                  <a:gd name="csY0" fmla="*/ 88309 h 88308"/>
                  <a:gd name="csX1" fmla="*/ 0 w 82162"/>
                  <a:gd name="csY1" fmla="*/ 0 h 88308"/>
                  <a:gd name="csX2" fmla="*/ 37913 w 82162"/>
                  <a:gd name="csY2" fmla="*/ 26773 h 88308"/>
                  <a:gd name="csX3" fmla="*/ 82162 w 82162"/>
                  <a:gd name="csY3" fmla="*/ 12452 h 883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162" h="88308">
                    <a:moveTo>
                      <a:pt x="28668" y="88309"/>
                    </a:moveTo>
                    <a:lnTo>
                      <a:pt x="0" y="0"/>
                    </a:lnTo>
                    <a:lnTo>
                      <a:pt x="37913" y="26773"/>
                    </a:lnTo>
                    <a:lnTo>
                      <a:pt x="82162" y="12452"/>
                    </a:lnTo>
                    <a:close/>
                  </a:path>
                </a:pathLst>
              </a:custGeom>
              <a:solidFill>
                <a:srgbClr val="000000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7" name="Graphic 20">
              <a:extLst>
                <a:ext uri="{FF2B5EF4-FFF2-40B4-BE49-F238E27FC236}">
                  <a16:creationId xmlns:a16="http://schemas.microsoft.com/office/drawing/2014/main" id="{F41F54CF-D216-2B9B-161C-32B2F556C9B0}"/>
                </a:ext>
              </a:extLst>
            </p:cNvPr>
            <p:cNvGrpSpPr/>
            <p:nvPr/>
          </p:nvGrpSpPr>
          <p:grpSpPr>
            <a:xfrm>
              <a:off x="5963289" y="2178542"/>
              <a:ext cx="447166" cy="446733"/>
              <a:chOff x="5633933" y="2169095"/>
              <a:chExt cx="447166" cy="446733"/>
            </a:xfrm>
            <a:solidFill>
              <a:srgbClr val="FFFFFF"/>
            </a:solidFill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7E5C3BE9-D7F5-0982-1CA9-67FAFA7325D1}"/>
                  </a:ext>
                </a:extLst>
              </p:cNvPr>
              <p:cNvSpPr/>
              <p:nvPr/>
            </p:nvSpPr>
            <p:spPr>
              <a:xfrm>
                <a:off x="5633933" y="2169095"/>
                <a:ext cx="447166" cy="446733"/>
              </a:xfrm>
              <a:prstGeom prst="ellipse">
                <a:avLst/>
              </a:prstGeom>
              <a:solidFill>
                <a:srgbClr val="FFFFFF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9" name="Picture 148">
                <a:extLst>
                  <a:ext uri="{FF2B5EF4-FFF2-40B4-BE49-F238E27FC236}">
                    <a16:creationId xmlns:a16="http://schemas.microsoft.com/office/drawing/2014/main" id="{2E98E271-820D-EA09-9D10-8706E71CF2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44268" y="2274163"/>
                <a:ext cx="425873" cy="300935"/>
              </a:xfrm>
              <a:custGeom>
                <a:avLst/>
                <a:gdLst>
                  <a:gd name="csX0" fmla="*/ 0 w 425873"/>
                  <a:gd name="csY0" fmla="*/ 0 h 300935"/>
                  <a:gd name="csX1" fmla="*/ 425873 w 425873"/>
                  <a:gd name="csY1" fmla="*/ 0 h 300935"/>
                  <a:gd name="csX2" fmla="*/ 425873 w 425873"/>
                  <a:gd name="csY2" fmla="*/ 300935 h 300935"/>
                  <a:gd name="csX3" fmla="*/ 0 w 425873"/>
                  <a:gd name="csY3" fmla="*/ 300935 h 300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5873" h="300935">
                    <a:moveTo>
                      <a:pt x="0" y="0"/>
                    </a:moveTo>
                    <a:lnTo>
                      <a:pt x="425873" y="0"/>
                    </a:lnTo>
                    <a:lnTo>
                      <a:pt x="425873" y="300935"/>
                    </a:lnTo>
                    <a:lnTo>
                      <a:pt x="0" y="30093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0" name="Graphic 20">
              <a:extLst>
                <a:ext uri="{FF2B5EF4-FFF2-40B4-BE49-F238E27FC236}">
                  <a16:creationId xmlns:a16="http://schemas.microsoft.com/office/drawing/2014/main" id="{A377FA6D-399F-3C3E-75B7-D380ACDBC100}"/>
                </a:ext>
              </a:extLst>
            </p:cNvPr>
            <p:cNvGrpSpPr/>
            <p:nvPr/>
          </p:nvGrpSpPr>
          <p:grpSpPr>
            <a:xfrm>
              <a:off x="6344965" y="2559952"/>
              <a:ext cx="313172" cy="1435254"/>
              <a:chOff x="6015609" y="2550505"/>
              <a:chExt cx="313172" cy="1435254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87F44C72-315F-9B2A-21D2-360B0B10E8D4}"/>
                  </a:ext>
                </a:extLst>
              </p:cNvPr>
              <p:cNvSpPr/>
              <p:nvPr/>
            </p:nvSpPr>
            <p:spPr>
              <a:xfrm>
                <a:off x="6015609" y="2550505"/>
                <a:ext cx="276609" cy="1374236"/>
              </a:xfrm>
              <a:custGeom>
                <a:avLst/>
                <a:gdLst>
                  <a:gd name="csX0" fmla="*/ 0 w 276609"/>
                  <a:gd name="csY0" fmla="*/ 0 h 1374236"/>
                  <a:gd name="csX1" fmla="*/ 276610 w 276609"/>
                  <a:gd name="csY1" fmla="*/ 1374237 h 13742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6609" h="1374236">
                    <a:moveTo>
                      <a:pt x="0" y="0"/>
                    </a:moveTo>
                    <a:lnTo>
                      <a:pt x="276610" y="1374237"/>
                    </a:lnTo>
                  </a:path>
                </a:pathLst>
              </a:custGeom>
              <a:noFill/>
              <a:ln w="20774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4ACD2B05-08D2-B980-47C3-D0D0077C719A}"/>
                  </a:ext>
                </a:extLst>
              </p:cNvPr>
              <p:cNvSpPr/>
              <p:nvPr/>
            </p:nvSpPr>
            <p:spPr>
              <a:xfrm>
                <a:off x="6247346" y="3896204"/>
                <a:ext cx="81435" cy="89554"/>
              </a:xfrm>
              <a:custGeom>
                <a:avLst/>
                <a:gdLst>
                  <a:gd name="csX0" fmla="*/ 57129 w 81435"/>
                  <a:gd name="csY0" fmla="*/ 89554 h 89554"/>
                  <a:gd name="csX1" fmla="*/ 0 w 81435"/>
                  <a:gd name="csY1" fmla="*/ 16292 h 89554"/>
                  <a:gd name="csX2" fmla="*/ 44873 w 81435"/>
                  <a:gd name="csY2" fmla="*/ 28537 h 89554"/>
                  <a:gd name="csX3" fmla="*/ 81435 w 81435"/>
                  <a:gd name="csY3" fmla="*/ 0 h 895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1435" h="89554">
                    <a:moveTo>
                      <a:pt x="57129" y="89554"/>
                    </a:moveTo>
                    <a:lnTo>
                      <a:pt x="0" y="16292"/>
                    </a:lnTo>
                    <a:lnTo>
                      <a:pt x="44873" y="28537"/>
                    </a:lnTo>
                    <a:lnTo>
                      <a:pt x="814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3" name="Graphic 20">
              <a:extLst>
                <a:ext uri="{FF2B5EF4-FFF2-40B4-BE49-F238E27FC236}">
                  <a16:creationId xmlns:a16="http://schemas.microsoft.com/office/drawing/2014/main" id="{68F51E6D-645F-4D67-14A8-453BA0E818E5}"/>
                </a:ext>
              </a:extLst>
            </p:cNvPr>
            <p:cNvGrpSpPr/>
            <p:nvPr/>
          </p:nvGrpSpPr>
          <p:grpSpPr>
            <a:xfrm>
              <a:off x="5651623" y="4017931"/>
              <a:ext cx="311614" cy="320340"/>
              <a:chOff x="5322267" y="4008484"/>
              <a:chExt cx="311614" cy="320340"/>
            </a:xfrm>
            <a:solidFill>
              <a:srgbClr val="FFFFFF"/>
            </a:solidFill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08C87995-1F5D-10EF-4BDA-E7E4D5A2D5AF}"/>
                  </a:ext>
                </a:extLst>
              </p:cNvPr>
              <p:cNvSpPr/>
              <p:nvPr/>
            </p:nvSpPr>
            <p:spPr>
              <a:xfrm>
                <a:off x="5322267" y="4008484"/>
                <a:ext cx="311614" cy="311312"/>
              </a:xfrm>
              <a:prstGeom prst="rect">
                <a:avLst/>
              </a:prstGeom>
              <a:solidFill>
                <a:srgbClr val="FFFFFF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5" name="Picture 154">
                <a:extLst>
                  <a:ext uri="{FF2B5EF4-FFF2-40B4-BE49-F238E27FC236}">
                    <a16:creationId xmlns:a16="http://schemas.microsoft.com/office/drawing/2014/main" id="{A820DAFF-5390-A540-894A-B261B5CCE5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32654" y="4048644"/>
                <a:ext cx="290840" cy="280181"/>
              </a:xfrm>
              <a:custGeom>
                <a:avLst/>
                <a:gdLst>
                  <a:gd name="csX0" fmla="*/ 0 w 290840"/>
                  <a:gd name="csY0" fmla="*/ 0 h 280181"/>
                  <a:gd name="csX1" fmla="*/ 290840 w 290840"/>
                  <a:gd name="csY1" fmla="*/ 0 h 280181"/>
                  <a:gd name="csX2" fmla="*/ 290840 w 290840"/>
                  <a:gd name="csY2" fmla="*/ 280181 h 280181"/>
                  <a:gd name="csX3" fmla="*/ 0 w 290840"/>
                  <a:gd name="csY3" fmla="*/ 280181 h 280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0840" h="280181">
                    <a:moveTo>
                      <a:pt x="0" y="0"/>
                    </a:moveTo>
                    <a:lnTo>
                      <a:pt x="290840" y="0"/>
                    </a:lnTo>
                    <a:lnTo>
                      <a:pt x="290840" y="280181"/>
                    </a:lnTo>
                    <a:lnTo>
                      <a:pt x="0" y="280181"/>
                    </a:lnTo>
                    <a:close/>
                  </a:path>
                </a:pathLst>
              </a:custGeom>
            </p:spPr>
          </p:pic>
        </p:grpSp>
        <p:grpSp>
          <p:nvGrpSpPr>
            <p:cNvPr id="156" name="Graphic 20">
              <a:extLst>
                <a:ext uri="{FF2B5EF4-FFF2-40B4-BE49-F238E27FC236}">
                  <a16:creationId xmlns:a16="http://schemas.microsoft.com/office/drawing/2014/main" id="{16F07509-280E-7330-249A-9182E513F55F}"/>
                </a:ext>
              </a:extLst>
            </p:cNvPr>
            <p:cNvGrpSpPr/>
            <p:nvPr/>
          </p:nvGrpSpPr>
          <p:grpSpPr>
            <a:xfrm>
              <a:off x="6482595" y="4017931"/>
              <a:ext cx="311614" cy="320340"/>
              <a:chOff x="6153239" y="4008484"/>
              <a:chExt cx="311614" cy="320340"/>
            </a:xfrm>
            <a:solidFill>
              <a:srgbClr val="FFFFFF"/>
            </a:solidFill>
          </p:grpSpPr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79FF8B05-EEF6-2272-5771-DA8DC107628A}"/>
                  </a:ext>
                </a:extLst>
              </p:cNvPr>
              <p:cNvSpPr/>
              <p:nvPr/>
            </p:nvSpPr>
            <p:spPr>
              <a:xfrm>
                <a:off x="6153239" y="4008484"/>
                <a:ext cx="311614" cy="311312"/>
              </a:xfrm>
              <a:prstGeom prst="rect">
                <a:avLst/>
              </a:prstGeom>
              <a:solidFill>
                <a:srgbClr val="FFFFFF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8" name="Picture 157">
                <a:extLst>
                  <a:ext uri="{FF2B5EF4-FFF2-40B4-BE49-F238E27FC236}">
                    <a16:creationId xmlns:a16="http://schemas.microsoft.com/office/drawing/2014/main" id="{9D6B5CC2-D34A-39E8-BF0D-20A340F989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63626" y="4048644"/>
                <a:ext cx="290840" cy="280181"/>
              </a:xfrm>
              <a:custGeom>
                <a:avLst/>
                <a:gdLst>
                  <a:gd name="csX0" fmla="*/ 0 w 290840"/>
                  <a:gd name="csY0" fmla="*/ 0 h 280181"/>
                  <a:gd name="csX1" fmla="*/ 290840 w 290840"/>
                  <a:gd name="csY1" fmla="*/ 0 h 280181"/>
                  <a:gd name="csX2" fmla="*/ 290840 w 290840"/>
                  <a:gd name="csY2" fmla="*/ 280181 h 280181"/>
                  <a:gd name="csX3" fmla="*/ 0 w 290840"/>
                  <a:gd name="csY3" fmla="*/ 280181 h 280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0840" h="280181">
                    <a:moveTo>
                      <a:pt x="0" y="0"/>
                    </a:moveTo>
                    <a:lnTo>
                      <a:pt x="290840" y="0"/>
                    </a:lnTo>
                    <a:lnTo>
                      <a:pt x="290840" y="280181"/>
                    </a:lnTo>
                    <a:lnTo>
                      <a:pt x="0" y="280181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AFC505-98BB-8DF7-70EA-4DE43D044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E280A1-567A-0798-A968-2ED054AA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50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65136E4E-A37D-995A-486F-CE8149CF37B8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ECE767F-A040-D7AA-E4F7-B30FCC3A93AA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A42D488-8000-F42A-5E68-57C844023BC8}"/>
              </a:ext>
            </a:extLst>
          </p:cNvPr>
          <p:cNvGrpSpPr/>
          <p:nvPr/>
        </p:nvGrpSpPr>
        <p:grpSpPr>
          <a:xfrm>
            <a:off x="2068217" y="2183180"/>
            <a:ext cx="1249069" cy="2161212"/>
            <a:chOff x="4110299" y="2402798"/>
            <a:chExt cx="1249069" cy="2161212"/>
          </a:xfrm>
        </p:grpSpPr>
        <p:grpSp>
          <p:nvGrpSpPr>
            <p:cNvPr id="69" name="Graphic 2">
              <a:extLst>
                <a:ext uri="{FF2B5EF4-FFF2-40B4-BE49-F238E27FC236}">
                  <a16:creationId xmlns:a16="http://schemas.microsoft.com/office/drawing/2014/main" id="{545E7D66-5353-B02F-002A-D4AB40A77C28}"/>
                </a:ext>
              </a:extLst>
            </p:cNvPr>
            <p:cNvGrpSpPr/>
            <p:nvPr/>
          </p:nvGrpSpPr>
          <p:grpSpPr>
            <a:xfrm>
              <a:off x="4424232" y="2784469"/>
              <a:ext cx="167999" cy="499584"/>
              <a:chOff x="4424232" y="2784469"/>
              <a:chExt cx="167999" cy="499584"/>
            </a:xfrm>
          </p:grpSpPr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4978B7EF-30B5-9C35-CA91-2AAF9E108EEF}"/>
                  </a:ext>
                </a:extLst>
              </p:cNvPr>
              <p:cNvSpPr/>
              <p:nvPr/>
            </p:nvSpPr>
            <p:spPr>
              <a:xfrm>
                <a:off x="4457957" y="2784469"/>
                <a:ext cx="134274" cy="439978"/>
              </a:xfrm>
              <a:custGeom>
                <a:avLst/>
                <a:gdLst>
                  <a:gd name="csX0" fmla="*/ 134275 w 134274"/>
                  <a:gd name="csY0" fmla="*/ 0 h 439978"/>
                  <a:gd name="csX1" fmla="*/ 0 w 134274"/>
                  <a:gd name="csY1" fmla="*/ 439979 h 4399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4274" h="439978">
                    <a:moveTo>
                      <a:pt x="134275" y="0"/>
                    </a:moveTo>
                    <a:lnTo>
                      <a:pt x="0" y="439979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F8DB2B74-E1CE-B00C-C13A-FA13D2743A81}"/>
                  </a:ext>
                </a:extLst>
              </p:cNvPr>
              <p:cNvSpPr/>
              <p:nvPr/>
            </p:nvSpPr>
            <p:spPr>
              <a:xfrm>
                <a:off x="4424232" y="3192465"/>
                <a:ext cx="79628" cy="91588"/>
              </a:xfrm>
              <a:custGeom>
                <a:avLst/>
                <a:gdLst>
                  <a:gd name="csX0" fmla="*/ 15509 w 79628"/>
                  <a:gd name="csY0" fmla="*/ 91589 h 91588"/>
                  <a:gd name="csX1" fmla="*/ 0 w 79628"/>
                  <a:gd name="csY1" fmla="*/ 0 h 91588"/>
                  <a:gd name="csX2" fmla="*/ 33725 w 79628"/>
                  <a:gd name="csY2" fmla="*/ 31983 h 91588"/>
                  <a:gd name="csX3" fmla="*/ 79628 w 79628"/>
                  <a:gd name="csY3" fmla="*/ 24195 h 915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628" h="91588">
                    <a:moveTo>
                      <a:pt x="15509" y="91589"/>
                    </a:moveTo>
                    <a:lnTo>
                      <a:pt x="0" y="0"/>
                    </a:lnTo>
                    <a:lnTo>
                      <a:pt x="33725" y="31983"/>
                    </a:lnTo>
                    <a:lnTo>
                      <a:pt x="79628" y="24195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72" name="Graphic 2">
              <a:extLst>
                <a:ext uri="{FF2B5EF4-FFF2-40B4-BE49-F238E27FC236}">
                  <a16:creationId xmlns:a16="http://schemas.microsoft.com/office/drawing/2014/main" id="{66140904-062D-BC5C-2192-57F2E4454D3A}"/>
                </a:ext>
              </a:extLst>
            </p:cNvPr>
            <p:cNvGrpSpPr/>
            <p:nvPr/>
          </p:nvGrpSpPr>
          <p:grpSpPr>
            <a:xfrm>
              <a:off x="4526708" y="2402798"/>
              <a:ext cx="448103" cy="447039"/>
              <a:chOff x="4526708" y="2402798"/>
              <a:chExt cx="448103" cy="447039"/>
            </a:xfrm>
            <a:solidFill>
              <a:srgbClr val="FFFFFF"/>
            </a:solidFill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C4DF3972-F6FE-7608-459E-D99049B28CCA}"/>
                  </a:ext>
                </a:extLst>
              </p:cNvPr>
              <p:cNvSpPr/>
              <p:nvPr/>
            </p:nvSpPr>
            <p:spPr>
              <a:xfrm>
                <a:off x="4526708" y="2402798"/>
                <a:ext cx="448103" cy="447039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3C81E81F-420B-86CA-CCE6-08C8EB1200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7064" y="2507938"/>
                <a:ext cx="426765" cy="301141"/>
              </a:xfrm>
              <a:custGeom>
                <a:avLst/>
                <a:gdLst>
                  <a:gd name="csX0" fmla="*/ 0 w 426765"/>
                  <a:gd name="csY0" fmla="*/ 0 h 301141"/>
                  <a:gd name="csX1" fmla="*/ 426765 w 426765"/>
                  <a:gd name="csY1" fmla="*/ 0 h 301141"/>
                  <a:gd name="csX2" fmla="*/ 426765 w 426765"/>
                  <a:gd name="csY2" fmla="*/ 301142 h 301141"/>
                  <a:gd name="csX3" fmla="*/ 0 w 426765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6765" h="301141">
                    <a:moveTo>
                      <a:pt x="0" y="0"/>
                    </a:moveTo>
                    <a:lnTo>
                      <a:pt x="426765" y="0"/>
                    </a:lnTo>
                    <a:lnTo>
                      <a:pt x="426765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75" name="Graphic 2">
              <a:extLst>
                <a:ext uri="{FF2B5EF4-FFF2-40B4-BE49-F238E27FC236}">
                  <a16:creationId xmlns:a16="http://schemas.microsoft.com/office/drawing/2014/main" id="{9114761D-CAF2-E970-E787-1307F1C38F11}"/>
                </a:ext>
              </a:extLst>
            </p:cNvPr>
            <p:cNvGrpSpPr/>
            <p:nvPr/>
          </p:nvGrpSpPr>
          <p:grpSpPr>
            <a:xfrm>
              <a:off x="4224797" y="3306275"/>
              <a:ext cx="416356" cy="415368"/>
              <a:chOff x="4224797" y="3306275"/>
              <a:chExt cx="416356" cy="415368"/>
            </a:xfrm>
            <a:solidFill>
              <a:srgbClr val="FFFFFF"/>
            </a:solidFill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C66EDE4E-5A8D-C761-9CF8-BEF95C851042}"/>
                  </a:ext>
                </a:extLst>
              </p:cNvPr>
              <p:cNvSpPr/>
              <p:nvPr/>
            </p:nvSpPr>
            <p:spPr>
              <a:xfrm>
                <a:off x="4224797" y="3306275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235E0CFF-3D0A-8EC5-4084-590FCB7E9D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5206" y="3390595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78" name="Graphic 2">
              <a:extLst>
                <a:ext uri="{FF2B5EF4-FFF2-40B4-BE49-F238E27FC236}">
                  <a16:creationId xmlns:a16="http://schemas.microsoft.com/office/drawing/2014/main" id="{4515E844-0AB0-CEE5-4966-F9EFEFFDA9DF}"/>
                </a:ext>
              </a:extLst>
            </p:cNvPr>
            <p:cNvGrpSpPr/>
            <p:nvPr/>
          </p:nvGrpSpPr>
          <p:grpSpPr>
            <a:xfrm>
              <a:off x="4909183" y="2784469"/>
              <a:ext cx="313828" cy="1436239"/>
              <a:chOff x="4909183" y="2784469"/>
              <a:chExt cx="313828" cy="1436239"/>
            </a:xfrm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A08EE6ED-6748-82A5-9B6A-3F2233A3B2A0}"/>
                  </a:ext>
                </a:extLst>
              </p:cNvPr>
              <p:cNvSpPr/>
              <p:nvPr/>
            </p:nvSpPr>
            <p:spPr>
              <a:xfrm>
                <a:off x="4909183" y="2784469"/>
                <a:ext cx="277189" cy="1375180"/>
              </a:xfrm>
              <a:custGeom>
                <a:avLst/>
                <a:gdLst>
                  <a:gd name="csX0" fmla="*/ 0 w 277189"/>
                  <a:gd name="csY0" fmla="*/ 0 h 1375180"/>
                  <a:gd name="csX1" fmla="*/ 277189 w 277189"/>
                  <a:gd name="csY1" fmla="*/ 1375180 h 13751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7189" h="1375180">
                    <a:moveTo>
                      <a:pt x="0" y="0"/>
                    </a:moveTo>
                    <a:lnTo>
                      <a:pt x="277189" y="1375180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44E5A13F-D2F8-D480-1901-5D9120C8A73B}"/>
                  </a:ext>
                </a:extLst>
              </p:cNvPr>
              <p:cNvSpPr/>
              <p:nvPr/>
            </p:nvSpPr>
            <p:spPr>
              <a:xfrm>
                <a:off x="5141405" y="4131093"/>
                <a:ext cx="81605" cy="89615"/>
              </a:xfrm>
              <a:custGeom>
                <a:avLst/>
                <a:gdLst>
                  <a:gd name="csX0" fmla="*/ 57249 w 81605"/>
                  <a:gd name="csY0" fmla="*/ 89616 h 89615"/>
                  <a:gd name="csX1" fmla="*/ 0 w 81605"/>
                  <a:gd name="csY1" fmla="*/ 16303 h 89615"/>
                  <a:gd name="csX2" fmla="*/ 44967 w 81605"/>
                  <a:gd name="csY2" fmla="*/ 28557 h 89615"/>
                  <a:gd name="csX3" fmla="*/ 81606 w 81605"/>
                  <a:gd name="csY3" fmla="*/ 0 h 896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1605" h="89615">
                    <a:moveTo>
                      <a:pt x="57249" y="89616"/>
                    </a:moveTo>
                    <a:lnTo>
                      <a:pt x="0" y="16303"/>
                    </a:lnTo>
                    <a:lnTo>
                      <a:pt x="44967" y="28557"/>
                    </a:lnTo>
                    <a:lnTo>
                      <a:pt x="816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1" name="Graphic 2">
              <a:extLst>
                <a:ext uri="{FF2B5EF4-FFF2-40B4-BE49-F238E27FC236}">
                  <a16:creationId xmlns:a16="http://schemas.microsoft.com/office/drawing/2014/main" id="{66E9E507-CC00-64F5-3DB1-208A3BE2D80F}"/>
                </a:ext>
              </a:extLst>
            </p:cNvPr>
            <p:cNvGrpSpPr/>
            <p:nvPr/>
          </p:nvGrpSpPr>
          <p:grpSpPr>
            <a:xfrm>
              <a:off x="4214388" y="4243450"/>
              <a:ext cx="312267" cy="320560"/>
              <a:chOff x="4214388" y="4243450"/>
              <a:chExt cx="312267" cy="320560"/>
            </a:xfrm>
            <a:solidFill>
              <a:srgbClr val="FFFFFF"/>
            </a:solidFill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A34C276-4B38-042A-BC9E-85F05F646EE8}"/>
                  </a:ext>
                </a:extLst>
              </p:cNvPr>
              <p:cNvSpPr/>
              <p:nvPr/>
            </p:nvSpPr>
            <p:spPr>
              <a:xfrm>
                <a:off x="4214388" y="4243450"/>
                <a:ext cx="312267" cy="311526"/>
              </a:xfrm>
              <a:prstGeom prst="rect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EC70E398-A265-4340-CECE-B7B1EA08E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24797" y="4283637"/>
                <a:ext cx="291449" cy="280373"/>
              </a:xfrm>
              <a:custGeom>
                <a:avLst/>
                <a:gdLst>
                  <a:gd name="csX0" fmla="*/ 0 w 291449"/>
                  <a:gd name="csY0" fmla="*/ 0 h 280373"/>
                  <a:gd name="csX1" fmla="*/ 291449 w 291449"/>
                  <a:gd name="csY1" fmla="*/ 0 h 280373"/>
                  <a:gd name="csX2" fmla="*/ 291449 w 291449"/>
                  <a:gd name="csY2" fmla="*/ 280374 h 280373"/>
                  <a:gd name="csX3" fmla="*/ 0 w 291449"/>
                  <a:gd name="csY3" fmla="*/ 280374 h 28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1449" h="280373">
                    <a:moveTo>
                      <a:pt x="0" y="0"/>
                    </a:moveTo>
                    <a:lnTo>
                      <a:pt x="291449" y="0"/>
                    </a:lnTo>
                    <a:lnTo>
                      <a:pt x="291449" y="280374"/>
                    </a:lnTo>
                    <a:lnTo>
                      <a:pt x="0" y="280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84" name="Graphic 2">
              <a:extLst>
                <a:ext uri="{FF2B5EF4-FFF2-40B4-BE49-F238E27FC236}">
                  <a16:creationId xmlns:a16="http://schemas.microsoft.com/office/drawing/2014/main" id="{500A68F4-A796-D616-D3A9-D418FE9083CA}"/>
                </a:ext>
              </a:extLst>
            </p:cNvPr>
            <p:cNvGrpSpPr/>
            <p:nvPr/>
          </p:nvGrpSpPr>
          <p:grpSpPr>
            <a:xfrm>
              <a:off x="5047101" y="4243450"/>
              <a:ext cx="312267" cy="320560"/>
              <a:chOff x="5047101" y="4243450"/>
              <a:chExt cx="312267" cy="320560"/>
            </a:xfrm>
            <a:solidFill>
              <a:srgbClr val="FFFFFF"/>
            </a:solidFill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1AAF0CBB-ACC9-7B8E-09FE-99C1B7A02AFC}"/>
                  </a:ext>
                </a:extLst>
              </p:cNvPr>
              <p:cNvSpPr/>
              <p:nvPr/>
            </p:nvSpPr>
            <p:spPr>
              <a:xfrm>
                <a:off x="5047101" y="4243450"/>
                <a:ext cx="312267" cy="311526"/>
              </a:xfrm>
              <a:prstGeom prst="rect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50F49086-8BD6-D7DF-2DE8-6D82D43F7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57510" y="4283637"/>
                <a:ext cx="291449" cy="280373"/>
              </a:xfrm>
              <a:custGeom>
                <a:avLst/>
                <a:gdLst>
                  <a:gd name="csX0" fmla="*/ 0 w 291449"/>
                  <a:gd name="csY0" fmla="*/ 0 h 280373"/>
                  <a:gd name="csX1" fmla="*/ 291449 w 291449"/>
                  <a:gd name="csY1" fmla="*/ 0 h 280373"/>
                  <a:gd name="csX2" fmla="*/ 291449 w 291449"/>
                  <a:gd name="csY2" fmla="*/ 280374 h 280373"/>
                  <a:gd name="csX3" fmla="*/ 0 w 291449"/>
                  <a:gd name="csY3" fmla="*/ 280374 h 28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1449" h="280373">
                    <a:moveTo>
                      <a:pt x="0" y="0"/>
                    </a:moveTo>
                    <a:lnTo>
                      <a:pt x="291449" y="0"/>
                    </a:lnTo>
                    <a:lnTo>
                      <a:pt x="291449" y="280374"/>
                    </a:lnTo>
                    <a:lnTo>
                      <a:pt x="0" y="280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87" name="Graphic 2">
              <a:extLst>
                <a:ext uri="{FF2B5EF4-FFF2-40B4-BE49-F238E27FC236}">
                  <a16:creationId xmlns:a16="http://schemas.microsoft.com/office/drawing/2014/main" id="{F69AFF86-899B-9D74-53DC-91F0541A99E6}"/>
                </a:ext>
              </a:extLst>
            </p:cNvPr>
            <p:cNvGrpSpPr/>
            <p:nvPr/>
          </p:nvGrpSpPr>
          <p:grpSpPr>
            <a:xfrm>
              <a:off x="4341793" y="3721644"/>
              <a:ext cx="91182" cy="498753"/>
              <a:chOff x="4341793" y="3721644"/>
              <a:chExt cx="91182" cy="498753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8AC527-7A07-DFB1-DB5C-4A47B634ADE5}"/>
                  </a:ext>
                </a:extLst>
              </p:cNvPr>
              <p:cNvSpPr/>
              <p:nvPr/>
            </p:nvSpPr>
            <p:spPr>
              <a:xfrm>
                <a:off x="4380723" y="3721644"/>
                <a:ext cx="52252" cy="436863"/>
              </a:xfrm>
              <a:custGeom>
                <a:avLst/>
                <a:gdLst>
                  <a:gd name="csX0" fmla="*/ 52253 w 52252"/>
                  <a:gd name="csY0" fmla="*/ 0 h 436863"/>
                  <a:gd name="csX1" fmla="*/ 0 w 52252"/>
                  <a:gd name="csY1" fmla="*/ 436863 h 436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2252" h="436863">
                    <a:moveTo>
                      <a:pt x="52253" y="0"/>
                    </a:moveTo>
                    <a:lnTo>
                      <a:pt x="0" y="436863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93966DF9-8BD5-F6E3-EF24-E3D7BAF51E7B}"/>
                  </a:ext>
                </a:extLst>
              </p:cNvPr>
              <p:cNvSpPr/>
              <p:nvPr/>
            </p:nvSpPr>
            <p:spPr>
              <a:xfrm>
                <a:off x="4341793" y="4132962"/>
                <a:ext cx="82750" cy="87434"/>
              </a:xfrm>
              <a:custGeom>
                <a:avLst/>
                <a:gdLst>
                  <a:gd name="csX0" fmla="*/ 31539 w 82750"/>
                  <a:gd name="csY0" fmla="*/ 87435 h 87434"/>
                  <a:gd name="csX1" fmla="*/ 0 w 82750"/>
                  <a:gd name="csY1" fmla="*/ 0 h 87434"/>
                  <a:gd name="csX2" fmla="*/ 38930 w 82750"/>
                  <a:gd name="csY2" fmla="*/ 25545 h 87434"/>
                  <a:gd name="csX3" fmla="*/ 82751 w 82750"/>
                  <a:gd name="csY3" fmla="*/ 9865 h 874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750" h="87434">
                    <a:moveTo>
                      <a:pt x="31539" y="87435"/>
                    </a:moveTo>
                    <a:lnTo>
                      <a:pt x="0" y="0"/>
                    </a:lnTo>
                    <a:lnTo>
                      <a:pt x="38930" y="25545"/>
                    </a:lnTo>
                    <a:lnTo>
                      <a:pt x="82751" y="9865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2" name="Graphic 2">
              <a:extLst>
                <a:ext uri="{FF2B5EF4-FFF2-40B4-BE49-F238E27FC236}">
                  <a16:creationId xmlns:a16="http://schemas.microsoft.com/office/drawing/2014/main" id="{AA4FDC40-DC23-1732-94ED-73C0205FF7D7}"/>
                </a:ext>
              </a:extLst>
            </p:cNvPr>
            <p:cNvGrpSpPr/>
            <p:nvPr/>
          </p:nvGrpSpPr>
          <p:grpSpPr>
            <a:xfrm>
              <a:off x="4110299" y="2584781"/>
              <a:ext cx="393040" cy="929178"/>
              <a:chOff x="4110299" y="2584781"/>
              <a:chExt cx="393040" cy="929178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869BAB93-3AE4-4BF0-6FAF-B7EF9CFFAAA0}"/>
                  </a:ext>
                </a:extLst>
              </p:cNvPr>
              <p:cNvSpPr/>
              <p:nvPr/>
            </p:nvSpPr>
            <p:spPr>
              <a:xfrm>
                <a:off x="4110299" y="2626318"/>
                <a:ext cx="330586" cy="887641"/>
              </a:xfrm>
              <a:custGeom>
                <a:avLst/>
                <a:gdLst>
                  <a:gd name="csX0" fmla="*/ 114498 w 330586"/>
                  <a:gd name="csY0" fmla="*/ 887642 h 887641"/>
                  <a:gd name="csX1" fmla="*/ 0 w 330586"/>
                  <a:gd name="csY1" fmla="*/ 443925 h 887641"/>
                  <a:gd name="csX2" fmla="*/ 330587 w 330586"/>
                  <a:gd name="csY2" fmla="*/ 0 h 887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0586" h="887641">
                    <a:moveTo>
                      <a:pt x="114498" y="887642"/>
                    </a:moveTo>
                    <a:cubicBezTo>
                      <a:pt x="38169" y="887777"/>
                      <a:pt x="0" y="739874"/>
                      <a:pt x="0" y="443925"/>
                    </a:cubicBezTo>
                    <a:cubicBezTo>
                      <a:pt x="0" y="147975"/>
                      <a:pt x="110199" y="0"/>
                      <a:pt x="330587" y="0"/>
                    </a:cubicBezTo>
                  </a:path>
                </a:pathLst>
              </a:custGeom>
              <a:noFill/>
              <a:ln w="20806" cap="flat">
                <a:solidFill>
                  <a:srgbClr val="0000FF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C716591B-24F8-6DE2-2160-917EA6E714E8}"/>
                  </a:ext>
                </a:extLst>
              </p:cNvPr>
              <p:cNvSpPr/>
              <p:nvPr/>
            </p:nvSpPr>
            <p:spPr>
              <a:xfrm>
                <a:off x="4420068" y="2584781"/>
                <a:ext cx="83271" cy="83073"/>
              </a:xfrm>
              <a:custGeom>
                <a:avLst/>
                <a:gdLst>
                  <a:gd name="csX0" fmla="*/ 83271 w 83271"/>
                  <a:gd name="csY0" fmla="*/ 41537 h 83073"/>
                  <a:gd name="csX1" fmla="*/ 0 w 83271"/>
                  <a:gd name="csY1" fmla="*/ 83074 h 83073"/>
                  <a:gd name="csX2" fmla="*/ 20818 w 83271"/>
                  <a:gd name="csY2" fmla="*/ 41537 h 83073"/>
                  <a:gd name="csX3" fmla="*/ 0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83271" y="41537"/>
                    </a:moveTo>
                    <a:lnTo>
                      <a:pt x="0" y="83074"/>
                    </a:lnTo>
                    <a:lnTo>
                      <a:pt x="20818" y="41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20806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CFC6AE77-BD86-86DA-9553-52A4DDBB24A0}"/>
              </a:ext>
            </a:extLst>
          </p:cNvPr>
          <p:cNvSpPr txBox="1"/>
          <p:nvPr/>
        </p:nvSpPr>
        <p:spPr>
          <a:xfrm>
            <a:off x="1858335" y="4640965"/>
            <a:ext cx="1700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6233A7-AFE4-DD6A-80F8-52A4263D1715}"/>
                  </a:ext>
                </a:extLst>
              </p:cNvPr>
              <p:cNvSpPr txBox="1"/>
              <p:nvPr/>
            </p:nvSpPr>
            <p:spPr>
              <a:xfrm>
                <a:off x="4257053" y="3015874"/>
                <a:ext cx="4919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zh-CN" sz="24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6233A7-AFE4-DD6A-80F8-52A4263D1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053" y="3015874"/>
                <a:ext cx="491991" cy="461665"/>
              </a:xfrm>
              <a:prstGeom prst="rect">
                <a:avLst/>
              </a:prstGeom>
              <a:blipFill>
                <a:blip r:embed="rId7"/>
                <a:stretch>
                  <a:fillRect r="-1025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0DC941E-691D-3BCE-F6ED-7A49A169988C}"/>
              </a:ext>
            </a:extLst>
          </p:cNvPr>
          <p:cNvSpPr txBox="1"/>
          <p:nvPr/>
        </p:nvSpPr>
        <p:spPr>
          <a:xfrm>
            <a:off x="5337310" y="4640965"/>
            <a:ext cx="170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ROBDD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0BDA23-DE26-0B0D-FB38-BE9779C10BAE}"/>
              </a:ext>
            </a:extLst>
          </p:cNvPr>
          <p:cNvSpPr txBox="1"/>
          <p:nvPr/>
        </p:nvSpPr>
        <p:spPr>
          <a:xfrm>
            <a:off x="8011007" y="4638714"/>
            <a:ext cx="170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ROBDD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FC5A32F-93CE-56BD-82BD-F61D091B8F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5422248"/>
            <a:ext cx="197769" cy="327102"/>
          </a:xfrm>
          <a:custGeom>
            <a:avLst/>
            <a:gdLst>
              <a:gd name="csX0" fmla="*/ 0 w 197769"/>
              <a:gd name="csY0" fmla="*/ 0 h 327102"/>
              <a:gd name="csX1" fmla="*/ 197769 w 197769"/>
              <a:gd name="csY1" fmla="*/ 0 h 327102"/>
              <a:gd name="csX2" fmla="*/ 197769 w 197769"/>
              <a:gd name="csY2" fmla="*/ 327102 h 327102"/>
              <a:gd name="csX3" fmla="*/ 0 w 197769"/>
              <a:gd name="csY3" fmla="*/ 327102 h 327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7769" h="327102">
                <a:moveTo>
                  <a:pt x="0" y="0"/>
                </a:moveTo>
                <a:lnTo>
                  <a:pt x="197769" y="0"/>
                </a:lnTo>
                <a:lnTo>
                  <a:pt x="197769" y="327102"/>
                </a:lnTo>
                <a:lnTo>
                  <a:pt x="0" y="327102"/>
                </a:lnTo>
                <a:close/>
              </a:path>
            </a:pathLst>
          </a:cu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BF53AD4-0E33-1345-2E37-05A2B82127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1878" y="5420304"/>
            <a:ext cx="884756" cy="327102"/>
          </a:xfrm>
          <a:custGeom>
            <a:avLst/>
            <a:gdLst>
              <a:gd name="csX0" fmla="*/ 0 w 884756"/>
              <a:gd name="csY0" fmla="*/ 0 h 327102"/>
              <a:gd name="csX1" fmla="*/ 884757 w 884756"/>
              <a:gd name="csY1" fmla="*/ 0 h 327102"/>
              <a:gd name="csX2" fmla="*/ 884757 w 884756"/>
              <a:gd name="csY2" fmla="*/ 327102 h 327102"/>
              <a:gd name="csX3" fmla="*/ 0 w 884756"/>
              <a:gd name="csY3" fmla="*/ 327102 h 327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84756" h="327102">
                <a:moveTo>
                  <a:pt x="0" y="0"/>
                </a:moveTo>
                <a:lnTo>
                  <a:pt x="884757" y="0"/>
                </a:lnTo>
                <a:lnTo>
                  <a:pt x="884757" y="327102"/>
                </a:lnTo>
                <a:lnTo>
                  <a:pt x="0" y="327102"/>
                </a:lnTo>
                <a:close/>
              </a:path>
            </a:pathLst>
          </a:cu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111C534-43B2-5623-7A62-856FEB16EA06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23" name="Text 13">
              <a:extLst>
                <a:ext uri="{FF2B5EF4-FFF2-40B4-BE49-F238E27FC236}">
                  <a16:creationId xmlns:a16="http://schemas.microsoft.com/office/drawing/2014/main" id="{56A00C61-681A-CFED-EEB9-8C0FDA9DD795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E674B4A-8BA7-A3E5-61F4-8CD545F61DAA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CD92D6D-FD67-0CB9-E1F8-C3048F697052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EA1118E-979E-07EC-DA63-A4FA49B01B64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8B6875F-9655-9296-C373-3ABDBFD19AB2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1DBB2CE-8AC1-4E58-E96A-350A82FFDA88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 13">
              <a:extLst>
                <a:ext uri="{FF2B5EF4-FFF2-40B4-BE49-F238E27FC236}">
                  <a16:creationId xmlns:a16="http://schemas.microsoft.com/office/drawing/2014/main" id="{120B7517-5BCC-985B-B72D-86811C4C6E93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9" name="Text 13">
              <a:extLst>
                <a:ext uri="{FF2B5EF4-FFF2-40B4-BE49-F238E27FC236}">
                  <a16:creationId xmlns:a16="http://schemas.microsoft.com/office/drawing/2014/main" id="{31BB30FA-2CB0-2D5F-2731-615C2252FF60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60" name="Text 13">
              <a:extLst>
                <a:ext uri="{FF2B5EF4-FFF2-40B4-BE49-F238E27FC236}">
                  <a16:creationId xmlns:a16="http://schemas.microsoft.com/office/drawing/2014/main" id="{28A38A92-417C-E97D-B171-24E47C8A0A32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E81F143A-F471-A615-DB8B-B1687E70EED6}"/>
              </a:ext>
            </a:extLst>
          </p:cNvPr>
          <p:cNvSpPr/>
          <p:nvPr/>
        </p:nvSpPr>
        <p:spPr>
          <a:xfrm>
            <a:off x="7342658" y="938648"/>
            <a:ext cx="4007145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44A5D89-214D-168A-AD8B-D43FE989E166}"/>
              </a:ext>
            </a:extLst>
          </p:cNvPr>
          <p:cNvSpPr/>
          <p:nvPr/>
        </p:nvSpPr>
        <p:spPr>
          <a:xfrm>
            <a:off x="1823242" y="933225"/>
            <a:ext cx="3344142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3481822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FD574-9515-B4A6-96BB-9F1950B4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605E3E-948F-D3A7-B05C-2EFCED7D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18DE41-5678-B4C1-53FB-8747431B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51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E7A04F05-E1E1-6555-6B0C-33117B6A4AB0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80842DD-729C-B630-EBD3-95F09051F592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693B72-EC92-FB78-C400-06F7C008AC24}"/>
              </a:ext>
            </a:extLst>
          </p:cNvPr>
          <p:cNvGrpSpPr/>
          <p:nvPr/>
        </p:nvGrpSpPr>
        <p:grpSpPr>
          <a:xfrm>
            <a:off x="5303125" y="1988971"/>
            <a:ext cx="1143450" cy="2161362"/>
            <a:chOff x="3977195" y="2833339"/>
            <a:chExt cx="1045437" cy="1976097"/>
          </a:xfrm>
        </p:grpSpPr>
        <p:grpSp>
          <p:nvGrpSpPr>
            <p:cNvPr id="52" name="Graphic 76">
              <a:extLst>
                <a:ext uri="{FF2B5EF4-FFF2-40B4-BE49-F238E27FC236}">
                  <a16:creationId xmlns:a16="http://schemas.microsoft.com/office/drawing/2014/main" id="{F4597596-38D3-3E03-182E-9C72958E3EA9}"/>
                </a:ext>
              </a:extLst>
            </p:cNvPr>
            <p:cNvGrpSpPr/>
            <p:nvPr/>
          </p:nvGrpSpPr>
          <p:grpSpPr>
            <a:xfrm>
              <a:off x="4677638" y="3182319"/>
              <a:ext cx="85345" cy="452425"/>
              <a:chOff x="4677638" y="3182319"/>
              <a:chExt cx="85345" cy="452425"/>
            </a:xfrm>
          </p:grpSpPr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74000868-8078-9929-0FF7-BD863A53659A}"/>
                  </a:ext>
                </a:extLst>
              </p:cNvPr>
              <p:cNvSpPr/>
              <p:nvPr/>
            </p:nvSpPr>
            <p:spPr>
              <a:xfrm>
                <a:off x="4677638" y="3182319"/>
                <a:ext cx="50085" cy="395931"/>
              </a:xfrm>
              <a:custGeom>
                <a:avLst/>
                <a:gdLst>
                  <a:gd name="csX0" fmla="*/ 0 w 50085"/>
                  <a:gd name="csY0" fmla="*/ 0 h 395931"/>
                  <a:gd name="csX1" fmla="*/ 50086 w 50085"/>
                  <a:gd name="csY1" fmla="*/ 395932 h 3959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0085" h="395931">
                    <a:moveTo>
                      <a:pt x="0" y="0"/>
                    </a:moveTo>
                    <a:lnTo>
                      <a:pt x="50086" y="395932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9E58ACC9-45E7-CD61-1A9E-A0DBB0A2D974}"/>
                  </a:ext>
                </a:extLst>
              </p:cNvPr>
              <p:cNvSpPr/>
              <p:nvPr/>
            </p:nvSpPr>
            <p:spPr>
              <a:xfrm>
                <a:off x="4687617" y="3554609"/>
                <a:ext cx="75366" cy="80135"/>
              </a:xfrm>
              <a:custGeom>
                <a:avLst/>
                <a:gdLst>
                  <a:gd name="csX0" fmla="*/ 47235 w 75366"/>
                  <a:gd name="csY0" fmla="*/ 80136 h 80135"/>
                  <a:gd name="csX1" fmla="*/ 0 w 75366"/>
                  <a:gd name="csY1" fmla="*/ 9590 h 80135"/>
                  <a:gd name="csX2" fmla="*/ 40107 w 75366"/>
                  <a:gd name="csY2" fmla="*/ 23642 h 80135"/>
                  <a:gd name="csX3" fmla="*/ 75366 w 75366"/>
                  <a:gd name="csY3" fmla="*/ 0 h 801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366" h="80135">
                    <a:moveTo>
                      <a:pt x="47235" y="80136"/>
                    </a:moveTo>
                    <a:lnTo>
                      <a:pt x="0" y="9590"/>
                    </a:lnTo>
                    <a:lnTo>
                      <a:pt x="40107" y="23642"/>
                    </a:lnTo>
                    <a:lnTo>
                      <a:pt x="7536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3" name="Graphic 76">
              <a:extLst>
                <a:ext uri="{FF2B5EF4-FFF2-40B4-BE49-F238E27FC236}">
                  <a16:creationId xmlns:a16="http://schemas.microsoft.com/office/drawing/2014/main" id="{C3153F27-E179-D037-9732-7D6BBDB14046}"/>
                </a:ext>
              </a:extLst>
            </p:cNvPr>
            <p:cNvGrpSpPr/>
            <p:nvPr/>
          </p:nvGrpSpPr>
          <p:grpSpPr>
            <a:xfrm>
              <a:off x="4328415" y="2833339"/>
              <a:ext cx="409146" cy="408749"/>
              <a:chOff x="4328415" y="2833339"/>
              <a:chExt cx="409146" cy="408749"/>
            </a:xfrm>
            <a:solidFill>
              <a:srgbClr val="FFFFFF"/>
            </a:solidFill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F480BA69-DC29-0B95-EEA0-23C102F35EB1}"/>
                  </a:ext>
                </a:extLst>
              </p:cNvPr>
              <p:cNvSpPr/>
              <p:nvPr/>
            </p:nvSpPr>
            <p:spPr>
              <a:xfrm>
                <a:off x="4328415" y="2833339"/>
                <a:ext cx="409146" cy="408749"/>
              </a:xfrm>
              <a:prstGeom prst="ellipse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E1FD0F58-F169-42ED-4438-C422A8BB32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8346" y="2929474"/>
                <a:ext cx="389662" cy="275348"/>
              </a:xfrm>
              <a:custGeom>
                <a:avLst/>
                <a:gdLst>
                  <a:gd name="csX0" fmla="*/ 0 w 389662"/>
                  <a:gd name="csY0" fmla="*/ 0 h 275348"/>
                  <a:gd name="csX1" fmla="*/ 389663 w 389662"/>
                  <a:gd name="csY1" fmla="*/ 0 h 275348"/>
                  <a:gd name="csX2" fmla="*/ 389663 w 389662"/>
                  <a:gd name="csY2" fmla="*/ 275348 h 275348"/>
                  <a:gd name="csX3" fmla="*/ 0 w 389662"/>
                  <a:gd name="csY3" fmla="*/ 275348 h 2753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89662" h="275348">
                    <a:moveTo>
                      <a:pt x="0" y="0"/>
                    </a:moveTo>
                    <a:lnTo>
                      <a:pt x="389663" y="0"/>
                    </a:lnTo>
                    <a:lnTo>
                      <a:pt x="389663" y="275348"/>
                    </a:lnTo>
                    <a:lnTo>
                      <a:pt x="0" y="275348"/>
                    </a:lnTo>
                    <a:close/>
                  </a:path>
                </a:pathLst>
              </a:custGeom>
            </p:spPr>
          </p:pic>
        </p:grpSp>
        <p:grpSp>
          <p:nvGrpSpPr>
            <p:cNvPr id="54" name="Graphic 76">
              <a:extLst>
                <a:ext uri="{FF2B5EF4-FFF2-40B4-BE49-F238E27FC236}">
                  <a16:creationId xmlns:a16="http://schemas.microsoft.com/office/drawing/2014/main" id="{7D6AE9F7-EEEE-493C-7176-60A8EE6C7EBE}"/>
                </a:ext>
              </a:extLst>
            </p:cNvPr>
            <p:cNvGrpSpPr/>
            <p:nvPr/>
          </p:nvGrpSpPr>
          <p:grpSpPr>
            <a:xfrm>
              <a:off x="4547434" y="3655823"/>
              <a:ext cx="380158" cy="379790"/>
              <a:chOff x="4547434" y="3655823"/>
              <a:chExt cx="380158" cy="379790"/>
            </a:xfrm>
            <a:solidFill>
              <a:srgbClr val="FFFFFF"/>
            </a:solidFill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CC08A3D-02C4-7C34-B308-26573D37122A}"/>
                  </a:ext>
                </a:extLst>
              </p:cNvPr>
              <p:cNvSpPr/>
              <p:nvPr/>
            </p:nvSpPr>
            <p:spPr>
              <a:xfrm>
                <a:off x="4547434" y="3655823"/>
                <a:ext cx="380158" cy="379790"/>
              </a:xfrm>
              <a:prstGeom prst="ellipse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4406CFF4-825E-1185-EE58-9B281E8D6D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6938" y="3736528"/>
                <a:ext cx="361150" cy="275348"/>
              </a:xfrm>
              <a:custGeom>
                <a:avLst/>
                <a:gdLst>
                  <a:gd name="csX0" fmla="*/ 0 w 361150"/>
                  <a:gd name="csY0" fmla="*/ 0 h 275348"/>
                  <a:gd name="csX1" fmla="*/ 361151 w 361150"/>
                  <a:gd name="csY1" fmla="*/ 0 h 275348"/>
                  <a:gd name="csX2" fmla="*/ 361151 w 361150"/>
                  <a:gd name="csY2" fmla="*/ 275348 h 275348"/>
                  <a:gd name="csX3" fmla="*/ 0 w 361150"/>
                  <a:gd name="csY3" fmla="*/ 275348 h 2753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150" h="275348">
                    <a:moveTo>
                      <a:pt x="0" y="0"/>
                    </a:moveTo>
                    <a:lnTo>
                      <a:pt x="361151" y="0"/>
                    </a:lnTo>
                    <a:lnTo>
                      <a:pt x="361151" y="275348"/>
                    </a:lnTo>
                    <a:lnTo>
                      <a:pt x="0" y="275348"/>
                    </a:lnTo>
                    <a:close/>
                  </a:path>
                </a:pathLst>
              </a:custGeom>
            </p:spPr>
          </p:pic>
        </p:grpSp>
        <p:grpSp>
          <p:nvGrpSpPr>
            <p:cNvPr id="55" name="Graphic 76">
              <a:extLst>
                <a:ext uri="{FF2B5EF4-FFF2-40B4-BE49-F238E27FC236}">
                  <a16:creationId xmlns:a16="http://schemas.microsoft.com/office/drawing/2014/main" id="{7DA4FFCB-4463-859E-705D-9F7A5E55EC48}"/>
                </a:ext>
              </a:extLst>
            </p:cNvPr>
            <p:cNvGrpSpPr/>
            <p:nvPr/>
          </p:nvGrpSpPr>
          <p:grpSpPr>
            <a:xfrm>
              <a:off x="4840632" y="3979974"/>
              <a:ext cx="75936" cy="515090"/>
              <a:chOff x="4840632" y="3979974"/>
              <a:chExt cx="75936" cy="515090"/>
            </a:xfrm>
          </p:grpSpPr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F9FE03E3-88CC-C24D-4EB3-8C0A084AE259}"/>
                  </a:ext>
                </a:extLst>
              </p:cNvPr>
              <p:cNvSpPr/>
              <p:nvPr/>
            </p:nvSpPr>
            <p:spPr>
              <a:xfrm>
                <a:off x="4871900" y="3979974"/>
                <a:ext cx="6937" cy="458122"/>
              </a:xfrm>
              <a:custGeom>
                <a:avLst/>
                <a:gdLst>
                  <a:gd name="csX0" fmla="*/ 0 w 6937"/>
                  <a:gd name="csY0" fmla="*/ 0 h 458122"/>
                  <a:gd name="csX1" fmla="*/ 6938 w 6937"/>
                  <a:gd name="csY1" fmla="*/ 458122 h 4581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937" h="458122">
                    <a:moveTo>
                      <a:pt x="0" y="0"/>
                    </a:moveTo>
                    <a:lnTo>
                      <a:pt x="6938" y="458122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0B62FA16-2504-D619-9F70-C92C3EF38DB3}"/>
                  </a:ext>
                </a:extLst>
              </p:cNvPr>
              <p:cNvSpPr/>
              <p:nvPr/>
            </p:nvSpPr>
            <p:spPr>
              <a:xfrm>
                <a:off x="4840632" y="4418537"/>
                <a:ext cx="75936" cy="76527"/>
              </a:xfrm>
              <a:custGeom>
                <a:avLst/>
                <a:gdLst>
                  <a:gd name="csX0" fmla="*/ 39156 w 75936"/>
                  <a:gd name="csY0" fmla="*/ 76528 h 76527"/>
                  <a:gd name="csX1" fmla="*/ 0 w 75936"/>
                  <a:gd name="csY1" fmla="*/ 1234 h 76527"/>
                  <a:gd name="csX2" fmla="*/ 38206 w 75936"/>
                  <a:gd name="csY2" fmla="*/ 19559 h 76527"/>
                  <a:gd name="csX3" fmla="*/ 75937 w 75936"/>
                  <a:gd name="csY3" fmla="*/ 0 h 765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36" h="76527">
                    <a:moveTo>
                      <a:pt x="39156" y="76528"/>
                    </a:moveTo>
                    <a:lnTo>
                      <a:pt x="0" y="1234"/>
                    </a:lnTo>
                    <a:lnTo>
                      <a:pt x="38206" y="19559"/>
                    </a:lnTo>
                    <a:lnTo>
                      <a:pt x="759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6" name="Graphic 76">
              <a:extLst>
                <a:ext uri="{FF2B5EF4-FFF2-40B4-BE49-F238E27FC236}">
                  <a16:creationId xmlns:a16="http://schemas.microsoft.com/office/drawing/2014/main" id="{C865D588-2DA6-9427-AD38-A30D8F420A00}"/>
                </a:ext>
              </a:extLst>
            </p:cNvPr>
            <p:cNvGrpSpPr/>
            <p:nvPr/>
          </p:nvGrpSpPr>
          <p:grpSpPr>
            <a:xfrm>
              <a:off x="3977195" y="4516333"/>
              <a:ext cx="285119" cy="293103"/>
              <a:chOff x="3977195" y="4516333"/>
              <a:chExt cx="285119" cy="293103"/>
            </a:xfrm>
            <a:solidFill>
              <a:srgbClr val="FFFFFF"/>
            </a:solidFill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B21AE5CA-7827-4CAC-F5A8-079B2C26BD3B}"/>
                  </a:ext>
                </a:extLst>
              </p:cNvPr>
              <p:cNvSpPr/>
              <p:nvPr/>
            </p:nvSpPr>
            <p:spPr>
              <a:xfrm>
                <a:off x="3977195" y="4516333"/>
                <a:ext cx="285119" cy="284842"/>
              </a:xfrm>
              <a:prstGeom prst="rect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1A059AA3-B2E4-59F7-7F36-85448AF83C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86699" y="4553078"/>
                <a:ext cx="266111" cy="256358"/>
              </a:xfrm>
              <a:custGeom>
                <a:avLst/>
                <a:gdLst>
                  <a:gd name="csX0" fmla="*/ 0 w 266111"/>
                  <a:gd name="csY0" fmla="*/ 0 h 256358"/>
                  <a:gd name="csX1" fmla="*/ 266111 w 266111"/>
                  <a:gd name="csY1" fmla="*/ 0 h 256358"/>
                  <a:gd name="csX2" fmla="*/ 266111 w 266111"/>
                  <a:gd name="csY2" fmla="*/ 256359 h 256358"/>
                  <a:gd name="csX3" fmla="*/ 0 w 266111"/>
                  <a:gd name="csY3" fmla="*/ 256359 h 2563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111" h="256358">
                    <a:moveTo>
                      <a:pt x="0" y="0"/>
                    </a:moveTo>
                    <a:lnTo>
                      <a:pt x="266111" y="0"/>
                    </a:lnTo>
                    <a:lnTo>
                      <a:pt x="266111" y="256359"/>
                    </a:lnTo>
                    <a:lnTo>
                      <a:pt x="0" y="256359"/>
                    </a:lnTo>
                    <a:close/>
                  </a:path>
                </a:pathLst>
              </a:custGeom>
            </p:spPr>
          </p:pic>
        </p:grpSp>
        <p:grpSp>
          <p:nvGrpSpPr>
            <p:cNvPr id="57" name="Graphic 76">
              <a:extLst>
                <a:ext uri="{FF2B5EF4-FFF2-40B4-BE49-F238E27FC236}">
                  <a16:creationId xmlns:a16="http://schemas.microsoft.com/office/drawing/2014/main" id="{6167F4ED-D74B-1633-8836-CC29FF5B2AAD}"/>
                </a:ext>
              </a:extLst>
            </p:cNvPr>
            <p:cNvGrpSpPr/>
            <p:nvPr/>
          </p:nvGrpSpPr>
          <p:grpSpPr>
            <a:xfrm>
              <a:off x="4737513" y="4516333"/>
              <a:ext cx="285119" cy="293103"/>
              <a:chOff x="4737513" y="4516333"/>
              <a:chExt cx="285119" cy="293103"/>
            </a:xfrm>
            <a:solidFill>
              <a:srgbClr val="FFFFFF"/>
            </a:solidFill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48C6745-4844-04BC-7A21-FE16E3B03B24}"/>
                  </a:ext>
                </a:extLst>
              </p:cNvPr>
              <p:cNvSpPr/>
              <p:nvPr/>
            </p:nvSpPr>
            <p:spPr>
              <a:xfrm>
                <a:off x="4737513" y="4516333"/>
                <a:ext cx="285119" cy="284842"/>
              </a:xfrm>
              <a:prstGeom prst="rect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2BB3C179-01FD-FA42-AD82-564287522D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47017" y="4553078"/>
                <a:ext cx="266111" cy="256358"/>
              </a:xfrm>
              <a:custGeom>
                <a:avLst/>
                <a:gdLst>
                  <a:gd name="csX0" fmla="*/ 0 w 266111"/>
                  <a:gd name="csY0" fmla="*/ 0 h 256358"/>
                  <a:gd name="csX1" fmla="*/ 266111 w 266111"/>
                  <a:gd name="csY1" fmla="*/ 0 h 256358"/>
                  <a:gd name="csX2" fmla="*/ 266111 w 266111"/>
                  <a:gd name="csY2" fmla="*/ 256359 h 256358"/>
                  <a:gd name="csX3" fmla="*/ 0 w 266111"/>
                  <a:gd name="csY3" fmla="*/ 256359 h 2563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111" h="256358">
                    <a:moveTo>
                      <a:pt x="0" y="0"/>
                    </a:moveTo>
                    <a:lnTo>
                      <a:pt x="266111" y="0"/>
                    </a:lnTo>
                    <a:lnTo>
                      <a:pt x="266111" y="256359"/>
                    </a:lnTo>
                    <a:lnTo>
                      <a:pt x="0" y="256359"/>
                    </a:lnTo>
                    <a:close/>
                  </a:path>
                </a:pathLst>
              </a:custGeom>
            </p:spPr>
          </p:pic>
        </p:grpSp>
        <p:grpSp>
          <p:nvGrpSpPr>
            <p:cNvPr id="58" name="Graphic 76">
              <a:extLst>
                <a:ext uri="{FF2B5EF4-FFF2-40B4-BE49-F238E27FC236}">
                  <a16:creationId xmlns:a16="http://schemas.microsoft.com/office/drawing/2014/main" id="{D4034F54-7264-8D04-F486-0A46527A24DE}"/>
                </a:ext>
              </a:extLst>
            </p:cNvPr>
            <p:cNvGrpSpPr/>
            <p:nvPr/>
          </p:nvGrpSpPr>
          <p:grpSpPr>
            <a:xfrm>
              <a:off x="4203960" y="3979974"/>
              <a:ext cx="399166" cy="519553"/>
              <a:chOff x="4203960" y="3979974"/>
              <a:chExt cx="399166" cy="519553"/>
            </a:xfrm>
          </p:grpSpPr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F8702B50-2456-A866-F1AD-906A370086F8}"/>
                  </a:ext>
                </a:extLst>
              </p:cNvPr>
              <p:cNvSpPr/>
              <p:nvPr/>
            </p:nvSpPr>
            <p:spPr>
              <a:xfrm>
                <a:off x="4238650" y="3979974"/>
                <a:ext cx="364477" cy="474358"/>
              </a:xfrm>
              <a:custGeom>
                <a:avLst/>
                <a:gdLst>
                  <a:gd name="csX0" fmla="*/ 364477 w 364477"/>
                  <a:gd name="csY0" fmla="*/ 0 h 474358"/>
                  <a:gd name="csX1" fmla="*/ 0 w 364477"/>
                  <a:gd name="csY1" fmla="*/ 474358 h 4743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4477" h="474358">
                    <a:moveTo>
                      <a:pt x="364477" y="0"/>
                    </a:moveTo>
                    <a:lnTo>
                      <a:pt x="0" y="474358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67B1449E-00F1-D6AF-52F5-7F42F4F96AD2}"/>
                  </a:ext>
                </a:extLst>
              </p:cNvPr>
              <p:cNvSpPr/>
              <p:nvPr/>
            </p:nvSpPr>
            <p:spPr>
              <a:xfrm>
                <a:off x="4203960" y="4416068"/>
                <a:ext cx="76507" cy="83458"/>
              </a:xfrm>
              <a:custGeom>
                <a:avLst/>
                <a:gdLst>
                  <a:gd name="csX0" fmla="*/ 0 w 76507"/>
                  <a:gd name="csY0" fmla="*/ 83459 h 83458"/>
                  <a:gd name="csX1" fmla="*/ 16157 w 76507"/>
                  <a:gd name="csY1" fmla="*/ 0 h 83458"/>
                  <a:gd name="csX2" fmla="*/ 34690 w 76507"/>
                  <a:gd name="csY2" fmla="*/ 38264 h 83458"/>
                  <a:gd name="csX3" fmla="*/ 76507 w 76507"/>
                  <a:gd name="csY3" fmla="*/ 46334 h 834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507" h="83458">
                    <a:moveTo>
                      <a:pt x="0" y="83459"/>
                    </a:moveTo>
                    <a:lnTo>
                      <a:pt x="16157" y="0"/>
                    </a:lnTo>
                    <a:lnTo>
                      <a:pt x="34690" y="38264"/>
                    </a:lnTo>
                    <a:lnTo>
                      <a:pt x="76507" y="46334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9" name="Graphic 76">
              <a:extLst>
                <a:ext uri="{FF2B5EF4-FFF2-40B4-BE49-F238E27FC236}">
                  <a16:creationId xmlns:a16="http://schemas.microsoft.com/office/drawing/2014/main" id="{DBC1557D-88C7-80F2-A5F9-BE67565CB904}"/>
                </a:ext>
              </a:extLst>
            </p:cNvPr>
            <p:cNvGrpSpPr/>
            <p:nvPr/>
          </p:nvGrpSpPr>
          <p:grpSpPr>
            <a:xfrm>
              <a:off x="4101698" y="3182319"/>
              <a:ext cx="286544" cy="1313220"/>
              <a:chOff x="4101698" y="3182319"/>
              <a:chExt cx="286544" cy="1313220"/>
            </a:xfrm>
          </p:grpSpPr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EE986319-81A9-DDD5-BEFB-E6DAACC13A98}"/>
                  </a:ext>
                </a:extLst>
              </p:cNvPr>
              <p:cNvSpPr/>
              <p:nvPr/>
            </p:nvSpPr>
            <p:spPr>
              <a:xfrm>
                <a:off x="4135151" y="3182319"/>
                <a:ext cx="253090" cy="1257391"/>
              </a:xfrm>
              <a:custGeom>
                <a:avLst/>
                <a:gdLst>
                  <a:gd name="csX0" fmla="*/ 253091 w 253090"/>
                  <a:gd name="csY0" fmla="*/ 0 h 1257391"/>
                  <a:gd name="csX1" fmla="*/ 0 w 253090"/>
                  <a:gd name="csY1" fmla="*/ 1257391 h 1257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53090" h="1257391">
                    <a:moveTo>
                      <a:pt x="253091" y="0"/>
                    </a:moveTo>
                    <a:lnTo>
                      <a:pt x="0" y="1257391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F8DB6591-7261-1C43-349F-EE205A05343B}"/>
                  </a:ext>
                </a:extLst>
              </p:cNvPr>
              <p:cNvSpPr/>
              <p:nvPr/>
            </p:nvSpPr>
            <p:spPr>
              <a:xfrm>
                <a:off x="4101698" y="4413600"/>
                <a:ext cx="74511" cy="81939"/>
              </a:xfrm>
              <a:custGeom>
                <a:avLst/>
                <a:gdLst>
                  <a:gd name="csX0" fmla="*/ 22239 w 74511"/>
                  <a:gd name="csY0" fmla="*/ 81940 h 81939"/>
                  <a:gd name="csX1" fmla="*/ 0 w 74511"/>
                  <a:gd name="csY1" fmla="*/ 0 h 81939"/>
                  <a:gd name="csX2" fmla="*/ 33454 w 74511"/>
                  <a:gd name="csY2" fmla="*/ 26111 h 81939"/>
                  <a:gd name="csX3" fmla="*/ 74511 w 74511"/>
                  <a:gd name="csY3" fmla="*/ 14907 h 819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511" h="81939">
                    <a:moveTo>
                      <a:pt x="22239" y="81940"/>
                    </a:moveTo>
                    <a:lnTo>
                      <a:pt x="0" y="0"/>
                    </a:lnTo>
                    <a:lnTo>
                      <a:pt x="33454" y="26111"/>
                    </a:lnTo>
                    <a:lnTo>
                      <a:pt x="74511" y="14907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925A4AD-3D20-10DC-57D5-842CCA4AB4D1}"/>
              </a:ext>
            </a:extLst>
          </p:cNvPr>
          <p:cNvGrpSpPr/>
          <p:nvPr/>
        </p:nvGrpSpPr>
        <p:grpSpPr>
          <a:xfrm>
            <a:off x="3260668" y="1988971"/>
            <a:ext cx="1142586" cy="2159729"/>
            <a:chOff x="5651623" y="2178542"/>
            <a:chExt cx="1142586" cy="2159729"/>
          </a:xfrm>
        </p:grpSpPr>
        <p:grpSp>
          <p:nvGrpSpPr>
            <p:cNvPr id="98" name="Graphic 20">
              <a:extLst>
                <a:ext uri="{FF2B5EF4-FFF2-40B4-BE49-F238E27FC236}">
                  <a16:creationId xmlns:a16="http://schemas.microsoft.com/office/drawing/2014/main" id="{33D6C2BC-C8DC-E949-A004-8A4A973DB2EA}"/>
                </a:ext>
              </a:extLst>
            </p:cNvPr>
            <p:cNvGrpSpPr/>
            <p:nvPr/>
          </p:nvGrpSpPr>
          <p:grpSpPr>
            <a:xfrm>
              <a:off x="5782293" y="2559952"/>
              <a:ext cx="246383" cy="1435046"/>
              <a:chOff x="5452937" y="2550505"/>
              <a:chExt cx="246383" cy="1435046"/>
            </a:xfrm>
          </p:grpSpPr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496DD43A-B046-640A-5A3A-5FB0E123B781}"/>
                  </a:ext>
                </a:extLst>
              </p:cNvPr>
              <p:cNvSpPr/>
              <p:nvPr/>
            </p:nvSpPr>
            <p:spPr>
              <a:xfrm>
                <a:off x="5490850" y="2550505"/>
                <a:ext cx="208470" cy="1373510"/>
              </a:xfrm>
              <a:custGeom>
                <a:avLst/>
                <a:gdLst>
                  <a:gd name="csX0" fmla="*/ 208470 w 208470"/>
                  <a:gd name="csY0" fmla="*/ 0 h 1373510"/>
                  <a:gd name="csX1" fmla="*/ 0 w 208470"/>
                  <a:gd name="csY1" fmla="*/ 1373511 h 137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8470" h="1373510">
                    <a:moveTo>
                      <a:pt x="208470" y="0"/>
                    </a:moveTo>
                    <a:lnTo>
                      <a:pt x="0" y="1373511"/>
                    </a:lnTo>
                  </a:path>
                </a:pathLst>
              </a:custGeom>
              <a:noFill/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537C6F7A-97F2-9DF3-9793-E55EB49C3D82}"/>
                  </a:ext>
                </a:extLst>
              </p:cNvPr>
              <p:cNvSpPr/>
              <p:nvPr/>
            </p:nvSpPr>
            <p:spPr>
              <a:xfrm>
                <a:off x="5452937" y="3897242"/>
                <a:ext cx="82162" cy="88308"/>
              </a:xfrm>
              <a:custGeom>
                <a:avLst/>
                <a:gdLst>
                  <a:gd name="csX0" fmla="*/ 28668 w 82162"/>
                  <a:gd name="csY0" fmla="*/ 88309 h 88308"/>
                  <a:gd name="csX1" fmla="*/ 0 w 82162"/>
                  <a:gd name="csY1" fmla="*/ 0 h 88308"/>
                  <a:gd name="csX2" fmla="*/ 37913 w 82162"/>
                  <a:gd name="csY2" fmla="*/ 26773 h 88308"/>
                  <a:gd name="csX3" fmla="*/ 82162 w 82162"/>
                  <a:gd name="csY3" fmla="*/ 12452 h 883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162" h="88308">
                    <a:moveTo>
                      <a:pt x="28668" y="88309"/>
                    </a:moveTo>
                    <a:lnTo>
                      <a:pt x="0" y="0"/>
                    </a:lnTo>
                    <a:lnTo>
                      <a:pt x="37913" y="26773"/>
                    </a:lnTo>
                    <a:lnTo>
                      <a:pt x="82162" y="12452"/>
                    </a:lnTo>
                    <a:close/>
                  </a:path>
                </a:pathLst>
              </a:custGeom>
              <a:solidFill>
                <a:srgbClr val="000000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9" name="Graphic 20">
              <a:extLst>
                <a:ext uri="{FF2B5EF4-FFF2-40B4-BE49-F238E27FC236}">
                  <a16:creationId xmlns:a16="http://schemas.microsoft.com/office/drawing/2014/main" id="{7459EE1A-5E67-ECE8-910C-9FD9C6151847}"/>
                </a:ext>
              </a:extLst>
            </p:cNvPr>
            <p:cNvGrpSpPr/>
            <p:nvPr/>
          </p:nvGrpSpPr>
          <p:grpSpPr>
            <a:xfrm>
              <a:off x="5963289" y="2178542"/>
              <a:ext cx="447166" cy="446733"/>
              <a:chOff x="5633933" y="2169095"/>
              <a:chExt cx="447166" cy="446733"/>
            </a:xfrm>
            <a:solidFill>
              <a:srgbClr val="FFFFFF"/>
            </a:solidFill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C98DFCB9-AA4E-8FB5-B512-17C9168A187E}"/>
                  </a:ext>
                </a:extLst>
              </p:cNvPr>
              <p:cNvSpPr/>
              <p:nvPr/>
            </p:nvSpPr>
            <p:spPr>
              <a:xfrm>
                <a:off x="5633933" y="2169095"/>
                <a:ext cx="447166" cy="446733"/>
              </a:xfrm>
              <a:prstGeom prst="ellipse">
                <a:avLst/>
              </a:prstGeom>
              <a:solidFill>
                <a:srgbClr val="FFFFFF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AED53F96-9870-5573-D819-3F86BA1800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44268" y="2274163"/>
                <a:ext cx="425873" cy="300935"/>
              </a:xfrm>
              <a:custGeom>
                <a:avLst/>
                <a:gdLst>
                  <a:gd name="csX0" fmla="*/ 0 w 425873"/>
                  <a:gd name="csY0" fmla="*/ 0 h 300935"/>
                  <a:gd name="csX1" fmla="*/ 425873 w 425873"/>
                  <a:gd name="csY1" fmla="*/ 0 h 300935"/>
                  <a:gd name="csX2" fmla="*/ 425873 w 425873"/>
                  <a:gd name="csY2" fmla="*/ 300935 h 300935"/>
                  <a:gd name="csX3" fmla="*/ 0 w 425873"/>
                  <a:gd name="csY3" fmla="*/ 300935 h 300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5873" h="300935">
                    <a:moveTo>
                      <a:pt x="0" y="0"/>
                    </a:moveTo>
                    <a:lnTo>
                      <a:pt x="425873" y="0"/>
                    </a:lnTo>
                    <a:lnTo>
                      <a:pt x="425873" y="300935"/>
                    </a:lnTo>
                    <a:lnTo>
                      <a:pt x="0" y="300935"/>
                    </a:lnTo>
                    <a:close/>
                  </a:path>
                </a:pathLst>
              </a:custGeom>
            </p:spPr>
          </p:pic>
        </p:grpSp>
        <p:grpSp>
          <p:nvGrpSpPr>
            <p:cNvPr id="100" name="Graphic 20">
              <a:extLst>
                <a:ext uri="{FF2B5EF4-FFF2-40B4-BE49-F238E27FC236}">
                  <a16:creationId xmlns:a16="http://schemas.microsoft.com/office/drawing/2014/main" id="{BC84B0C8-8E83-4011-B8A5-1074EB8B36BB}"/>
                </a:ext>
              </a:extLst>
            </p:cNvPr>
            <p:cNvGrpSpPr/>
            <p:nvPr/>
          </p:nvGrpSpPr>
          <p:grpSpPr>
            <a:xfrm>
              <a:off x="6344965" y="2559952"/>
              <a:ext cx="313172" cy="1435254"/>
              <a:chOff x="6015609" y="2550505"/>
              <a:chExt cx="313172" cy="1435254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3A264E50-08D6-EB18-4C76-50562FBA1656}"/>
                  </a:ext>
                </a:extLst>
              </p:cNvPr>
              <p:cNvSpPr/>
              <p:nvPr/>
            </p:nvSpPr>
            <p:spPr>
              <a:xfrm>
                <a:off x="6015609" y="2550505"/>
                <a:ext cx="276609" cy="1374236"/>
              </a:xfrm>
              <a:custGeom>
                <a:avLst/>
                <a:gdLst>
                  <a:gd name="csX0" fmla="*/ 0 w 276609"/>
                  <a:gd name="csY0" fmla="*/ 0 h 1374236"/>
                  <a:gd name="csX1" fmla="*/ 276610 w 276609"/>
                  <a:gd name="csY1" fmla="*/ 1374237 h 13742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6609" h="1374236">
                    <a:moveTo>
                      <a:pt x="0" y="0"/>
                    </a:moveTo>
                    <a:lnTo>
                      <a:pt x="276610" y="1374237"/>
                    </a:lnTo>
                  </a:path>
                </a:pathLst>
              </a:custGeom>
              <a:noFill/>
              <a:ln w="20774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A7659B12-27F0-1561-5444-E12F29BCA2EF}"/>
                  </a:ext>
                </a:extLst>
              </p:cNvPr>
              <p:cNvSpPr/>
              <p:nvPr/>
            </p:nvSpPr>
            <p:spPr>
              <a:xfrm>
                <a:off x="6247346" y="3896204"/>
                <a:ext cx="81435" cy="89554"/>
              </a:xfrm>
              <a:custGeom>
                <a:avLst/>
                <a:gdLst>
                  <a:gd name="csX0" fmla="*/ 57129 w 81435"/>
                  <a:gd name="csY0" fmla="*/ 89554 h 89554"/>
                  <a:gd name="csX1" fmla="*/ 0 w 81435"/>
                  <a:gd name="csY1" fmla="*/ 16292 h 89554"/>
                  <a:gd name="csX2" fmla="*/ 44873 w 81435"/>
                  <a:gd name="csY2" fmla="*/ 28537 h 89554"/>
                  <a:gd name="csX3" fmla="*/ 81435 w 81435"/>
                  <a:gd name="csY3" fmla="*/ 0 h 895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1435" h="89554">
                    <a:moveTo>
                      <a:pt x="57129" y="89554"/>
                    </a:moveTo>
                    <a:lnTo>
                      <a:pt x="0" y="16292"/>
                    </a:lnTo>
                    <a:lnTo>
                      <a:pt x="44873" y="28537"/>
                    </a:lnTo>
                    <a:lnTo>
                      <a:pt x="814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1" name="Graphic 20">
              <a:extLst>
                <a:ext uri="{FF2B5EF4-FFF2-40B4-BE49-F238E27FC236}">
                  <a16:creationId xmlns:a16="http://schemas.microsoft.com/office/drawing/2014/main" id="{37A9FE60-2FA6-3C11-BB05-FA5E741A46FE}"/>
                </a:ext>
              </a:extLst>
            </p:cNvPr>
            <p:cNvGrpSpPr/>
            <p:nvPr/>
          </p:nvGrpSpPr>
          <p:grpSpPr>
            <a:xfrm>
              <a:off x="5651623" y="4017931"/>
              <a:ext cx="311614" cy="320340"/>
              <a:chOff x="5322267" y="4008484"/>
              <a:chExt cx="311614" cy="320340"/>
            </a:xfrm>
            <a:solidFill>
              <a:srgbClr val="FFFFFF"/>
            </a:solidFill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4A586206-F074-63C4-6F26-9CB45407AEFE}"/>
                  </a:ext>
                </a:extLst>
              </p:cNvPr>
              <p:cNvSpPr/>
              <p:nvPr/>
            </p:nvSpPr>
            <p:spPr>
              <a:xfrm>
                <a:off x="5322267" y="4008484"/>
                <a:ext cx="311614" cy="311312"/>
              </a:xfrm>
              <a:prstGeom prst="rect">
                <a:avLst/>
              </a:prstGeom>
              <a:solidFill>
                <a:srgbClr val="FFFFFF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5CB9FFDF-54EB-F623-1237-48BEDC0F6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32654" y="4048644"/>
                <a:ext cx="290840" cy="280181"/>
              </a:xfrm>
              <a:custGeom>
                <a:avLst/>
                <a:gdLst>
                  <a:gd name="csX0" fmla="*/ 0 w 290840"/>
                  <a:gd name="csY0" fmla="*/ 0 h 280181"/>
                  <a:gd name="csX1" fmla="*/ 290840 w 290840"/>
                  <a:gd name="csY1" fmla="*/ 0 h 280181"/>
                  <a:gd name="csX2" fmla="*/ 290840 w 290840"/>
                  <a:gd name="csY2" fmla="*/ 280181 h 280181"/>
                  <a:gd name="csX3" fmla="*/ 0 w 290840"/>
                  <a:gd name="csY3" fmla="*/ 280181 h 280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0840" h="280181">
                    <a:moveTo>
                      <a:pt x="0" y="0"/>
                    </a:moveTo>
                    <a:lnTo>
                      <a:pt x="290840" y="0"/>
                    </a:lnTo>
                    <a:lnTo>
                      <a:pt x="290840" y="280181"/>
                    </a:lnTo>
                    <a:lnTo>
                      <a:pt x="0" y="280181"/>
                    </a:lnTo>
                    <a:close/>
                  </a:path>
                </a:pathLst>
              </a:custGeom>
            </p:spPr>
          </p:pic>
        </p:grpSp>
        <p:grpSp>
          <p:nvGrpSpPr>
            <p:cNvPr id="105" name="Graphic 20">
              <a:extLst>
                <a:ext uri="{FF2B5EF4-FFF2-40B4-BE49-F238E27FC236}">
                  <a16:creationId xmlns:a16="http://schemas.microsoft.com/office/drawing/2014/main" id="{8A758A7D-1BEC-0B12-905F-EA1EC1E3E3C1}"/>
                </a:ext>
              </a:extLst>
            </p:cNvPr>
            <p:cNvGrpSpPr/>
            <p:nvPr/>
          </p:nvGrpSpPr>
          <p:grpSpPr>
            <a:xfrm>
              <a:off x="6482595" y="4017931"/>
              <a:ext cx="311614" cy="320340"/>
              <a:chOff x="6153239" y="4008484"/>
              <a:chExt cx="311614" cy="320340"/>
            </a:xfrm>
            <a:solidFill>
              <a:srgbClr val="FFFFFF"/>
            </a:solidFill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F9DD623-240F-4F71-9BDC-99D2F3C5F5CE}"/>
                  </a:ext>
                </a:extLst>
              </p:cNvPr>
              <p:cNvSpPr/>
              <p:nvPr/>
            </p:nvSpPr>
            <p:spPr>
              <a:xfrm>
                <a:off x="6153239" y="4008484"/>
                <a:ext cx="311614" cy="311312"/>
              </a:xfrm>
              <a:prstGeom prst="rect">
                <a:avLst/>
              </a:prstGeom>
              <a:solidFill>
                <a:srgbClr val="FFFFFF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345E2639-88DA-C5D3-9555-AB3C981AC9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63626" y="4048644"/>
                <a:ext cx="290840" cy="280181"/>
              </a:xfrm>
              <a:custGeom>
                <a:avLst/>
                <a:gdLst>
                  <a:gd name="csX0" fmla="*/ 0 w 290840"/>
                  <a:gd name="csY0" fmla="*/ 0 h 280181"/>
                  <a:gd name="csX1" fmla="*/ 290840 w 290840"/>
                  <a:gd name="csY1" fmla="*/ 0 h 280181"/>
                  <a:gd name="csX2" fmla="*/ 290840 w 290840"/>
                  <a:gd name="csY2" fmla="*/ 280181 h 280181"/>
                  <a:gd name="csX3" fmla="*/ 0 w 290840"/>
                  <a:gd name="csY3" fmla="*/ 280181 h 280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0840" h="280181">
                    <a:moveTo>
                      <a:pt x="0" y="0"/>
                    </a:moveTo>
                    <a:lnTo>
                      <a:pt x="290840" y="0"/>
                    </a:lnTo>
                    <a:lnTo>
                      <a:pt x="290840" y="280181"/>
                    </a:lnTo>
                    <a:lnTo>
                      <a:pt x="0" y="280181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337BF280-D7E3-91CD-169E-7471ACBBDDD3}"/>
              </a:ext>
            </a:extLst>
          </p:cNvPr>
          <p:cNvSpPr txBox="1"/>
          <p:nvPr/>
        </p:nvSpPr>
        <p:spPr>
          <a:xfrm>
            <a:off x="2946355" y="4451394"/>
            <a:ext cx="170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ROBDD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1E693CD-5A25-E910-3109-D6E2C97F1BB7}"/>
              </a:ext>
            </a:extLst>
          </p:cNvPr>
          <p:cNvSpPr txBox="1"/>
          <p:nvPr/>
        </p:nvSpPr>
        <p:spPr>
          <a:xfrm>
            <a:off x="5098571" y="4449143"/>
            <a:ext cx="170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ROBDD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B88CD655-3537-EB8E-2DF5-62DAC35AD9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045" y="5232677"/>
            <a:ext cx="197769" cy="327102"/>
          </a:xfrm>
          <a:custGeom>
            <a:avLst/>
            <a:gdLst>
              <a:gd name="csX0" fmla="*/ 0 w 197769"/>
              <a:gd name="csY0" fmla="*/ 0 h 327102"/>
              <a:gd name="csX1" fmla="*/ 197769 w 197769"/>
              <a:gd name="csY1" fmla="*/ 0 h 327102"/>
              <a:gd name="csX2" fmla="*/ 197769 w 197769"/>
              <a:gd name="csY2" fmla="*/ 327102 h 327102"/>
              <a:gd name="csX3" fmla="*/ 0 w 197769"/>
              <a:gd name="csY3" fmla="*/ 327102 h 327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7769" h="327102">
                <a:moveTo>
                  <a:pt x="0" y="0"/>
                </a:moveTo>
                <a:lnTo>
                  <a:pt x="197769" y="0"/>
                </a:lnTo>
                <a:lnTo>
                  <a:pt x="197769" y="327102"/>
                </a:lnTo>
                <a:lnTo>
                  <a:pt x="0" y="327102"/>
                </a:lnTo>
                <a:close/>
              </a:path>
            </a:pathLst>
          </a:cu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9148480F-F470-6813-0D35-7B42B9FDDA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442" y="5230733"/>
            <a:ext cx="884756" cy="327102"/>
          </a:xfrm>
          <a:custGeom>
            <a:avLst/>
            <a:gdLst>
              <a:gd name="csX0" fmla="*/ 0 w 884756"/>
              <a:gd name="csY0" fmla="*/ 0 h 327102"/>
              <a:gd name="csX1" fmla="*/ 884757 w 884756"/>
              <a:gd name="csY1" fmla="*/ 0 h 327102"/>
              <a:gd name="csX2" fmla="*/ 884757 w 884756"/>
              <a:gd name="csY2" fmla="*/ 327102 h 327102"/>
              <a:gd name="csX3" fmla="*/ 0 w 884756"/>
              <a:gd name="csY3" fmla="*/ 327102 h 327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84756" h="327102">
                <a:moveTo>
                  <a:pt x="0" y="0"/>
                </a:moveTo>
                <a:lnTo>
                  <a:pt x="884757" y="0"/>
                </a:lnTo>
                <a:lnTo>
                  <a:pt x="884757" y="327102"/>
                </a:lnTo>
                <a:lnTo>
                  <a:pt x="0" y="327102"/>
                </a:lnTo>
                <a:close/>
              </a:path>
            </a:pathLst>
          </a:custGeom>
        </p:spPr>
      </p:pic>
      <p:grpSp>
        <p:nvGrpSpPr>
          <p:cNvPr id="220" name="Group 219">
            <a:extLst>
              <a:ext uri="{FF2B5EF4-FFF2-40B4-BE49-F238E27FC236}">
                <a16:creationId xmlns:a16="http://schemas.microsoft.com/office/drawing/2014/main" id="{B40D2F7B-D546-16BB-469F-6AD9106F63D8}"/>
              </a:ext>
            </a:extLst>
          </p:cNvPr>
          <p:cNvGrpSpPr/>
          <p:nvPr/>
        </p:nvGrpSpPr>
        <p:grpSpPr>
          <a:xfrm>
            <a:off x="7391106" y="2759028"/>
            <a:ext cx="2060963" cy="2336446"/>
            <a:chOff x="7577914" y="2759028"/>
            <a:chExt cx="2060963" cy="2336446"/>
          </a:xfrm>
        </p:grpSpPr>
        <p:grpSp>
          <p:nvGrpSpPr>
            <p:cNvPr id="123" name="Graphic 2">
              <a:extLst>
                <a:ext uri="{FF2B5EF4-FFF2-40B4-BE49-F238E27FC236}">
                  <a16:creationId xmlns:a16="http://schemas.microsoft.com/office/drawing/2014/main" id="{8EADC649-9A1D-5B4E-D097-C9FA1575BB63}"/>
                </a:ext>
              </a:extLst>
            </p:cNvPr>
            <p:cNvGrpSpPr/>
            <p:nvPr/>
          </p:nvGrpSpPr>
          <p:grpSpPr>
            <a:xfrm>
              <a:off x="8746210" y="3818217"/>
              <a:ext cx="288951" cy="83073"/>
              <a:chOff x="7776732" y="3541166"/>
              <a:chExt cx="288951" cy="8307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1703DD5B-FA6A-87C3-134D-0889F81A260F}"/>
                  </a:ext>
                </a:extLst>
              </p:cNvPr>
              <p:cNvSpPr/>
              <p:nvPr/>
            </p:nvSpPr>
            <p:spPr>
              <a:xfrm>
                <a:off x="7839185" y="3582703"/>
                <a:ext cx="226497" cy="10384"/>
              </a:xfrm>
              <a:custGeom>
                <a:avLst/>
                <a:gdLst>
                  <a:gd name="csX0" fmla="*/ 226498 w 226497"/>
                  <a:gd name="csY0" fmla="*/ 0 h 10384"/>
                  <a:gd name="csX1" fmla="*/ 0 w 226497"/>
                  <a:gd name="csY1" fmla="*/ 0 h 10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497" h="10384">
                    <a:moveTo>
                      <a:pt x="226498" y="0"/>
                    </a:moveTo>
                    <a:lnTo>
                      <a:pt x="0" y="0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E8A28328-5AA4-946F-178C-F7E6C4789AF6}"/>
                  </a:ext>
                </a:extLst>
              </p:cNvPr>
              <p:cNvSpPr/>
              <p:nvPr/>
            </p:nvSpPr>
            <p:spPr>
              <a:xfrm>
                <a:off x="7776732" y="3541166"/>
                <a:ext cx="83271" cy="83073"/>
              </a:xfrm>
              <a:custGeom>
                <a:avLst/>
                <a:gdLst>
                  <a:gd name="csX0" fmla="*/ 0 w 83271"/>
                  <a:gd name="csY0" fmla="*/ 41537 h 83073"/>
                  <a:gd name="csX1" fmla="*/ 83271 w 83271"/>
                  <a:gd name="csY1" fmla="*/ 0 h 83073"/>
                  <a:gd name="csX2" fmla="*/ 62453 w 83271"/>
                  <a:gd name="csY2" fmla="*/ 41537 h 83073"/>
                  <a:gd name="csX3" fmla="*/ 83271 w 83271"/>
                  <a:gd name="csY3" fmla="*/ 83074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0" y="41537"/>
                    </a:moveTo>
                    <a:lnTo>
                      <a:pt x="83271" y="0"/>
                    </a:lnTo>
                    <a:lnTo>
                      <a:pt x="62453" y="41537"/>
                    </a:lnTo>
                    <a:lnTo>
                      <a:pt x="83271" y="83074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1" name="Graphic 2">
              <a:extLst>
                <a:ext uri="{FF2B5EF4-FFF2-40B4-BE49-F238E27FC236}">
                  <a16:creationId xmlns:a16="http://schemas.microsoft.com/office/drawing/2014/main" id="{CF05E1B1-1094-202F-2734-F880CA68EB3D}"/>
                </a:ext>
              </a:extLst>
            </p:cNvPr>
            <p:cNvGrpSpPr/>
            <p:nvPr/>
          </p:nvGrpSpPr>
          <p:grpSpPr>
            <a:xfrm>
              <a:off x="7904338" y="4067438"/>
              <a:ext cx="83271" cy="599791"/>
              <a:chOff x="6934860" y="3790387"/>
              <a:chExt cx="83271" cy="599791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954985F6-2B69-5E3B-887F-093ABEF76537}"/>
                  </a:ext>
                </a:extLst>
              </p:cNvPr>
              <p:cNvSpPr/>
              <p:nvPr/>
            </p:nvSpPr>
            <p:spPr>
              <a:xfrm>
                <a:off x="6972748" y="3790387"/>
                <a:ext cx="5204" cy="537486"/>
              </a:xfrm>
              <a:custGeom>
                <a:avLst/>
                <a:gdLst>
                  <a:gd name="csX0" fmla="*/ 0 w 5204"/>
                  <a:gd name="csY0" fmla="*/ 0 h 537486"/>
                  <a:gd name="csX1" fmla="*/ 5204 w 5204"/>
                  <a:gd name="csY1" fmla="*/ 316718 h 537486"/>
                  <a:gd name="csX2" fmla="*/ 3643 w 5204"/>
                  <a:gd name="csY2" fmla="*/ 537486 h 5374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204" h="537486">
                    <a:moveTo>
                      <a:pt x="0" y="0"/>
                    </a:moveTo>
                    <a:lnTo>
                      <a:pt x="5204" y="316718"/>
                    </a:lnTo>
                    <a:lnTo>
                      <a:pt x="3643" y="537486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6609BEF8-A457-BD47-4254-387EB56B142A}"/>
                  </a:ext>
                </a:extLst>
              </p:cNvPr>
              <p:cNvSpPr/>
              <p:nvPr/>
            </p:nvSpPr>
            <p:spPr>
              <a:xfrm>
                <a:off x="6934860" y="4306897"/>
                <a:ext cx="83271" cy="83281"/>
              </a:xfrm>
              <a:custGeom>
                <a:avLst/>
                <a:gdLst>
                  <a:gd name="csX0" fmla="*/ 41011 w 83271"/>
                  <a:gd name="csY0" fmla="*/ 83281 h 83281"/>
                  <a:gd name="csX1" fmla="*/ 0 w 83271"/>
                  <a:gd name="csY1" fmla="*/ 0 h 83281"/>
                  <a:gd name="csX2" fmla="*/ 41531 w 83271"/>
                  <a:gd name="csY2" fmla="*/ 20976 h 83281"/>
                  <a:gd name="csX3" fmla="*/ 83271 w 83271"/>
                  <a:gd name="csY3" fmla="*/ 519 h 832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281">
                    <a:moveTo>
                      <a:pt x="41011" y="83281"/>
                    </a:moveTo>
                    <a:lnTo>
                      <a:pt x="0" y="0"/>
                    </a:lnTo>
                    <a:lnTo>
                      <a:pt x="41531" y="20976"/>
                    </a:lnTo>
                    <a:lnTo>
                      <a:pt x="83271" y="519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F2424858-02B9-315E-3CCC-401FBF23985F}"/>
                </a:ext>
              </a:extLst>
            </p:cNvPr>
            <p:cNvSpPr/>
            <p:nvPr/>
          </p:nvSpPr>
          <p:spPr>
            <a:xfrm>
              <a:off x="8461214" y="4067438"/>
              <a:ext cx="1457" cy="311526"/>
            </a:xfrm>
            <a:custGeom>
              <a:avLst/>
              <a:gdLst>
                <a:gd name="csX0" fmla="*/ 1457 w 1457"/>
                <a:gd name="csY0" fmla="*/ 0 h 311526"/>
                <a:gd name="csX1" fmla="*/ 0 w 1457"/>
                <a:gd name="csY1" fmla="*/ 311526 h 31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57" h="311526">
                  <a:moveTo>
                    <a:pt x="1457" y="0"/>
                  </a:moveTo>
                  <a:lnTo>
                    <a:pt x="0" y="311526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24" name="Graphic 2">
              <a:extLst>
                <a:ext uri="{FF2B5EF4-FFF2-40B4-BE49-F238E27FC236}">
                  <a16:creationId xmlns:a16="http://schemas.microsoft.com/office/drawing/2014/main" id="{17C5CC2E-E3C7-5286-7990-50B5C639C3E2}"/>
                </a:ext>
              </a:extLst>
            </p:cNvPr>
            <p:cNvGrpSpPr/>
            <p:nvPr/>
          </p:nvGrpSpPr>
          <p:grpSpPr>
            <a:xfrm>
              <a:off x="7682004" y="3652070"/>
              <a:ext cx="1040890" cy="415368"/>
              <a:chOff x="6712526" y="3375019"/>
              <a:chExt cx="1040890" cy="415368"/>
            </a:xfrm>
            <a:solidFill>
              <a:srgbClr val="D5E8D4"/>
            </a:solidFill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69A6D92D-614E-6F14-12C6-1F1AB1BFCEC8}"/>
                  </a:ext>
                </a:extLst>
              </p:cNvPr>
              <p:cNvSpPr/>
              <p:nvPr/>
            </p:nvSpPr>
            <p:spPr>
              <a:xfrm>
                <a:off x="6712526" y="3375019"/>
                <a:ext cx="1040890" cy="415368"/>
              </a:xfrm>
              <a:prstGeom prst="rect">
                <a:avLst/>
              </a:prstGeom>
              <a:solidFill>
                <a:srgbClr val="D5E8D4"/>
              </a:solidFill>
              <a:ln w="20806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DD688BC0-E06C-7FBA-1039-18FA29AC1C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22934" y="3463285"/>
                <a:ext cx="1020072" cy="280373"/>
              </a:xfrm>
              <a:custGeom>
                <a:avLst/>
                <a:gdLst>
                  <a:gd name="csX0" fmla="*/ 0 w 1020072"/>
                  <a:gd name="csY0" fmla="*/ 0 h 280373"/>
                  <a:gd name="csX1" fmla="*/ 1020073 w 1020072"/>
                  <a:gd name="csY1" fmla="*/ 0 h 280373"/>
                  <a:gd name="csX2" fmla="*/ 1020073 w 1020072"/>
                  <a:gd name="csY2" fmla="*/ 280374 h 280373"/>
                  <a:gd name="csX3" fmla="*/ 0 w 1020072"/>
                  <a:gd name="csY3" fmla="*/ 280374 h 28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20072" h="280373">
                    <a:moveTo>
                      <a:pt x="0" y="0"/>
                    </a:moveTo>
                    <a:lnTo>
                      <a:pt x="1020073" y="0"/>
                    </a:lnTo>
                    <a:lnTo>
                      <a:pt x="1020073" y="280374"/>
                    </a:lnTo>
                    <a:lnTo>
                      <a:pt x="0" y="280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125" name="Graphic 2">
              <a:extLst>
                <a:ext uri="{FF2B5EF4-FFF2-40B4-BE49-F238E27FC236}">
                  <a16:creationId xmlns:a16="http://schemas.microsoft.com/office/drawing/2014/main" id="{3CBE7657-DE80-BB22-F3C4-02530F7A4E18}"/>
                </a:ext>
              </a:extLst>
            </p:cNvPr>
            <p:cNvGrpSpPr/>
            <p:nvPr/>
          </p:nvGrpSpPr>
          <p:grpSpPr>
            <a:xfrm>
              <a:off x="8160813" y="3174396"/>
              <a:ext cx="83271" cy="454412"/>
              <a:chOff x="7191335" y="2897345"/>
              <a:chExt cx="83271" cy="454412"/>
            </a:xfrm>
          </p:grpSpPr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BB11CC81-8134-908F-34ED-AE99C7378C07}"/>
                  </a:ext>
                </a:extLst>
              </p:cNvPr>
              <p:cNvSpPr/>
              <p:nvPr/>
            </p:nvSpPr>
            <p:spPr>
              <a:xfrm>
                <a:off x="7232971" y="2897345"/>
                <a:ext cx="10408" cy="392107"/>
              </a:xfrm>
              <a:custGeom>
                <a:avLst/>
                <a:gdLst>
                  <a:gd name="csX0" fmla="*/ 0 w 10408"/>
                  <a:gd name="csY0" fmla="*/ 0 h 392107"/>
                  <a:gd name="csX1" fmla="*/ 0 w 10408"/>
                  <a:gd name="csY1" fmla="*/ 392107 h 3921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392107">
                    <a:moveTo>
                      <a:pt x="0" y="0"/>
                    </a:moveTo>
                    <a:lnTo>
                      <a:pt x="0" y="392107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8E199F6B-E4E8-68A7-B8C9-46D3148F8F3E}"/>
                  </a:ext>
                </a:extLst>
              </p:cNvPr>
              <p:cNvSpPr/>
              <p:nvPr/>
            </p:nvSpPr>
            <p:spPr>
              <a:xfrm>
                <a:off x="7191335" y="3268685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6" name="Graphic 2">
              <a:extLst>
                <a:ext uri="{FF2B5EF4-FFF2-40B4-BE49-F238E27FC236}">
                  <a16:creationId xmlns:a16="http://schemas.microsoft.com/office/drawing/2014/main" id="{455C3289-3652-84C7-D4AA-43B9C2B49078}"/>
                </a:ext>
              </a:extLst>
            </p:cNvPr>
            <p:cNvGrpSpPr/>
            <p:nvPr/>
          </p:nvGrpSpPr>
          <p:grpSpPr>
            <a:xfrm>
              <a:off x="7838137" y="2759028"/>
              <a:ext cx="728623" cy="415368"/>
              <a:chOff x="6868659" y="2481977"/>
              <a:chExt cx="728623" cy="415368"/>
            </a:xfrm>
            <a:noFill/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A3157C09-7F2F-ED7D-DDE6-7803EB5904FE}"/>
                  </a:ext>
                </a:extLst>
              </p:cNvPr>
              <p:cNvSpPr/>
              <p:nvPr/>
            </p:nvSpPr>
            <p:spPr>
              <a:xfrm>
                <a:off x="6868659" y="2481977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E457067F-E017-23A2-6BD7-AA0C858200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67544" y="2559859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127" name="Graphic 2">
              <a:extLst>
                <a:ext uri="{FF2B5EF4-FFF2-40B4-BE49-F238E27FC236}">
                  <a16:creationId xmlns:a16="http://schemas.microsoft.com/office/drawing/2014/main" id="{3F8B0743-57A4-A498-7DEE-8CEDA5690366}"/>
                </a:ext>
              </a:extLst>
            </p:cNvPr>
            <p:cNvGrpSpPr/>
            <p:nvPr/>
          </p:nvGrpSpPr>
          <p:grpSpPr>
            <a:xfrm>
              <a:off x="7577914" y="4680106"/>
              <a:ext cx="728623" cy="415368"/>
              <a:chOff x="6608436" y="4403055"/>
              <a:chExt cx="728623" cy="415368"/>
            </a:xfrm>
            <a:noFill/>
          </p:grpSpPr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FBE2CCF9-3EEB-6221-4D18-5C755140E3AD}"/>
                  </a:ext>
                </a:extLst>
              </p:cNvPr>
              <p:cNvSpPr/>
              <p:nvPr/>
            </p:nvSpPr>
            <p:spPr>
              <a:xfrm>
                <a:off x="6608436" y="4403055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2" name="Picture 181">
                <a:extLst>
                  <a:ext uri="{FF2B5EF4-FFF2-40B4-BE49-F238E27FC236}">
                    <a16:creationId xmlns:a16="http://schemas.microsoft.com/office/drawing/2014/main" id="{03937918-F090-CE7A-F408-056EDAC197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07321" y="4480936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DCE48B5E-6E11-313C-1C3D-5A6D05B17DD3}"/>
                </a:ext>
              </a:extLst>
            </p:cNvPr>
            <p:cNvSpPr/>
            <p:nvPr/>
          </p:nvSpPr>
          <p:spPr>
            <a:xfrm>
              <a:off x="8360040" y="4378964"/>
              <a:ext cx="206720" cy="10384"/>
            </a:xfrm>
            <a:custGeom>
              <a:avLst/>
              <a:gdLst>
                <a:gd name="csX0" fmla="*/ 0 w 206720"/>
                <a:gd name="csY0" fmla="*/ 0 h 10384"/>
                <a:gd name="csX1" fmla="*/ 206721 w 206720"/>
                <a:gd name="csY1" fmla="*/ 0 h 10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6720" h="10384">
                  <a:moveTo>
                    <a:pt x="0" y="0"/>
                  </a:moveTo>
                  <a:lnTo>
                    <a:pt x="206721" y="0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29" name="Graphic 2">
              <a:extLst>
                <a:ext uri="{FF2B5EF4-FFF2-40B4-BE49-F238E27FC236}">
                  <a16:creationId xmlns:a16="http://schemas.microsoft.com/office/drawing/2014/main" id="{B67C9022-7C60-E805-ED83-0667453CDFC8}"/>
                </a:ext>
              </a:extLst>
            </p:cNvPr>
            <p:cNvGrpSpPr/>
            <p:nvPr/>
          </p:nvGrpSpPr>
          <p:grpSpPr>
            <a:xfrm>
              <a:off x="8806165" y="3652070"/>
              <a:ext cx="832712" cy="415368"/>
              <a:chOff x="7836687" y="3375019"/>
              <a:chExt cx="832712" cy="415368"/>
            </a:xfrm>
            <a:noFill/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DB0B6A37-B6F3-A049-5BED-D34C4ACF8E66}"/>
                  </a:ext>
                </a:extLst>
              </p:cNvPr>
              <p:cNvSpPr/>
              <p:nvPr/>
            </p:nvSpPr>
            <p:spPr>
              <a:xfrm>
                <a:off x="7836687" y="3375019"/>
                <a:ext cx="832712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0" name="Picture 179">
                <a:extLst>
                  <a:ext uri="{FF2B5EF4-FFF2-40B4-BE49-F238E27FC236}">
                    <a16:creationId xmlns:a16="http://schemas.microsoft.com/office/drawing/2014/main" id="{532E047B-069D-3E41-646E-EA61651DF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4159" y="3452900"/>
                <a:ext cx="197769" cy="327102"/>
              </a:xfrm>
              <a:custGeom>
                <a:avLst/>
                <a:gdLst>
                  <a:gd name="csX0" fmla="*/ 0 w 197769"/>
                  <a:gd name="csY0" fmla="*/ 0 h 327102"/>
                  <a:gd name="csX1" fmla="*/ 197769 w 197769"/>
                  <a:gd name="csY1" fmla="*/ 0 h 327102"/>
                  <a:gd name="csX2" fmla="*/ 197769 w 197769"/>
                  <a:gd name="csY2" fmla="*/ 327102 h 327102"/>
                  <a:gd name="csX3" fmla="*/ 0 w 197769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7769" h="327102">
                    <a:moveTo>
                      <a:pt x="0" y="0"/>
                    </a:moveTo>
                    <a:lnTo>
                      <a:pt x="197769" y="0"/>
                    </a:lnTo>
                    <a:lnTo>
                      <a:pt x="197769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138" name="Graphic 2">
              <a:extLst>
                <a:ext uri="{FF2B5EF4-FFF2-40B4-BE49-F238E27FC236}">
                  <a16:creationId xmlns:a16="http://schemas.microsoft.com/office/drawing/2014/main" id="{C4166399-60FA-9939-CA14-4936FFD61074}"/>
                </a:ext>
              </a:extLst>
            </p:cNvPr>
            <p:cNvGrpSpPr/>
            <p:nvPr/>
          </p:nvGrpSpPr>
          <p:grpSpPr>
            <a:xfrm>
              <a:off x="7629959" y="3994749"/>
              <a:ext cx="312267" cy="415368"/>
              <a:chOff x="6660481" y="3717698"/>
              <a:chExt cx="312267" cy="415368"/>
            </a:xfrm>
            <a:noFill/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D17C7C5-33D4-17C2-9EBF-EA49E3D19749}"/>
                  </a:ext>
                </a:extLst>
              </p:cNvPr>
              <p:cNvSpPr/>
              <p:nvPr/>
            </p:nvSpPr>
            <p:spPr>
              <a:xfrm>
                <a:off x="6660481" y="3717698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4" name="Picture 163">
                <a:extLst>
                  <a:ext uri="{FF2B5EF4-FFF2-40B4-BE49-F238E27FC236}">
                    <a16:creationId xmlns:a16="http://schemas.microsoft.com/office/drawing/2014/main" id="{C4E40CDC-23A0-BF98-CDF7-57474B7E4E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59366" y="3816347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39" name="Graphic 2">
              <a:extLst>
                <a:ext uri="{FF2B5EF4-FFF2-40B4-BE49-F238E27FC236}">
                  <a16:creationId xmlns:a16="http://schemas.microsoft.com/office/drawing/2014/main" id="{950DB05C-10DC-3C6C-7C72-BDC404DEAF5A}"/>
                </a:ext>
              </a:extLst>
            </p:cNvPr>
            <p:cNvGrpSpPr/>
            <p:nvPr/>
          </p:nvGrpSpPr>
          <p:grpSpPr>
            <a:xfrm>
              <a:off x="8452262" y="4005133"/>
              <a:ext cx="312267" cy="415368"/>
              <a:chOff x="7482784" y="3728082"/>
              <a:chExt cx="312267" cy="415368"/>
            </a:xfrm>
            <a:noFill/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168AC5C9-8F83-F6E2-ADE2-11F5706C2E46}"/>
                  </a:ext>
                </a:extLst>
              </p:cNvPr>
              <p:cNvSpPr/>
              <p:nvPr/>
            </p:nvSpPr>
            <p:spPr>
              <a:xfrm>
                <a:off x="7482784" y="3728082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64D9095E-DDAC-158B-BDBB-765016B175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81669" y="3826732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F2D80FD-4F15-5482-728C-BADF043F9D88}"/>
              </a:ext>
            </a:extLst>
          </p:cNvPr>
          <p:cNvGrpSpPr/>
          <p:nvPr/>
        </p:nvGrpSpPr>
        <p:grpSpPr>
          <a:xfrm>
            <a:off x="9267207" y="2000982"/>
            <a:ext cx="3036903" cy="1900308"/>
            <a:chOff x="9454015" y="2000982"/>
            <a:chExt cx="3036903" cy="1900308"/>
          </a:xfrm>
        </p:grpSpPr>
        <p:grpSp>
          <p:nvGrpSpPr>
            <p:cNvPr id="130" name="Graphic 2">
              <a:extLst>
                <a:ext uri="{FF2B5EF4-FFF2-40B4-BE49-F238E27FC236}">
                  <a16:creationId xmlns:a16="http://schemas.microsoft.com/office/drawing/2014/main" id="{4D77E158-C69A-2BE3-A4D0-10BDDA1B21B9}"/>
                </a:ext>
              </a:extLst>
            </p:cNvPr>
            <p:cNvGrpSpPr/>
            <p:nvPr/>
          </p:nvGrpSpPr>
          <p:grpSpPr>
            <a:xfrm>
              <a:off x="9454015" y="3309391"/>
              <a:ext cx="361813" cy="591899"/>
              <a:chOff x="8484537" y="3032340"/>
              <a:chExt cx="361813" cy="591899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848F1D4C-A7FF-218C-4EE1-6722D7772B89}"/>
                  </a:ext>
                </a:extLst>
              </p:cNvPr>
              <p:cNvSpPr/>
              <p:nvPr/>
            </p:nvSpPr>
            <p:spPr>
              <a:xfrm>
                <a:off x="8546991" y="3032340"/>
                <a:ext cx="299360" cy="550362"/>
              </a:xfrm>
              <a:custGeom>
                <a:avLst/>
                <a:gdLst>
                  <a:gd name="csX0" fmla="*/ 299360 w 299360"/>
                  <a:gd name="csY0" fmla="*/ 0 h 550362"/>
                  <a:gd name="csX1" fmla="*/ 299360 w 299360"/>
                  <a:gd name="csY1" fmla="*/ 550363 h 550362"/>
                  <a:gd name="csX2" fmla="*/ 0 w 299360"/>
                  <a:gd name="csY2" fmla="*/ 550363 h 5503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99360" h="550362">
                    <a:moveTo>
                      <a:pt x="299360" y="0"/>
                    </a:moveTo>
                    <a:lnTo>
                      <a:pt x="299360" y="550363"/>
                    </a:lnTo>
                    <a:lnTo>
                      <a:pt x="0" y="550363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5A8B3590-D155-948C-F9BE-119B1C45FAB0}"/>
                  </a:ext>
                </a:extLst>
              </p:cNvPr>
              <p:cNvSpPr/>
              <p:nvPr/>
            </p:nvSpPr>
            <p:spPr>
              <a:xfrm>
                <a:off x="8484537" y="3541166"/>
                <a:ext cx="83271" cy="83073"/>
              </a:xfrm>
              <a:custGeom>
                <a:avLst/>
                <a:gdLst>
                  <a:gd name="csX0" fmla="*/ 0 w 83271"/>
                  <a:gd name="csY0" fmla="*/ 41537 h 83073"/>
                  <a:gd name="csX1" fmla="*/ 83271 w 83271"/>
                  <a:gd name="csY1" fmla="*/ 0 h 83073"/>
                  <a:gd name="csX2" fmla="*/ 62453 w 83271"/>
                  <a:gd name="csY2" fmla="*/ 41537 h 83073"/>
                  <a:gd name="csX3" fmla="*/ 83271 w 83271"/>
                  <a:gd name="csY3" fmla="*/ 83074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0" y="41537"/>
                    </a:moveTo>
                    <a:lnTo>
                      <a:pt x="83271" y="0"/>
                    </a:lnTo>
                    <a:lnTo>
                      <a:pt x="62453" y="41537"/>
                    </a:lnTo>
                    <a:lnTo>
                      <a:pt x="83271" y="83074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85C6B52C-D248-7806-6572-0E255916C78B}"/>
                </a:ext>
              </a:extLst>
            </p:cNvPr>
            <p:cNvSpPr/>
            <p:nvPr/>
          </p:nvSpPr>
          <p:spPr>
            <a:xfrm>
              <a:off x="10334817" y="3309391"/>
              <a:ext cx="1457" cy="311526"/>
            </a:xfrm>
            <a:custGeom>
              <a:avLst/>
              <a:gdLst>
                <a:gd name="csX0" fmla="*/ 1457 w 1457"/>
                <a:gd name="csY0" fmla="*/ 0 h 311526"/>
                <a:gd name="csX1" fmla="*/ 0 w 1457"/>
                <a:gd name="csY1" fmla="*/ 311526 h 31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57" h="311526">
                  <a:moveTo>
                    <a:pt x="1457" y="0"/>
                  </a:moveTo>
                  <a:lnTo>
                    <a:pt x="0" y="311526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32" name="Graphic 2">
              <a:extLst>
                <a:ext uri="{FF2B5EF4-FFF2-40B4-BE49-F238E27FC236}">
                  <a16:creationId xmlns:a16="http://schemas.microsoft.com/office/drawing/2014/main" id="{3AA1ACE1-E03F-5085-F258-AF6A9908A211}"/>
                </a:ext>
              </a:extLst>
            </p:cNvPr>
            <p:cNvGrpSpPr/>
            <p:nvPr/>
          </p:nvGrpSpPr>
          <p:grpSpPr>
            <a:xfrm>
              <a:off x="10619813" y="3060170"/>
              <a:ext cx="288951" cy="83073"/>
              <a:chOff x="9650335" y="2783119"/>
              <a:chExt cx="288951" cy="83073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3525DA86-1ED6-8246-FCD8-7FE4BC845AFF}"/>
                  </a:ext>
                </a:extLst>
              </p:cNvPr>
              <p:cNvSpPr/>
              <p:nvPr/>
            </p:nvSpPr>
            <p:spPr>
              <a:xfrm>
                <a:off x="9712788" y="2824656"/>
                <a:ext cx="226497" cy="10384"/>
              </a:xfrm>
              <a:custGeom>
                <a:avLst/>
                <a:gdLst>
                  <a:gd name="csX0" fmla="*/ 226498 w 226497"/>
                  <a:gd name="csY0" fmla="*/ 0 h 10384"/>
                  <a:gd name="csX1" fmla="*/ 0 w 226497"/>
                  <a:gd name="csY1" fmla="*/ 0 h 10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497" h="10384">
                    <a:moveTo>
                      <a:pt x="226498" y="0"/>
                    </a:moveTo>
                    <a:lnTo>
                      <a:pt x="0" y="0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FCBBC00C-ED40-C17A-7D72-632CEDD79BAA}"/>
                  </a:ext>
                </a:extLst>
              </p:cNvPr>
              <p:cNvSpPr/>
              <p:nvPr/>
            </p:nvSpPr>
            <p:spPr>
              <a:xfrm>
                <a:off x="9650335" y="2783119"/>
                <a:ext cx="83271" cy="83073"/>
              </a:xfrm>
              <a:custGeom>
                <a:avLst/>
                <a:gdLst>
                  <a:gd name="csX0" fmla="*/ 0 w 83271"/>
                  <a:gd name="csY0" fmla="*/ 41537 h 83073"/>
                  <a:gd name="csX1" fmla="*/ 83271 w 83271"/>
                  <a:gd name="csY1" fmla="*/ 0 h 83073"/>
                  <a:gd name="csX2" fmla="*/ 62453 w 83271"/>
                  <a:gd name="csY2" fmla="*/ 41537 h 83073"/>
                  <a:gd name="csX3" fmla="*/ 83271 w 83271"/>
                  <a:gd name="csY3" fmla="*/ 83074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0" y="41537"/>
                    </a:moveTo>
                    <a:lnTo>
                      <a:pt x="83271" y="0"/>
                    </a:lnTo>
                    <a:lnTo>
                      <a:pt x="62453" y="41537"/>
                    </a:lnTo>
                    <a:lnTo>
                      <a:pt x="83271" y="83074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1BB1000E-5A75-EAE0-D2DC-DAA1FA0DF167}"/>
                </a:ext>
              </a:extLst>
            </p:cNvPr>
            <p:cNvSpPr/>
            <p:nvPr/>
          </p:nvSpPr>
          <p:spPr>
            <a:xfrm>
              <a:off x="9555606" y="2894023"/>
              <a:ext cx="1040890" cy="415368"/>
            </a:xfrm>
            <a:prstGeom prst="rect">
              <a:avLst/>
            </a:prstGeom>
            <a:solidFill>
              <a:srgbClr val="D5E8D4"/>
            </a:solidFill>
            <a:ln w="20806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34" name="Graphic 2">
              <a:extLst>
                <a:ext uri="{FF2B5EF4-FFF2-40B4-BE49-F238E27FC236}">
                  <a16:creationId xmlns:a16="http://schemas.microsoft.com/office/drawing/2014/main" id="{525C899A-7A2D-A806-4BD7-48EF007A6CC4}"/>
                </a:ext>
              </a:extLst>
            </p:cNvPr>
            <p:cNvGrpSpPr/>
            <p:nvPr/>
          </p:nvGrpSpPr>
          <p:grpSpPr>
            <a:xfrm>
              <a:off x="10034416" y="2416350"/>
              <a:ext cx="83271" cy="454412"/>
              <a:chOff x="9064938" y="2139299"/>
              <a:chExt cx="83271" cy="454412"/>
            </a:xfrm>
          </p:grpSpPr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170D2BF7-BD85-5228-1958-C04F83210C26}"/>
                  </a:ext>
                </a:extLst>
              </p:cNvPr>
              <p:cNvSpPr/>
              <p:nvPr/>
            </p:nvSpPr>
            <p:spPr>
              <a:xfrm>
                <a:off x="9106574" y="2139299"/>
                <a:ext cx="10408" cy="392107"/>
              </a:xfrm>
              <a:custGeom>
                <a:avLst/>
                <a:gdLst>
                  <a:gd name="csX0" fmla="*/ 0 w 10408"/>
                  <a:gd name="csY0" fmla="*/ 0 h 392107"/>
                  <a:gd name="csX1" fmla="*/ 0 w 10408"/>
                  <a:gd name="csY1" fmla="*/ 392108 h 3921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392107">
                    <a:moveTo>
                      <a:pt x="0" y="0"/>
                    </a:moveTo>
                    <a:lnTo>
                      <a:pt x="0" y="392108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6893F554-956F-2231-7922-33F442AE0C34}"/>
                  </a:ext>
                </a:extLst>
              </p:cNvPr>
              <p:cNvSpPr/>
              <p:nvPr/>
            </p:nvSpPr>
            <p:spPr>
              <a:xfrm>
                <a:off x="9064938" y="2510638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5" name="Graphic 2">
              <a:extLst>
                <a:ext uri="{FF2B5EF4-FFF2-40B4-BE49-F238E27FC236}">
                  <a16:creationId xmlns:a16="http://schemas.microsoft.com/office/drawing/2014/main" id="{ED053DB3-0A8E-17E5-7FE5-D0B43B677440}"/>
                </a:ext>
              </a:extLst>
            </p:cNvPr>
            <p:cNvGrpSpPr/>
            <p:nvPr/>
          </p:nvGrpSpPr>
          <p:grpSpPr>
            <a:xfrm>
              <a:off x="9659695" y="2000982"/>
              <a:ext cx="832712" cy="415368"/>
              <a:chOff x="8690217" y="1723931"/>
              <a:chExt cx="832712" cy="415368"/>
            </a:xfrm>
            <a:noFill/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913CFD52-A0EF-66E6-6C46-DDEC5F4B134B}"/>
                  </a:ext>
                </a:extLst>
              </p:cNvPr>
              <p:cNvSpPr/>
              <p:nvPr/>
            </p:nvSpPr>
            <p:spPr>
              <a:xfrm>
                <a:off x="8690217" y="1723931"/>
                <a:ext cx="832712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62938EC7-F841-02D8-1A41-7EF0172CF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07689" y="1801812"/>
                <a:ext cx="197769" cy="327102"/>
              </a:xfrm>
              <a:custGeom>
                <a:avLst/>
                <a:gdLst>
                  <a:gd name="csX0" fmla="*/ 0 w 197769"/>
                  <a:gd name="csY0" fmla="*/ 0 h 327102"/>
                  <a:gd name="csX1" fmla="*/ 197769 w 197769"/>
                  <a:gd name="csY1" fmla="*/ 0 h 327102"/>
                  <a:gd name="csX2" fmla="*/ 197769 w 197769"/>
                  <a:gd name="csY2" fmla="*/ 327102 h 327102"/>
                  <a:gd name="csX3" fmla="*/ 0 w 197769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7769" h="327102">
                    <a:moveTo>
                      <a:pt x="0" y="0"/>
                    </a:moveTo>
                    <a:lnTo>
                      <a:pt x="197769" y="0"/>
                    </a:lnTo>
                    <a:lnTo>
                      <a:pt x="197769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1A4DE9AB-8899-1EB8-F50D-92279B6E35B7}"/>
                </a:ext>
              </a:extLst>
            </p:cNvPr>
            <p:cNvSpPr/>
            <p:nvPr/>
          </p:nvSpPr>
          <p:spPr>
            <a:xfrm>
              <a:off x="10233643" y="3620917"/>
              <a:ext cx="206720" cy="10384"/>
            </a:xfrm>
            <a:custGeom>
              <a:avLst/>
              <a:gdLst>
                <a:gd name="csX0" fmla="*/ 0 w 206720"/>
                <a:gd name="csY0" fmla="*/ 0 h 10384"/>
                <a:gd name="csX1" fmla="*/ 206721 w 206720"/>
                <a:gd name="csY1" fmla="*/ 0 h 10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6720" h="10384">
                  <a:moveTo>
                    <a:pt x="0" y="0"/>
                  </a:moveTo>
                  <a:lnTo>
                    <a:pt x="206721" y="0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37" name="Graphic 2">
              <a:extLst>
                <a:ext uri="{FF2B5EF4-FFF2-40B4-BE49-F238E27FC236}">
                  <a16:creationId xmlns:a16="http://schemas.microsoft.com/office/drawing/2014/main" id="{2BD999C3-21BB-8287-B90E-6A015004E041}"/>
                </a:ext>
              </a:extLst>
            </p:cNvPr>
            <p:cNvGrpSpPr/>
            <p:nvPr/>
          </p:nvGrpSpPr>
          <p:grpSpPr>
            <a:xfrm>
              <a:off x="10305048" y="2873255"/>
              <a:ext cx="2185870" cy="415368"/>
              <a:chOff x="9335570" y="2596204"/>
              <a:chExt cx="2185870" cy="415368"/>
            </a:xfrm>
            <a:noFill/>
          </p:grpSpPr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89DB118A-F505-27BB-E0CE-5A87CC3210C6}"/>
                  </a:ext>
                </a:extLst>
              </p:cNvPr>
              <p:cNvSpPr/>
              <p:nvPr/>
            </p:nvSpPr>
            <p:spPr>
              <a:xfrm>
                <a:off x="9335570" y="2596204"/>
                <a:ext cx="2185870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A1C27C34-19A6-F830-F260-E35437CEAF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86126" y="2674085"/>
                <a:ext cx="884756" cy="327102"/>
              </a:xfrm>
              <a:custGeom>
                <a:avLst/>
                <a:gdLst>
                  <a:gd name="csX0" fmla="*/ 0 w 884756"/>
                  <a:gd name="csY0" fmla="*/ 0 h 327102"/>
                  <a:gd name="csX1" fmla="*/ 884757 w 884756"/>
                  <a:gd name="csY1" fmla="*/ 0 h 327102"/>
                  <a:gd name="csX2" fmla="*/ 884757 w 884756"/>
                  <a:gd name="csY2" fmla="*/ 327102 h 327102"/>
                  <a:gd name="csX3" fmla="*/ 0 w 884756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84756" h="327102">
                    <a:moveTo>
                      <a:pt x="0" y="0"/>
                    </a:moveTo>
                    <a:lnTo>
                      <a:pt x="884757" y="0"/>
                    </a:lnTo>
                    <a:lnTo>
                      <a:pt x="884757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140" name="Graphic 2">
              <a:extLst>
                <a:ext uri="{FF2B5EF4-FFF2-40B4-BE49-F238E27FC236}">
                  <a16:creationId xmlns:a16="http://schemas.microsoft.com/office/drawing/2014/main" id="{9E33C3D7-1F58-CC0C-7A59-29C0095D05FF}"/>
                </a:ext>
              </a:extLst>
            </p:cNvPr>
            <p:cNvGrpSpPr/>
            <p:nvPr/>
          </p:nvGrpSpPr>
          <p:grpSpPr>
            <a:xfrm>
              <a:off x="9503562" y="3236702"/>
              <a:ext cx="312267" cy="415368"/>
              <a:chOff x="8534084" y="2959651"/>
              <a:chExt cx="312267" cy="415368"/>
            </a:xfrm>
            <a:noFill/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7BF7B1DF-5CCA-8D29-374A-7244D07F6AE5}"/>
                  </a:ext>
                </a:extLst>
              </p:cNvPr>
              <p:cNvSpPr/>
              <p:nvPr/>
            </p:nvSpPr>
            <p:spPr>
              <a:xfrm>
                <a:off x="8534084" y="2959651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0" name="Picture 159">
                <a:extLst>
                  <a:ext uri="{FF2B5EF4-FFF2-40B4-BE49-F238E27FC236}">
                    <a16:creationId xmlns:a16="http://schemas.microsoft.com/office/drawing/2014/main" id="{26D25D75-667E-671A-7FF7-C50C6A88B4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32968" y="3058301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1" name="Graphic 2">
              <a:extLst>
                <a:ext uri="{FF2B5EF4-FFF2-40B4-BE49-F238E27FC236}">
                  <a16:creationId xmlns:a16="http://schemas.microsoft.com/office/drawing/2014/main" id="{ABCBFC24-7EAC-474D-E46D-87B7C48E397F}"/>
                </a:ext>
              </a:extLst>
            </p:cNvPr>
            <p:cNvGrpSpPr/>
            <p:nvPr/>
          </p:nvGrpSpPr>
          <p:grpSpPr>
            <a:xfrm>
              <a:off x="10325865" y="3247086"/>
              <a:ext cx="312267" cy="415368"/>
              <a:chOff x="9356387" y="2970035"/>
              <a:chExt cx="312267" cy="415368"/>
            </a:xfrm>
            <a:noFill/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5E2CFEDF-5B16-F4DD-6F2B-A3466482E20A}"/>
                  </a:ext>
                </a:extLst>
              </p:cNvPr>
              <p:cNvSpPr/>
              <p:nvPr/>
            </p:nvSpPr>
            <p:spPr>
              <a:xfrm>
                <a:off x="9356387" y="2970035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13727FE4-2119-84AD-9270-7C5504B787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55272" y="3068685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BB2239BA-E79F-7FE1-90DE-F017ABAFEE1D}"/>
              </a:ext>
            </a:extLst>
          </p:cNvPr>
          <p:cNvGrpSpPr/>
          <p:nvPr/>
        </p:nvGrpSpPr>
        <p:grpSpPr>
          <a:xfrm>
            <a:off x="670560" y="1845219"/>
            <a:ext cx="1717469" cy="3250255"/>
            <a:chOff x="1247851" y="1786236"/>
            <a:chExt cx="1717469" cy="3250255"/>
          </a:xfrm>
        </p:grpSpPr>
        <p:grpSp>
          <p:nvGrpSpPr>
            <p:cNvPr id="223" name="Graphic 2">
              <a:extLst>
                <a:ext uri="{FF2B5EF4-FFF2-40B4-BE49-F238E27FC236}">
                  <a16:creationId xmlns:a16="http://schemas.microsoft.com/office/drawing/2014/main" id="{35477423-FC74-64CE-1104-C14C998FCF1E}"/>
                </a:ext>
              </a:extLst>
            </p:cNvPr>
            <p:cNvGrpSpPr/>
            <p:nvPr/>
          </p:nvGrpSpPr>
          <p:grpSpPr>
            <a:xfrm>
              <a:off x="2143016" y="2201604"/>
              <a:ext cx="83271" cy="257112"/>
              <a:chOff x="2143016" y="2201604"/>
              <a:chExt cx="83271" cy="257112"/>
            </a:xfrm>
          </p:grpSpPr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CF4E2F3B-E0F9-1026-6B51-4C0C4C0EF283}"/>
                  </a:ext>
                </a:extLst>
              </p:cNvPr>
              <p:cNvSpPr/>
              <p:nvPr/>
            </p:nvSpPr>
            <p:spPr>
              <a:xfrm>
                <a:off x="2184652" y="2201604"/>
                <a:ext cx="10408" cy="194807"/>
              </a:xfrm>
              <a:custGeom>
                <a:avLst/>
                <a:gdLst>
                  <a:gd name="csX0" fmla="*/ 0 w 10408"/>
                  <a:gd name="csY0" fmla="*/ 0 h 194807"/>
                  <a:gd name="csX1" fmla="*/ 0 w 10408"/>
                  <a:gd name="csY1" fmla="*/ 194808 h 1948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194807">
                    <a:moveTo>
                      <a:pt x="0" y="0"/>
                    </a:moveTo>
                    <a:lnTo>
                      <a:pt x="0" y="194808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0660CB44-5890-CA64-5C44-219974F9167D}"/>
                  </a:ext>
                </a:extLst>
              </p:cNvPr>
              <p:cNvSpPr/>
              <p:nvPr/>
            </p:nvSpPr>
            <p:spPr>
              <a:xfrm>
                <a:off x="2143016" y="2375643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4" name="Graphic 2">
              <a:extLst>
                <a:ext uri="{FF2B5EF4-FFF2-40B4-BE49-F238E27FC236}">
                  <a16:creationId xmlns:a16="http://schemas.microsoft.com/office/drawing/2014/main" id="{13B80CE6-D000-8FF2-A693-07687DF4B113}"/>
                </a:ext>
              </a:extLst>
            </p:cNvPr>
            <p:cNvGrpSpPr/>
            <p:nvPr/>
          </p:nvGrpSpPr>
          <p:grpSpPr>
            <a:xfrm>
              <a:off x="1976474" y="1786236"/>
              <a:ext cx="416356" cy="415368"/>
              <a:chOff x="1976474" y="1786236"/>
              <a:chExt cx="416356" cy="415368"/>
            </a:xfrm>
            <a:solidFill>
              <a:srgbClr val="FFFFFF"/>
            </a:solidFill>
          </p:grpSpPr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0C35C74D-491A-48F0-B4F1-53261B9118E3}"/>
                  </a:ext>
                </a:extLst>
              </p:cNvPr>
              <p:cNvSpPr/>
              <p:nvPr/>
            </p:nvSpPr>
            <p:spPr>
              <a:xfrm>
                <a:off x="1976474" y="1786236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1" name="Picture 270">
                <a:extLst>
                  <a:ext uri="{FF2B5EF4-FFF2-40B4-BE49-F238E27FC236}">
                    <a16:creationId xmlns:a16="http://schemas.microsoft.com/office/drawing/2014/main" id="{80E6349A-B609-BB32-6F6A-C2628110CA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86883" y="1874501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5" name="Graphic 2">
              <a:extLst>
                <a:ext uri="{FF2B5EF4-FFF2-40B4-BE49-F238E27FC236}">
                  <a16:creationId xmlns:a16="http://schemas.microsoft.com/office/drawing/2014/main" id="{B9E019E7-B376-C574-D0CE-8F2AA080B775}"/>
                </a:ext>
              </a:extLst>
            </p:cNvPr>
            <p:cNvGrpSpPr/>
            <p:nvPr/>
          </p:nvGrpSpPr>
          <p:grpSpPr>
            <a:xfrm>
              <a:off x="2143016" y="2897345"/>
              <a:ext cx="83271" cy="350570"/>
              <a:chOff x="2143016" y="2897345"/>
              <a:chExt cx="83271" cy="350570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B2F8D3B9-1DCB-740C-DE13-7009FA32CBB2}"/>
                  </a:ext>
                </a:extLst>
              </p:cNvPr>
              <p:cNvSpPr/>
              <p:nvPr/>
            </p:nvSpPr>
            <p:spPr>
              <a:xfrm>
                <a:off x="2184652" y="2897345"/>
                <a:ext cx="10408" cy="288265"/>
              </a:xfrm>
              <a:custGeom>
                <a:avLst/>
                <a:gdLst>
                  <a:gd name="csX0" fmla="*/ 0 w 10408"/>
                  <a:gd name="csY0" fmla="*/ 0 h 288265"/>
                  <a:gd name="csX1" fmla="*/ 0 w 10408"/>
                  <a:gd name="csY1" fmla="*/ 288265 h 288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288265">
                    <a:moveTo>
                      <a:pt x="0" y="0"/>
                    </a:moveTo>
                    <a:lnTo>
                      <a:pt x="0" y="288265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293FE5A4-6C6D-BB84-61BB-327332B4126B}"/>
                  </a:ext>
                </a:extLst>
              </p:cNvPr>
              <p:cNvSpPr/>
              <p:nvPr/>
            </p:nvSpPr>
            <p:spPr>
              <a:xfrm>
                <a:off x="2143016" y="3164842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6" name="Graphic 2">
              <a:extLst>
                <a:ext uri="{FF2B5EF4-FFF2-40B4-BE49-F238E27FC236}">
                  <a16:creationId xmlns:a16="http://schemas.microsoft.com/office/drawing/2014/main" id="{2558343C-9CC0-C8DD-286D-EE962A6A478E}"/>
                </a:ext>
              </a:extLst>
            </p:cNvPr>
            <p:cNvGrpSpPr/>
            <p:nvPr/>
          </p:nvGrpSpPr>
          <p:grpSpPr>
            <a:xfrm>
              <a:off x="1976474" y="2481977"/>
              <a:ext cx="416356" cy="415368"/>
              <a:chOff x="1976474" y="2481977"/>
              <a:chExt cx="416356" cy="415368"/>
            </a:xfrm>
            <a:solidFill>
              <a:srgbClr val="FFFFFF"/>
            </a:solidFill>
          </p:grpSpPr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75E236E4-9C74-2DC8-9D76-4BD9D33DA1D9}"/>
                  </a:ext>
                </a:extLst>
              </p:cNvPr>
              <p:cNvSpPr/>
              <p:nvPr/>
            </p:nvSpPr>
            <p:spPr>
              <a:xfrm>
                <a:off x="1976474" y="2481977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7" name="Picture 266">
                <a:extLst>
                  <a:ext uri="{FF2B5EF4-FFF2-40B4-BE49-F238E27FC236}">
                    <a16:creationId xmlns:a16="http://schemas.microsoft.com/office/drawing/2014/main" id="{1E22BE4D-E4EF-BE17-1903-3D6EAB588A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86883" y="2570243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2">
              <a:extLst>
                <a:ext uri="{FF2B5EF4-FFF2-40B4-BE49-F238E27FC236}">
                  <a16:creationId xmlns:a16="http://schemas.microsoft.com/office/drawing/2014/main" id="{2C984FA1-9EA9-3ACC-D163-0195B3127330}"/>
                </a:ext>
              </a:extLst>
            </p:cNvPr>
            <p:cNvGrpSpPr/>
            <p:nvPr/>
          </p:nvGrpSpPr>
          <p:grpSpPr>
            <a:xfrm>
              <a:off x="1976474" y="4049992"/>
              <a:ext cx="416356" cy="415368"/>
              <a:chOff x="1976474" y="4049992"/>
              <a:chExt cx="416356" cy="415368"/>
            </a:xfrm>
            <a:solidFill>
              <a:srgbClr val="FFFFFF"/>
            </a:solidFill>
          </p:grpSpPr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1501D2BC-B2C1-A815-7228-EFF23F4D464A}"/>
                  </a:ext>
                </a:extLst>
              </p:cNvPr>
              <p:cNvSpPr/>
              <p:nvPr/>
            </p:nvSpPr>
            <p:spPr>
              <a:xfrm>
                <a:off x="1976474" y="4049992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5" name="Picture 264">
                <a:extLst>
                  <a:ext uri="{FF2B5EF4-FFF2-40B4-BE49-F238E27FC236}">
                    <a16:creationId xmlns:a16="http://schemas.microsoft.com/office/drawing/2014/main" id="{310490A5-126E-B744-265C-9EC084F72B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86883" y="4138258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8" name="Graphic 2">
              <a:extLst>
                <a:ext uri="{FF2B5EF4-FFF2-40B4-BE49-F238E27FC236}">
                  <a16:creationId xmlns:a16="http://schemas.microsoft.com/office/drawing/2014/main" id="{ED5A5E32-8A6F-4C81-0437-4275A103F4A3}"/>
                </a:ext>
              </a:extLst>
            </p:cNvPr>
            <p:cNvGrpSpPr/>
            <p:nvPr/>
          </p:nvGrpSpPr>
          <p:grpSpPr>
            <a:xfrm>
              <a:off x="1976474" y="3271177"/>
              <a:ext cx="416356" cy="415368"/>
              <a:chOff x="1976474" y="3271177"/>
              <a:chExt cx="416356" cy="415368"/>
            </a:xfrm>
            <a:solidFill>
              <a:srgbClr val="FFFFFF"/>
            </a:solidFill>
          </p:grpSpPr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23441F2D-617D-D738-4663-BD6CC3AC28A8}"/>
                  </a:ext>
                </a:extLst>
              </p:cNvPr>
              <p:cNvSpPr/>
              <p:nvPr/>
            </p:nvSpPr>
            <p:spPr>
              <a:xfrm>
                <a:off x="1976474" y="3271177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3" name="Picture 262">
                <a:extLst>
                  <a:ext uri="{FF2B5EF4-FFF2-40B4-BE49-F238E27FC236}">
                    <a16:creationId xmlns:a16="http://schemas.microsoft.com/office/drawing/2014/main" id="{FC18C2D6-9BFD-BAC3-334D-83B451C012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86883" y="3359443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9" name="Graphic 2">
              <a:extLst>
                <a:ext uri="{FF2B5EF4-FFF2-40B4-BE49-F238E27FC236}">
                  <a16:creationId xmlns:a16="http://schemas.microsoft.com/office/drawing/2014/main" id="{41DC7E07-8F16-C581-997B-CCC8DD64CF92}"/>
                </a:ext>
              </a:extLst>
            </p:cNvPr>
            <p:cNvGrpSpPr/>
            <p:nvPr/>
          </p:nvGrpSpPr>
          <p:grpSpPr>
            <a:xfrm>
              <a:off x="1632980" y="2501396"/>
              <a:ext cx="465069" cy="1174764"/>
              <a:chOff x="1632980" y="2501396"/>
              <a:chExt cx="465069" cy="1174764"/>
            </a:xfrm>
          </p:grpSpPr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380F1440-805E-F7E0-B7F9-412DB1858D9A}"/>
                  </a:ext>
                </a:extLst>
              </p:cNvPr>
              <p:cNvSpPr/>
              <p:nvPr/>
            </p:nvSpPr>
            <p:spPr>
              <a:xfrm>
                <a:off x="1632980" y="2542933"/>
                <a:ext cx="465069" cy="1133228"/>
              </a:xfrm>
              <a:custGeom>
                <a:avLst/>
                <a:gdLst>
                  <a:gd name="csX0" fmla="*/ 465070 w 465069"/>
                  <a:gd name="csY0" fmla="*/ 1133228 h 1133228"/>
                  <a:gd name="csX1" fmla="*/ 0 w 465069"/>
                  <a:gd name="csY1" fmla="*/ 566770 h 1133228"/>
                  <a:gd name="csX2" fmla="*/ 318721 w 465069"/>
                  <a:gd name="csY2" fmla="*/ 0 h 11332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65069" h="1133228">
                    <a:moveTo>
                      <a:pt x="465070" y="1133228"/>
                    </a:moveTo>
                    <a:cubicBezTo>
                      <a:pt x="155023" y="1133228"/>
                      <a:pt x="0" y="944412"/>
                      <a:pt x="0" y="566770"/>
                    </a:cubicBezTo>
                    <a:cubicBezTo>
                      <a:pt x="0" y="189131"/>
                      <a:pt x="106241" y="208"/>
                      <a:pt x="318721" y="0"/>
                    </a:cubicBezTo>
                  </a:path>
                </a:pathLst>
              </a:custGeom>
              <a:noFill/>
              <a:ln w="20806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DBFECBE9-2FA7-F3FA-F4F5-E26D33F7565C}"/>
                  </a:ext>
                </a:extLst>
              </p:cNvPr>
              <p:cNvSpPr/>
              <p:nvPr/>
            </p:nvSpPr>
            <p:spPr>
              <a:xfrm>
                <a:off x="1930883" y="2501396"/>
                <a:ext cx="83271" cy="83073"/>
              </a:xfrm>
              <a:custGeom>
                <a:avLst/>
                <a:gdLst>
                  <a:gd name="csX0" fmla="*/ 83271 w 83271"/>
                  <a:gd name="csY0" fmla="*/ 41433 h 83073"/>
                  <a:gd name="csX1" fmla="*/ 104 w 83271"/>
                  <a:gd name="csY1" fmla="*/ 83074 h 83073"/>
                  <a:gd name="csX2" fmla="*/ 20818 w 83271"/>
                  <a:gd name="csY2" fmla="*/ 41537 h 83073"/>
                  <a:gd name="csX3" fmla="*/ 0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83271" y="41433"/>
                    </a:moveTo>
                    <a:lnTo>
                      <a:pt x="104" y="83074"/>
                    </a:lnTo>
                    <a:lnTo>
                      <a:pt x="20818" y="41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20806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0" name="Graphic 2">
              <a:extLst>
                <a:ext uri="{FF2B5EF4-FFF2-40B4-BE49-F238E27FC236}">
                  <a16:creationId xmlns:a16="http://schemas.microsoft.com/office/drawing/2014/main" id="{16E2D93E-292C-6612-6825-EC3844FC5EAF}"/>
                </a:ext>
              </a:extLst>
            </p:cNvPr>
            <p:cNvGrpSpPr/>
            <p:nvPr/>
          </p:nvGrpSpPr>
          <p:grpSpPr>
            <a:xfrm>
              <a:off x="2143016" y="3686545"/>
              <a:ext cx="83271" cy="340186"/>
              <a:chOff x="2143016" y="3686545"/>
              <a:chExt cx="83271" cy="340186"/>
            </a:xfrm>
          </p:grpSpPr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9AACB0A9-78C8-592F-DE99-187DD86F97EB}"/>
                  </a:ext>
                </a:extLst>
              </p:cNvPr>
              <p:cNvSpPr/>
              <p:nvPr/>
            </p:nvSpPr>
            <p:spPr>
              <a:xfrm>
                <a:off x="2184652" y="3686545"/>
                <a:ext cx="10408" cy="277881"/>
              </a:xfrm>
              <a:custGeom>
                <a:avLst/>
                <a:gdLst>
                  <a:gd name="csX0" fmla="*/ 0 w 10408"/>
                  <a:gd name="csY0" fmla="*/ 0 h 277881"/>
                  <a:gd name="csX1" fmla="*/ 0 w 10408"/>
                  <a:gd name="csY1" fmla="*/ 277881 h 2778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277881">
                    <a:moveTo>
                      <a:pt x="0" y="0"/>
                    </a:moveTo>
                    <a:lnTo>
                      <a:pt x="0" y="277881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3EDEED7B-5A73-5FEA-46A5-CD4394939C47}"/>
                  </a:ext>
                </a:extLst>
              </p:cNvPr>
              <p:cNvSpPr/>
              <p:nvPr/>
            </p:nvSpPr>
            <p:spPr>
              <a:xfrm>
                <a:off x="2143016" y="3943658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1" name="Graphic 2">
              <a:extLst>
                <a:ext uri="{FF2B5EF4-FFF2-40B4-BE49-F238E27FC236}">
                  <a16:creationId xmlns:a16="http://schemas.microsoft.com/office/drawing/2014/main" id="{BD6F128D-4C5B-FAD6-DEB4-984C6A45BAE7}"/>
                </a:ext>
              </a:extLst>
            </p:cNvPr>
            <p:cNvGrpSpPr/>
            <p:nvPr/>
          </p:nvGrpSpPr>
          <p:grpSpPr>
            <a:xfrm>
              <a:off x="1247851" y="1786236"/>
              <a:ext cx="728623" cy="415368"/>
              <a:chOff x="1247851" y="1786236"/>
              <a:chExt cx="728623" cy="415368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5A49CE90-AF3C-960C-9407-2C5834EB8F52}"/>
                  </a:ext>
                </a:extLst>
              </p:cNvPr>
              <p:cNvSpPr/>
              <p:nvPr/>
            </p:nvSpPr>
            <p:spPr>
              <a:xfrm>
                <a:off x="1247851" y="1786236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3FAD638E-2A24-F375-BC83-C03F672235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46735" y="1864117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2" name="Graphic 2">
              <a:extLst>
                <a:ext uri="{FF2B5EF4-FFF2-40B4-BE49-F238E27FC236}">
                  <a16:creationId xmlns:a16="http://schemas.microsoft.com/office/drawing/2014/main" id="{78B00419-6756-257F-B584-367ECD832CEA}"/>
                </a:ext>
              </a:extLst>
            </p:cNvPr>
            <p:cNvGrpSpPr/>
            <p:nvPr/>
          </p:nvGrpSpPr>
          <p:grpSpPr>
            <a:xfrm>
              <a:off x="1247851" y="4049992"/>
              <a:ext cx="728623" cy="415368"/>
              <a:chOff x="1247851" y="4049992"/>
              <a:chExt cx="728623" cy="415368"/>
            </a:xfrm>
            <a:noFill/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886E6C10-8A40-ABCB-163D-73EA31206680}"/>
                  </a:ext>
                </a:extLst>
              </p:cNvPr>
              <p:cNvSpPr/>
              <p:nvPr/>
            </p:nvSpPr>
            <p:spPr>
              <a:xfrm>
                <a:off x="1247851" y="4049992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5" name="Picture 254">
                <a:extLst>
                  <a:ext uri="{FF2B5EF4-FFF2-40B4-BE49-F238E27FC236}">
                    <a16:creationId xmlns:a16="http://schemas.microsoft.com/office/drawing/2014/main" id="{FB0A0A30-5A0F-4FD9-CA4E-70298D84AD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46735" y="4127874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2">
              <a:extLst>
                <a:ext uri="{FF2B5EF4-FFF2-40B4-BE49-F238E27FC236}">
                  <a16:creationId xmlns:a16="http://schemas.microsoft.com/office/drawing/2014/main" id="{304F6101-3C45-11F2-81C9-BC5F38E64A87}"/>
                </a:ext>
              </a:extLst>
            </p:cNvPr>
            <p:cNvGrpSpPr/>
            <p:nvPr/>
          </p:nvGrpSpPr>
          <p:grpSpPr>
            <a:xfrm>
              <a:off x="2548964" y="4621123"/>
              <a:ext cx="416356" cy="415368"/>
              <a:chOff x="2548964" y="4621123"/>
              <a:chExt cx="416356" cy="415368"/>
            </a:xfrm>
            <a:solidFill>
              <a:srgbClr val="FFFFFF"/>
            </a:solidFill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154FD7FB-AEEC-E7F7-B8FF-7E238822E08B}"/>
                  </a:ext>
                </a:extLst>
              </p:cNvPr>
              <p:cNvSpPr/>
              <p:nvPr/>
            </p:nvSpPr>
            <p:spPr>
              <a:xfrm>
                <a:off x="2548964" y="4621123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3" name="Picture 252">
                <a:extLst>
                  <a:ext uri="{FF2B5EF4-FFF2-40B4-BE49-F238E27FC236}">
                    <a16:creationId xmlns:a16="http://schemas.microsoft.com/office/drawing/2014/main" id="{1F251658-5CF9-B8FA-ED04-902058915E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59373" y="4709389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4" name="Graphic 2">
              <a:extLst>
                <a:ext uri="{FF2B5EF4-FFF2-40B4-BE49-F238E27FC236}">
                  <a16:creationId xmlns:a16="http://schemas.microsoft.com/office/drawing/2014/main" id="{A84A2592-1C9D-62E0-CB09-CD06F7AE27B3}"/>
                </a:ext>
              </a:extLst>
            </p:cNvPr>
            <p:cNvGrpSpPr/>
            <p:nvPr/>
          </p:nvGrpSpPr>
          <p:grpSpPr>
            <a:xfrm>
              <a:off x="2331834" y="4404509"/>
              <a:ext cx="261679" cy="261058"/>
              <a:chOff x="2331834" y="4404509"/>
              <a:chExt cx="261679" cy="26105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D8AE2F33-1B89-C0B3-FF8C-3B1446C84CF3}"/>
                  </a:ext>
                </a:extLst>
              </p:cNvPr>
              <p:cNvSpPr/>
              <p:nvPr/>
            </p:nvSpPr>
            <p:spPr>
              <a:xfrm>
                <a:off x="2331834" y="4404509"/>
                <a:ext cx="217442" cy="216925"/>
              </a:xfrm>
              <a:custGeom>
                <a:avLst/>
                <a:gdLst>
                  <a:gd name="csX0" fmla="*/ 0 w 217442"/>
                  <a:gd name="csY0" fmla="*/ 0 h 216925"/>
                  <a:gd name="csX1" fmla="*/ 217442 w 217442"/>
                  <a:gd name="csY1" fmla="*/ 216926 h 216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7442" h="216925">
                    <a:moveTo>
                      <a:pt x="0" y="0"/>
                    </a:moveTo>
                    <a:lnTo>
                      <a:pt x="217442" y="216926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5AD2A3F7-6CAD-E533-30A2-B44980EFCD4D}"/>
                  </a:ext>
                </a:extLst>
              </p:cNvPr>
              <p:cNvSpPr/>
              <p:nvPr/>
            </p:nvSpPr>
            <p:spPr>
              <a:xfrm>
                <a:off x="2505142" y="4577406"/>
                <a:ext cx="88371" cy="88161"/>
              </a:xfrm>
              <a:custGeom>
                <a:avLst/>
                <a:gdLst>
                  <a:gd name="csX0" fmla="*/ 88372 w 88371"/>
                  <a:gd name="csY0" fmla="*/ 88162 h 88161"/>
                  <a:gd name="csX1" fmla="*/ 0 w 88371"/>
                  <a:gd name="csY1" fmla="*/ 58775 h 88161"/>
                  <a:gd name="csX2" fmla="*/ 44134 w 88371"/>
                  <a:gd name="csY2" fmla="*/ 44029 h 88161"/>
                  <a:gd name="csX3" fmla="*/ 58914 w 88371"/>
                  <a:gd name="csY3" fmla="*/ 0 h 881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8371" h="88161">
                    <a:moveTo>
                      <a:pt x="88372" y="88162"/>
                    </a:moveTo>
                    <a:lnTo>
                      <a:pt x="0" y="58775"/>
                    </a:lnTo>
                    <a:lnTo>
                      <a:pt x="44134" y="44029"/>
                    </a:lnTo>
                    <a:lnTo>
                      <a:pt x="58914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5" name="Graphic 2">
              <a:extLst>
                <a:ext uri="{FF2B5EF4-FFF2-40B4-BE49-F238E27FC236}">
                  <a16:creationId xmlns:a16="http://schemas.microsoft.com/office/drawing/2014/main" id="{821E03E3-8CAF-3749-320D-F879ED313673}"/>
                </a:ext>
              </a:extLst>
            </p:cNvPr>
            <p:cNvGrpSpPr/>
            <p:nvPr/>
          </p:nvGrpSpPr>
          <p:grpSpPr>
            <a:xfrm>
              <a:off x="2331834" y="2836494"/>
              <a:ext cx="441129" cy="1761991"/>
              <a:chOff x="2331834" y="2836494"/>
              <a:chExt cx="441129" cy="1761991"/>
            </a:xfrm>
          </p:grpSpPr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0EAC7791-3627-64B0-4A67-8A95520E0489}"/>
                  </a:ext>
                </a:extLst>
              </p:cNvPr>
              <p:cNvSpPr/>
              <p:nvPr/>
            </p:nvSpPr>
            <p:spPr>
              <a:xfrm>
                <a:off x="2331834" y="2836494"/>
                <a:ext cx="405530" cy="1701451"/>
              </a:xfrm>
              <a:custGeom>
                <a:avLst/>
                <a:gdLst>
                  <a:gd name="csX0" fmla="*/ 0 w 405530"/>
                  <a:gd name="csY0" fmla="*/ 0 h 1701451"/>
                  <a:gd name="csX1" fmla="*/ 405531 w 405530"/>
                  <a:gd name="csY1" fmla="*/ 1701452 h 170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05530" h="1701451">
                    <a:moveTo>
                      <a:pt x="0" y="0"/>
                    </a:moveTo>
                    <a:lnTo>
                      <a:pt x="405531" y="1701452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A8F68B61-E5F9-D0E8-D5C6-B6BA4971E416}"/>
                  </a:ext>
                </a:extLst>
              </p:cNvPr>
              <p:cNvSpPr/>
              <p:nvPr/>
            </p:nvSpPr>
            <p:spPr>
              <a:xfrm>
                <a:off x="2691982" y="4508143"/>
                <a:ext cx="80981" cy="90342"/>
              </a:xfrm>
              <a:custGeom>
                <a:avLst/>
                <a:gdLst>
                  <a:gd name="csX0" fmla="*/ 59747 w 80981"/>
                  <a:gd name="csY0" fmla="*/ 90343 h 90342"/>
                  <a:gd name="csX1" fmla="*/ 0 w 80981"/>
                  <a:gd name="csY1" fmla="*/ 19211 h 90342"/>
                  <a:gd name="csX2" fmla="*/ 45383 w 80981"/>
                  <a:gd name="csY2" fmla="*/ 29803 h 90342"/>
                  <a:gd name="csX3" fmla="*/ 80981 w 80981"/>
                  <a:gd name="csY3" fmla="*/ 0 h 903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0981" h="90342">
                    <a:moveTo>
                      <a:pt x="59747" y="90343"/>
                    </a:moveTo>
                    <a:lnTo>
                      <a:pt x="0" y="19211"/>
                    </a:lnTo>
                    <a:lnTo>
                      <a:pt x="45383" y="29803"/>
                    </a:lnTo>
                    <a:lnTo>
                      <a:pt x="809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2">
              <a:extLst>
                <a:ext uri="{FF2B5EF4-FFF2-40B4-BE49-F238E27FC236}">
                  <a16:creationId xmlns:a16="http://schemas.microsoft.com/office/drawing/2014/main" id="{E2F0E017-0935-8459-95B3-5901CC380DEF}"/>
                </a:ext>
              </a:extLst>
            </p:cNvPr>
            <p:cNvGrpSpPr/>
            <p:nvPr/>
          </p:nvGrpSpPr>
          <p:grpSpPr>
            <a:xfrm>
              <a:off x="1924429" y="2845424"/>
              <a:ext cx="312267" cy="415368"/>
              <a:chOff x="1924429" y="2845424"/>
              <a:chExt cx="312267" cy="415368"/>
            </a:xfrm>
            <a:noFill/>
          </p:grpSpPr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97C3C78C-07EE-7CEA-DC79-A2052028A300}"/>
                  </a:ext>
                </a:extLst>
              </p:cNvPr>
              <p:cNvSpPr/>
              <p:nvPr/>
            </p:nvSpPr>
            <p:spPr>
              <a:xfrm>
                <a:off x="1924429" y="2845424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7" name="Picture 246">
                <a:extLst>
                  <a:ext uri="{FF2B5EF4-FFF2-40B4-BE49-F238E27FC236}">
                    <a16:creationId xmlns:a16="http://schemas.microsoft.com/office/drawing/2014/main" id="{181A100A-50BB-7005-0847-0A615077E1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23314" y="2944074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237" name="Graphic 2">
              <a:extLst>
                <a:ext uri="{FF2B5EF4-FFF2-40B4-BE49-F238E27FC236}">
                  <a16:creationId xmlns:a16="http://schemas.microsoft.com/office/drawing/2014/main" id="{8577086D-A58C-5BC2-E96F-1C034D5F2FF6}"/>
                </a:ext>
              </a:extLst>
            </p:cNvPr>
            <p:cNvGrpSpPr/>
            <p:nvPr/>
          </p:nvGrpSpPr>
          <p:grpSpPr>
            <a:xfrm>
              <a:off x="1924429" y="3634624"/>
              <a:ext cx="312267" cy="415368"/>
              <a:chOff x="1924429" y="3634624"/>
              <a:chExt cx="312267" cy="415368"/>
            </a:xfrm>
            <a:noFill/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AA939D2-86CC-F177-E938-6AA4018DD8F4}"/>
                  </a:ext>
                </a:extLst>
              </p:cNvPr>
              <p:cNvSpPr/>
              <p:nvPr/>
            </p:nvSpPr>
            <p:spPr>
              <a:xfrm>
                <a:off x="1924429" y="3634624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5" name="Picture 244">
                <a:extLst>
                  <a:ext uri="{FF2B5EF4-FFF2-40B4-BE49-F238E27FC236}">
                    <a16:creationId xmlns:a16="http://schemas.microsoft.com/office/drawing/2014/main" id="{6AEBAF04-394A-3177-53F8-3364217E5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23314" y="3733274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238" name="Graphic 2">
              <a:extLst>
                <a:ext uri="{FF2B5EF4-FFF2-40B4-BE49-F238E27FC236}">
                  <a16:creationId xmlns:a16="http://schemas.microsoft.com/office/drawing/2014/main" id="{2CA61B98-5E03-0CD4-8AAF-0F8915E4C575}"/>
                </a:ext>
              </a:extLst>
            </p:cNvPr>
            <p:cNvGrpSpPr/>
            <p:nvPr/>
          </p:nvGrpSpPr>
          <p:grpSpPr>
            <a:xfrm>
              <a:off x="1612162" y="3499629"/>
              <a:ext cx="312267" cy="415368"/>
              <a:chOff x="1612162" y="3499629"/>
              <a:chExt cx="312267" cy="415368"/>
            </a:xfrm>
            <a:noFill/>
          </p:grpSpPr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28145433-A20C-CA43-DC99-919CE0F8C327}"/>
                  </a:ext>
                </a:extLst>
              </p:cNvPr>
              <p:cNvSpPr/>
              <p:nvPr/>
            </p:nvSpPr>
            <p:spPr>
              <a:xfrm>
                <a:off x="1612162" y="3499629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3" name="Picture 242">
                <a:extLst>
                  <a:ext uri="{FF2B5EF4-FFF2-40B4-BE49-F238E27FC236}">
                    <a16:creationId xmlns:a16="http://schemas.microsoft.com/office/drawing/2014/main" id="{993CDCD4-118F-61DC-0657-2A130809AB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11047" y="3598279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2">
              <a:extLst>
                <a:ext uri="{FF2B5EF4-FFF2-40B4-BE49-F238E27FC236}">
                  <a16:creationId xmlns:a16="http://schemas.microsoft.com/office/drawing/2014/main" id="{9369DE36-A07D-8253-046E-FD787E5D8DA1}"/>
                </a:ext>
              </a:extLst>
            </p:cNvPr>
            <p:cNvGrpSpPr/>
            <p:nvPr/>
          </p:nvGrpSpPr>
          <p:grpSpPr>
            <a:xfrm>
              <a:off x="2319968" y="2845424"/>
              <a:ext cx="312267" cy="415368"/>
              <a:chOff x="2319968" y="2845424"/>
              <a:chExt cx="312267" cy="415368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BED5B6E7-4D14-AA81-D468-4556C8D30424}"/>
                  </a:ext>
                </a:extLst>
              </p:cNvPr>
              <p:cNvSpPr/>
              <p:nvPr/>
            </p:nvSpPr>
            <p:spPr>
              <a:xfrm>
                <a:off x="2319968" y="2845424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30FAE403-B76A-EBD1-7B93-D2BA49C12A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18852" y="2944074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274" name="TextBox 273">
            <a:extLst>
              <a:ext uri="{FF2B5EF4-FFF2-40B4-BE49-F238E27FC236}">
                <a16:creationId xmlns:a16="http://schemas.microsoft.com/office/drawing/2014/main" id="{426B35FD-EA38-A964-AA05-AE1B6EA8238F}"/>
              </a:ext>
            </a:extLst>
          </p:cNvPr>
          <p:cNvSpPr txBox="1"/>
          <p:nvPr/>
        </p:nvSpPr>
        <p:spPr>
          <a:xfrm>
            <a:off x="1236967" y="5188503"/>
            <a:ext cx="744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7A1BDEFF-2EDC-0752-A4F0-FD7D975AC9FE}"/>
              </a:ext>
            </a:extLst>
          </p:cNvPr>
          <p:cNvGrpSpPr/>
          <p:nvPr/>
        </p:nvGrpSpPr>
        <p:grpSpPr>
          <a:xfrm>
            <a:off x="7856647" y="2599475"/>
            <a:ext cx="2187273" cy="1254676"/>
            <a:chOff x="8043455" y="2532569"/>
            <a:chExt cx="2187273" cy="1254676"/>
          </a:xfrm>
        </p:grpSpPr>
        <p:grpSp>
          <p:nvGrpSpPr>
            <p:cNvPr id="275" name="Graphic 14">
              <a:extLst>
                <a:ext uri="{FF2B5EF4-FFF2-40B4-BE49-F238E27FC236}">
                  <a16:creationId xmlns:a16="http://schemas.microsoft.com/office/drawing/2014/main" id="{E3E8F0D2-FF2D-5D61-0B84-8FCE2175364F}"/>
                </a:ext>
              </a:extLst>
            </p:cNvPr>
            <p:cNvGrpSpPr/>
            <p:nvPr/>
          </p:nvGrpSpPr>
          <p:grpSpPr>
            <a:xfrm>
              <a:off x="9106040" y="3471958"/>
              <a:ext cx="249468" cy="311888"/>
              <a:chOff x="4310359" y="2721245"/>
              <a:chExt cx="136238" cy="170326"/>
            </a:xfrm>
            <a:solidFill>
              <a:srgbClr val="FFE6CC"/>
            </a:solidFill>
          </p:grpSpPr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43CE3340-BEC8-FEB5-BC44-90F5AFF9FAFC}"/>
                  </a:ext>
                </a:extLst>
              </p:cNvPr>
              <p:cNvSpPr/>
              <p:nvPr/>
            </p:nvSpPr>
            <p:spPr>
              <a:xfrm>
                <a:off x="4310359" y="2724652"/>
                <a:ext cx="136238" cy="136261"/>
              </a:xfrm>
              <a:prstGeom prst="ellipse">
                <a:avLst/>
              </a:prstGeom>
              <a:solidFill>
                <a:srgbClr val="FFE6CC"/>
              </a:solidFill>
              <a:ln w="681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7" name="Picture 276">
                <a:extLst>
                  <a:ext uri="{FF2B5EF4-FFF2-40B4-BE49-F238E27FC236}">
                    <a16:creationId xmlns:a16="http://schemas.microsoft.com/office/drawing/2014/main" id="{5C132018-09FB-D43A-C744-E6D10B6A83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17171" y="2721245"/>
                <a:ext cx="122614" cy="170326"/>
              </a:xfrm>
              <a:custGeom>
                <a:avLst/>
                <a:gdLst>
                  <a:gd name="csX0" fmla="*/ 0 w 122614"/>
                  <a:gd name="csY0" fmla="*/ 0 h 170326"/>
                  <a:gd name="csX1" fmla="*/ 122615 w 122614"/>
                  <a:gd name="csY1" fmla="*/ 0 h 170326"/>
                  <a:gd name="csX2" fmla="*/ 122615 w 122614"/>
                  <a:gd name="csY2" fmla="*/ 170327 h 170326"/>
                  <a:gd name="csX3" fmla="*/ 0 w 122614"/>
                  <a:gd name="csY3" fmla="*/ 170327 h 1703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2614" h="170326">
                    <a:moveTo>
                      <a:pt x="0" y="0"/>
                    </a:moveTo>
                    <a:lnTo>
                      <a:pt x="122615" y="0"/>
                    </a:lnTo>
                    <a:lnTo>
                      <a:pt x="122615" y="170327"/>
                    </a:lnTo>
                    <a:lnTo>
                      <a:pt x="0" y="170327"/>
                    </a:lnTo>
                    <a:close/>
                  </a:path>
                </a:pathLst>
              </a:custGeom>
            </p:spPr>
          </p:pic>
        </p:grpSp>
        <p:grpSp>
          <p:nvGrpSpPr>
            <p:cNvPr id="278" name="Graphic 14">
              <a:extLst>
                <a:ext uri="{FF2B5EF4-FFF2-40B4-BE49-F238E27FC236}">
                  <a16:creationId xmlns:a16="http://schemas.microsoft.com/office/drawing/2014/main" id="{1DB295B6-6E3B-0A6B-5C70-2B06E9E0836D}"/>
                </a:ext>
              </a:extLst>
            </p:cNvPr>
            <p:cNvGrpSpPr/>
            <p:nvPr/>
          </p:nvGrpSpPr>
          <p:grpSpPr>
            <a:xfrm>
              <a:off x="8801653" y="3471958"/>
              <a:ext cx="249468" cy="311888"/>
              <a:chOff x="4310359" y="2721245"/>
              <a:chExt cx="136238" cy="170326"/>
            </a:xfrm>
            <a:solidFill>
              <a:srgbClr val="FFE6CC"/>
            </a:solidFill>
          </p:grpSpPr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35C5F60D-D3BB-A35D-2A53-8722BD25DF2A}"/>
                  </a:ext>
                </a:extLst>
              </p:cNvPr>
              <p:cNvSpPr/>
              <p:nvPr/>
            </p:nvSpPr>
            <p:spPr>
              <a:xfrm>
                <a:off x="4310359" y="2724652"/>
                <a:ext cx="136238" cy="136261"/>
              </a:xfrm>
              <a:prstGeom prst="ellipse">
                <a:avLst/>
              </a:prstGeom>
              <a:solidFill>
                <a:srgbClr val="FFE6CC"/>
              </a:solidFill>
              <a:ln w="681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0" name="Picture 279">
                <a:extLst>
                  <a:ext uri="{FF2B5EF4-FFF2-40B4-BE49-F238E27FC236}">
                    <a16:creationId xmlns:a16="http://schemas.microsoft.com/office/drawing/2014/main" id="{CD5CA9A6-59C2-45B1-D8DD-3E68C55D18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17171" y="2721245"/>
                <a:ext cx="122614" cy="170326"/>
              </a:xfrm>
              <a:custGeom>
                <a:avLst/>
                <a:gdLst>
                  <a:gd name="csX0" fmla="*/ 0 w 122614"/>
                  <a:gd name="csY0" fmla="*/ 0 h 170326"/>
                  <a:gd name="csX1" fmla="*/ 122615 w 122614"/>
                  <a:gd name="csY1" fmla="*/ 0 h 170326"/>
                  <a:gd name="csX2" fmla="*/ 122615 w 122614"/>
                  <a:gd name="csY2" fmla="*/ 170327 h 170326"/>
                  <a:gd name="csX3" fmla="*/ 0 w 122614"/>
                  <a:gd name="csY3" fmla="*/ 170327 h 1703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2614" h="170326">
                    <a:moveTo>
                      <a:pt x="0" y="0"/>
                    </a:moveTo>
                    <a:lnTo>
                      <a:pt x="122615" y="0"/>
                    </a:lnTo>
                    <a:lnTo>
                      <a:pt x="122615" y="170327"/>
                    </a:lnTo>
                    <a:lnTo>
                      <a:pt x="0" y="170327"/>
                    </a:lnTo>
                    <a:close/>
                  </a:path>
                </a:pathLst>
              </a:custGeom>
            </p:spPr>
          </p:pic>
        </p:grpSp>
        <p:grpSp>
          <p:nvGrpSpPr>
            <p:cNvPr id="281" name="Graphic 14">
              <a:extLst>
                <a:ext uri="{FF2B5EF4-FFF2-40B4-BE49-F238E27FC236}">
                  <a16:creationId xmlns:a16="http://schemas.microsoft.com/office/drawing/2014/main" id="{1803D7F6-6C4E-73F1-A0A3-534AAD516895}"/>
                </a:ext>
              </a:extLst>
            </p:cNvPr>
            <p:cNvGrpSpPr/>
            <p:nvPr/>
          </p:nvGrpSpPr>
          <p:grpSpPr>
            <a:xfrm>
              <a:off x="8043455" y="2532569"/>
              <a:ext cx="249468" cy="311888"/>
              <a:chOff x="4310359" y="2721245"/>
              <a:chExt cx="136238" cy="170326"/>
            </a:xfrm>
            <a:solidFill>
              <a:srgbClr val="FFE6CC"/>
            </a:solidFill>
          </p:grpSpPr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EA665121-2144-180A-A60C-91597EACD700}"/>
                  </a:ext>
                </a:extLst>
              </p:cNvPr>
              <p:cNvSpPr/>
              <p:nvPr/>
            </p:nvSpPr>
            <p:spPr>
              <a:xfrm>
                <a:off x="4310359" y="2724652"/>
                <a:ext cx="136238" cy="136261"/>
              </a:xfrm>
              <a:prstGeom prst="ellipse">
                <a:avLst/>
              </a:prstGeom>
              <a:solidFill>
                <a:srgbClr val="FFE6CC"/>
              </a:solidFill>
              <a:ln w="681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3" name="Picture 282">
                <a:extLst>
                  <a:ext uri="{FF2B5EF4-FFF2-40B4-BE49-F238E27FC236}">
                    <a16:creationId xmlns:a16="http://schemas.microsoft.com/office/drawing/2014/main" id="{0C7F9E54-2026-F897-86D8-D68F378AB2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17171" y="2721245"/>
                <a:ext cx="122614" cy="170326"/>
              </a:xfrm>
              <a:custGeom>
                <a:avLst/>
                <a:gdLst>
                  <a:gd name="csX0" fmla="*/ 0 w 122614"/>
                  <a:gd name="csY0" fmla="*/ 0 h 170326"/>
                  <a:gd name="csX1" fmla="*/ 122615 w 122614"/>
                  <a:gd name="csY1" fmla="*/ 0 h 170326"/>
                  <a:gd name="csX2" fmla="*/ 122615 w 122614"/>
                  <a:gd name="csY2" fmla="*/ 170327 h 170326"/>
                  <a:gd name="csX3" fmla="*/ 0 w 122614"/>
                  <a:gd name="csY3" fmla="*/ 170327 h 1703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2614" h="170326">
                    <a:moveTo>
                      <a:pt x="0" y="0"/>
                    </a:moveTo>
                    <a:lnTo>
                      <a:pt x="122615" y="0"/>
                    </a:lnTo>
                    <a:lnTo>
                      <a:pt x="122615" y="170327"/>
                    </a:lnTo>
                    <a:lnTo>
                      <a:pt x="0" y="170327"/>
                    </a:lnTo>
                    <a:close/>
                  </a:path>
                </a:pathLst>
              </a:custGeom>
            </p:spPr>
          </p:pic>
        </p:grpSp>
        <p:grpSp>
          <p:nvGrpSpPr>
            <p:cNvPr id="284" name="Graphic 14">
              <a:extLst>
                <a:ext uri="{FF2B5EF4-FFF2-40B4-BE49-F238E27FC236}">
                  <a16:creationId xmlns:a16="http://schemas.microsoft.com/office/drawing/2014/main" id="{AD713810-F05B-1958-5ADE-1D6B2529462D}"/>
                </a:ext>
              </a:extLst>
            </p:cNvPr>
            <p:cNvGrpSpPr/>
            <p:nvPr/>
          </p:nvGrpSpPr>
          <p:grpSpPr>
            <a:xfrm>
              <a:off x="9405053" y="3471958"/>
              <a:ext cx="249468" cy="311888"/>
              <a:chOff x="4310359" y="2721245"/>
              <a:chExt cx="136238" cy="170326"/>
            </a:xfrm>
            <a:solidFill>
              <a:srgbClr val="FFE6CC"/>
            </a:solidFill>
          </p:grpSpPr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BD3DEDCF-8909-12CF-63E7-0B293546DEAD}"/>
                  </a:ext>
                </a:extLst>
              </p:cNvPr>
              <p:cNvSpPr/>
              <p:nvPr/>
            </p:nvSpPr>
            <p:spPr>
              <a:xfrm>
                <a:off x="4310359" y="2724652"/>
                <a:ext cx="136238" cy="136261"/>
              </a:xfrm>
              <a:prstGeom prst="ellipse">
                <a:avLst/>
              </a:prstGeom>
              <a:solidFill>
                <a:srgbClr val="FFE6CC"/>
              </a:solidFill>
              <a:ln w="681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6" name="Picture 285">
                <a:extLst>
                  <a:ext uri="{FF2B5EF4-FFF2-40B4-BE49-F238E27FC236}">
                    <a16:creationId xmlns:a16="http://schemas.microsoft.com/office/drawing/2014/main" id="{F5CCB5B3-9A99-2C82-51F0-99F525B37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17171" y="2721245"/>
                <a:ext cx="122614" cy="170326"/>
              </a:xfrm>
              <a:custGeom>
                <a:avLst/>
                <a:gdLst>
                  <a:gd name="csX0" fmla="*/ 0 w 122614"/>
                  <a:gd name="csY0" fmla="*/ 0 h 170326"/>
                  <a:gd name="csX1" fmla="*/ 122615 w 122614"/>
                  <a:gd name="csY1" fmla="*/ 0 h 170326"/>
                  <a:gd name="csX2" fmla="*/ 122615 w 122614"/>
                  <a:gd name="csY2" fmla="*/ 170327 h 170326"/>
                  <a:gd name="csX3" fmla="*/ 0 w 122614"/>
                  <a:gd name="csY3" fmla="*/ 170327 h 1703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2614" h="170326">
                    <a:moveTo>
                      <a:pt x="0" y="0"/>
                    </a:moveTo>
                    <a:lnTo>
                      <a:pt x="122615" y="0"/>
                    </a:lnTo>
                    <a:lnTo>
                      <a:pt x="122615" y="170327"/>
                    </a:lnTo>
                    <a:lnTo>
                      <a:pt x="0" y="170327"/>
                    </a:lnTo>
                    <a:close/>
                  </a:path>
                </a:pathLst>
              </a:custGeom>
            </p:spPr>
          </p:pic>
        </p:grp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6BF73ECB-7767-F85D-9E5D-5305FCFEA1BA}"/>
                </a:ext>
              </a:extLst>
            </p:cNvPr>
            <p:cNvSpPr txBox="1"/>
            <p:nvPr/>
          </p:nvSpPr>
          <p:spPr>
            <a:xfrm>
              <a:off x="9620936" y="336400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CN" dirty="0"/>
            </a:p>
          </p:txBody>
        </p:sp>
        <p:grpSp>
          <p:nvGrpSpPr>
            <p:cNvPr id="288" name="Graphic 14">
              <a:extLst>
                <a:ext uri="{FF2B5EF4-FFF2-40B4-BE49-F238E27FC236}">
                  <a16:creationId xmlns:a16="http://schemas.microsoft.com/office/drawing/2014/main" id="{2C48C928-1EF4-AA47-B03F-8905ADF6EE16}"/>
                </a:ext>
              </a:extLst>
            </p:cNvPr>
            <p:cNvGrpSpPr/>
            <p:nvPr/>
          </p:nvGrpSpPr>
          <p:grpSpPr>
            <a:xfrm>
              <a:off x="9981260" y="3475357"/>
              <a:ext cx="249468" cy="311888"/>
              <a:chOff x="4310359" y="2721245"/>
              <a:chExt cx="136238" cy="170326"/>
            </a:xfrm>
            <a:solidFill>
              <a:srgbClr val="FFE6CC"/>
            </a:solidFill>
          </p:grpSpPr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2C747F19-70E3-1C16-1D1F-1989077D3D64}"/>
                  </a:ext>
                </a:extLst>
              </p:cNvPr>
              <p:cNvSpPr/>
              <p:nvPr/>
            </p:nvSpPr>
            <p:spPr>
              <a:xfrm>
                <a:off x="4310359" y="2724652"/>
                <a:ext cx="136238" cy="136261"/>
              </a:xfrm>
              <a:prstGeom prst="ellipse">
                <a:avLst/>
              </a:prstGeom>
              <a:solidFill>
                <a:srgbClr val="FFE6CC"/>
              </a:solidFill>
              <a:ln w="681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0" name="Picture 289">
                <a:extLst>
                  <a:ext uri="{FF2B5EF4-FFF2-40B4-BE49-F238E27FC236}">
                    <a16:creationId xmlns:a16="http://schemas.microsoft.com/office/drawing/2014/main" id="{9F69BD6E-7A8C-E9A5-460F-AC684E1DA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17171" y="2721245"/>
                <a:ext cx="122614" cy="170326"/>
              </a:xfrm>
              <a:custGeom>
                <a:avLst/>
                <a:gdLst>
                  <a:gd name="csX0" fmla="*/ 0 w 122614"/>
                  <a:gd name="csY0" fmla="*/ 0 h 170326"/>
                  <a:gd name="csX1" fmla="*/ 122615 w 122614"/>
                  <a:gd name="csY1" fmla="*/ 0 h 170326"/>
                  <a:gd name="csX2" fmla="*/ 122615 w 122614"/>
                  <a:gd name="csY2" fmla="*/ 170327 h 170326"/>
                  <a:gd name="csX3" fmla="*/ 0 w 122614"/>
                  <a:gd name="csY3" fmla="*/ 170327 h 1703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2614" h="170326">
                    <a:moveTo>
                      <a:pt x="0" y="0"/>
                    </a:moveTo>
                    <a:lnTo>
                      <a:pt x="122615" y="0"/>
                    </a:lnTo>
                    <a:lnTo>
                      <a:pt x="122615" y="170327"/>
                    </a:lnTo>
                    <a:lnTo>
                      <a:pt x="0" y="170327"/>
                    </a:lnTo>
                    <a:close/>
                  </a:path>
                </a:pathLst>
              </a:custGeom>
            </p:spPr>
          </p:pic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7BBD3757-E53A-FCBF-7FFF-47959624BF42}"/>
                </a:ext>
              </a:extLst>
            </p:cNvPr>
            <p:cNvGrpSpPr/>
            <p:nvPr/>
          </p:nvGrpSpPr>
          <p:grpSpPr>
            <a:xfrm>
              <a:off x="8726907" y="3470463"/>
              <a:ext cx="989901" cy="264149"/>
              <a:chOff x="4848837" y="3657038"/>
              <a:chExt cx="989901" cy="264149"/>
            </a:xfrm>
          </p:grpSpPr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9D5AE04B-9C0A-4F4C-A95F-A716DBE4D252}"/>
                  </a:ext>
                </a:extLst>
              </p:cNvPr>
              <p:cNvCxnSpPr/>
              <p:nvPr/>
            </p:nvCxnSpPr>
            <p:spPr>
              <a:xfrm>
                <a:off x="4848837" y="3661899"/>
                <a:ext cx="989901" cy="259288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BE6202D1-01B0-A3C7-DDAE-B4D4DDE2A6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48837" y="3657038"/>
                <a:ext cx="989901" cy="259288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A8E7362-9ACC-3741-36A4-EDFAD0101A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9207" y="2994777"/>
            <a:ext cx="1020072" cy="280373"/>
          </a:xfrm>
          <a:custGeom>
            <a:avLst/>
            <a:gdLst>
              <a:gd name="csX0" fmla="*/ 0 w 1020072"/>
              <a:gd name="csY0" fmla="*/ 0 h 280373"/>
              <a:gd name="csX1" fmla="*/ 1020073 w 1020072"/>
              <a:gd name="csY1" fmla="*/ 0 h 280373"/>
              <a:gd name="csX2" fmla="*/ 1020073 w 1020072"/>
              <a:gd name="csY2" fmla="*/ 280374 h 280373"/>
              <a:gd name="csX3" fmla="*/ 0 w 1020072"/>
              <a:gd name="csY3" fmla="*/ 280374 h 280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20072" h="280373">
                <a:moveTo>
                  <a:pt x="0" y="0"/>
                </a:moveTo>
                <a:lnTo>
                  <a:pt x="1020073" y="0"/>
                </a:lnTo>
                <a:lnTo>
                  <a:pt x="1020073" y="280374"/>
                </a:lnTo>
                <a:lnTo>
                  <a:pt x="0" y="280374"/>
                </a:ln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4C51E756-AB54-3D44-5B92-0C86F3505820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E12104BE-D7B2-253C-FA85-830527C29774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711256-17D4-09E0-B4F9-5587909E2514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917F88-92FC-884F-B012-E8EA88356531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334367A-F4FA-EEA9-37F6-631A2CF4583A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B5675AD-0B79-B068-44FF-47CC405098F2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7EA4E3-5936-7794-70F9-FA2E51B7DD4D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13">
              <a:extLst>
                <a:ext uri="{FF2B5EF4-FFF2-40B4-BE49-F238E27FC236}">
                  <a16:creationId xmlns:a16="http://schemas.microsoft.com/office/drawing/2014/main" id="{B9F47BBD-74F9-C577-2539-35AB4933BA04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4" name="Text 13">
              <a:extLst>
                <a:ext uri="{FF2B5EF4-FFF2-40B4-BE49-F238E27FC236}">
                  <a16:creationId xmlns:a16="http://schemas.microsoft.com/office/drawing/2014/main" id="{67704FD9-3B56-5AF8-F39E-6BFB5AFBFFC5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5" name="Text 13">
              <a:extLst>
                <a:ext uri="{FF2B5EF4-FFF2-40B4-BE49-F238E27FC236}">
                  <a16:creationId xmlns:a16="http://schemas.microsoft.com/office/drawing/2014/main" id="{9AA613C9-35EE-6617-3D3B-1CEE7C6FB633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912C1F1-07CD-0761-CE87-7BAADF8FB552}"/>
              </a:ext>
            </a:extLst>
          </p:cNvPr>
          <p:cNvSpPr/>
          <p:nvPr/>
        </p:nvSpPr>
        <p:spPr>
          <a:xfrm>
            <a:off x="7342658" y="938648"/>
            <a:ext cx="4007145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8F2A5F-57EF-68AF-281F-78645244ADB2}"/>
              </a:ext>
            </a:extLst>
          </p:cNvPr>
          <p:cNvSpPr/>
          <p:nvPr/>
        </p:nvSpPr>
        <p:spPr>
          <a:xfrm>
            <a:off x="1823242" y="933225"/>
            <a:ext cx="3344142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01535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7C34E-CE12-77A7-A84D-4DCC2BFC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76DD1-41DF-53E9-6E96-52D67B3D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6D6F2D-2460-622E-C072-0BAAE136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52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5AE2F94-6219-9D95-03A5-E69D3B059A23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B91FC867-29B4-AAC8-B876-92788F1ED4CD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A32333E-255B-C998-AB88-9AC1D503E368}"/>
              </a:ext>
            </a:extLst>
          </p:cNvPr>
          <p:cNvGrpSpPr/>
          <p:nvPr/>
        </p:nvGrpSpPr>
        <p:grpSpPr>
          <a:xfrm>
            <a:off x="5303125" y="1988971"/>
            <a:ext cx="1143450" cy="2161362"/>
            <a:chOff x="3977195" y="2833339"/>
            <a:chExt cx="1045437" cy="1976097"/>
          </a:xfrm>
        </p:grpSpPr>
        <p:grpSp>
          <p:nvGrpSpPr>
            <p:cNvPr id="52" name="Graphic 76">
              <a:extLst>
                <a:ext uri="{FF2B5EF4-FFF2-40B4-BE49-F238E27FC236}">
                  <a16:creationId xmlns:a16="http://schemas.microsoft.com/office/drawing/2014/main" id="{92BD8A2B-5D63-262C-9F07-EB799259B4F9}"/>
                </a:ext>
              </a:extLst>
            </p:cNvPr>
            <p:cNvGrpSpPr/>
            <p:nvPr/>
          </p:nvGrpSpPr>
          <p:grpSpPr>
            <a:xfrm>
              <a:off x="4677638" y="3182319"/>
              <a:ext cx="85345" cy="452425"/>
              <a:chOff x="4677638" y="3182319"/>
              <a:chExt cx="85345" cy="452425"/>
            </a:xfrm>
          </p:grpSpPr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27B3A91A-4E5A-8783-AE4A-E52564030F3A}"/>
                  </a:ext>
                </a:extLst>
              </p:cNvPr>
              <p:cNvSpPr/>
              <p:nvPr/>
            </p:nvSpPr>
            <p:spPr>
              <a:xfrm>
                <a:off x="4677638" y="3182319"/>
                <a:ext cx="50085" cy="395931"/>
              </a:xfrm>
              <a:custGeom>
                <a:avLst/>
                <a:gdLst>
                  <a:gd name="csX0" fmla="*/ 0 w 50085"/>
                  <a:gd name="csY0" fmla="*/ 0 h 395931"/>
                  <a:gd name="csX1" fmla="*/ 50086 w 50085"/>
                  <a:gd name="csY1" fmla="*/ 395932 h 3959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0085" h="395931">
                    <a:moveTo>
                      <a:pt x="0" y="0"/>
                    </a:moveTo>
                    <a:lnTo>
                      <a:pt x="50086" y="395932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A2A697B5-630E-46FE-75AC-5DF6B82C8BB6}"/>
                  </a:ext>
                </a:extLst>
              </p:cNvPr>
              <p:cNvSpPr/>
              <p:nvPr/>
            </p:nvSpPr>
            <p:spPr>
              <a:xfrm>
                <a:off x="4687617" y="3554609"/>
                <a:ext cx="75366" cy="80135"/>
              </a:xfrm>
              <a:custGeom>
                <a:avLst/>
                <a:gdLst>
                  <a:gd name="csX0" fmla="*/ 47235 w 75366"/>
                  <a:gd name="csY0" fmla="*/ 80136 h 80135"/>
                  <a:gd name="csX1" fmla="*/ 0 w 75366"/>
                  <a:gd name="csY1" fmla="*/ 9590 h 80135"/>
                  <a:gd name="csX2" fmla="*/ 40107 w 75366"/>
                  <a:gd name="csY2" fmla="*/ 23642 h 80135"/>
                  <a:gd name="csX3" fmla="*/ 75366 w 75366"/>
                  <a:gd name="csY3" fmla="*/ 0 h 801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366" h="80135">
                    <a:moveTo>
                      <a:pt x="47235" y="80136"/>
                    </a:moveTo>
                    <a:lnTo>
                      <a:pt x="0" y="9590"/>
                    </a:lnTo>
                    <a:lnTo>
                      <a:pt x="40107" y="23642"/>
                    </a:lnTo>
                    <a:lnTo>
                      <a:pt x="7536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3" name="Graphic 76">
              <a:extLst>
                <a:ext uri="{FF2B5EF4-FFF2-40B4-BE49-F238E27FC236}">
                  <a16:creationId xmlns:a16="http://schemas.microsoft.com/office/drawing/2014/main" id="{7A9E98D1-4328-2377-15A7-3116A8B281E8}"/>
                </a:ext>
              </a:extLst>
            </p:cNvPr>
            <p:cNvGrpSpPr/>
            <p:nvPr/>
          </p:nvGrpSpPr>
          <p:grpSpPr>
            <a:xfrm>
              <a:off x="4328415" y="2833339"/>
              <a:ext cx="409146" cy="408749"/>
              <a:chOff x="4328415" y="2833339"/>
              <a:chExt cx="409146" cy="408749"/>
            </a:xfrm>
            <a:solidFill>
              <a:srgbClr val="FFFFFF"/>
            </a:solidFill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F6931EBD-35F3-B1B4-5426-D6DCAE5FF1FB}"/>
                  </a:ext>
                </a:extLst>
              </p:cNvPr>
              <p:cNvSpPr/>
              <p:nvPr/>
            </p:nvSpPr>
            <p:spPr>
              <a:xfrm>
                <a:off x="4328415" y="2833339"/>
                <a:ext cx="409146" cy="408749"/>
              </a:xfrm>
              <a:prstGeom prst="ellipse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55694182-FE8B-4EE4-9320-A5F5CFA456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8346" y="2929474"/>
                <a:ext cx="389662" cy="275348"/>
              </a:xfrm>
              <a:custGeom>
                <a:avLst/>
                <a:gdLst>
                  <a:gd name="csX0" fmla="*/ 0 w 389662"/>
                  <a:gd name="csY0" fmla="*/ 0 h 275348"/>
                  <a:gd name="csX1" fmla="*/ 389663 w 389662"/>
                  <a:gd name="csY1" fmla="*/ 0 h 275348"/>
                  <a:gd name="csX2" fmla="*/ 389663 w 389662"/>
                  <a:gd name="csY2" fmla="*/ 275348 h 275348"/>
                  <a:gd name="csX3" fmla="*/ 0 w 389662"/>
                  <a:gd name="csY3" fmla="*/ 275348 h 2753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89662" h="275348">
                    <a:moveTo>
                      <a:pt x="0" y="0"/>
                    </a:moveTo>
                    <a:lnTo>
                      <a:pt x="389663" y="0"/>
                    </a:lnTo>
                    <a:lnTo>
                      <a:pt x="389663" y="275348"/>
                    </a:lnTo>
                    <a:lnTo>
                      <a:pt x="0" y="275348"/>
                    </a:lnTo>
                    <a:close/>
                  </a:path>
                </a:pathLst>
              </a:custGeom>
            </p:spPr>
          </p:pic>
        </p:grpSp>
        <p:grpSp>
          <p:nvGrpSpPr>
            <p:cNvPr id="54" name="Graphic 76">
              <a:extLst>
                <a:ext uri="{FF2B5EF4-FFF2-40B4-BE49-F238E27FC236}">
                  <a16:creationId xmlns:a16="http://schemas.microsoft.com/office/drawing/2014/main" id="{CF3F9B3C-0925-E51F-77E9-FDD16330BA36}"/>
                </a:ext>
              </a:extLst>
            </p:cNvPr>
            <p:cNvGrpSpPr/>
            <p:nvPr/>
          </p:nvGrpSpPr>
          <p:grpSpPr>
            <a:xfrm>
              <a:off x="4547434" y="3655823"/>
              <a:ext cx="380158" cy="379790"/>
              <a:chOff x="4547434" y="3655823"/>
              <a:chExt cx="380158" cy="379790"/>
            </a:xfrm>
            <a:solidFill>
              <a:srgbClr val="FFFFFF"/>
            </a:solidFill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B414C81A-8B48-4A4B-C00F-FE824103ED3B}"/>
                  </a:ext>
                </a:extLst>
              </p:cNvPr>
              <p:cNvSpPr/>
              <p:nvPr/>
            </p:nvSpPr>
            <p:spPr>
              <a:xfrm>
                <a:off x="4547434" y="3655823"/>
                <a:ext cx="380158" cy="379790"/>
              </a:xfrm>
              <a:prstGeom prst="ellipse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21B3113A-AA2D-DEA1-8F89-3400C77E2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6938" y="3736528"/>
                <a:ext cx="361150" cy="275348"/>
              </a:xfrm>
              <a:custGeom>
                <a:avLst/>
                <a:gdLst>
                  <a:gd name="csX0" fmla="*/ 0 w 361150"/>
                  <a:gd name="csY0" fmla="*/ 0 h 275348"/>
                  <a:gd name="csX1" fmla="*/ 361151 w 361150"/>
                  <a:gd name="csY1" fmla="*/ 0 h 275348"/>
                  <a:gd name="csX2" fmla="*/ 361151 w 361150"/>
                  <a:gd name="csY2" fmla="*/ 275348 h 275348"/>
                  <a:gd name="csX3" fmla="*/ 0 w 361150"/>
                  <a:gd name="csY3" fmla="*/ 275348 h 2753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150" h="275348">
                    <a:moveTo>
                      <a:pt x="0" y="0"/>
                    </a:moveTo>
                    <a:lnTo>
                      <a:pt x="361151" y="0"/>
                    </a:lnTo>
                    <a:lnTo>
                      <a:pt x="361151" y="275348"/>
                    </a:lnTo>
                    <a:lnTo>
                      <a:pt x="0" y="275348"/>
                    </a:lnTo>
                    <a:close/>
                  </a:path>
                </a:pathLst>
              </a:custGeom>
            </p:spPr>
          </p:pic>
        </p:grpSp>
        <p:grpSp>
          <p:nvGrpSpPr>
            <p:cNvPr id="55" name="Graphic 76">
              <a:extLst>
                <a:ext uri="{FF2B5EF4-FFF2-40B4-BE49-F238E27FC236}">
                  <a16:creationId xmlns:a16="http://schemas.microsoft.com/office/drawing/2014/main" id="{37ED3BBE-DEB2-DD2E-7770-051DC26E538F}"/>
                </a:ext>
              </a:extLst>
            </p:cNvPr>
            <p:cNvGrpSpPr/>
            <p:nvPr/>
          </p:nvGrpSpPr>
          <p:grpSpPr>
            <a:xfrm>
              <a:off x="4840632" y="3979974"/>
              <a:ext cx="75936" cy="515090"/>
              <a:chOff x="4840632" y="3979974"/>
              <a:chExt cx="75936" cy="515090"/>
            </a:xfrm>
          </p:grpSpPr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D62E08EA-1CEA-C77D-35E8-3CC5D5001057}"/>
                  </a:ext>
                </a:extLst>
              </p:cNvPr>
              <p:cNvSpPr/>
              <p:nvPr/>
            </p:nvSpPr>
            <p:spPr>
              <a:xfrm>
                <a:off x="4871900" y="3979974"/>
                <a:ext cx="6937" cy="458122"/>
              </a:xfrm>
              <a:custGeom>
                <a:avLst/>
                <a:gdLst>
                  <a:gd name="csX0" fmla="*/ 0 w 6937"/>
                  <a:gd name="csY0" fmla="*/ 0 h 458122"/>
                  <a:gd name="csX1" fmla="*/ 6938 w 6937"/>
                  <a:gd name="csY1" fmla="*/ 458122 h 4581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937" h="458122">
                    <a:moveTo>
                      <a:pt x="0" y="0"/>
                    </a:moveTo>
                    <a:lnTo>
                      <a:pt x="6938" y="458122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071C0261-C005-687D-1D56-82004C3EDE87}"/>
                  </a:ext>
                </a:extLst>
              </p:cNvPr>
              <p:cNvSpPr/>
              <p:nvPr/>
            </p:nvSpPr>
            <p:spPr>
              <a:xfrm>
                <a:off x="4840632" y="4418537"/>
                <a:ext cx="75936" cy="76527"/>
              </a:xfrm>
              <a:custGeom>
                <a:avLst/>
                <a:gdLst>
                  <a:gd name="csX0" fmla="*/ 39156 w 75936"/>
                  <a:gd name="csY0" fmla="*/ 76528 h 76527"/>
                  <a:gd name="csX1" fmla="*/ 0 w 75936"/>
                  <a:gd name="csY1" fmla="*/ 1234 h 76527"/>
                  <a:gd name="csX2" fmla="*/ 38206 w 75936"/>
                  <a:gd name="csY2" fmla="*/ 19559 h 76527"/>
                  <a:gd name="csX3" fmla="*/ 75937 w 75936"/>
                  <a:gd name="csY3" fmla="*/ 0 h 765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36" h="76527">
                    <a:moveTo>
                      <a:pt x="39156" y="76528"/>
                    </a:moveTo>
                    <a:lnTo>
                      <a:pt x="0" y="1234"/>
                    </a:lnTo>
                    <a:lnTo>
                      <a:pt x="38206" y="19559"/>
                    </a:lnTo>
                    <a:lnTo>
                      <a:pt x="759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6" name="Graphic 76">
              <a:extLst>
                <a:ext uri="{FF2B5EF4-FFF2-40B4-BE49-F238E27FC236}">
                  <a16:creationId xmlns:a16="http://schemas.microsoft.com/office/drawing/2014/main" id="{56B71ADF-F566-5262-ED4A-615424E63548}"/>
                </a:ext>
              </a:extLst>
            </p:cNvPr>
            <p:cNvGrpSpPr/>
            <p:nvPr/>
          </p:nvGrpSpPr>
          <p:grpSpPr>
            <a:xfrm>
              <a:off x="3977195" y="4516333"/>
              <a:ext cx="285119" cy="293103"/>
              <a:chOff x="3977195" y="4516333"/>
              <a:chExt cx="285119" cy="293103"/>
            </a:xfrm>
            <a:solidFill>
              <a:srgbClr val="FFFFFF"/>
            </a:solidFill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49A1FC0E-9CA9-17AF-8FAD-0CC2E255FB34}"/>
                  </a:ext>
                </a:extLst>
              </p:cNvPr>
              <p:cNvSpPr/>
              <p:nvPr/>
            </p:nvSpPr>
            <p:spPr>
              <a:xfrm>
                <a:off x="3977195" y="4516333"/>
                <a:ext cx="285119" cy="284842"/>
              </a:xfrm>
              <a:prstGeom prst="rect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56266155-503A-E881-F6A1-C67B1A2F52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86699" y="4553078"/>
                <a:ext cx="266111" cy="256358"/>
              </a:xfrm>
              <a:custGeom>
                <a:avLst/>
                <a:gdLst>
                  <a:gd name="csX0" fmla="*/ 0 w 266111"/>
                  <a:gd name="csY0" fmla="*/ 0 h 256358"/>
                  <a:gd name="csX1" fmla="*/ 266111 w 266111"/>
                  <a:gd name="csY1" fmla="*/ 0 h 256358"/>
                  <a:gd name="csX2" fmla="*/ 266111 w 266111"/>
                  <a:gd name="csY2" fmla="*/ 256359 h 256358"/>
                  <a:gd name="csX3" fmla="*/ 0 w 266111"/>
                  <a:gd name="csY3" fmla="*/ 256359 h 2563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111" h="256358">
                    <a:moveTo>
                      <a:pt x="0" y="0"/>
                    </a:moveTo>
                    <a:lnTo>
                      <a:pt x="266111" y="0"/>
                    </a:lnTo>
                    <a:lnTo>
                      <a:pt x="266111" y="256359"/>
                    </a:lnTo>
                    <a:lnTo>
                      <a:pt x="0" y="256359"/>
                    </a:lnTo>
                    <a:close/>
                  </a:path>
                </a:pathLst>
              </a:custGeom>
            </p:spPr>
          </p:pic>
        </p:grpSp>
        <p:grpSp>
          <p:nvGrpSpPr>
            <p:cNvPr id="57" name="Graphic 76">
              <a:extLst>
                <a:ext uri="{FF2B5EF4-FFF2-40B4-BE49-F238E27FC236}">
                  <a16:creationId xmlns:a16="http://schemas.microsoft.com/office/drawing/2014/main" id="{1B69FFBE-D7AF-B490-EDB4-B9F14A57EF35}"/>
                </a:ext>
              </a:extLst>
            </p:cNvPr>
            <p:cNvGrpSpPr/>
            <p:nvPr/>
          </p:nvGrpSpPr>
          <p:grpSpPr>
            <a:xfrm>
              <a:off x="4737513" y="4516333"/>
              <a:ext cx="285119" cy="293103"/>
              <a:chOff x="4737513" y="4516333"/>
              <a:chExt cx="285119" cy="293103"/>
            </a:xfrm>
            <a:solidFill>
              <a:srgbClr val="FFFFFF"/>
            </a:solidFill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4770578-75A7-ED67-DAD9-40BC03DEBE62}"/>
                  </a:ext>
                </a:extLst>
              </p:cNvPr>
              <p:cNvSpPr/>
              <p:nvPr/>
            </p:nvSpPr>
            <p:spPr>
              <a:xfrm>
                <a:off x="4737513" y="4516333"/>
                <a:ext cx="285119" cy="284842"/>
              </a:xfrm>
              <a:prstGeom prst="rect">
                <a:avLst/>
              </a:prstGeom>
              <a:solidFill>
                <a:srgbClr val="FFFFFF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598E7261-27A0-7C84-6EC3-0A9B19572A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47017" y="4553078"/>
                <a:ext cx="266111" cy="256358"/>
              </a:xfrm>
              <a:custGeom>
                <a:avLst/>
                <a:gdLst>
                  <a:gd name="csX0" fmla="*/ 0 w 266111"/>
                  <a:gd name="csY0" fmla="*/ 0 h 256358"/>
                  <a:gd name="csX1" fmla="*/ 266111 w 266111"/>
                  <a:gd name="csY1" fmla="*/ 0 h 256358"/>
                  <a:gd name="csX2" fmla="*/ 266111 w 266111"/>
                  <a:gd name="csY2" fmla="*/ 256359 h 256358"/>
                  <a:gd name="csX3" fmla="*/ 0 w 266111"/>
                  <a:gd name="csY3" fmla="*/ 256359 h 2563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111" h="256358">
                    <a:moveTo>
                      <a:pt x="0" y="0"/>
                    </a:moveTo>
                    <a:lnTo>
                      <a:pt x="266111" y="0"/>
                    </a:lnTo>
                    <a:lnTo>
                      <a:pt x="266111" y="256359"/>
                    </a:lnTo>
                    <a:lnTo>
                      <a:pt x="0" y="256359"/>
                    </a:lnTo>
                    <a:close/>
                  </a:path>
                </a:pathLst>
              </a:custGeom>
            </p:spPr>
          </p:pic>
        </p:grpSp>
        <p:grpSp>
          <p:nvGrpSpPr>
            <p:cNvPr id="58" name="Graphic 76">
              <a:extLst>
                <a:ext uri="{FF2B5EF4-FFF2-40B4-BE49-F238E27FC236}">
                  <a16:creationId xmlns:a16="http://schemas.microsoft.com/office/drawing/2014/main" id="{2893B822-428C-BBF3-A268-3057073E5495}"/>
                </a:ext>
              </a:extLst>
            </p:cNvPr>
            <p:cNvGrpSpPr/>
            <p:nvPr/>
          </p:nvGrpSpPr>
          <p:grpSpPr>
            <a:xfrm>
              <a:off x="4203960" y="3979974"/>
              <a:ext cx="399166" cy="519553"/>
              <a:chOff x="4203960" y="3979974"/>
              <a:chExt cx="399166" cy="519553"/>
            </a:xfrm>
          </p:grpSpPr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2CF5B27F-933E-30AF-3A5C-DF548B195E6E}"/>
                  </a:ext>
                </a:extLst>
              </p:cNvPr>
              <p:cNvSpPr/>
              <p:nvPr/>
            </p:nvSpPr>
            <p:spPr>
              <a:xfrm>
                <a:off x="4238650" y="3979974"/>
                <a:ext cx="364477" cy="474358"/>
              </a:xfrm>
              <a:custGeom>
                <a:avLst/>
                <a:gdLst>
                  <a:gd name="csX0" fmla="*/ 364477 w 364477"/>
                  <a:gd name="csY0" fmla="*/ 0 h 474358"/>
                  <a:gd name="csX1" fmla="*/ 0 w 364477"/>
                  <a:gd name="csY1" fmla="*/ 474358 h 4743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4477" h="474358">
                    <a:moveTo>
                      <a:pt x="364477" y="0"/>
                    </a:moveTo>
                    <a:lnTo>
                      <a:pt x="0" y="474358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948BE451-1349-37DD-136E-00CA2406822C}"/>
                  </a:ext>
                </a:extLst>
              </p:cNvPr>
              <p:cNvSpPr/>
              <p:nvPr/>
            </p:nvSpPr>
            <p:spPr>
              <a:xfrm>
                <a:off x="4203960" y="4416068"/>
                <a:ext cx="76507" cy="83458"/>
              </a:xfrm>
              <a:custGeom>
                <a:avLst/>
                <a:gdLst>
                  <a:gd name="csX0" fmla="*/ 0 w 76507"/>
                  <a:gd name="csY0" fmla="*/ 83459 h 83458"/>
                  <a:gd name="csX1" fmla="*/ 16157 w 76507"/>
                  <a:gd name="csY1" fmla="*/ 0 h 83458"/>
                  <a:gd name="csX2" fmla="*/ 34690 w 76507"/>
                  <a:gd name="csY2" fmla="*/ 38264 h 83458"/>
                  <a:gd name="csX3" fmla="*/ 76507 w 76507"/>
                  <a:gd name="csY3" fmla="*/ 46334 h 834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507" h="83458">
                    <a:moveTo>
                      <a:pt x="0" y="83459"/>
                    </a:moveTo>
                    <a:lnTo>
                      <a:pt x="16157" y="0"/>
                    </a:lnTo>
                    <a:lnTo>
                      <a:pt x="34690" y="38264"/>
                    </a:lnTo>
                    <a:lnTo>
                      <a:pt x="76507" y="46334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9" name="Graphic 76">
              <a:extLst>
                <a:ext uri="{FF2B5EF4-FFF2-40B4-BE49-F238E27FC236}">
                  <a16:creationId xmlns:a16="http://schemas.microsoft.com/office/drawing/2014/main" id="{CCC552C9-A564-2970-80B0-295B23460EB2}"/>
                </a:ext>
              </a:extLst>
            </p:cNvPr>
            <p:cNvGrpSpPr/>
            <p:nvPr/>
          </p:nvGrpSpPr>
          <p:grpSpPr>
            <a:xfrm>
              <a:off x="4101698" y="3182319"/>
              <a:ext cx="286544" cy="1313220"/>
              <a:chOff x="4101698" y="3182319"/>
              <a:chExt cx="286544" cy="1313220"/>
            </a:xfrm>
          </p:grpSpPr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08DD7EC5-6E29-538A-8CD4-A5FA83C5606C}"/>
                  </a:ext>
                </a:extLst>
              </p:cNvPr>
              <p:cNvSpPr/>
              <p:nvPr/>
            </p:nvSpPr>
            <p:spPr>
              <a:xfrm>
                <a:off x="4135151" y="3182319"/>
                <a:ext cx="253090" cy="1257391"/>
              </a:xfrm>
              <a:custGeom>
                <a:avLst/>
                <a:gdLst>
                  <a:gd name="csX0" fmla="*/ 253091 w 253090"/>
                  <a:gd name="csY0" fmla="*/ 0 h 1257391"/>
                  <a:gd name="csX1" fmla="*/ 0 w 253090"/>
                  <a:gd name="csY1" fmla="*/ 1257391 h 1257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53090" h="1257391">
                    <a:moveTo>
                      <a:pt x="253091" y="0"/>
                    </a:moveTo>
                    <a:lnTo>
                      <a:pt x="0" y="1257391"/>
                    </a:lnTo>
                  </a:path>
                </a:pathLst>
              </a:custGeom>
              <a:noFill/>
              <a:ln w="19008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379F6190-6BAC-89C6-5568-9EEA82FDCB2C}"/>
                  </a:ext>
                </a:extLst>
              </p:cNvPr>
              <p:cNvSpPr/>
              <p:nvPr/>
            </p:nvSpPr>
            <p:spPr>
              <a:xfrm>
                <a:off x="4101698" y="4413600"/>
                <a:ext cx="74511" cy="81939"/>
              </a:xfrm>
              <a:custGeom>
                <a:avLst/>
                <a:gdLst>
                  <a:gd name="csX0" fmla="*/ 22239 w 74511"/>
                  <a:gd name="csY0" fmla="*/ 81940 h 81939"/>
                  <a:gd name="csX1" fmla="*/ 0 w 74511"/>
                  <a:gd name="csY1" fmla="*/ 0 h 81939"/>
                  <a:gd name="csX2" fmla="*/ 33454 w 74511"/>
                  <a:gd name="csY2" fmla="*/ 26111 h 81939"/>
                  <a:gd name="csX3" fmla="*/ 74511 w 74511"/>
                  <a:gd name="csY3" fmla="*/ 14907 h 819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511" h="81939">
                    <a:moveTo>
                      <a:pt x="22239" y="81940"/>
                    </a:moveTo>
                    <a:lnTo>
                      <a:pt x="0" y="0"/>
                    </a:lnTo>
                    <a:lnTo>
                      <a:pt x="33454" y="26111"/>
                    </a:lnTo>
                    <a:lnTo>
                      <a:pt x="74511" y="14907"/>
                    </a:lnTo>
                    <a:close/>
                  </a:path>
                </a:pathLst>
              </a:custGeom>
              <a:solidFill>
                <a:srgbClr val="000000"/>
              </a:solidFill>
              <a:ln w="19008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64DC3F9-180E-F019-916B-7E6875D52DA6}"/>
              </a:ext>
            </a:extLst>
          </p:cNvPr>
          <p:cNvGrpSpPr/>
          <p:nvPr/>
        </p:nvGrpSpPr>
        <p:grpSpPr>
          <a:xfrm>
            <a:off x="3260668" y="1988971"/>
            <a:ext cx="1142586" cy="2159729"/>
            <a:chOff x="5651623" y="2178542"/>
            <a:chExt cx="1142586" cy="2159729"/>
          </a:xfrm>
        </p:grpSpPr>
        <p:grpSp>
          <p:nvGrpSpPr>
            <p:cNvPr id="98" name="Graphic 20">
              <a:extLst>
                <a:ext uri="{FF2B5EF4-FFF2-40B4-BE49-F238E27FC236}">
                  <a16:creationId xmlns:a16="http://schemas.microsoft.com/office/drawing/2014/main" id="{16B3ADA0-39FF-9A32-E334-5A80519761AB}"/>
                </a:ext>
              </a:extLst>
            </p:cNvPr>
            <p:cNvGrpSpPr/>
            <p:nvPr/>
          </p:nvGrpSpPr>
          <p:grpSpPr>
            <a:xfrm>
              <a:off x="5782293" y="2559952"/>
              <a:ext cx="246383" cy="1435046"/>
              <a:chOff x="5452937" y="2550505"/>
              <a:chExt cx="246383" cy="1435046"/>
            </a:xfrm>
          </p:grpSpPr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1428EA75-B84C-B095-B4D9-7855BFE4C924}"/>
                  </a:ext>
                </a:extLst>
              </p:cNvPr>
              <p:cNvSpPr/>
              <p:nvPr/>
            </p:nvSpPr>
            <p:spPr>
              <a:xfrm>
                <a:off x="5490850" y="2550505"/>
                <a:ext cx="208470" cy="1373510"/>
              </a:xfrm>
              <a:custGeom>
                <a:avLst/>
                <a:gdLst>
                  <a:gd name="csX0" fmla="*/ 208470 w 208470"/>
                  <a:gd name="csY0" fmla="*/ 0 h 1373510"/>
                  <a:gd name="csX1" fmla="*/ 0 w 208470"/>
                  <a:gd name="csY1" fmla="*/ 1373511 h 137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8470" h="1373510">
                    <a:moveTo>
                      <a:pt x="208470" y="0"/>
                    </a:moveTo>
                    <a:lnTo>
                      <a:pt x="0" y="1373511"/>
                    </a:lnTo>
                  </a:path>
                </a:pathLst>
              </a:custGeom>
              <a:noFill/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E98CEF01-E7AC-5240-3F8D-D12EF719E9F3}"/>
                  </a:ext>
                </a:extLst>
              </p:cNvPr>
              <p:cNvSpPr/>
              <p:nvPr/>
            </p:nvSpPr>
            <p:spPr>
              <a:xfrm>
                <a:off x="5452937" y="3897242"/>
                <a:ext cx="82162" cy="88308"/>
              </a:xfrm>
              <a:custGeom>
                <a:avLst/>
                <a:gdLst>
                  <a:gd name="csX0" fmla="*/ 28668 w 82162"/>
                  <a:gd name="csY0" fmla="*/ 88309 h 88308"/>
                  <a:gd name="csX1" fmla="*/ 0 w 82162"/>
                  <a:gd name="csY1" fmla="*/ 0 h 88308"/>
                  <a:gd name="csX2" fmla="*/ 37913 w 82162"/>
                  <a:gd name="csY2" fmla="*/ 26773 h 88308"/>
                  <a:gd name="csX3" fmla="*/ 82162 w 82162"/>
                  <a:gd name="csY3" fmla="*/ 12452 h 883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162" h="88308">
                    <a:moveTo>
                      <a:pt x="28668" y="88309"/>
                    </a:moveTo>
                    <a:lnTo>
                      <a:pt x="0" y="0"/>
                    </a:lnTo>
                    <a:lnTo>
                      <a:pt x="37913" y="26773"/>
                    </a:lnTo>
                    <a:lnTo>
                      <a:pt x="82162" y="12452"/>
                    </a:lnTo>
                    <a:close/>
                  </a:path>
                </a:pathLst>
              </a:custGeom>
              <a:solidFill>
                <a:srgbClr val="000000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9" name="Graphic 20">
              <a:extLst>
                <a:ext uri="{FF2B5EF4-FFF2-40B4-BE49-F238E27FC236}">
                  <a16:creationId xmlns:a16="http://schemas.microsoft.com/office/drawing/2014/main" id="{B1469FB3-58FF-B5B9-A1B1-16C46F122846}"/>
                </a:ext>
              </a:extLst>
            </p:cNvPr>
            <p:cNvGrpSpPr/>
            <p:nvPr/>
          </p:nvGrpSpPr>
          <p:grpSpPr>
            <a:xfrm>
              <a:off x="5963289" y="2178542"/>
              <a:ext cx="447166" cy="446733"/>
              <a:chOff x="5633933" y="2169095"/>
              <a:chExt cx="447166" cy="446733"/>
            </a:xfrm>
            <a:solidFill>
              <a:srgbClr val="FFFFFF"/>
            </a:solidFill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78D6F08D-9905-08CB-041A-30EF00AA19E1}"/>
                  </a:ext>
                </a:extLst>
              </p:cNvPr>
              <p:cNvSpPr/>
              <p:nvPr/>
            </p:nvSpPr>
            <p:spPr>
              <a:xfrm>
                <a:off x="5633933" y="2169095"/>
                <a:ext cx="447166" cy="446733"/>
              </a:xfrm>
              <a:prstGeom prst="ellipse">
                <a:avLst/>
              </a:prstGeom>
              <a:solidFill>
                <a:srgbClr val="FFFFFF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8650FC35-11F7-DAED-3AD6-C1E0ACD84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44268" y="2274163"/>
                <a:ext cx="425873" cy="300935"/>
              </a:xfrm>
              <a:custGeom>
                <a:avLst/>
                <a:gdLst>
                  <a:gd name="csX0" fmla="*/ 0 w 425873"/>
                  <a:gd name="csY0" fmla="*/ 0 h 300935"/>
                  <a:gd name="csX1" fmla="*/ 425873 w 425873"/>
                  <a:gd name="csY1" fmla="*/ 0 h 300935"/>
                  <a:gd name="csX2" fmla="*/ 425873 w 425873"/>
                  <a:gd name="csY2" fmla="*/ 300935 h 300935"/>
                  <a:gd name="csX3" fmla="*/ 0 w 425873"/>
                  <a:gd name="csY3" fmla="*/ 300935 h 300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5873" h="300935">
                    <a:moveTo>
                      <a:pt x="0" y="0"/>
                    </a:moveTo>
                    <a:lnTo>
                      <a:pt x="425873" y="0"/>
                    </a:lnTo>
                    <a:lnTo>
                      <a:pt x="425873" y="300935"/>
                    </a:lnTo>
                    <a:lnTo>
                      <a:pt x="0" y="300935"/>
                    </a:lnTo>
                    <a:close/>
                  </a:path>
                </a:pathLst>
              </a:custGeom>
            </p:spPr>
          </p:pic>
        </p:grpSp>
        <p:grpSp>
          <p:nvGrpSpPr>
            <p:cNvPr id="100" name="Graphic 20">
              <a:extLst>
                <a:ext uri="{FF2B5EF4-FFF2-40B4-BE49-F238E27FC236}">
                  <a16:creationId xmlns:a16="http://schemas.microsoft.com/office/drawing/2014/main" id="{5FFC24AC-9431-6FAF-BD96-3A977E343FE7}"/>
                </a:ext>
              </a:extLst>
            </p:cNvPr>
            <p:cNvGrpSpPr/>
            <p:nvPr/>
          </p:nvGrpSpPr>
          <p:grpSpPr>
            <a:xfrm>
              <a:off x="6344965" y="2559952"/>
              <a:ext cx="313172" cy="1435254"/>
              <a:chOff x="6015609" y="2550505"/>
              <a:chExt cx="313172" cy="1435254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681FB9EA-D427-8FC5-08FB-0809AB548293}"/>
                  </a:ext>
                </a:extLst>
              </p:cNvPr>
              <p:cNvSpPr/>
              <p:nvPr/>
            </p:nvSpPr>
            <p:spPr>
              <a:xfrm>
                <a:off x="6015609" y="2550505"/>
                <a:ext cx="276609" cy="1374236"/>
              </a:xfrm>
              <a:custGeom>
                <a:avLst/>
                <a:gdLst>
                  <a:gd name="csX0" fmla="*/ 0 w 276609"/>
                  <a:gd name="csY0" fmla="*/ 0 h 1374236"/>
                  <a:gd name="csX1" fmla="*/ 276610 w 276609"/>
                  <a:gd name="csY1" fmla="*/ 1374237 h 13742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6609" h="1374236">
                    <a:moveTo>
                      <a:pt x="0" y="0"/>
                    </a:moveTo>
                    <a:lnTo>
                      <a:pt x="276610" y="1374237"/>
                    </a:lnTo>
                  </a:path>
                </a:pathLst>
              </a:custGeom>
              <a:noFill/>
              <a:ln w="20774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530E05BF-3988-6B22-2CA9-50481AF9BA3D}"/>
                  </a:ext>
                </a:extLst>
              </p:cNvPr>
              <p:cNvSpPr/>
              <p:nvPr/>
            </p:nvSpPr>
            <p:spPr>
              <a:xfrm>
                <a:off x="6247346" y="3896204"/>
                <a:ext cx="81435" cy="89554"/>
              </a:xfrm>
              <a:custGeom>
                <a:avLst/>
                <a:gdLst>
                  <a:gd name="csX0" fmla="*/ 57129 w 81435"/>
                  <a:gd name="csY0" fmla="*/ 89554 h 89554"/>
                  <a:gd name="csX1" fmla="*/ 0 w 81435"/>
                  <a:gd name="csY1" fmla="*/ 16292 h 89554"/>
                  <a:gd name="csX2" fmla="*/ 44873 w 81435"/>
                  <a:gd name="csY2" fmla="*/ 28537 h 89554"/>
                  <a:gd name="csX3" fmla="*/ 81435 w 81435"/>
                  <a:gd name="csY3" fmla="*/ 0 h 895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1435" h="89554">
                    <a:moveTo>
                      <a:pt x="57129" y="89554"/>
                    </a:moveTo>
                    <a:lnTo>
                      <a:pt x="0" y="16292"/>
                    </a:lnTo>
                    <a:lnTo>
                      <a:pt x="44873" y="28537"/>
                    </a:lnTo>
                    <a:lnTo>
                      <a:pt x="814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1" name="Graphic 20">
              <a:extLst>
                <a:ext uri="{FF2B5EF4-FFF2-40B4-BE49-F238E27FC236}">
                  <a16:creationId xmlns:a16="http://schemas.microsoft.com/office/drawing/2014/main" id="{B0B8B61B-CD09-F094-DECB-AC1A3444F550}"/>
                </a:ext>
              </a:extLst>
            </p:cNvPr>
            <p:cNvGrpSpPr/>
            <p:nvPr/>
          </p:nvGrpSpPr>
          <p:grpSpPr>
            <a:xfrm>
              <a:off x="5651623" y="4017931"/>
              <a:ext cx="311614" cy="320340"/>
              <a:chOff x="5322267" y="4008484"/>
              <a:chExt cx="311614" cy="320340"/>
            </a:xfrm>
            <a:solidFill>
              <a:srgbClr val="FFFFFF"/>
            </a:solidFill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088EF820-E612-1F9A-C86C-A7B4936BE84D}"/>
                  </a:ext>
                </a:extLst>
              </p:cNvPr>
              <p:cNvSpPr/>
              <p:nvPr/>
            </p:nvSpPr>
            <p:spPr>
              <a:xfrm>
                <a:off x="5322267" y="4008484"/>
                <a:ext cx="311614" cy="311312"/>
              </a:xfrm>
              <a:prstGeom prst="rect">
                <a:avLst/>
              </a:prstGeom>
              <a:solidFill>
                <a:srgbClr val="FFFFFF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FC2CDE9-BDA2-F130-C394-AE66AE5E0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32654" y="4048644"/>
                <a:ext cx="290840" cy="280181"/>
              </a:xfrm>
              <a:custGeom>
                <a:avLst/>
                <a:gdLst>
                  <a:gd name="csX0" fmla="*/ 0 w 290840"/>
                  <a:gd name="csY0" fmla="*/ 0 h 280181"/>
                  <a:gd name="csX1" fmla="*/ 290840 w 290840"/>
                  <a:gd name="csY1" fmla="*/ 0 h 280181"/>
                  <a:gd name="csX2" fmla="*/ 290840 w 290840"/>
                  <a:gd name="csY2" fmla="*/ 280181 h 280181"/>
                  <a:gd name="csX3" fmla="*/ 0 w 290840"/>
                  <a:gd name="csY3" fmla="*/ 280181 h 280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0840" h="280181">
                    <a:moveTo>
                      <a:pt x="0" y="0"/>
                    </a:moveTo>
                    <a:lnTo>
                      <a:pt x="290840" y="0"/>
                    </a:lnTo>
                    <a:lnTo>
                      <a:pt x="290840" y="280181"/>
                    </a:lnTo>
                    <a:lnTo>
                      <a:pt x="0" y="280181"/>
                    </a:lnTo>
                    <a:close/>
                  </a:path>
                </a:pathLst>
              </a:custGeom>
            </p:spPr>
          </p:pic>
        </p:grpSp>
        <p:grpSp>
          <p:nvGrpSpPr>
            <p:cNvPr id="105" name="Graphic 20">
              <a:extLst>
                <a:ext uri="{FF2B5EF4-FFF2-40B4-BE49-F238E27FC236}">
                  <a16:creationId xmlns:a16="http://schemas.microsoft.com/office/drawing/2014/main" id="{C78542CC-E1D1-7D98-8BD1-F4571742301D}"/>
                </a:ext>
              </a:extLst>
            </p:cNvPr>
            <p:cNvGrpSpPr/>
            <p:nvPr/>
          </p:nvGrpSpPr>
          <p:grpSpPr>
            <a:xfrm>
              <a:off x="6482595" y="4017931"/>
              <a:ext cx="311614" cy="320340"/>
              <a:chOff x="6153239" y="4008484"/>
              <a:chExt cx="311614" cy="320340"/>
            </a:xfrm>
            <a:solidFill>
              <a:srgbClr val="FFFFFF"/>
            </a:solidFill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B143946D-0898-56E8-BB7F-9E15A1518238}"/>
                  </a:ext>
                </a:extLst>
              </p:cNvPr>
              <p:cNvSpPr/>
              <p:nvPr/>
            </p:nvSpPr>
            <p:spPr>
              <a:xfrm>
                <a:off x="6153239" y="4008484"/>
                <a:ext cx="311614" cy="311312"/>
              </a:xfrm>
              <a:prstGeom prst="rect">
                <a:avLst/>
              </a:prstGeom>
              <a:solidFill>
                <a:srgbClr val="FFFFFF"/>
              </a:solidFill>
              <a:ln w="20774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9B393947-7016-7A70-8C4B-464964E4E2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63626" y="4048644"/>
                <a:ext cx="290840" cy="280181"/>
              </a:xfrm>
              <a:custGeom>
                <a:avLst/>
                <a:gdLst>
                  <a:gd name="csX0" fmla="*/ 0 w 290840"/>
                  <a:gd name="csY0" fmla="*/ 0 h 280181"/>
                  <a:gd name="csX1" fmla="*/ 290840 w 290840"/>
                  <a:gd name="csY1" fmla="*/ 0 h 280181"/>
                  <a:gd name="csX2" fmla="*/ 290840 w 290840"/>
                  <a:gd name="csY2" fmla="*/ 280181 h 280181"/>
                  <a:gd name="csX3" fmla="*/ 0 w 290840"/>
                  <a:gd name="csY3" fmla="*/ 280181 h 280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0840" h="280181">
                    <a:moveTo>
                      <a:pt x="0" y="0"/>
                    </a:moveTo>
                    <a:lnTo>
                      <a:pt x="290840" y="0"/>
                    </a:lnTo>
                    <a:lnTo>
                      <a:pt x="290840" y="280181"/>
                    </a:lnTo>
                    <a:lnTo>
                      <a:pt x="0" y="280181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F663B8CC-D1D8-8153-7F85-24BF2BFA20E2}"/>
              </a:ext>
            </a:extLst>
          </p:cNvPr>
          <p:cNvSpPr txBox="1"/>
          <p:nvPr/>
        </p:nvSpPr>
        <p:spPr>
          <a:xfrm>
            <a:off x="2946355" y="4451394"/>
            <a:ext cx="170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ROBDD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16672F-F730-EAC7-F455-0B086D302F76}"/>
              </a:ext>
            </a:extLst>
          </p:cNvPr>
          <p:cNvSpPr txBox="1"/>
          <p:nvPr/>
        </p:nvSpPr>
        <p:spPr>
          <a:xfrm>
            <a:off x="5098571" y="4449143"/>
            <a:ext cx="170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ROBDD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7E07F015-4737-9BAD-B56A-76D084ABEE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045" y="5232677"/>
            <a:ext cx="197769" cy="327102"/>
          </a:xfrm>
          <a:custGeom>
            <a:avLst/>
            <a:gdLst>
              <a:gd name="csX0" fmla="*/ 0 w 197769"/>
              <a:gd name="csY0" fmla="*/ 0 h 327102"/>
              <a:gd name="csX1" fmla="*/ 197769 w 197769"/>
              <a:gd name="csY1" fmla="*/ 0 h 327102"/>
              <a:gd name="csX2" fmla="*/ 197769 w 197769"/>
              <a:gd name="csY2" fmla="*/ 327102 h 327102"/>
              <a:gd name="csX3" fmla="*/ 0 w 197769"/>
              <a:gd name="csY3" fmla="*/ 327102 h 327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7769" h="327102">
                <a:moveTo>
                  <a:pt x="0" y="0"/>
                </a:moveTo>
                <a:lnTo>
                  <a:pt x="197769" y="0"/>
                </a:lnTo>
                <a:lnTo>
                  <a:pt x="197769" y="327102"/>
                </a:lnTo>
                <a:lnTo>
                  <a:pt x="0" y="327102"/>
                </a:lnTo>
                <a:close/>
              </a:path>
            </a:pathLst>
          </a:cu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7ED711CA-8459-6373-92D0-9B7BD10236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442" y="5230733"/>
            <a:ext cx="884756" cy="327102"/>
          </a:xfrm>
          <a:custGeom>
            <a:avLst/>
            <a:gdLst>
              <a:gd name="csX0" fmla="*/ 0 w 884756"/>
              <a:gd name="csY0" fmla="*/ 0 h 327102"/>
              <a:gd name="csX1" fmla="*/ 884757 w 884756"/>
              <a:gd name="csY1" fmla="*/ 0 h 327102"/>
              <a:gd name="csX2" fmla="*/ 884757 w 884756"/>
              <a:gd name="csY2" fmla="*/ 327102 h 327102"/>
              <a:gd name="csX3" fmla="*/ 0 w 884756"/>
              <a:gd name="csY3" fmla="*/ 327102 h 327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84756" h="327102">
                <a:moveTo>
                  <a:pt x="0" y="0"/>
                </a:moveTo>
                <a:lnTo>
                  <a:pt x="884757" y="0"/>
                </a:lnTo>
                <a:lnTo>
                  <a:pt x="884757" y="327102"/>
                </a:lnTo>
                <a:lnTo>
                  <a:pt x="0" y="327102"/>
                </a:lnTo>
                <a:close/>
              </a:path>
            </a:pathLst>
          </a:custGeom>
        </p:spPr>
      </p:pic>
      <p:grpSp>
        <p:nvGrpSpPr>
          <p:cNvPr id="220" name="Group 219">
            <a:extLst>
              <a:ext uri="{FF2B5EF4-FFF2-40B4-BE49-F238E27FC236}">
                <a16:creationId xmlns:a16="http://schemas.microsoft.com/office/drawing/2014/main" id="{CC69C353-360B-2904-A7D0-25121519DA15}"/>
              </a:ext>
            </a:extLst>
          </p:cNvPr>
          <p:cNvGrpSpPr/>
          <p:nvPr/>
        </p:nvGrpSpPr>
        <p:grpSpPr>
          <a:xfrm>
            <a:off x="7391106" y="2759028"/>
            <a:ext cx="2060963" cy="2336446"/>
            <a:chOff x="7577914" y="2759028"/>
            <a:chExt cx="2060963" cy="2336446"/>
          </a:xfrm>
        </p:grpSpPr>
        <p:grpSp>
          <p:nvGrpSpPr>
            <p:cNvPr id="123" name="Graphic 2">
              <a:extLst>
                <a:ext uri="{FF2B5EF4-FFF2-40B4-BE49-F238E27FC236}">
                  <a16:creationId xmlns:a16="http://schemas.microsoft.com/office/drawing/2014/main" id="{C7A899D5-390C-ABD1-6F31-EFAEC366D4C3}"/>
                </a:ext>
              </a:extLst>
            </p:cNvPr>
            <p:cNvGrpSpPr/>
            <p:nvPr/>
          </p:nvGrpSpPr>
          <p:grpSpPr>
            <a:xfrm>
              <a:off x="8746210" y="3818217"/>
              <a:ext cx="288951" cy="83073"/>
              <a:chOff x="7776732" y="3541166"/>
              <a:chExt cx="288951" cy="83073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3E227023-900B-21AC-1506-6F7FFC0B189C}"/>
                  </a:ext>
                </a:extLst>
              </p:cNvPr>
              <p:cNvSpPr/>
              <p:nvPr/>
            </p:nvSpPr>
            <p:spPr>
              <a:xfrm>
                <a:off x="7839185" y="3582703"/>
                <a:ext cx="226497" cy="10384"/>
              </a:xfrm>
              <a:custGeom>
                <a:avLst/>
                <a:gdLst>
                  <a:gd name="csX0" fmla="*/ 226498 w 226497"/>
                  <a:gd name="csY0" fmla="*/ 0 h 10384"/>
                  <a:gd name="csX1" fmla="*/ 0 w 226497"/>
                  <a:gd name="csY1" fmla="*/ 0 h 10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497" h="10384">
                    <a:moveTo>
                      <a:pt x="226498" y="0"/>
                    </a:moveTo>
                    <a:lnTo>
                      <a:pt x="0" y="0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BB096792-0367-A4A3-F19E-E71762CFD718}"/>
                  </a:ext>
                </a:extLst>
              </p:cNvPr>
              <p:cNvSpPr/>
              <p:nvPr/>
            </p:nvSpPr>
            <p:spPr>
              <a:xfrm>
                <a:off x="7776732" y="3541166"/>
                <a:ext cx="83271" cy="83073"/>
              </a:xfrm>
              <a:custGeom>
                <a:avLst/>
                <a:gdLst>
                  <a:gd name="csX0" fmla="*/ 0 w 83271"/>
                  <a:gd name="csY0" fmla="*/ 41537 h 83073"/>
                  <a:gd name="csX1" fmla="*/ 83271 w 83271"/>
                  <a:gd name="csY1" fmla="*/ 0 h 83073"/>
                  <a:gd name="csX2" fmla="*/ 62453 w 83271"/>
                  <a:gd name="csY2" fmla="*/ 41537 h 83073"/>
                  <a:gd name="csX3" fmla="*/ 83271 w 83271"/>
                  <a:gd name="csY3" fmla="*/ 83074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0" y="41537"/>
                    </a:moveTo>
                    <a:lnTo>
                      <a:pt x="83271" y="0"/>
                    </a:lnTo>
                    <a:lnTo>
                      <a:pt x="62453" y="41537"/>
                    </a:lnTo>
                    <a:lnTo>
                      <a:pt x="83271" y="83074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1" name="Graphic 2">
              <a:extLst>
                <a:ext uri="{FF2B5EF4-FFF2-40B4-BE49-F238E27FC236}">
                  <a16:creationId xmlns:a16="http://schemas.microsoft.com/office/drawing/2014/main" id="{809A8027-E1EF-6C1E-A112-DD11B3A5C026}"/>
                </a:ext>
              </a:extLst>
            </p:cNvPr>
            <p:cNvGrpSpPr/>
            <p:nvPr/>
          </p:nvGrpSpPr>
          <p:grpSpPr>
            <a:xfrm>
              <a:off x="7904338" y="4067438"/>
              <a:ext cx="83271" cy="599791"/>
              <a:chOff x="6934860" y="3790387"/>
              <a:chExt cx="83271" cy="599791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A103E28D-280E-CA55-0D98-FD080786DDE9}"/>
                  </a:ext>
                </a:extLst>
              </p:cNvPr>
              <p:cNvSpPr/>
              <p:nvPr/>
            </p:nvSpPr>
            <p:spPr>
              <a:xfrm>
                <a:off x="6972748" y="3790387"/>
                <a:ext cx="5204" cy="537486"/>
              </a:xfrm>
              <a:custGeom>
                <a:avLst/>
                <a:gdLst>
                  <a:gd name="csX0" fmla="*/ 0 w 5204"/>
                  <a:gd name="csY0" fmla="*/ 0 h 537486"/>
                  <a:gd name="csX1" fmla="*/ 5204 w 5204"/>
                  <a:gd name="csY1" fmla="*/ 316718 h 537486"/>
                  <a:gd name="csX2" fmla="*/ 3643 w 5204"/>
                  <a:gd name="csY2" fmla="*/ 537486 h 5374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204" h="537486">
                    <a:moveTo>
                      <a:pt x="0" y="0"/>
                    </a:moveTo>
                    <a:lnTo>
                      <a:pt x="5204" y="316718"/>
                    </a:lnTo>
                    <a:lnTo>
                      <a:pt x="3643" y="537486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461CC4C6-CC72-5589-F00F-9EE5C45CF61C}"/>
                  </a:ext>
                </a:extLst>
              </p:cNvPr>
              <p:cNvSpPr/>
              <p:nvPr/>
            </p:nvSpPr>
            <p:spPr>
              <a:xfrm>
                <a:off x="6934860" y="4306897"/>
                <a:ext cx="83271" cy="83281"/>
              </a:xfrm>
              <a:custGeom>
                <a:avLst/>
                <a:gdLst>
                  <a:gd name="csX0" fmla="*/ 41011 w 83271"/>
                  <a:gd name="csY0" fmla="*/ 83281 h 83281"/>
                  <a:gd name="csX1" fmla="*/ 0 w 83271"/>
                  <a:gd name="csY1" fmla="*/ 0 h 83281"/>
                  <a:gd name="csX2" fmla="*/ 41531 w 83271"/>
                  <a:gd name="csY2" fmla="*/ 20976 h 83281"/>
                  <a:gd name="csX3" fmla="*/ 83271 w 83271"/>
                  <a:gd name="csY3" fmla="*/ 519 h 832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281">
                    <a:moveTo>
                      <a:pt x="41011" y="83281"/>
                    </a:moveTo>
                    <a:lnTo>
                      <a:pt x="0" y="0"/>
                    </a:lnTo>
                    <a:lnTo>
                      <a:pt x="41531" y="20976"/>
                    </a:lnTo>
                    <a:lnTo>
                      <a:pt x="83271" y="519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D4A035B-8C2A-9305-61D5-00D71EE5EEE3}"/>
                </a:ext>
              </a:extLst>
            </p:cNvPr>
            <p:cNvSpPr/>
            <p:nvPr/>
          </p:nvSpPr>
          <p:spPr>
            <a:xfrm>
              <a:off x="8461214" y="4067438"/>
              <a:ext cx="1457" cy="311526"/>
            </a:xfrm>
            <a:custGeom>
              <a:avLst/>
              <a:gdLst>
                <a:gd name="csX0" fmla="*/ 1457 w 1457"/>
                <a:gd name="csY0" fmla="*/ 0 h 311526"/>
                <a:gd name="csX1" fmla="*/ 0 w 1457"/>
                <a:gd name="csY1" fmla="*/ 311526 h 31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57" h="311526">
                  <a:moveTo>
                    <a:pt x="1457" y="0"/>
                  </a:moveTo>
                  <a:lnTo>
                    <a:pt x="0" y="311526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24" name="Graphic 2">
              <a:extLst>
                <a:ext uri="{FF2B5EF4-FFF2-40B4-BE49-F238E27FC236}">
                  <a16:creationId xmlns:a16="http://schemas.microsoft.com/office/drawing/2014/main" id="{88EA20D2-DD6D-9C7A-AB5F-B9BB7048F824}"/>
                </a:ext>
              </a:extLst>
            </p:cNvPr>
            <p:cNvGrpSpPr/>
            <p:nvPr/>
          </p:nvGrpSpPr>
          <p:grpSpPr>
            <a:xfrm>
              <a:off x="7682004" y="3652070"/>
              <a:ext cx="1040890" cy="415368"/>
              <a:chOff x="6712526" y="3375019"/>
              <a:chExt cx="1040890" cy="415368"/>
            </a:xfrm>
            <a:solidFill>
              <a:srgbClr val="D5E8D4"/>
            </a:solidFill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8897550F-5EBF-DE0A-6F73-A9E649E05126}"/>
                  </a:ext>
                </a:extLst>
              </p:cNvPr>
              <p:cNvSpPr/>
              <p:nvPr/>
            </p:nvSpPr>
            <p:spPr>
              <a:xfrm>
                <a:off x="6712526" y="3375019"/>
                <a:ext cx="1040890" cy="415368"/>
              </a:xfrm>
              <a:prstGeom prst="rect">
                <a:avLst/>
              </a:prstGeom>
              <a:solidFill>
                <a:srgbClr val="D5E8D4"/>
              </a:solidFill>
              <a:ln w="20806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34F355BF-2071-BFA1-73A9-3218D00AAD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22934" y="3463285"/>
                <a:ext cx="1020072" cy="280373"/>
              </a:xfrm>
              <a:custGeom>
                <a:avLst/>
                <a:gdLst>
                  <a:gd name="csX0" fmla="*/ 0 w 1020072"/>
                  <a:gd name="csY0" fmla="*/ 0 h 280373"/>
                  <a:gd name="csX1" fmla="*/ 1020073 w 1020072"/>
                  <a:gd name="csY1" fmla="*/ 0 h 280373"/>
                  <a:gd name="csX2" fmla="*/ 1020073 w 1020072"/>
                  <a:gd name="csY2" fmla="*/ 280374 h 280373"/>
                  <a:gd name="csX3" fmla="*/ 0 w 1020072"/>
                  <a:gd name="csY3" fmla="*/ 280374 h 28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20072" h="280373">
                    <a:moveTo>
                      <a:pt x="0" y="0"/>
                    </a:moveTo>
                    <a:lnTo>
                      <a:pt x="1020073" y="0"/>
                    </a:lnTo>
                    <a:lnTo>
                      <a:pt x="1020073" y="280374"/>
                    </a:lnTo>
                    <a:lnTo>
                      <a:pt x="0" y="280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125" name="Graphic 2">
              <a:extLst>
                <a:ext uri="{FF2B5EF4-FFF2-40B4-BE49-F238E27FC236}">
                  <a16:creationId xmlns:a16="http://schemas.microsoft.com/office/drawing/2014/main" id="{B2B7FC31-B302-95AB-C9FF-AD2C58255437}"/>
                </a:ext>
              </a:extLst>
            </p:cNvPr>
            <p:cNvGrpSpPr/>
            <p:nvPr/>
          </p:nvGrpSpPr>
          <p:grpSpPr>
            <a:xfrm>
              <a:off x="8160813" y="3174396"/>
              <a:ext cx="83271" cy="454412"/>
              <a:chOff x="7191335" y="2897345"/>
              <a:chExt cx="83271" cy="454412"/>
            </a:xfrm>
          </p:grpSpPr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81B1159F-6094-481A-7E69-BFA007998C37}"/>
                  </a:ext>
                </a:extLst>
              </p:cNvPr>
              <p:cNvSpPr/>
              <p:nvPr/>
            </p:nvSpPr>
            <p:spPr>
              <a:xfrm>
                <a:off x="7232971" y="2897345"/>
                <a:ext cx="10408" cy="392107"/>
              </a:xfrm>
              <a:custGeom>
                <a:avLst/>
                <a:gdLst>
                  <a:gd name="csX0" fmla="*/ 0 w 10408"/>
                  <a:gd name="csY0" fmla="*/ 0 h 392107"/>
                  <a:gd name="csX1" fmla="*/ 0 w 10408"/>
                  <a:gd name="csY1" fmla="*/ 392107 h 3921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392107">
                    <a:moveTo>
                      <a:pt x="0" y="0"/>
                    </a:moveTo>
                    <a:lnTo>
                      <a:pt x="0" y="392107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AC125644-9A53-71C0-EF35-19E3D1D70B7F}"/>
                  </a:ext>
                </a:extLst>
              </p:cNvPr>
              <p:cNvSpPr/>
              <p:nvPr/>
            </p:nvSpPr>
            <p:spPr>
              <a:xfrm>
                <a:off x="7191335" y="3268685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6" name="Graphic 2">
              <a:extLst>
                <a:ext uri="{FF2B5EF4-FFF2-40B4-BE49-F238E27FC236}">
                  <a16:creationId xmlns:a16="http://schemas.microsoft.com/office/drawing/2014/main" id="{C844A220-EF5A-0349-B392-8171887B441A}"/>
                </a:ext>
              </a:extLst>
            </p:cNvPr>
            <p:cNvGrpSpPr/>
            <p:nvPr/>
          </p:nvGrpSpPr>
          <p:grpSpPr>
            <a:xfrm>
              <a:off x="7838137" y="2759028"/>
              <a:ext cx="728623" cy="415368"/>
              <a:chOff x="6868659" y="2481977"/>
              <a:chExt cx="728623" cy="415368"/>
            </a:xfrm>
            <a:noFill/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0B500B2F-4CFD-F740-B32B-07281F907428}"/>
                  </a:ext>
                </a:extLst>
              </p:cNvPr>
              <p:cNvSpPr/>
              <p:nvPr/>
            </p:nvSpPr>
            <p:spPr>
              <a:xfrm>
                <a:off x="6868659" y="2481977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180D95DF-DD46-DCD3-DC1C-135D64F6A4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67544" y="2559859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127" name="Graphic 2">
              <a:extLst>
                <a:ext uri="{FF2B5EF4-FFF2-40B4-BE49-F238E27FC236}">
                  <a16:creationId xmlns:a16="http://schemas.microsoft.com/office/drawing/2014/main" id="{05609A90-2FF1-A9E7-674E-9E3879B5961A}"/>
                </a:ext>
              </a:extLst>
            </p:cNvPr>
            <p:cNvGrpSpPr/>
            <p:nvPr/>
          </p:nvGrpSpPr>
          <p:grpSpPr>
            <a:xfrm>
              <a:off x="7577914" y="4680106"/>
              <a:ext cx="728623" cy="415368"/>
              <a:chOff x="6608436" y="4403055"/>
              <a:chExt cx="728623" cy="415368"/>
            </a:xfrm>
            <a:noFill/>
          </p:grpSpPr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C2ED4E6C-8F5B-6A27-649B-130696DCC17E}"/>
                  </a:ext>
                </a:extLst>
              </p:cNvPr>
              <p:cNvSpPr/>
              <p:nvPr/>
            </p:nvSpPr>
            <p:spPr>
              <a:xfrm>
                <a:off x="6608436" y="4403055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2" name="Picture 181">
                <a:extLst>
                  <a:ext uri="{FF2B5EF4-FFF2-40B4-BE49-F238E27FC236}">
                    <a16:creationId xmlns:a16="http://schemas.microsoft.com/office/drawing/2014/main" id="{1BF64C8F-080F-2EEC-82B2-F05953ABE3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07321" y="4480936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DD457350-E030-8D76-1D34-C020F0950D1B}"/>
                </a:ext>
              </a:extLst>
            </p:cNvPr>
            <p:cNvSpPr/>
            <p:nvPr/>
          </p:nvSpPr>
          <p:spPr>
            <a:xfrm>
              <a:off x="8360040" y="4378964"/>
              <a:ext cx="206720" cy="10384"/>
            </a:xfrm>
            <a:custGeom>
              <a:avLst/>
              <a:gdLst>
                <a:gd name="csX0" fmla="*/ 0 w 206720"/>
                <a:gd name="csY0" fmla="*/ 0 h 10384"/>
                <a:gd name="csX1" fmla="*/ 206721 w 206720"/>
                <a:gd name="csY1" fmla="*/ 0 h 10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6720" h="10384">
                  <a:moveTo>
                    <a:pt x="0" y="0"/>
                  </a:moveTo>
                  <a:lnTo>
                    <a:pt x="206721" y="0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29" name="Graphic 2">
              <a:extLst>
                <a:ext uri="{FF2B5EF4-FFF2-40B4-BE49-F238E27FC236}">
                  <a16:creationId xmlns:a16="http://schemas.microsoft.com/office/drawing/2014/main" id="{1C9ECBAB-52EC-303C-BC35-BEA613828F83}"/>
                </a:ext>
              </a:extLst>
            </p:cNvPr>
            <p:cNvGrpSpPr/>
            <p:nvPr/>
          </p:nvGrpSpPr>
          <p:grpSpPr>
            <a:xfrm>
              <a:off x="8806165" y="3652070"/>
              <a:ext cx="832712" cy="415368"/>
              <a:chOff x="7836687" y="3375019"/>
              <a:chExt cx="832712" cy="415368"/>
            </a:xfrm>
            <a:noFill/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6342D85F-A5C6-8AFC-32C8-8FBFB229D4A7}"/>
                  </a:ext>
                </a:extLst>
              </p:cNvPr>
              <p:cNvSpPr/>
              <p:nvPr/>
            </p:nvSpPr>
            <p:spPr>
              <a:xfrm>
                <a:off x="7836687" y="3375019"/>
                <a:ext cx="832712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0" name="Picture 179">
                <a:extLst>
                  <a:ext uri="{FF2B5EF4-FFF2-40B4-BE49-F238E27FC236}">
                    <a16:creationId xmlns:a16="http://schemas.microsoft.com/office/drawing/2014/main" id="{3703B29F-A72B-8E96-9F52-F94DC5AD50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4159" y="3452900"/>
                <a:ext cx="197769" cy="327102"/>
              </a:xfrm>
              <a:custGeom>
                <a:avLst/>
                <a:gdLst>
                  <a:gd name="csX0" fmla="*/ 0 w 197769"/>
                  <a:gd name="csY0" fmla="*/ 0 h 327102"/>
                  <a:gd name="csX1" fmla="*/ 197769 w 197769"/>
                  <a:gd name="csY1" fmla="*/ 0 h 327102"/>
                  <a:gd name="csX2" fmla="*/ 197769 w 197769"/>
                  <a:gd name="csY2" fmla="*/ 327102 h 327102"/>
                  <a:gd name="csX3" fmla="*/ 0 w 197769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7769" h="327102">
                    <a:moveTo>
                      <a:pt x="0" y="0"/>
                    </a:moveTo>
                    <a:lnTo>
                      <a:pt x="197769" y="0"/>
                    </a:lnTo>
                    <a:lnTo>
                      <a:pt x="197769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138" name="Graphic 2">
              <a:extLst>
                <a:ext uri="{FF2B5EF4-FFF2-40B4-BE49-F238E27FC236}">
                  <a16:creationId xmlns:a16="http://schemas.microsoft.com/office/drawing/2014/main" id="{062F91B1-157E-EC42-7562-855AAC805C2F}"/>
                </a:ext>
              </a:extLst>
            </p:cNvPr>
            <p:cNvGrpSpPr/>
            <p:nvPr/>
          </p:nvGrpSpPr>
          <p:grpSpPr>
            <a:xfrm>
              <a:off x="7629959" y="3994749"/>
              <a:ext cx="312267" cy="415368"/>
              <a:chOff x="6660481" y="3717698"/>
              <a:chExt cx="312267" cy="415368"/>
            </a:xfrm>
            <a:noFill/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8806FFDC-0DA4-8C2D-1343-EE6154ACCF34}"/>
                  </a:ext>
                </a:extLst>
              </p:cNvPr>
              <p:cNvSpPr/>
              <p:nvPr/>
            </p:nvSpPr>
            <p:spPr>
              <a:xfrm>
                <a:off x="6660481" y="3717698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4" name="Picture 163">
                <a:extLst>
                  <a:ext uri="{FF2B5EF4-FFF2-40B4-BE49-F238E27FC236}">
                    <a16:creationId xmlns:a16="http://schemas.microsoft.com/office/drawing/2014/main" id="{BADE5BAF-53AE-F3A6-31F9-B7161E4051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59366" y="3816347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39" name="Graphic 2">
              <a:extLst>
                <a:ext uri="{FF2B5EF4-FFF2-40B4-BE49-F238E27FC236}">
                  <a16:creationId xmlns:a16="http://schemas.microsoft.com/office/drawing/2014/main" id="{205E4D45-F5CE-35F6-3721-D6EC03DBCEED}"/>
                </a:ext>
              </a:extLst>
            </p:cNvPr>
            <p:cNvGrpSpPr/>
            <p:nvPr/>
          </p:nvGrpSpPr>
          <p:grpSpPr>
            <a:xfrm>
              <a:off x="8452262" y="4005133"/>
              <a:ext cx="312267" cy="415368"/>
              <a:chOff x="7482784" y="3728082"/>
              <a:chExt cx="312267" cy="415368"/>
            </a:xfrm>
            <a:noFill/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F6575D60-E669-BF62-2AE4-07CDE15FDA12}"/>
                  </a:ext>
                </a:extLst>
              </p:cNvPr>
              <p:cNvSpPr/>
              <p:nvPr/>
            </p:nvSpPr>
            <p:spPr>
              <a:xfrm>
                <a:off x="7482784" y="3728082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B043F8D1-BDE7-5024-49BA-97B7C239E2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81669" y="3826732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F20CBD85-7C96-D494-B1BE-996BC1B7D148}"/>
              </a:ext>
            </a:extLst>
          </p:cNvPr>
          <p:cNvGrpSpPr/>
          <p:nvPr/>
        </p:nvGrpSpPr>
        <p:grpSpPr>
          <a:xfrm>
            <a:off x="9267207" y="2000982"/>
            <a:ext cx="3036903" cy="1900308"/>
            <a:chOff x="9454015" y="2000982"/>
            <a:chExt cx="3036903" cy="1900308"/>
          </a:xfrm>
        </p:grpSpPr>
        <p:grpSp>
          <p:nvGrpSpPr>
            <p:cNvPr id="130" name="Graphic 2">
              <a:extLst>
                <a:ext uri="{FF2B5EF4-FFF2-40B4-BE49-F238E27FC236}">
                  <a16:creationId xmlns:a16="http://schemas.microsoft.com/office/drawing/2014/main" id="{40AC5D45-852B-5CF6-9F8E-4C299E7BEC28}"/>
                </a:ext>
              </a:extLst>
            </p:cNvPr>
            <p:cNvGrpSpPr/>
            <p:nvPr/>
          </p:nvGrpSpPr>
          <p:grpSpPr>
            <a:xfrm>
              <a:off x="9454015" y="3309391"/>
              <a:ext cx="361813" cy="591899"/>
              <a:chOff x="8484537" y="3032340"/>
              <a:chExt cx="361813" cy="591899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5C5FACA6-6A90-4E09-A78C-77E3479FAFD6}"/>
                  </a:ext>
                </a:extLst>
              </p:cNvPr>
              <p:cNvSpPr/>
              <p:nvPr/>
            </p:nvSpPr>
            <p:spPr>
              <a:xfrm>
                <a:off x="8546991" y="3032340"/>
                <a:ext cx="299360" cy="550362"/>
              </a:xfrm>
              <a:custGeom>
                <a:avLst/>
                <a:gdLst>
                  <a:gd name="csX0" fmla="*/ 299360 w 299360"/>
                  <a:gd name="csY0" fmla="*/ 0 h 550362"/>
                  <a:gd name="csX1" fmla="*/ 299360 w 299360"/>
                  <a:gd name="csY1" fmla="*/ 550363 h 550362"/>
                  <a:gd name="csX2" fmla="*/ 0 w 299360"/>
                  <a:gd name="csY2" fmla="*/ 550363 h 5503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99360" h="550362">
                    <a:moveTo>
                      <a:pt x="299360" y="0"/>
                    </a:moveTo>
                    <a:lnTo>
                      <a:pt x="299360" y="550363"/>
                    </a:lnTo>
                    <a:lnTo>
                      <a:pt x="0" y="550363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87E800CC-3B9D-888B-B301-CE7DB3629A19}"/>
                  </a:ext>
                </a:extLst>
              </p:cNvPr>
              <p:cNvSpPr/>
              <p:nvPr/>
            </p:nvSpPr>
            <p:spPr>
              <a:xfrm>
                <a:off x="8484537" y="3541166"/>
                <a:ext cx="83271" cy="83073"/>
              </a:xfrm>
              <a:custGeom>
                <a:avLst/>
                <a:gdLst>
                  <a:gd name="csX0" fmla="*/ 0 w 83271"/>
                  <a:gd name="csY0" fmla="*/ 41537 h 83073"/>
                  <a:gd name="csX1" fmla="*/ 83271 w 83271"/>
                  <a:gd name="csY1" fmla="*/ 0 h 83073"/>
                  <a:gd name="csX2" fmla="*/ 62453 w 83271"/>
                  <a:gd name="csY2" fmla="*/ 41537 h 83073"/>
                  <a:gd name="csX3" fmla="*/ 83271 w 83271"/>
                  <a:gd name="csY3" fmla="*/ 83074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0" y="41537"/>
                    </a:moveTo>
                    <a:lnTo>
                      <a:pt x="83271" y="0"/>
                    </a:lnTo>
                    <a:lnTo>
                      <a:pt x="62453" y="41537"/>
                    </a:lnTo>
                    <a:lnTo>
                      <a:pt x="83271" y="83074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41B75488-C7EC-6604-E4E5-A30D02056D13}"/>
                </a:ext>
              </a:extLst>
            </p:cNvPr>
            <p:cNvSpPr/>
            <p:nvPr/>
          </p:nvSpPr>
          <p:spPr>
            <a:xfrm>
              <a:off x="10334817" y="3309391"/>
              <a:ext cx="1457" cy="311526"/>
            </a:xfrm>
            <a:custGeom>
              <a:avLst/>
              <a:gdLst>
                <a:gd name="csX0" fmla="*/ 1457 w 1457"/>
                <a:gd name="csY0" fmla="*/ 0 h 311526"/>
                <a:gd name="csX1" fmla="*/ 0 w 1457"/>
                <a:gd name="csY1" fmla="*/ 311526 h 31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57" h="311526">
                  <a:moveTo>
                    <a:pt x="1457" y="0"/>
                  </a:moveTo>
                  <a:lnTo>
                    <a:pt x="0" y="311526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7F13CC93-0DAA-09FF-96EB-88FB4F2B2237}"/>
                </a:ext>
              </a:extLst>
            </p:cNvPr>
            <p:cNvSpPr/>
            <p:nvPr/>
          </p:nvSpPr>
          <p:spPr>
            <a:xfrm>
              <a:off x="9555606" y="2894023"/>
              <a:ext cx="1040890" cy="415368"/>
            </a:xfrm>
            <a:prstGeom prst="rect">
              <a:avLst/>
            </a:prstGeom>
            <a:solidFill>
              <a:srgbClr val="D5E8D4"/>
            </a:solidFill>
            <a:ln w="20806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34" name="Graphic 2">
              <a:extLst>
                <a:ext uri="{FF2B5EF4-FFF2-40B4-BE49-F238E27FC236}">
                  <a16:creationId xmlns:a16="http://schemas.microsoft.com/office/drawing/2014/main" id="{16908AB1-7FCA-721F-E8DA-E2FE60E00B74}"/>
                </a:ext>
              </a:extLst>
            </p:cNvPr>
            <p:cNvGrpSpPr/>
            <p:nvPr/>
          </p:nvGrpSpPr>
          <p:grpSpPr>
            <a:xfrm>
              <a:off x="10034416" y="2416350"/>
              <a:ext cx="83271" cy="454412"/>
              <a:chOff x="9064938" y="2139299"/>
              <a:chExt cx="83271" cy="454412"/>
            </a:xfrm>
          </p:grpSpPr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DC4AE422-8C22-3E4A-67D6-CA57B8D444BE}"/>
                  </a:ext>
                </a:extLst>
              </p:cNvPr>
              <p:cNvSpPr/>
              <p:nvPr/>
            </p:nvSpPr>
            <p:spPr>
              <a:xfrm>
                <a:off x="9106574" y="2139299"/>
                <a:ext cx="10408" cy="392107"/>
              </a:xfrm>
              <a:custGeom>
                <a:avLst/>
                <a:gdLst>
                  <a:gd name="csX0" fmla="*/ 0 w 10408"/>
                  <a:gd name="csY0" fmla="*/ 0 h 392107"/>
                  <a:gd name="csX1" fmla="*/ 0 w 10408"/>
                  <a:gd name="csY1" fmla="*/ 392108 h 3921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392107">
                    <a:moveTo>
                      <a:pt x="0" y="0"/>
                    </a:moveTo>
                    <a:lnTo>
                      <a:pt x="0" y="392108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9DE975AB-0E32-BEE1-2238-FA3DE81D9123}"/>
                  </a:ext>
                </a:extLst>
              </p:cNvPr>
              <p:cNvSpPr/>
              <p:nvPr/>
            </p:nvSpPr>
            <p:spPr>
              <a:xfrm>
                <a:off x="9064938" y="2510638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5" name="Graphic 2">
              <a:extLst>
                <a:ext uri="{FF2B5EF4-FFF2-40B4-BE49-F238E27FC236}">
                  <a16:creationId xmlns:a16="http://schemas.microsoft.com/office/drawing/2014/main" id="{65AE0482-860E-8A85-1C9C-89FDCDD9EC9B}"/>
                </a:ext>
              </a:extLst>
            </p:cNvPr>
            <p:cNvGrpSpPr/>
            <p:nvPr/>
          </p:nvGrpSpPr>
          <p:grpSpPr>
            <a:xfrm>
              <a:off x="9659695" y="2000982"/>
              <a:ext cx="832712" cy="415368"/>
              <a:chOff x="8690217" y="1723931"/>
              <a:chExt cx="832712" cy="415368"/>
            </a:xfrm>
            <a:noFill/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5C9791BB-7572-73C2-2030-DD545D8F72C7}"/>
                  </a:ext>
                </a:extLst>
              </p:cNvPr>
              <p:cNvSpPr/>
              <p:nvPr/>
            </p:nvSpPr>
            <p:spPr>
              <a:xfrm>
                <a:off x="8690217" y="1723931"/>
                <a:ext cx="832712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965FBD98-043A-AFD6-A869-62A0E8B92F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07689" y="1801812"/>
                <a:ext cx="197769" cy="327102"/>
              </a:xfrm>
              <a:custGeom>
                <a:avLst/>
                <a:gdLst>
                  <a:gd name="csX0" fmla="*/ 0 w 197769"/>
                  <a:gd name="csY0" fmla="*/ 0 h 327102"/>
                  <a:gd name="csX1" fmla="*/ 197769 w 197769"/>
                  <a:gd name="csY1" fmla="*/ 0 h 327102"/>
                  <a:gd name="csX2" fmla="*/ 197769 w 197769"/>
                  <a:gd name="csY2" fmla="*/ 327102 h 327102"/>
                  <a:gd name="csX3" fmla="*/ 0 w 197769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7769" h="327102">
                    <a:moveTo>
                      <a:pt x="0" y="0"/>
                    </a:moveTo>
                    <a:lnTo>
                      <a:pt x="197769" y="0"/>
                    </a:lnTo>
                    <a:lnTo>
                      <a:pt x="197769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109AC088-B1CC-9B77-2038-90CD8E6AAF30}"/>
                </a:ext>
              </a:extLst>
            </p:cNvPr>
            <p:cNvSpPr/>
            <p:nvPr/>
          </p:nvSpPr>
          <p:spPr>
            <a:xfrm>
              <a:off x="10233643" y="3620917"/>
              <a:ext cx="206720" cy="10384"/>
            </a:xfrm>
            <a:custGeom>
              <a:avLst/>
              <a:gdLst>
                <a:gd name="csX0" fmla="*/ 0 w 206720"/>
                <a:gd name="csY0" fmla="*/ 0 h 10384"/>
                <a:gd name="csX1" fmla="*/ 206721 w 206720"/>
                <a:gd name="csY1" fmla="*/ 0 h 10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6720" h="10384">
                  <a:moveTo>
                    <a:pt x="0" y="0"/>
                  </a:moveTo>
                  <a:lnTo>
                    <a:pt x="206721" y="0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F4AA3F3-9A71-93D1-3635-51F414250BE9}"/>
                </a:ext>
              </a:extLst>
            </p:cNvPr>
            <p:cNvSpPr/>
            <p:nvPr/>
          </p:nvSpPr>
          <p:spPr>
            <a:xfrm>
              <a:off x="10305048" y="2873255"/>
              <a:ext cx="2185870" cy="415368"/>
            </a:xfrm>
            <a:prstGeom prst="rect">
              <a:avLst/>
            </a:prstGeom>
            <a:noFill/>
            <a:ln w="104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40" name="Graphic 2">
              <a:extLst>
                <a:ext uri="{FF2B5EF4-FFF2-40B4-BE49-F238E27FC236}">
                  <a16:creationId xmlns:a16="http://schemas.microsoft.com/office/drawing/2014/main" id="{0A0BBF43-038A-7C79-A4B3-351E8BC8B26A}"/>
                </a:ext>
              </a:extLst>
            </p:cNvPr>
            <p:cNvGrpSpPr/>
            <p:nvPr/>
          </p:nvGrpSpPr>
          <p:grpSpPr>
            <a:xfrm>
              <a:off x="9503562" y="3236702"/>
              <a:ext cx="312267" cy="415368"/>
              <a:chOff x="8534084" y="2959651"/>
              <a:chExt cx="312267" cy="415368"/>
            </a:xfrm>
            <a:noFill/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48A98733-E394-EB9C-7D86-31966AC85343}"/>
                  </a:ext>
                </a:extLst>
              </p:cNvPr>
              <p:cNvSpPr/>
              <p:nvPr/>
            </p:nvSpPr>
            <p:spPr>
              <a:xfrm>
                <a:off x="8534084" y="2959651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0" name="Picture 159">
                <a:extLst>
                  <a:ext uri="{FF2B5EF4-FFF2-40B4-BE49-F238E27FC236}">
                    <a16:creationId xmlns:a16="http://schemas.microsoft.com/office/drawing/2014/main" id="{72B41627-99C5-95EE-EEA8-40DBE733C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32968" y="3058301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1" name="Graphic 2">
              <a:extLst>
                <a:ext uri="{FF2B5EF4-FFF2-40B4-BE49-F238E27FC236}">
                  <a16:creationId xmlns:a16="http://schemas.microsoft.com/office/drawing/2014/main" id="{FBE820F2-CEA7-C525-3181-F3B4CF58AB74}"/>
                </a:ext>
              </a:extLst>
            </p:cNvPr>
            <p:cNvGrpSpPr/>
            <p:nvPr/>
          </p:nvGrpSpPr>
          <p:grpSpPr>
            <a:xfrm>
              <a:off x="10325865" y="3247086"/>
              <a:ext cx="312267" cy="415368"/>
              <a:chOff x="9356387" y="2970035"/>
              <a:chExt cx="312267" cy="415368"/>
            </a:xfrm>
            <a:noFill/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E480FEB6-AC31-ECCC-BC11-7B654238C8E3}"/>
                  </a:ext>
                </a:extLst>
              </p:cNvPr>
              <p:cNvSpPr/>
              <p:nvPr/>
            </p:nvSpPr>
            <p:spPr>
              <a:xfrm>
                <a:off x="9356387" y="2970035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7CD9A251-2B61-F624-5C3D-373D9146B3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55272" y="3068685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605A6ABE-32D7-D812-44BA-5983A2D322A5}"/>
              </a:ext>
            </a:extLst>
          </p:cNvPr>
          <p:cNvGrpSpPr/>
          <p:nvPr/>
        </p:nvGrpSpPr>
        <p:grpSpPr>
          <a:xfrm>
            <a:off x="670560" y="1845219"/>
            <a:ext cx="1717469" cy="3250255"/>
            <a:chOff x="1247851" y="1786236"/>
            <a:chExt cx="1717469" cy="3250255"/>
          </a:xfrm>
        </p:grpSpPr>
        <p:grpSp>
          <p:nvGrpSpPr>
            <p:cNvPr id="223" name="Graphic 2">
              <a:extLst>
                <a:ext uri="{FF2B5EF4-FFF2-40B4-BE49-F238E27FC236}">
                  <a16:creationId xmlns:a16="http://schemas.microsoft.com/office/drawing/2014/main" id="{DD92E5FC-6191-926D-2013-F0588B7EA64D}"/>
                </a:ext>
              </a:extLst>
            </p:cNvPr>
            <p:cNvGrpSpPr/>
            <p:nvPr/>
          </p:nvGrpSpPr>
          <p:grpSpPr>
            <a:xfrm>
              <a:off x="2143016" y="2201604"/>
              <a:ext cx="83271" cy="257112"/>
              <a:chOff x="2143016" y="2201604"/>
              <a:chExt cx="83271" cy="257112"/>
            </a:xfrm>
          </p:grpSpPr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7BCE44D0-BC6C-B782-1007-B5426A91F7ED}"/>
                  </a:ext>
                </a:extLst>
              </p:cNvPr>
              <p:cNvSpPr/>
              <p:nvPr/>
            </p:nvSpPr>
            <p:spPr>
              <a:xfrm>
                <a:off x="2184652" y="2201604"/>
                <a:ext cx="10408" cy="194807"/>
              </a:xfrm>
              <a:custGeom>
                <a:avLst/>
                <a:gdLst>
                  <a:gd name="csX0" fmla="*/ 0 w 10408"/>
                  <a:gd name="csY0" fmla="*/ 0 h 194807"/>
                  <a:gd name="csX1" fmla="*/ 0 w 10408"/>
                  <a:gd name="csY1" fmla="*/ 194808 h 1948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194807">
                    <a:moveTo>
                      <a:pt x="0" y="0"/>
                    </a:moveTo>
                    <a:lnTo>
                      <a:pt x="0" y="194808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14AA5B32-AA20-E0CC-39AA-53D492785BF9}"/>
                  </a:ext>
                </a:extLst>
              </p:cNvPr>
              <p:cNvSpPr/>
              <p:nvPr/>
            </p:nvSpPr>
            <p:spPr>
              <a:xfrm>
                <a:off x="2143016" y="2375643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4" name="Graphic 2">
              <a:extLst>
                <a:ext uri="{FF2B5EF4-FFF2-40B4-BE49-F238E27FC236}">
                  <a16:creationId xmlns:a16="http://schemas.microsoft.com/office/drawing/2014/main" id="{05074A2F-46DF-E21C-2124-CEAE20A57E94}"/>
                </a:ext>
              </a:extLst>
            </p:cNvPr>
            <p:cNvGrpSpPr/>
            <p:nvPr/>
          </p:nvGrpSpPr>
          <p:grpSpPr>
            <a:xfrm>
              <a:off x="1976474" y="1786236"/>
              <a:ext cx="416356" cy="415368"/>
              <a:chOff x="1976474" y="1786236"/>
              <a:chExt cx="416356" cy="415368"/>
            </a:xfrm>
            <a:solidFill>
              <a:srgbClr val="FFFFFF"/>
            </a:solidFill>
          </p:grpSpPr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B6068C81-D11B-E323-29BE-573285F720C1}"/>
                  </a:ext>
                </a:extLst>
              </p:cNvPr>
              <p:cNvSpPr/>
              <p:nvPr/>
            </p:nvSpPr>
            <p:spPr>
              <a:xfrm>
                <a:off x="1976474" y="1786236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1" name="Picture 270">
                <a:extLst>
                  <a:ext uri="{FF2B5EF4-FFF2-40B4-BE49-F238E27FC236}">
                    <a16:creationId xmlns:a16="http://schemas.microsoft.com/office/drawing/2014/main" id="{1B34CCF0-FFA0-743F-F833-A4A25078C8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86883" y="1874501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5" name="Graphic 2">
              <a:extLst>
                <a:ext uri="{FF2B5EF4-FFF2-40B4-BE49-F238E27FC236}">
                  <a16:creationId xmlns:a16="http://schemas.microsoft.com/office/drawing/2014/main" id="{1BF0EF8F-64CF-33C6-FAF3-053BB3A9D882}"/>
                </a:ext>
              </a:extLst>
            </p:cNvPr>
            <p:cNvGrpSpPr/>
            <p:nvPr/>
          </p:nvGrpSpPr>
          <p:grpSpPr>
            <a:xfrm>
              <a:off x="2143016" y="2897345"/>
              <a:ext cx="83271" cy="350570"/>
              <a:chOff x="2143016" y="2897345"/>
              <a:chExt cx="83271" cy="350570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FB129A10-5962-3B89-F431-D807F325E9DA}"/>
                  </a:ext>
                </a:extLst>
              </p:cNvPr>
              <p:cNvSpPr/>
              <p:nvPr/>
            </p:nvSpPr>
            <p:spPr>
              <a:xfrm>
                <a:off x="2184652" y="2897345"/>
                <a:ext cx="10408" cy="288265"/>
              </a:xfrm>
              <a:custGeom>
                <a:avLst/>
                <a:gdLst>
                  <a:gd name="csX0" fmla="*/ 0 w 10408"/>
                  <a:gd name="csY0" fmla="*/ 0 h 288265"/>
                  <a:gd name="csX1" fmla="*/ 0 w 10408"/>
                  <a:gd name="csY1" fmla="*/ 288265 h 288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288265">
                    <a:moveTo>
                      <a:pt x="0" y="0"/>
                    </a:moveTo>
                    <a:lnTo>
                      <a:pt x="0" y="288265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6B0CBC08-FA11-4B17-0C22-CCCCCF5187DE}"/>
                  </a:ext>
                </a:extLst>
              </p:cNvPr>
              <p:cNvSpPr/>
              <p:nvPr/>
            </p:nvSpPr>
            <p:spPr>
              <a:xfrm>
                <a:off x="2143016" y="3164842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6" name="Graphic 2">
              <a:extLst>
                <a:ext uri="{FF2B5EF4-FFF2-40B4-BE49-F238E27FC236}">
                  <a16:creationId xmlns:a16="http://schemas.microsoft.com/office/drawing/2014/main" id="{D80EE9DA-D732-BF95-D2CD-2476E4A246D2}"/>
                </a:ext>
              </a:extLst>
            </p:cNvPr>
            <p:cNvGrpSpPr/>
            <p:nvPr/>
          </p:nvGrpSpPr>
          <p:grpSpPr>
            <a:xfrm>
              <a:off x="1976474" y="2481977"/>
              <a:ext cx="416356" cy="415368"/>
              <a:chOff x="1976474" y="2481977"/>
              <a:chExt cx="416356" cy="415368"/>
            </a:xfrm>
            <a:solidFill>
              <a:srgbClr val="FFFFFF"/>
            </a:solidFill>
          </p:grpSpPr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93DCFB3F-E3A1-E3B7-70BF-9423514726E9}"/>
                  </a:ext>
                </a:extLst>
              </p:cNvPr>
              <p:cNvSpPr/>
              <p:nvPr/>
            </p:nvSpPr>
            <p:spPr>
              <a:xfrm>
                <a:off x="1976474" y="2481977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7" name="Picture 266">
                <a:extLst>
                  <a:ext uri="{FF2B5EF4-FFF2-40B4-BE49-F238E27FC236}">
                    <a16:creationId xmlns:a16="http://schemas.microsoft.com/office/drawing/2014/main" id="{99BE13A7-B73E-2698-7F21-46BCD9A020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86883" y="2570243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7" name="Graphic 2">
              <a:extLst>
                <a:ext uri="{FF2B5EF4-FFF2-40B4-BE49-F238E27FC236}">
                  <a16:creationId xmlns:a16="http://schemas.microsoft.com/office/drawing/2014/main" id="{ADB8F88F-2285-C519-6B4A-AA9430F0110D}"/>
                </a:ext>
              </a:extLst>
            </p:cNvPr>
            <p:cNvGrpSpPr/>
            <p:nvPr/>
          </p:nvGrpSpPr>
          <p:grpSpPr>
            <a:xfrm>
              <a:off x="1976474" y="4049992"/>
              <a:ext cx="416356" cy="415368"/>
              <a:chOff x="1976474" y="4049992"/>
              <a:chExt cx="416356" cy="415368"/>
            </a:xfrm>
            <a:solidFill>
              <a:srgbClr val="FFFFFF"/>
            </a:solidFill>
          </p:grpSpPr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CA294908-6714-18D0-CD78-A9028772EC3D}"/>
                  </a:ext>
                </a:extLst>
              </p:cNvPr>
              <p:cNvSpPr/>
              <p:nvPr/>
            </p:nvSpPr>
            <p:spPr>
              <a:xfrm>
                <a:off x="1976474" y="4049992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5" name="Picture 264">
                <a:extLst>
                  <a:ext uri="{FF2B5EF4-FFF2-40B4-BE49-F238E27FC236}">
                    <a16:creationId xmlns:a16="http://schemas.microsoft.com/office/drawing/2014/main" id="{E7C7E352-8646-863E-AEFA-4F0FFD9F05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86883" y="4138258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8" name="Graphic 2">
              <a:extLst>
                <a:ext uri="{FF2B5EF4-FFF2-40B4-BE49-F238E27FC236}">
                  <a16:creationId xmlns:a16="http://schemas.microsoft.com/office/drawing/2014/main" id="{EF767A17-7FD6-7E53-0E85-F7561709EFC8}"/>
                </a:ext>
              </a:extLst>
            </p:cNvPr>
            <p:cNvGrpSpPr/>
            <p:nvPr/>
          </p:nvGrpSpPr>
          <p:grpSpPr>
            <a:xfrm>
              <a:off x="1976474" y="3271177"/>
              <a:ext cx="416356" cy="415368"/>
              <a:chOff x="1976474" y="3271177"/>
              <a:chExt cx="416356" cy="415368"/>
            </a:xfrm>
            <a:solidFill>
              <a:srgbClr val="FFFFFF"/>
            </a:solidFill>
          </p:grpSpPr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1D5942CE-C013-0C27-1180-C3BE0B28F43E}"/>
                  </a:ext>
                </a:extLst>
              </p:cNvPr>
              <p:cNvSpPr/>
              <p:nvPr/>
            </p:nvSpPr>
            <p:spPr>
              <a:xfrm>
                <a:off x="1976474" y="3271177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3" name="Picture 262">
                <a:extLst>
                  <a:ext uri="{FF2B5EF4-FFF2-40B4-BE49-F238E27FC236}">
                    <a16:creationId xmlns:a16="http://schemas.microsoft.com/office/drawing/2014/main" id="{5AE7F733-AEB0-D2A3-C8F3-ECE006F26F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86883" y="3359443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29" name="Graphic 2">
              <a:extLst>
                <a:ext uri="{FF2B5EF4-FFF2-40B4-BE49-F238E27FC236}">
                  <a16:creationId xmlns:a16="http://schemas.microsoft.com/office/drawing/2014/main" id="{46437FD8-AF38-ADCB-14DA-67A675CFB358}"/>
                </a:ext>
              </a:extLst>
            </p:cNvPr>
            <p:cNvGrpSpPr/>
            <p:nvPr/>
          </p:nvGrpSpPr>
          <p:grpSpPr>
            <a:xfrm>
              <a:off x="1632980" y="2501396"/>
              <a:ext cx="465069" cy="1174764"/>
              <a:chOff x="1632980" y="2501396"/>
              <a:chExt cx="465069" cy="1174764"/>
            </a:xfrm>
          </p:grpSpPr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8EA2C818-EFCB-9078-CAD3-CD6FE3D6757F}"/>
                  </a:ext>
                </a:extLst>
              </p:cNvPr>
              <p:cNvSpPr/>
              <p:nvPr/>
            </p:nvSpPr>
            <p:spPr>
              <a:xfrm>
                <a:off x="1632980" y="2542933"/>
                <a:ext cx="465069" cy="1133228"/>
              </a:xfrm>
              <a:custGeom>
                <a:avLst/>
                <a:gdLst>
                  <a:gd name="csX0" fmla="*/ 465070 w 465069"/>
                  <a:gd name="csY0" fmla="*/ 1133228 h 1133228"/>
                  <a:gd name="csX1" fmla="*/ 0 w 465069"/>
                  <a:gd name="csY1" fmla="*/ 566770 h 1133228"/>
                  <a:gd name="csX2" fmla="*/ 318721 w 465069"/>
                  <a:gd name="csY2" fmla="*/ 0 h 11332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65069" h="1133228">
                    <a:moveTo>
                      <a:pt x="465070" y="1133228"/>
                    </a:moveTo>
                    <a:cubicBezTo>
                      <a:pt x="155023" y="1133228"/>
                      <a:pt x="0" y="944412"/>
                      <a:pt x="0" y="566770"/>
                    </a:cubicBezTo>
                    <a:cubicBezTo>
                      <a:pt x="0" y="189131"/>
                      <a:pt x="106241" y="208"/>
                      <a:pt x="318721" y="0"/>
                    </a:cubicBezTo>
                  </a:path>
                </a:pathLst>
              </a:custGeom>
              <a:noFill/>
              <a:ln w="20806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A19E5F1A-A835-3AA0-67F8-2EEFF68B6FEE}"/>
                  </a:ext>
                </a:extLst>
              </p:cNvPr>
              <p:cNvSpPr/>
              <p:nvPr/>
            </p:nvSpPr>
            <p:spPr>
              <a:xfrm>
                <a:off x="1930883" y="2501396"/>
                <a:ext cx="83271" cy="83073"/>
              </a:xfrm>
              <a:custGeom>
                <a:avLst/>
                <a:gdLst>
                  <a:gd name="csX0" fmla="*/ 83271 w 83271"/>
                  <a:gd name="csY0" fmla="*/ 41433 h 83073"/>
                  <a:gd name="csX1" fmla="*/ 104 w 83271"/>
                  <a:gd name="csY1" fmla="*/ 83074 h 83073"/>
                  <a:gd name="csX2" fmla="*/ 20818 w 83271"/>
                  <a:gd name="csY2" fmla="*/ 41537 h 83073"/>
                  <a:gd name="csX3" fmla="*/ 0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83271" y="41433"/>
                    </a:moveTo>
                    <a:lnTo>
                      <a:pt x="104" y="83074"/>
                    </a:lnTo>
                    <a:lnTo>
                      <a:pt x="20818" y="41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20806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0" name="Graphic 2">
              <a:extLst>
                <a:ext uri="{FF2B5EF4-FFF2-40B4-BE49-F238E27FC236}">
                  <a16:creationId xmlns:a16="http://schemas.microsoft.com/office/drawing/2014/main" id="{82A9149B-3A9D-8C89-AA1D-45CFBB0E093B}"/>
                </a:ext>
              </a:extLst>
            </p:cNvPr>
            <p:cNvGrpSpPr/>
            <p:nvPr/>
          </p:nvGrpSpPr>
          <p:grpSpPr>
            <a:xfrm>
              <a:off x="2143016" y="3686545"/>
              <a:ext cx="83271" cy="340186"/>
              <a:chOff x="2143016" y="3686545"/>
              <a:chExt cx="83271" cy="340186"/>
            </a:xfrm>
          </p:grpSpPr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96D5EB1A-74FF-F1EB-BAC8-601D6CBD6A5E}"/>
                  </a:ext>
                </a:extLst>
              </p:cNvPr>
              <p:cNvSpPr/>
              <p:nvPr/>
            </p:nvSpPr>
            <p:spPr>
              <a:xfrm>
                <a:off x="2184652" y="3686545"/>
                <a:ext cx="10408" cy="277881"/>
              </a:xfrm>
              <a:custGeom>
                <a:avLst/>
                <a:gdLst>
                  <a:gd name="csX0" fmla="*/ 0 w 10408"/>
                  <a:gd name="csY0" fmla="*/ 0 h 277881"/>
                  <a:gd name="csX1" fmla="*/ 0 w 10408"/>
                  <a:gd name="csY1" fmla="*/ 277881 h 2778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277881">
                    <a:moveTo>
                      <a:pt x="0" y="0"/>
                    </a:moveTo>
                    <a:lnTo>
                      <a:pt x="0" y="277881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2DA90AC0-9311-0A40-DEB2-801B11FCC828}"/>
                  </a:ext>
                </a:extLst>
              </p:cNvPr>
              <p:cNvSpPr/>
              <p:nvPr/>
            </p:nvSpPr>
            <p:spPr>
              <a:xfrm>
                <a:off x="2143016" y="3943658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1" name="Graphic 2">
              <a:extLst>
                <a:ext uri="{FF2B5EF4-FFF2-40B4-BE49-F238E27FC236}">
                  <a16:creationId xmlns:a16="http://schemas.microsoft.com/office/drawing/2014/main" id="{88E9938C-01BD-4698-9DFE-C3679A40CA65}"/>
                </a:ext>
              </a:extLst>
            </p:cNvPr>
            <p:cNvGrpSpPr/>
            <p:nvPr/>
          </p:nvGrpSpPr>
          <p:grpSpPr>
            <a:xfrm>
              <a:off x="1247851" y="1786236"/>
              <a:ext cx="728623" cy="415368"/>
              <a:chOff x="1247851" y="1786236"/>
              <a:chExt cx="728623" cy="415368"/>
            </a:xfrm>
            <a:noFill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B4E51658-BC89-119D-D1BD-F905041318C0}"/>
                  </a:ext>
                </a:extLst>
              </p:cNvPr>
              <p:cNvSpPr/>
              <p:nvPr/>
            </p:nvSpPr>
            <p:spPr>
              <a:xfrm>
                <a:off x="1247851" y="1786236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EC50062A-99FC-07B8-7375-AA6F5BCDB0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46735" y="1864117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2" name="Graphic 2">
              <a:extLst>
                <a:ext uri="{FF2B5EF4-FFF2-40B4-BE49-F238E27FC236}">
                  <a16:creationId xmlns:a16="http://schemas.microsoft.com/office/drawing/2014/main" id="{221E0BE1-7E48-D8D2-721E-17EFB3CAC2BE}"/>
                </a:ext>
              </a:extLst>
            </p:cNvPr>
            <p:cNvGrpSpPr/>
            <p:nvPr/>
          </p:nvGrpSpPr>
          <p:grpSpPr>
            <a:xfrm>
              <a:off x="1247851" y="4049992"/>
              <a:ext cx="728623" cy="415368"/>
              <a:chOff x="1247851" y="4049992"/>
              <a:chExt cx="728623" cy="415368"/>
            </a:xfrm>
            <a:noFill/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F8BF457D-674F-331E-A4F0-7B612106D3CB}"/>
                  </a:ext>
                </a:extLst>
              </p:cNvPr>
              <p:cNvSpPr/>
              <p:nvPr/>
            </p:nvSpPr>
            <p:spPr>
              <a:xfrm>
                <a:off x="1247851" y="4049992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5" name="Picture 254">
                <a:extLst>
                  <a:ext uri="{FF2B5EF4-FFF2-40B4-BE49-F238E27FC236}">
                    <a16:creationId xmlns:a16="http://schemas.microsoft.com/office/drawing/2014/main" id="{7AE37EEF-F55B-D2EF-11E1-61B773D495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46735" y="4127874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Graphic 2">
              <a:extLst>
                <a:ext uri="{FF2B5EF4-FFF2-40B4-BE49-F238E27FC236}">
                  <a16:creationId xmlns:a16="http://schemas.microsoft.com/office/drawing/2014/main" id="{183AB964-EBFD-37EA-96F5-7E019B9DAB2B}"/>
                </a:ext>
              </a:extLst>
            </p:cNvPr>
            <p:cNvGrpSpPr/>
            <p:nvPr/>
          </p:nvGrpSpPr>
          <p:grpSpPr>
            <a:xfrm>
              <a:off x="2548964" y="4621123"/>
              <a:ext cx="416356" cy="415368"/>
              <a:chOff x="2548964" y="4621123"/>
              <a:chExt cx="416356" cy="415368"/>
            </a:xfrm>
            <a:solidFill>
              <a:srgbClr val="FFFFFF"/>
            </a:solidFill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18E32E5A-966F-B02B-8825-16C6741B704C}"/>
                  </a:ext>
                </a:extLst>
              </p:cNvPr>
              <p:cNvSpPr/>
              <p:nvPr/>
            </p:nvSpPr>
            <p:spPr>
              <a:xfrm>
                <a:off x="2548964" y="4621123"/>
                <a:ext cx="416356" cy="415368"/>
              </a:xfrm>
              <a:prstGeom prst="ellipse">
                <a:avLst/>
              </a:prstGeom>
              <a:solidFill>
                <a:srgbClr val="FFFFFF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3" name="Picture 252">
                <a:extLst>
                  <a:ext uri="{FF2B5EF4-FFF2-40B4-BE49-F238E27FC236}">
                    <a16:creationId xmlns:a16="http://schemas.microsoft.com/office/drawing/2014/main" id="{20A00A5D-A761-EFA3-7AC7-C83926F6BE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59373" y="4709389"/>
                <a:ext cx="395538" cy="301141"/>
              </a:xfrm>
              <a:custGeom>
                <a:avLst/>
                <a:gdLst>
                  <a:gd name="csX0" fmla="*/ 0 w 395538"/>
                  <a:gd name="csY0" fmla="*/ 0 h 301141"/>
                  <a:gd name="csX1" fmla="*/ 395538 w 395538"/>
                  <a:gd name="csY1" fmla="*/ 0 h 301141"/>
                  <a:gd name="csX2" fmla="*/ 395538 w 395538"/>
                  <a:gd name="csY2" fmla="*/ 301142 h 301141"/>
                  <a:gd name="csX3" fmla="*/ 0 w 395538"/>
                  <a:gd name="csY3" fmla="*/ 301142 h 3011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5538" h="301141">
                    <a:moveTo>
                      <a:pt x="0" y="0"/>
                    </a:moveTo>
                    <a:lnTo>
                      <a:pt x="395538" y="0"/>
                    </a:lnTo>
                    <a:lnTo>
                      <a:pt x="395538" y="301142"/>
                    </a:lnTo>
                    <a:lnTo>
                      <a:pt x="0" y="301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4" name="Graphic 2">
              <a:extLst>
                <a:ext uri="{FF2B5EF4-FFF2-40B4-BE49-F238E27FC236}">
                  <a16:creationId xmlns:a16="http://schemas.microsoft.com/office/drawing/2014/main" id="{8C5E4B2E-889B-B924-79CE-AE4B02DD83C3}"/>
                </a:ext>
              </a:extLst>
            </p:cNvPr>
            <p:cNvGrpSpPr/>
            <p:nvPr/>
          </p:nvGrpSpPr>
          <p:grpSpPr>
            <a:xfrm>
              <a:off x="2331834" y="4404509"/>
              <a:ext cx="261679" cy="261058"/>
              <a:chOff x="2331834" y="4404509"/>
              <a:chExt cx="261679" cy="261058"/>
            </a:xfrm>
          </p:grpSpPr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52202C84-A07F-FD46-7A34-B4AE429383E5}"/>
                  </a:ext>
                </a:extLst>
              </p:cNvPr>
              <p:cNvSpPr/>
              <p:nvPr/>
            </p:nvSpPr>
            <p:spPr>
              <a:xfrm>
                <a:off x="2331834" y="4404509"/>
                <a:ext cx="217442" cy="216925"/>
              </a:xfrm>
              <a:custGeom>
                <a:avLst/>
                <a:gdLst>
                  <a:gd name="csX0" fmla="*/ 0 w 217442"/>
                  <a:gd name="csY0" fmla="*/ 0 h 216925"/>
                  <a:gd name="csX1" fmla="*/ 217442 w 217442"/>
                  <a:gd name="csY1" fmla="*/ 216926 h 216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7442" h="216925">
                    <a:moveTo>
                      <a:pt x="0" y="0"/>
                    </a:moveTo>
                    <a:lnTo>
                      <a:pt x="217442" y="216926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EE3A5B60-5D55-82F9-AD27-3D9EBA473FAC}"/>
                  </a:ext>
                </a:extLst>
              </p:cNvPr>
              <p:cNvSpPr/>
              <p:nvPr/>
            </p:nvSpPr>
            <p:spPr>
              <a:xfrm>
                <a:off x="2505142" y="4577406"/>
                <a:ext cx="88371" cy="88161"/>
              </a:xfrm>
              <a:custGeom>
                <a:avLst/>
                <a:gdLst>
                  <a:gd name="csX0" fmla="*/ 88372 w 88371"/>
                  <a:gd name="csY0" fmla="*/ 88162 h 88161"/>
                  <a:gd name="csX1" fmla="*/ 0 w 88371"/>
                  <a:gd name="csY1" fmla="*/ 58775 h 88161"/>
                  <a:gd name="csX2" fmla="*/ 44134 w 88371"/>
                  <a:gd name="csY2" fmla="*/ 44029 h 88161"/>
                  <a:gd name="csX3" fmla="*/ 58914 w 88371"/>
                  <a:gd name="csY3" fmla="*/ 0 h 881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8371" h="88161">
                    <a:moveTo>
                      <a:pt x="88372" y="88162"/>
                    </a:moveTo>
                    <a:lnTo>
                      <a:pt x="0" y="58775"/>
                    </a:lnTo>
                    <a:lnTo>
                      <a:pt x="44134" y="44029"/>
                    </a:lnTo>
                    <a:lnTo>
                      <a:pt x="58914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5" name="Graphic 2">
              <a:extLst>
                <a:ext uri="{FF2B5EF4-FFF2-40B4-BE49-F238E27FC236}">
                  <a16:creationId xmlns:a16="http://schemas.microsoft.com/office/drawing/2014/main" id="{A02219E1-A720-7B44-A697-8BAD49DC8ECE}"/>
                </a:ext>
              </a:extLst>
            </p:cNvPr>
            <p:cNvGrpSpPr/>
            <p:nvPr/>
          </p:nvGrpSpPr>
          <p:grpSpPr>
            <a:xfrm>
              <a:off x="2331834" y="2836494"/>
              <a:ext cx="441129" cy="1761991"/>
              <a:chOff x="2331834" y="2836494"/>
              <a:chExt cx="441129" cy="1761991"/>
            </a:xfrm>
          </p:grpSpPr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D68196AA-068F-74C5-4F93-B56FE97027B0}"/>
                  </a:ext>
                </a:extLst>
              </p:cNvPr>
              <p:cNvSpPr/>
              <p:nvPr/>
            </p:nvSpPr>
            <p:spPr>
              <a:xfrm>
                <a:off x="2331834" y="2836494"/>
                <a:ext cx="405530" cy="1701451"/>
              </a:xfrm>
              <a:custGeom>
                <a:avLst/>
                <a:gdLst>
                  <a:gd name="csX0" fmla="*/ 0 w 405530"/>
                  <a:gd name="csY0" fmla="*/ 0 h 1701451"/>
                  <a:gd name="csX1" fmla="*/ 405531 w 405530"/>
                  <a:gd name="csY1" fmla="*/ 1701452 h 170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05530" h="1701451">
                    <a:moveTo>
                      <a:pt x="0" y="0"/>
                    </a:moveTo>
                    <a:lnTo>
                      <a:pt x="405531" y="1701452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92A7A093-1FEC-D991-595E-DF8BFE2D1B92}"/>
                  </a:ext>
                </a:extLst>
              </p:cNvPr>
              <p:cNvSpPr/>
              <p:nvPr/>
            </p:nvSpPr>
            <p:spPr>
              <a:xfrm>
                <a:off x="2691982" y="4508143"/>
                <a:ext cx="80981" cy="90342"/>
              </a:xfrm>
              <a:custGeom>
                <a:avLst/>
                <a:gdLst>
                  <a:gd name="csX0" fmla="*/ 59747 w 80981"/>
                  <a:gd name="csY0" fmla="*/ 90343 h 90342"/>
                  <a:gd name="csX1" fmla="*/ 0 w 80981"/>
                  <a:gd name="csY1" fmla="*/ 19211 h 90342"/>
                  <a:gd name="csX2" fmla="*/ 45383 w 80981"/>
                  <a:gd name="csY2" fmla="*/ 29803 h 90342"/>
                  <a:gd name="csX3" fmla="*/ 80981 w 80981"/>
                  <a:gd name="csY3" fmla="*/ 0 h 903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0981" h="90342">
                    <a:moveTo>
                      <a:pt x="59747" y="90343"/>
                    </a:moveTo>
                    <a:lnTo>
                      <a:pt x="0" y="19211"/>
                    </a:lnTo>
                    <a:lnTo>
                      <a:pt x="45383" y="29803"/>
                    </a:lnTo>
                    <a:lnTo>
                      <a:pt x="809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6" name="Graphic 2">
              <a:extLst>
                <a:ext uri="{FF2B5EF4-FFF2-40B4-BE49-F238E27FC236}">
                  <a16:creationId xmlns:a16="http://schemas.microsoft.com/office/drawing/2014/main" id="{871EE519-FCB2-DA8F-5B4E-3CC4865E929F}"/>
                </a:ext>
              </a:extLst>
            </p:cNvPr>
            <p:cNvGrpSpPr/>
            <p:nvPr/>
          </p:nvGrpSpPr>
          <p:grpSpPr>
            <a:xfrm>
              <a:off x="1924429" y="2845424"/>
              <a:ext cx="312267" cy="415368"/>
              <a:chOff x="1924429" y="2845424"/>
              <a:chExt cx="312267" cy="415368"/>
            </a:xfrm>
            <a:noFill/>
          </p:grpSpPr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A493839F-9A45-9D0C-5D46-88C3688ECB91}"/>
                  </a:ext>
                </a:extLst>
              </p:cNvPr>
              <p:cNvSpPr/>
              <p:nvPr/>
            </p:nvSpPr>
            <p:spPr>
              <a:xfrm>
                <a:off x="1924429" y="2845424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7" name="Picture 246">
                <a:extLst>
                  <a:ext uri="{FF2B5EF4-FFF2-40B4-BE49-F238E27FC236}">
                    <a16:creationId xmlns:a16="http://schemas.microsoft.com/office/drawing/2014/main" id="{1457FAD4-BA18-C0A2-DB8F-715066C4C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23314" y="2944074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237" name="Graphic 2">
              <a:extLst>
                <a:ext uri="{FF2B5EF4-FFF2-40B4-BE49-F238E27FC236}">
                  <a16:creationId xmlns:a16="http://schemas.microsoft.com/office/drawing/2014/main" id="{BCC23B9D-E7DC-46F0-0610-03A7EDEEA951}"/>
                </a:ext>
              </a:extLst>
            </p:cNvPr>
            <p:cNvGrpSpPr/>
            <p:nvPr/>
          </p:nvGrpSpPr>
          <p:grpSpPr>
            <a:xfrm>
              <a:off x="1924429" y="3634624"/>
              <a:ext cx="312267" cy="415368"/>
              <a:chOff x="1924429" y="3634624"/>
              <a:chExt cx="312267" cy="415368"/>
            </a:xfrm>
            <a:noFill/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83B06B25-8731-0C99-985D-01511E73781D}"/>
                  </a:ext>
                </a:extLst>
              </p:cNvPr>
              <p:cNvSpPr/>
              <p:nvPr/>
            </p:nvSpPr>
            <p:spPr>
              <a:xfrm>
                <a:off x="1924429" y="3634624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5" name="Picture 244">
                <a:extLst>
                  <a:ext uri="{FF2B5EF4-FFF2-40B4-BE49-F238E27FC236}">
                    <a16:creationId xmlns:a16="http://schemas.microsoft.com/office/drawing/2014/main" id="{58775529-08FE-9111-D5C0-1E81B113EE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23314" y="3733274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238" name="Graphic 2">
              <a:extLst>
                <a:ext uri="{FF2B5EF4-FFF2-40B4-BE49-F238E27FC236}">
                  <a16:creationId xmlns:a16="http://schemas.microsoft.com/office/drawing/2014/main" id="{88E015D3-570E-FE8F-93A8-CC36F62233A7}"/>
                </a:ext>
              </a:extLst>
            </p:cNvPr>
            <p:cNvGrpSpPr/>
            <p:nvPr/>
          </p:nvGrpSpPr>
          <p:grpSpPr>
            <a:xfrm>
              <a:off x="1612162" y="3499629"/>
              <a:ext cx="312267" cy="415368"/>
              <a:chOff x="1612162" y="3499629"/>
              <a:chExt cx="312267" cy="415368"/>
            </a:xfrm>
            <a:noFill/>
          </p:grpSpPr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E280BFBD-EB22-B57F-22CC-5BC9645473E9}"/>
                  </a:ext>
                </a:extLst>
              </p:cNvPr>
              <p:cNvSpPr/>
              <p:nvPr/>
            </p:nvSpPr>
            <p:spPr>
              <a:xfrm>
                <a:off x="1612162" y="3499629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3" name="Picture 242">
                <a:extLst>
                  <a:ext uri="{FF2B5EF4-FFF2-40B4-BE49-F238E27FC236}">
                    <a16:creationId xmlns:a16="http://schemas.microsoft.com/office/drawing/2014/main" id="{47AF70DB-D274-AEB5-9E5C-DA64DCA9E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11047" y="3598279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2">
              <a:extLst>
                <a:ext uri="{FF2B5EF4-FFF2-40B4-BE49-F238E27FC236}">
                  <a16:creationId xmlns:a16="http://schemas.microsoft.com/office/drawing/2014/main" id="{80ADBD54-DAE5-52B8-AE35-1FB161FCB22F}"/>
                </a:ext>
              </a:extLst>
            </p:cNvPr>
            <p:cNvGrpSpPr/>
            <p:nvPr/>
          </p:nvGrpSpPr>
          <p:grpSpPr>
            <a:xfrm>
              <a:off x="2319968" y="2845424"/>
              <a:ext cx="312267" cy="415368"/>
              <a:chOff x="2319968" y="2845424"/>
              <a:chExt cx="312267" cy="415368"/>
            </a:xfrm>
            <a:noFill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5999EEA2-E4F2-FF49-F7AC-A096296CEE2C}"/>
                  </a:ext>
                </a:extLst>
              </p:cNvPr>
              <p:cNvSpPr/>
              <p:nvPr/>
            </p:nvSpPr>
            <p:spPr>
              <a:xfrm>
                <a:off x="2319968" y="2845424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77C20FB0-2FCF-DDA0-5F94-1B0244F6AB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18852" y="2944074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274" name="TextBox 273">
            <a:extLst>
              <a:ext uri="{FF2B5EF4-FFF2-40B4-BE49-F238E27FC236}">
                <a16:creationId xmlns:a16="http://schemas.microsoft.com/office/drawing/2014/main" id="{6C210891-44B1-4FBD-92B1-772461297982}"/>
              </a:ext>
            </a:extLst>
          </p:cNvPr>
          <p:cNvSpPr txBox="1"/>
          <p:nvPr/>
        </p:nvSpPr>
        <p:spPr>
          <a:xfrm>
            <a:off x="1236967" y="5188503"/>
            <a:ext cx="744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6FBABCE-5224-8508-E401-EEB70EA7C9D9}"/>
              </a:ext>
            </a:extLst>
          </p:cNvPr>
          <p:cNvGrpSpPr/>
          <p:nvPr/>
        </p:nvGrpSpPr>
        <p:grpSpPr>
          <a:xfrm>
            <a:off x="10488381" y="1884549"/>
            <a:ext cx="1692501" cy="885973"/>
            <a:chOff x="3231024" y="4195458"/>
            <a:chExt cx="2056136" cy="1076325"/>
          </a:xfrm>
        </p:grpSpPr>
        <p:grpSp>
          <p:nvGrpSpPr>
            <p:cNvPr id="25" name="Graphic 18">
              <a:extLst>
                <a:ext uri="{FF2B5EF4-FFF2-40B4-BE49-F238E27FC236}">
                  <a16:creationId xmlns:a16="http://schemas.microsoft.com/office/drawing/2014/main" id="{1768D43B-C8EF-B237-0CB1-0627403F2C98}"/>
                </a:ext>
              </a:extLst>
            </p:cNvPr>
            <p:cNvGrpSpPr/>
            <p:nvPr/>
          </p:nvGrpSpPr>
          <p:grpSpPr>
            <a:xfrm>
              <a:off x="3469003" y="4890783"/>
              <a:ext cx="951915" cy="381000"/>
              <a:chOff x="8762834" y="2646498"/>
              <a:chExt cx="951915" cy="381000"/>
            </a:xfrm>
            <a:solidFill>
              <a:srgbClr val="DAE8FC"/>
            </a:solidFill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EAEB865-ADF9-0285-7C10-8856E36CCBAC}"/>
                  </a:ext>
                </a:extLst>
              </p:cNvPr>
              <p:cNvSpPr/>
              <p:nvPr/>
            </p:nvSpPr>
            <p:spPr>
              <a:xfrm>
                <a:off x="8762834" y="26464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3470EDDB-B3B4-F5B0-799D-19E2B637DD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72353" y="27274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Graphic 18">
              <a:extLst>
                <a:ext uri="{FF2B5EF4-FFF2-40B4-BE49-F238E27FC236}">
                  <a16:creationId xmlns:a16="http://schemas.microsoft.com/office/drawing/2014/main" id="{66886756-DF03-F0A0-5A59-1489C5E26219}"/>
                </a:ext>
              </a:extLst>
            </p:cNvPr>
            <p:cNvGrpSpPr/>
            <p:nvPr/>
          </p:nvGrpSpPr>
          <p:grpSpPr>
            <a:xfrm>
              <a:off x="4201978" y="4490733"/>
              <a:ext cx="76153" cy="369189"/>
              <a:chOff x="9495809" y="2246448"/>
              <a:chExt cx="76153" cy="369189"/>
            </a:xfrm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4C2E3341-FD16-B099-4FBA-FB4F91B6BA3E}"/>
                  </a:ext>
                </a:extLst>
              </p:cNvPr>
              <p:cNvSpPr/>
              <p:nvPr/>
            </p:nvSpPr>
            <p:spPr>
              <a:xfrm>
                <a:off x="9533885" y="22464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77215880-3B64-6450-DEA1-C190D46CC503}"/>
                  </a:ext>
                </a:extLst>
              </p:cNvPr>
              <p:cNvSpPr/>
              <p:nvPr/>
            </p:nvSpPr>
            <p:spPr>
              <a:xfrm>
                <a:off x="9495809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" name="Graphic 18">
              <a:extLst>
                <a:ext uri="{FF2B5EF4-FFF2-40B4-BE49-F238E27FC236}">
                  <a16:creationId xmlns:a16="http://schemas.microsoft.com/office/drawing/2014/main" id="{1DED245B-0457-0A38-5C93-F8F8511150F5}"/>
                </a:ext>
              </a:extLst>
            </p:cNvPr>
            <p:cNvGrpSpPr/>
            <p:nvPr/>
          </p:nvGrpSpPr>
          <p:grpSpPr>
            <a:xfrm>
              <a:off x="4451760" y="5047945"/>
              <a:ext cx="264251" cy="76200"/>
              <a:chOff x="9745591" y="2803660"/>
              <a:chExt cx="264251" cy="76200"/>
            </a:xfrm>
          </p:grpSpPr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2484A39B-9327-A34D-4674-204423667B14}"/>
                  </a:ext>
                </a:extLst>
              </p:cNvPr>
              <p:cNvSpPr/>
              <p:nvPr/>
            </p:nvSpPr>
            <p:spPr>
              <a:xfrm>
                <a:off x="9802706" y="28417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C545202A-F363-04DF-7709-2F01AE2B485F}"/>
                  </a:ext>
                </a:extLst>
              </p:cNvPr>
              <p:cNvSpPr/>
              <p:nvPr/>
            </p:nvSpPr>
            <p:spPr>
              <a:xfrm>
                <a:off x="9745591" y="28036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" name="Graphic 18">
              <a:extLst>
                <a:ext uri="{FF2B5EF4-FFF2-40B4-BE49-F238E27FC236}">
                  <a16:creationId xmlns:a16="http://schemas.microsoft.com/office/drawing/2014/main" id="{349DE1EA-4FD5-C019-D5AD-056F400CF8B1}"/>
                </a:ext>
              </a:extLst>
            </p:cNvPr>
            <p:cNvGrpSpPr/>
            <p:nvPr/>
          </p:nvGrpSpPr>
          <p:grpSpPr>
            <a:xfrm>
              <a:off x="3383331" y="4633608"/>
              <a:ext cx="285574" cy="285750"/>
              <a:chOff x="8677162" y="2389323"/>
              <a:chExt cx="285574" cy="285750"/>
            </a:xfrm>
            <a:noFill/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137233B-E86D-7230-CC93-FEC4BF2A301B}"/>
                  </a:ext>
                </a:extLst>
              </p:cNvPr>
              <p:cNvSpPr/>
              <p:nvPr/>
            </p:nvSpPr>
            <p:spPr>
              <a:xfrm>
                <a:off x="8677162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56C15F4F-732F-BF91-AA92-9C2B3D8E45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772353" y="24464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9" name="Graphic 18">
              <a:extLst>
                <a:ext uri="{FF2B5EF4-FFF2-40B4-BE49-F238E27FC236}">
                  <a16:creationId xmlns:a16="http://schemas.microsoft.com/office/drawing/2014/main" id="{88863134-8282-95CE-DA24-6BD859D9F18E}"/>
                </a:ext>
              </a:extLst>
            </p:cNvPr>
            <p:cNvGrpSpPr/>
            <p:nvPr/>
          </p:nvGrpSpPr>
          <p:grpSpPr>
            <a:xfrm>
              <a:off x="3621309" y="4509783"/>
              <a:ext cx="76153" cy="350139"/>
              <a:chOff x="8915140" y="2265498"/>
              <a:chExt cx="76153" cy="350139"/>
            </a:xfrm>
          </p:grpSpPr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E15C2171-3003-EED9-5D37-A289C8C8E017}"/>
                  </a:ext>
                </a:extLst>
              </p:cNvPr>
              <p:cNvSpPr/>
              <p:nvPr/>
            </p:nvSpPr>
            <p:spPr>
              <a:xfrm>
                <a:off x="8953217" y="22654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9155DAD0-CA78-1042-383C-DBAB18E190AB}"/>
                  </a:ext>
                </a:extLst>
              </p:cNvPr>
              <p:cNvSpPr/>
              <p:nvPr/>
            </p:nvSpPr>
            <p:spPr>
              <a:xfrm>
                <a:off x="8915140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0" name="Graphic 18">
              <a:extLst>
                <a:ext uri="{FF2B5EF4-FFF2-40B4-BE49-F238E27FC236}">
                  <a16:creationId xmlns:a16="http://schemas.microsoft.com/office/drawing/2014/main" id="{10FAE5C6-921F-8A63-275D-B1454E4AD8B4}"/>
                </a:ext>
              </a:extLst>
            </p:cNvPr>
            <p:cNvGrpSpPr/>
            <p:nvPr/>
          </p:nvGrpSpPr>
          <p:grpSpPr>
            <a:xfrm>
              <a:off x="4211497" y="4633608"/>
              <a:ext cx="285574" cy="285750"/>
              <a:chOff x="9505328" y="2389323"/>
              <a:chExt cx="285574" cy="285750"/>
            </a:xfrm>
            <a:noFill/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D84E2FD-CAF0-A002-4EF2-8FA4493216AD}"/>
                  </a:ext>
                </a:extLst>
              </p:cNvPr>
              <p:cNvSpPr/>
              <p:nvPr/>
            </p:nvSpPr>
            <p:spPr>
              <a:xfrm>
                <a:off x="9505328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02D87AB9-BAB1-8A83-A4D2-E0192338C5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605279" y="24464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18">
              <a:extLst>
                <a:ext uri="{FF2B5EF4-FFF2-40B4-BE49-F238E27FC236}">
                  <a16:creationId xmlns:a16="http://schemas.microsoft.com/office/drawing/2014/main" id="{6D103D7F-1942-E933-33E9-FD4F682B4165}"/>
                </a:ext>
              </a:extLst>
            </p:cNvPr>
            <p:cNvGrpSpPr/>
            <p:nvPr/>
          </p:nvGrpSpPr>
          <p:grpSpPr>
            <a:xfrm>
              <a:off x="4430437" y="4871733"/>
              <a:ext cx="856723" cy="390525"/>
              <a:chOff x="9724268" y="2627448"/>
              <a:chExt cx="856723" cy="390525"/>
            </a:xfrm>
            <a:noFill/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CDCC8D9-FB08-1F83-96BA-3502FA275B75}"/>
                  </a:ext>
                </a:extLst>
              </p:cNvPr>
              <p:cNvSpPr/>
              <p:nvPr/>
            </p:nvSpPr>
            <p:spPr>
              <a:xfrm>
                <a:off x="9724268" y="26274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C4C9D3B6-ADA9-D1EC-2F99-2756245BFC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52679" y="26845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4" name="Graphic 18">
              <a:extLst>
                <a:ext uri="{FF2B5EF4-FFF2-40B4-BE49-F238E27FC236}">
                  <a16:creationId xmlns:a16="http://schemas.microsoft.com/office/drawing/2014/main" id="{29F170F6-51B0-4E08-172A-431E47F31B6A}"/>
                </a:ext>
              </a:extLst>
            </p:cNvPr>
            <p:cNvGrpSpPr/>
            <p:nvPr/>
          </p:nvGrpSpPr>
          <p:grpSpPr>
            <a:xfrm>
              <a:off x="3231024" y="4195458"/>
              <a:ext cx="856723" cy="390525"/>
              <a:chOff x="8524855" y="1951173"/>
              <a:chExt cx="856723" cy="390525"/>
            </a:xfrm>
            <a:noFill/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804C27A-421A-7D93-4894-8B1B0A82987D}"/>
                  </a:ext>
                </a:extLst>
              </p:cNvPr>
              <p:cNvSpPr/>
              <p:nvPr/>
            </p:nvSpPr>
            <p:spPr>
              <a:xfrm>
                <a:off x="8524855" y="1951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8ACCF2E8-DB15-B8C1-AEA3-654665E7D9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853266" y="2008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205AE57-C5B8-859A-2072-6017531E6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192495" y="4259133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5A750A55-A402-8A84-04AC-5494E03455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9207" y="2994777"/>
            <a:ext cx="1020072" cy="280373"/>
          </a:xfrm>
          <a:custGeom>
            <a:avLst/>
            <a:gdLst>
              <a:gd name="csX0" fmla="*/ 0 w 1020072"/>
              <a:gd name="csY0" fmla="*/ 0 h 280373"/>
              <a:gd name="csX1" fmla="*/ 1020073 w 1020072"/>
              <a:gd name="csY1" fmla="*/ 0 h 280373"/>
              <a:gd name="csX2" fmla="*/ 1020073 w 1020072"/>
              <a:gd name="csY2" fmla="*/ 280374 h 280373"/>
              <a:gd name="csX3" fmla="*/ 0 w 1020072"/>
              <a:gd name="csY3" fmla="*/ 280374 h 280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20072" h="280373">
                <a:moveTo>
                  <a:pt x="0" y="0"/>
                </a:moveTo>
                <a:lnTo>
                  <a:pt x="1020073" y="0"/>
                </a:lnTo>
                <a:lnTo>
                  <a:pt x="1020073" y="280374"/>
                </a:lnTo>
                <a:lnTo>
                  <a:pt x="0" y="280374"/>
                </a:lnTo>
                <a:close/>
              </a:path>
            </a:pathLst>
          </a:custGeom>
        </p:spPr>
      </p:pic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DFCC3F9C-0BA8-60DF-87A6-653095924379}"/>
              </a:ext>
            </a:extLst>
          </p:cNvPr>
          <p:cNvCxnSpPr>
            <a:cxnSpLocks/>
            <a:stCxn id="50" idx="2"/>
            <a:endCxn id="173" idx="3"/>
          </p:cNvCxnSpPr>
          <p:nvPr/>
        </p:nvCxnSpPr>
        <p:spPr>
          <a:xfrm rot="5400000">
            <a:off x="10577280" y="2602930"/>
            <a:ext cx="331185" cy="666368"/>
          </a:xfrm>
          <a:prstGeom prst="bent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aphic 14">
            <a:extLst>
              <a:ext uri="{FF2B5EF4-FFF2-40B4-BE49-F238E27FC236}">
                <a16:creationId xmlns:a16="http://schemas.microsoft.com/office/drawing/2014/main" id="{4F34B957-4440-914A-34DC-9B5622B1176C}"/>
              </a:ext>
            </a:extLst>
          </p:cNvPr>
          <p:cNvGrpSpPr/>
          <p:nvPr/>
        </p:nvGrpSpPr>
        <p:grpSpPr>
          <a:xfrm>
            <a:off x="9565413" y="2438361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87DF54B-4010-B227-DE48-ACC1CF871991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FE85A38-B5E3-F68B-ADF8-D1938E9E2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78" name="Graphic 14">
            <a:extLst>
              <a:ext uri="{FF2B5EF4-FFF2-40B4-BE49-F238E27FC236}">
                <a16:creationId xmlns:a16="http://schemas.microsoft.com/office/drawing/2014/main" id="{4148C35E-9B50-087A-ABD3-4D712D399BA1}"/>
              </a:ext>
            </a:extLst>
          </p:cNvPr>
          <p:cNvGrpSpPr/>
          <p:nvPr/>
        </p:nvGrpSpPr>
        <p:grpSpPr>
          <a:xfrm>
            <a:off x="10481318" y="2829171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F1396CF-5264-EC80-AB8C-33E794A7ACC8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9DEE897-B4F7-F762-F167-0E98D7F98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ACFB7771-E2B3-A5D3-0CF9-83586FE7BF57}"/>
              </a:ext>
            </a:extLst>
          </p:cNvPr>
          <p:cNvSpPr txBox="1"/>
          <p:nvPr/>
        </p:nvSpPr>
        <p:spPr>
          <a:xfrm>
            <a:off x="8081010" y="61264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A9389BA-0735-0F77-3801-10E350D13605}"/>
              </a:ext>
            </a:extLst>
          </p:cNvPr>
          <p:cNvSpPr/>
          <p:nvPr/>
        </p:nvSpPr>
        <p:spPr>
          <a:xfrm>
            <a:off x="10561114" y="1897870"/>
            <a:ext cx="1451816" cy="10969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43BC454-4DF4-DA02-EEE8-9A722F2144FD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84" name="Text 13">
              <a:extLst>
                <a:ext uri="{FF2B5EF4-FFF2-40B4-BE49-F238E27FC236}">
                  <a16:creationId xmlns:a16="http://schemas.microsoft.com/office/drawing/2014/main" id="{D9375EEB-A7ED-377A-7B74-5A12FFF9B0FE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0FDF5B2-370E-0F10-DC85-AD61D016BF65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75BF9CF-4EE6-7DF2-1FF0-43BEA3C408A1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0D1EB67-C4D0-C7E2-C6F7-FCF3415CB2AC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FB58A46-6219-2563-CF3C-02CD6BD3799B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9D7FA57-2A22-C144-9D91-9257547348F3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Text 13">
              <a:extLst>
                <a:ext uri="{FF2B5EF4-FFF2-40B4-BE49-F238E27FC236}">
                  <a16:creationId xmlns:a16="http://schemas.microsoft.com/office/drawing/2014/main" id="{EDD2AB43-D6C8-941A-E989-35957B59F3C3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03" name="Text 13">
              <a:extLst>
                <a:ext uri="{FF2B5EF4-FFF2-40B4-BE49-F238E27FC236}">
                  <a16:creationId xmlns:a16="http://schemas.microsoft.com/office/drawing/2014/main" id="{11A08257-02E7-8F30-5632-D8ADBBF08E26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04" name="Text 13">
              <a:extLst>
                <a:ext uri="{FF2B5EF4-FFF2-40B4-BE49-F238E27FC236}">
                  <a16:creationId xmlns:a16="http://schemas.microsoft.com/office/drawing/2014/main" id="{970D4B08-3AB8-7404-A476-E3CDE695449B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16C1765-1755-D1C0-A028-611E201EADD5}"/>
              </a:ext>
            </a:extLst>
          </p:cNvPr>
          <p:cNvSpPr/>
          <p:nvPr/>
        </p:nvSpPr>
        <p:spPr>
          <a:xfrm>
            <a:off x="7342658" y="938648"/>
            <a:ext cx="4007145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CFC573F-9103-5E82-8D66-59B2C8D3E21D}"/>
              </a:ext>
            </a:extLst>
          </p:cNvPr>
          <p:cNvSpPr/>
          <p:nvPr/>
        </p:nvSpPr>
        <p:spPr>
          <a:xfrm>
            <a:off x="1823242" y="933225"/>
            <a:ext cx="3344142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57740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A09D1-7031-8861-456E-17E882078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72AB3A-A61D-8C02-8A90-FABB10555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53810C-CA28-AC4F-B24F-B16FA43E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53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05255E5-74D4-DB86-69E6-2FE72C02AF46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0FA52AFA-8197-29CF-7B14-BB6E39180EF7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1EEBF-6783-A59D-3ADE-71FEED7FC841}"/>
              </a:ext>
            </a:extLst>
          </p:cNvPr>
          <p:cNvSpPr txBox="1"/>
          <p:nvPr/>
        </p:nvSpPr>
        <p:spPr>
          <a:xfrm>
            <a:off x="1438218" y="1520454"/>
            <a:ext cx="83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08E7CA-A3BE-399B-8F4F-1F83ED17ECDA}"/>
              </a:ext>
            </a:extLst>
          </p:cNvPr>
          <p:cNvGrpSpPr/>
          <p:nvPr/>
        </p:nvGrpSpPr>
        <p:grpSpPr>
          <a:xfrm>
            <a:off x="2244888" y="2132803"/>
            <a:ext cx="2302883" cy="3876143"/>
            <a:chOff x="2258121" y="3054055"/>
            <a:chExt cx="1892183" cy="3184865"/>
          </a:xfrm>
        </p:grpSpPr>
        <p:grpSp>
          <p:nvGrpSpPr>
            <p:cNvPr id="22" name="Graphic 14">
              <a:extLst>
                <a:ext uri="{FF2B5EF4-FFF2-40B4-BE49-F238E27FC236}">
                  <a16:creationId xmlns:a16="http://schemas.microsoft.com/office/drawing/2014/main" id="{1FDFF713-D74D-2064-A074-16EF944E4F21}"/>
                </a:ext>
              </a:extLst>
            </p:cNvPr>
            <p:cNvGrpSpPr/>
            <p:nvPr/>
          </p:nvGrpSpPr>
          <p:grpSpPr>
            <a:xfrm>
              <a:off x="2582821" y="3397640"/>
              <a:ext cx="542688" cy="524409"/>
              <a:chOff x="2582821" y="3397640"/>
              <a:chExt cx="542688" cy="524409"/>
            </a:xfrm>
          </p:grpSpPr>
          <p:grpSp>
            <p:nvGrpSpPr>
              <p:cNvPr id="104" name="Graphic 14">
                <a:extLst>
                  <a:ext uri="{FF2B5EF4-FFF2-40B4-BE49-F238E27FC236}">
                    <a16:creationId xmlns:a16="http://schemas.microsoft.com/office/drawing/2014/main" id="{A89C8970-6E80-DE41-2B6E-71E09B4F067B}"/>
                  </a:ext>
                </a:extLst>
              </p:cNvPr>
              <p:cNvGrpSpPr/>
              <p:nvPr/>
            </p:nvGrpSpPr>
            <p:grpSpPr>
              <a:xfrm>
                <a:off x="2582821" y="3397640"/>
                <a:ext cx="542688" cy="524409"/>
                <a:chOff x="2582821" y="3397640"/>
                <a:chExt cx="542688" cy="524409"/>
              </a:xfrm>
            </p:grpSpPr>
            <p:sp>
              <p:nvSpPr>
                <p:cNvPr id="144" name="Freeform 143">
                  <a:extLst>
                    <a:ext uri="{FF2B5EF4-FFF2-40B4-BE49-F238E27FC236}">
                      <a16:creationId xmlns:a16="http://schemas.microsoft.com/office/drawing/2014/main" id="{88795C72-003C-5716-D7FD-69A8CA48B2BE}"/>
                    </a:ext>
                  </a:extLst>
                </p:cNvPr>
                <p:cNvSpPr/>
                <p:nvPr/>
              </p:nvSpPr>
              <p:spPr>
                <a:xfrm>
                  <a:off x="2582821" y="3397640"/>
                  <a:ext cx="501697" cy="484765"/>
                </a:xfrm>
                <a:custGeom>
                  <a:avLst/>
                  <a:gdLst>
                    <a:gd name="csX0" fmla="*/ 0 w 501697"/>
                    <a:gd name="csY0" fmla="*/ 0 h 484765"/>
                    <a:gd name="csX1" fmla="*/ 501697 w 501697"/>
                    <a:gd name="csY1" fmla="*/ 484765 h 4847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01697" h="484765">
                      <a:moveTo>
                        <a:pt x="0" y="0"/>
                      </a:moveTo>
                      <a:lnTo>
                        <a:pt x="501697" y="484765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45" name="Freeform 144">
                  <a:extLst>
                    <a:ext uri="{FF2B5EF4-FFF2-40B4-BE49-F238E27FC236}">
                      <a16:creationId xmlns:a16="http://schemas.microsoft.com/office/drawing/2014/main" id="{CFBEB4C6-20F2-43E4-12E9-575AA51961EE}"/>
                    </a:ext>
                  </a:extLst>
                </p:cNvPr>
                <p:cNvSpPr/>
                <p:nvPr/>
              </p:nvSpPr>
              <p:spPr>
                <a:xfrm>
                  <a:off x="3044383" y="3841905"/>
                  <a:ext cx="81127" cy="80144"/>
                </a:xfrm>
                <a:custGeom>
                  <a:avLst/>
                  <a:gdLst>
                    <a:gd name="csX0" fmla="*/ 81128 w 81127"/>
                    <a:gd name="csY0" fmla="*/ 80145 h 80144"/>
                    <a:gd name="csX1" fmla="*/ 0 w 81127"/>
                    <a:gd name="csY1" fmla="*/ 54666 h 80144"/>
                    <a:gd name="csX2" fmla="*/ 40136 w 81127"/>
                    <a:gd name="csY2" fmla="*/ 40500 h 80144"/>
                    <a:gd name="csX3" fmla="*/ 52880 w 81127"/>
                    <a:gd name="csY3" fmla="*/ 0 h 80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127" h="80144">
                      <a:moveTo>
                        <a:pt x="81128" y="80145"/>
                      </a:moveTo>
                      <a:lnTo>
                        <a:pt x="0" y="54666"/>
                      </a:lnTo>
                      <a:lnTo>
                        <a:pt x="40136" y="40500"/>
                      </a:lnTo>
                      <a:lnTo>
                        <a:pt x="528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4088F654-C3B1-E98E-502B-F51BC61078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6965" y="352465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" name="Graphic 14">
              <a:extLst>
                <a:ext uri="{FF2B5EF4-FFF2-40B4-BE49-F238E27FC236}">
                  <a16:creationId xmlns:a16="http://schemas.microsoft.com/office/drawing/2014/main" id="{1FB934A8-F4AE-C5AC-0FB9-7867B773B761}"/>
                </a:ext>
              </a:extLst>
            </p:cNvPr>
            <p:cNvGrpSpPr/>
            <p:nvPr/>
          </p:nvGrpSpPr>
          <p:grpSpPr>
            <a:xfrm>
              <a:off x="2405064" y="3453351"/>
              <a:ext cx="85597" cy="1053002"/>
              <a:chOff x="2405064" y="3453351"/>
              <a:chExt cx="85597" cy="1053002"/>
            </a:xfrm>
          </p:grpSpPr>
          <p:grpSp>
            <p:nvGrpSpPr>
              <p:cNvPr id="88" name="Graphic 14">
                <a:extLst>
                  <a:ext uri="{FF2B5EF4-FFF2-40B4-BE49-F238E27FC236}">
                    <a16:creationId xmlns:a16="http://schemas.microsoft.com/office/drawing/2014/main" id="{19F9D47F-40FA-3E07-F5F6-02D3E2AD3060}"/>
                  </a:ext>
                </a:extLst>
              </p:cNvPr>
              <p:cNvGrpSpPr/>
              <p:nvPr/>
            </p:nvGrpSpPr>
            <p:grpSpPr>
              <a:xfrm>
                <a:off x="2410295" y="3453351"/>
                <a:ext cx="76086" cy="1053002"/>
                <a:chOff x="2410295" y="3453351"/>
                <a:chExt cx="76086" cy="1053002"/>
              </a:xfrm>
            </p:grpSpPr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346D1C0F-28F1-86E9-5B31-01EBBED48651}"/>
                    </a:ext>
                  </a:extLst>
                </p:cNvPr>
                <p:cNvSpPr/>
                <p:nvPr/>
              </p:nvSpPr>
              <p:spPr>
                <a:xfrm>
                  <a:off x="2448338" y="3453351"/>
                  <a:ext cx="9510" cy="995959"/>
                </a:xfrm>
                <a:custGeom>
                  <a:avLst/>
                  <a:gdLst>
                    <a:gd name="csX0" fmla="*/ 0 w 9510"/>
                    <a:gd name="csY0" fmla="*/ 0 h 995959"/>
                    <a:gd name="csX1" fmla="*/ 0 w 9510"/>
                    <a:gd name="csY1" fmla="*/ 995960 h 99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995959">
                      <a:moveTo>
                        <a:pt x="0" y="0"/>
                      </a:moveTo>
                      <a:lnTo>
                        <a:pt x="0" y="995960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" name="Freeform 102">
                  <a:extLst>
                    <a:ext uri="{FF2B5EF4-FFF2-40B4-BE49-F238E27FC236}">
                      <a16:creationId xmlns:a16="http://schemas.microsoft.com/office/drawing/2014/main" id="{BF9CFBDF-995B-3B0F-AA40-4948FF1A90B1}"/>
                    </a:ext>
                  </a:extLst>
                </p:cNvPr>
                <p:cNvSpPr/>
                <p:nvPr/>
              </p:nvSpPr>
              <p:spPr>
                <a:xfrm>
                  <a:off x="2410295" y="4430297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2889F1BA-3627-61B5-BB3C-176F6E3687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5064" y="3914444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14">
              <a:extLst>
                <a:ext uri="{FF2B5EF4-FFF2-40B4-BE49-F238E27FC236}">
                  <a16:creationId xmlns:a16="http://schemas.microsoft.com/office/drawing/2014/main" id="{0A213F64-F1F7-50CD-5AFE-7E7D4302AF4F}"/>
                </a:ext>
              </a:extLst>
            </p:cNvPr>
            <p:cNvGrpSpPr/>
            <p:nvPr/>
          </p:nvGrpSpPr>
          <p:grpSpPr>
            <a:xfrm>
              <a:off x="2258121" y="3073069"/>
              <a:ext cx="380433" cy="380282"/>
              <a:chOff x="2258121" y="3073069"/>
              <a:chExt cx="380433" cy="380282"/>
            </a:xfrm>
            <a:solidFill>
              <a:srgbClr val="FFFFFF"/>
            </a:solidFill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7E9AC2C3-F6D4-C5DB-88B8-BDE8FB424887}"/>
                  </a:ext>
                </a:extLst>
              </p:cNvPr>
              <p:cNvSpPr/>
              <p:nvPr/>
            </p:nvSpPr>
            <p:spPr>
              <a:xfrm>
                <a:off x="2258121" y="30730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D995648D-DB77-FC5C-377D-32021B0FD3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7156" y="31538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Graphic 14">
              <a:extLst>
                <a:ext uri="{FF2B5EF4-FFF2-40B4-BE49-F238E27FC236}">
                  <a16:creationId xmlns:a16="http://schemas.microsoft.com/office/drawing/2014/main" id="{8282C6E5-1F10-2C9F-9F84-3684A2C28710}"/>
                </a:ext>
              </a:extLst>
            </p:cNvPr>
            <p:cNvGrpSpPr/>
            <p:nvPr/>
          </p:nvGrpSpPr>
          <p:grpSpPr>
            <a:xfrm>
              <a:off x="3194464" y="4261451"/>
              <a:ext cx="118885" cy="910396"/>
              <a:chOff x="3194464" y="4261451"/>
              <a:chExt cx="118885" cy="910396"/>
            </a:xfrm>
          </p:grpSpPr>
          <p:grpSp>
            <p:nvGrpSpPr>
              <p:cNvPr id="82" name="Graphic 14">
                <a:extLst>
                  <a:ext uri="{FF2B5EF4-FFF2-40B4-BE49-F238E27FC236}">
                    <a16:creationId xmlns:a16="http://schemas.microsoft.com/office/drawing/2014/main" id="{4E4CD684-05B7-C224-F50E-A51CC9EB6656}"/>
                  </a:ext>
                </a:extLst>
              </p:cNvPr>
              <p:cNvGrpSpPr/>
              <p:nvPr/>
            </p:nvGrpSpPr>
            <p:grpSpPr>
              <a:xfrm>
                <a:off x="3237263" y="4261451"/>
                <a:ext cx="76086" cy="910396"/>
                <a:chOff x="3237263" y="4261451"/>
                <a:chExt cx="76086" cy="910396"/>
              </a:xfrm>
            </p:grpSpPr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01D2FCB1-66B6-5867-60A0-ABB7CC0E3454}"/>
                    </a:ext>
                  </a:extLst>
                </p:cNvPr>
                <p:cNvSpPr/>
                <p:nvPr/>
              </p:nvSpPr>
              <p:spPr>
                <a:xfrm>
                  <a:off x="3275306" y="4261451"/>
                  <a:ext cx="9510" cy="853353"/>
                </a:xfrm>
                <a:custGeom>
                  <a:avLst/>
                  <a:gdLst>
                    <a:gd name="csX0" fmla="*/ 0 w 9510"/>
                    <a:gd name="csY0" fmla="*/ 0 h 853353"/>
                    <a:gd name="csX1" fmla="*/ 0 w 9510"/>
                    <a:gd name="csY1" fmla="*/ 853354 h 853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53353">
                      <a:moveTo>
                        <a:pt x="0" y="0"/>
                      </a:moveTo>
                      <a:lnTo>
                        <a:pt x="0" y="853354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147197A6-5F22-6D6D-B870-6733FED5E867}"/>
                    </a:ext>
                  </a:extLst>
                </p:cNvPr>
                <p:cNvSpPr/>
                <p:nvPr/>
              </p:nvSpPr>
              <p:spPr>
                <a:xfrm>
                  <a:off x="3237263" y="5095791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EFF02DEB-9C35-0ABC-870B-B58DDBDFC8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464" y="4570431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7" name="Graphic 14">
              <a:extLst>
                <a:ext uri="{FF2B5EF4-FFF2-40B4-BE49-F238E27FC236}">
                  <a16:creationId xmlns:a16="http://schemas.microsoft.com/office/drawing/2014/main" id="{B4E0E0FD-A364-21B0-5D5B-DE53E1FB1534}"/>
                </a:ext>
              </a:extLst>
            </p:cNvPr>
            <p:cNvGrpSpPr/>
            <p:nvPr/>
          </p:nvGrpSpPr>
          <p:grpSpPr>
            <a:xfrm>
              <a:off x="3085089" y="3881169"/>
              <a:ext cx="380433" cy="380282"/>
              <a:chOff x="3085089" y="3881169"/>
              <a:chExt cx="380433" cy="380282"/>
            </a:xfrm>
            <a:solidFill>
              <a:srgbClr val="FFFFFF"/>
            </a:solidFill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0275C62B-8DE0-D465-8444-7E06C79FA88B}"/>
                  </a:ext>
                </a:extLst>
              </p:cNvPr>
              <p:cNvSpPr/>
              <p:nvPr/>
            </p:nvSpPr>
            <p:spPr>
              <a:xfrm>
                <a:off x="3085089" y="388116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17E24D42-6B43-0DEB-C177-E67881F737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4600" y="396197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14">
              <a:extLst>
                <a:ext uri="{FF2B5EF4-FFF2-40B4-BE49-F238E27FC236}">
                  <a16:creationId xmlns:a16="http://schemas.microsoft.com/office/drawing/2014/main" id="{E75A7FC7-C823-1326-C514-B1E114276988}"/>
                </a:ext>
              </a:extLst>
            </p:cNvPr>
            <p:cNvGrpSpPr/>
            <p:nvPr/>
          </p:nvGrpSpPr>
          <p:grpSpPr>
            <a:xfrm>
              <a:off x="2405064" y="4907932"/>
              <a:ext cx="85597" cy="929410"/>
              <a:chOff x="2405064" y="4907932"/>
              <a:chExt cx="85597" cy="929410"/>
            </a:xfrm>
          </p:grpSpPr>
          <p:grpSp>
            <p:nvGrpSpPr>
              <p:cNvPr id="76" name="Graphic 14">
                <a:extLst>
                  <a:ext uri="{FF2B5EF4-FFF2-40B4-BE49-F238E27FC236}">
                    <a16:creationId xmlns:a16="http://schemas.microsoft.com/office/drawing/2014/main" id="{115E3011-B502-60C6-32EF-B3C731287E27}"/>
                  </a:ext>
                </a:extLst>
              </p:cNvPr>
              <p:cNvGrpSpPr/>
              <p:nvPr/>
            </p:nvGrpSpPr>
            <p:grpSpPr>
              <a:xfrm>
                <a:off x="2410295" y="4907932"/>
                <a:ext cx="76086" cy="929410"/>
                <a:chOff x="2410295" y="4907932"/>
                <a:chExt cx="76086" cy="929410"/>
              </a:xfrm>
            </p:grpSpPr>
            <p:sp>
              <p:nvSpPr>
                <p:cNvPr id="78" name="Freeform 77">
                  <a:extLst>
                    <a:ext uri="{FF2B5EF4-FFF2-40B4-BE49-F238E27FC236}">
                      <a16:creationId xmlns:a16="http://schemas.microsoft.com/office/drawing/2014/main" id="{5D9C24AB-E9ED-411E-EEB7-BBBFE79D4CFD}"/>
                    </a:ext>
                  </a:extLst>
                </p:cNvPr>
                <p:cNvSpPr/>
                <p:nvPr/>
              </p:nvSpPr>
              <p:spPr>
                <a:xfrm>
                  <a:off x="2448338" y="4907932"/>
                  <a:ext cx="9510" cy="872368"/>
                </a:xfrm>
                <a:custGeom>
                  <a:avLst/>
                  <a:gdLst>
                    <a:gd name="csX0" fmla="*/ 0 w 9510"/>
                    <a:gd name="csY0" fmla="*/ 0 h 872368"/>
                    <a:gd name="csX1" fmla="*/ 0 w 9510"/>
                    <a:gd name="csY1" fmla="*/ 872368 h 872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10" h="872368">
                      <a:moveTo>
                        <a:pt x="0" y="0"/>
                      </a:moveTo>
                      <a:lnTo>
                        <a:pt x="0" y="87236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9" name="Freeform 78">
                  <a:extLst>
                    <a:ext uri="{FF2B5EF4-FFF2-40B4-BE49-F238E27FC236}">
                      <a16:creationId xmlns:a16="http://schemas.microsoft.com/office/drawing/2014/main" id="{01F18C74-4A2A-5C63-4C0A-8D27C883DD60}"/>
                    </a:ext>
                  </a:extLst>
                </p:cNvPr>
                <p:cNvSpPr/>
                <p:nvPr/>
              </p:nvSpPr>
              <p:spPr>
                <a:xfrm>
                  <a:off x="2410295" y="5761286"/>
                  <a:ext cx="76086" cy="76056"/>
                </a:xfrm>
                <a:custGeom>
                  <a:avLst/>
                  <a:gdLst>
                    <a:gd name="csX0" fmla="*/ 38043 w 76086"/>
                    <a:gd name="csY0" fmla="*/ 76057 h 76056"/>
                    <a:gd name="csX1" fmla="*/ 0 w 76086"/>
                    <a:gd name="csY1" fmla="*/ 0 h 76056"/>
                    <a:gd name="csX2" fmla="*/ 38043 w 76086"/>
                    <a:gd name="csY2" fmla="*/ 19014 h 76056"/>
                    <a:gd name="csX3" fmla="*/ 76087 w 76086"/>
                    <a:gd name="csY3" fmla="*/ 0 h 76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086" h="76056">
                      <a:moveTo>
                        <a:pt x="38043" y="76057"/>
                      </a:moveTo>
                      <a:lnTo>
                        <a:pt x="0" y="0"/>
                      </a:lnTo>
                      <a:lnTo>
                        <a:pt x="38043" y="19014"/>
                      </a:lnTo>
                      <a:lnTo>
                        <a:pt x="760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B65B19F8-6C7F-63E5-1519-39791AB13D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064" y="5178883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9" name="Graphic 14">
              <a:extLst>
                <a:ext uri="{FF2B5EF4-FFF2-40B4-BE49-F238E27FC236}">
                  <a16:creationId xmlns:a16="http://schemas.microsoft.com/office/drawing/2014/main" id="{1D9BCD5A-EA30-D9CA-A468-AF1A5DB33E52}"/>
                </a:ext>
              </a:extLst>
            </p:cNvPr>
            <p:cNvGrpSpPr/>
            <p:nvPr/>
          </p:nvGrpSpPr>
          <p:grpSpPr>
            <a:xfrm>
              <a:off x="2258121" y="4527649"/>
              <a:ext cx="380433" cy="380282"/>
              <a:chOff x="2258121" y="4527649"/>
              <a:chExt cx="380433" cy="380282"/>
            </a:xfrm>
            <a:solidFill>
              <a:srgbClr val="FFFFFF"/>
            </a:solidFill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0374B4ED-5E95-D743-F076-A4E32409DF8A}"/>
                  </a:ext>
                </a:extLst>
              </p:cNvPr>
              <p:cNvSpPr/>
              <p:nvPr/>
            </p:nvSpPr>
            <p:spPr>
              <a:xfrm>
                <a:off x="2258121" y="4527649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DBB291CD-0E48-78AB-D1FA-B9F9CF75C1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7156" y="4608459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30" name="Graphic 14">
              <a:extLst>
                <a:ext uri="{FF2B5EF4-FFF2-40B4-BE49-F238E27FC236}">
                  <a16:creationId xmlns:a16="http://schemas.microsoft.com/office/drawing/2014/main" id="{3959DFFA-1959-54CC-5E7C-404C53697532}"/>
                </a:ext>
              </a:extLst>
            </p:cNvPr>
            <p:cNvGrpSpPr/>
            <p:nvPr/>
          </p:nvGrpSpPr>
          <p:grpSpPr>
            <a:xfrm>
              <a:off x="2258121" y="5858638"/>
              <a:ext cx="380433" cy="380282"/>
              <a:chOff x="2258121" y="5858638"/>
              <a:chExt cx="380433" cy="380282"/>
            </a:xfrm>
            <a:solidFill>
              <a:srgbClr val="FFFFFF"/>
            </a:solidFill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E4223A29-5C72-0D4A-4670-F654825F95E4}"/>
                  </a:ext>
                </a:extLst>
              </p:cNvPr>
              <p:cNvSpPr/>
              <p:nvPr/>
            </p:nvSpPr>
            <p:spPr>
              <a:xfrm>
                <a:off x="2258121" y="5858638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2D41E305-0F44-266A-D41A-12519E893B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7156" y="5939448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14">
              <a:extLst>
                <a:ext uri="{FF2B5EF4-FFF2-40B4-BE49-F238E27FC236}">
                  <a16:creationId xmlns:a16="http://schemas.microsoft.com/office/drawing/2014/main" id="{DA865F2C-FED9-1E7B-AE34-5A24239CDC02}"/>
                </a:ext>
              </a:extLst>
            </p:cNvPr>
            <p:cNvGrpSpPr/>
            <p:nvPr/>
          </p:nvGrpSpPr>
          <p:grpSpPr>
            <a:xfrm>
              <a:off x="3085089" y="5193143"/>
              <a:ext cx="380433" cy="380282"/>
              <a:chOff x="3085089" y="5193143"/>
              <a:chExt cx="380433" cy="380282"/>
            </a:xfrm>
            <a:solidFill>
              <a:srgbClr val="FFFFFF"/>
            </a:solidFill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70BE53CC-E904-0AD9-9875-44894CDACA80}"/>
                  </a:ext>
                </a:extLst>
              </p:cNvPr>
              <p:cNvSpPr/>
              <p:nvPr/>
            </p:nvSpPr>
            <p:spPr>
              <a:xfrm>
                <a:off x="3085089" y="5193143"/>
                <a:ext cx="380433" cy="380282"/>
              </a:xfrm>
              <a:prstGeom prst="ellipse">
                <a:avLst/>
              </a:prstGeom>
              <a:solidFill>
                <a:srgbClr val="FFFFFF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09ABD572-1CC6-045D-4684-E72D81B77A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4600" y="5273954"/>
                <a:ext cx="361412" cy="275704"/>
              </a:xfrm>
              <a:custGeom>
                <a:avLst/>
                <a:gdLst>
                  <a:gd name="csX0" fmla="*/ 0 w 361412"/>
                  <a:gd name="csY0" fmla="*/ 0 h 275704"/>
                  <a:gd name="csX1" fmla="*/ 361412 w 361412"/>
                  <a:gd name="csY1" fmla="*/ 0 h 275704"/>
                  <a:gd name="csX2" fmla="*/ 361412 w 361412"/>
                  <a:gd name="csY2" fmla="*/ 275705 h 275704"/>
                  <a:gd name="csX3" fmla="*/ 0 w 361412"/>
                  <a:gd name="csY3" fmla="*/ 275705 h 2757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412" h="275704">
                    <a:moveTo>
                      <a:pt x="0" y="0"/>
                    </a:moveTo>
                    <a:lnTo>
                      <a:pt x="361412" y="0"/>
                    </a:lnTo>
                    <a:lnTo>
                      <a:pt x="361412" y="275705"/>
                    </a:lnTo>
                    <a:lnTo>
                      <a:pt x="0" y="275705"/>
                    </a:lnTo>
                    <a:close/>
                  </a:path>
                </a:pathLst>
              </a:custGeom>
            </p:spPr>
          </p:pic>
        </p:grpSp>
        <p:grpSp>
          <p:nvGrpSpPr>
            <p:cNvPr id="34" name="Graphic 14">
              <a:extLst>
                <a:ext uri="{FF2B5EF4-FFF2-40B4-BE49-F238E27FC236}">
                  <a16:creationId xmlns:a16="http://schemas.microsoft.com/office/drawing/2014/main" id="{FFABEAEC-9646-0137-CC15-E2DE52D9946C}"/>
                </a:ext>
              </a:extLst>
            </p:cNvPr>
            <p:cNvGrpSpPr/>
            <p:nvPr/>
          </p:nvGrpSpPr>
          <p:grpSpPr>
            <a:xfrm>
              <a:off x="2582821" y="4852220"/>
              <a:ext cx="540691" cy="384275"/>
              <a:chOff x="2582821" y="4852220"/>
              <a:chExt cx="540691" cy="384275"/>
            </a:xfrm>
          </p:grpSpPr>
          <p:grpSp>
            <p:nvGrpSpPr>
              <p:cNvPr id="49" name="Graphic 14">
                <a:extLst>
                  <a:ext uri="{FF2B5EF4-FFF2-40B4-BE49-F238E27FC236}">
                    <a16:creationId xmlns:a16="http://schemas.microsoft.com/office/drawing/2014/main" id="{F3CA0583-7C1F-ECFE-CC1C-192670E6C8A5}"/>
                  </a:ext>
                </a:extLst>
              </p:cNvPr>
              <p:cNvGrpSpPr/>
              <p:nvPr/>
            </p:nvGrpSpPr>
            <p:grpSpPr>
              <a:xfrm>
                <a:off x="2582821" y="4852220"/>
                <a:ext cx="540691" cy="384275"/>
                <a:chOff x="2582821" y="4852220"/>
                <a:chExt cx="540691" cy="384275"/>
              </a:xfrm>
            </p:grpSpPr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8D4612F5-F927-5654-F757-59B533C2724F}"/>
                    </a:ext>
                  </a:extLst>
                </p:cNvPr>
                <p:cNvSpPr/>
                <p:nvPr/>
              </p:nvSpPr>
              <p:spPr>
                <a:xfrm>
                  <a:off x="2582821" y="4852220"/>
                  <a:ext cx="494183" cy="351285"/>
                </a:xfrm>
                <a:custGeom>
                  <a:avLst/>
                  <a:gdLst>
                    <a:gd name="csX0" fmla="*/ 0 w 494183"/>
                    <a:gd name="csY0" fmla="*/ 0 h 351285"/>
                    <a:gd name="csX1" fmla="*/ 494184 w 494183"/>
                    <a:gd name="csY1" fmla="*/ 351286 h 3512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4183" h="351285">
                      <a:moveTo>
                        <a:pt x="0" y="0"/>
                      </a:moveTo>
                      <a:lnTo>
                        <a:pt x="494184" y="351286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A45BF696-2C67-8BBC-5883-FA543C6A707F}"/>
                    </a:ext>
                  </a:extLst>
                </p:cNvPr>
                <p:cNvSpPr/>
                <p:nvPr/>
              </p:nvSpPr>
              <p:spPr>
                <a:xfrm>
                  <a:off x="3039437" y="5161485"/>
                  <a:ext cx="84075" cy="75010"/>
                </a:xfrm>
                <a:custGeom>
                  <a:avLst/>
                  <a:gdLst>
                    <a:gd name="csX0" fmla="*/ 84076 w 84075"/>
                    <a:gd name="csY0" fmla="*/ 75011 h 75010"/>
                    <a:gd name="csX1" fmla="*/ 0 w 84075"/>
                    <a:gd name="csY1" fmla="*/ 61986 h 75010"/>
                    <a:gd name="csX2" fmla="*/ 37568 w 84075"/>
                    <a:gd name="csY2" fmla="*/ 42021 h 75010"/>
                    <a:gd name="csX3" fmla="*/ 44035 w 84075"/>
                    <a:gd name="csY3" fmla="*/ 0 h 750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075" h="75010">
                      <a:moveTo>
                        <a:pt x="84076" y="75011"/>
                      </a:moveTo>
                      <a:lnTo>
                        <a:pt x="0" y="61986"/>
                      </a:lnTo>
                      <a:lnTo>
                        <a:pt x="37568" y="42021"/>
                      </a:lnTo>
                      <a:lnTo>
                        <a:pt x="440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F437917D-69C3-EFC2-E6E6-222509F038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969728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35" name="Graphic 14">
              <a:extLst>
                <a:ext uri="{FF2B5EF4-FFF2-40B4-BE49-F238E27FC236}">
                  <a16:creationId xmlns:a16="http://schemas.microsoft.com/office/drawing/2014/main" id="{53333CBE-DF98-416A-1B1D-370DD96142C8}"/>
                </a:ext>
              </a:extLst>
            </p:cNvPr>
            <p:cNvGrpSpPr/>
            <p:nvPr/>
          </p:nvGrpSpPr>
          <p:grpSpPr>
            <a:xfrm>
              <a:off x="2600416" y="4205740"/>
              <a:ext cx="540406" cy="365641"/>
              <a:chOff x="2600416" y="4205740"/>
              <a:chExt cx="540406" cy="365641"/>
            </a:xfrm>
          </p:grpSpPr>
          <p:grpSp>
            <p:nvGrpSpPr>
              <p:cNvPr id="45" name="Graphic 14">
                <a:extLst>
                  <a:ext uri="{FF2B5EF4-FFF2-40B4-BE49-F238E27FC236}">
                    <a16:creationId xmlns:a16="http://schemas.microsoft.com/office/drawing/2014/main" id="{279B2BD0-3DDC-D25D-B654-82B3BE791081}"/>
                  </a:ext>
                </a:extLst>
              </p:cNvPr>
              <p:cNvGrpSpPr/>
              <p:nvPr/>
            </p:nvGrpSpPr>
            <p:grpSpPr>
              <a:xfrm>
                <a:off x="2600416" y="4205740"/>
                <a:ext cx="540406" cy="365641"/>
                <a:chOff x="2600416" y="4205740"/>
                <a:chExt cx="540406" cy="365641"/>
              </a:xfrm>
            </p:grpSpPr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B5E35EAB-26FE-B6CB-0872-15A087EC0D02}"/>
                    </a:ext>
                  </a:extLst>
                </p:cNvPr>
                <p:cNvSpPr/>
                <p:nvPr/>
              </p:nvSpPr>
              <p:spPr>
                <a:xfrm>
                  <a:off x="2647685" y="4205740"/>
                  <a:ext cx="493137" cy="333697"/>
                </a:xfrm>
                <a:custGeom>
                  <a:avLst/>
                  <a:gdLst>
                    <a:gd name="csX0" fmla="*/ 493137 w 493137"/>
                    <a:gd name="csY0" fmla="*/ 0 h 333697"/>
                    <a:gd name="csX1" fmla="*/ 0 w 493137"/>
                    <a:gd name="csY1" fmla="*/ 333698 h 3336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3137" h="333697">
                      <a:moveTo>
                        <a:pt x="493137" y="0"/>
                      </a:moveTo>
                      <a:lnTo>
                        <a:pt x="0" y="333698"/>
                      </a:lnTo>
                    </a:path>
                  </a:pathLst>
                </a:custGeom>
                <a:noFill/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D190EB29-4F08-02D0-E5F7-017F2236029F}"/>
                    </a:ext>
                  </a:extLst>
                </p:cNvPr>
                <p:cNvSpPr/>
                <p:nvPr/>
              </p:nvSpPr>
              <p:spPr>
                <a:xfrm>
                  <a:off x="2600416" y="4497322"/>
                  <a:ext cx="84361" cy="74060"/>
                </a:xfrm>
                <a:custGeom>
                  <a:avLst/>
                  <a:gdLst>
                    <a:gd name="csX0" fmla="*/ 0 w 84361"/>
                    <a:gd name="csY0" fmla="*/ 74060 h 74060"/>
                    <a:gd name="csX1" fmla="*/ 41753 w 84361"/>
                    <a:gd name="csY1" fmla="*/ 0 h 74060"/>
                    <a:gd name="csX2" fmla="*/ 47269 w 84361"/>
                    <a:gd name="csY2" fmla="*/ 42116 h 74060"/>
                    <a:gd name="csX3" fmla="*/ 84361 w 84361"/>
                    <a:gd name="csY3" fmla="*/ 62937 h 74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361" h="74060">
                      <a:moveTo>
                        <a:pt x="0" y="74060"/>
                      </a:moveTo>
                      <a:lnTo>
                        <a:pt x="41753" y="0"/>
                      </a:lnTo>
                      <a:lnTo>
                        <a:pt x="47269" y="42116"/>
                      </a:lnTo>
                      <a:lnTo>
                        <a:pt x="84361" y="629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9022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76D8B750-597F-95E1-6637-F5D173F337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3541" y="4313740"/>
                <a:ext cx="85597" cy="206778"/>
              </a:xfrm>
              <a:custGeom>
                <a:avLst/>
                <a:gdLst>
                  <a:gd name="csX0" fmla="*/ 0 w 85597"/>
                  <a:gd name="csY0" fmla="*/ 0 h 206778"/>
                  <a:gd name="csX1" fmla="*/ 85598 w 85597"/>
                  <a:gd name="csY1" fmla="*/ 0 h 206778"/>
                  <a:gd name="csX2" fmla="*/ 85598 w 85597"/>
                  <a:gd name="csY2" fmla="*/ 206779 h 206778"/>
                  <a:gd name="csX3" fmla="*/ 0 w 85597"/>
                  <a:gd name="csY3" fmla="*/ 206779 h 206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6778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6779"/>
                    </a:lnTo>
                    <a:lnTo>
                      <a:pt x="0" y="206779"/>
                    </a:lnTo>
                    <a:close/>
                  </a:path>
                </a:pathLst>
              </a:custGeom>
            </p:spPr>
          </p:pic>
        </p:grpSp>
        <p:grpSp>
          <p:nvGrpSpPr>
            <p:cNvPr id="36" name="Graphic 14">
              <a:extLst>
                <a:ext uri="{FF2B5EF4-FFF2-40B4-BE49-F238E27FC236}">
                  <a16:creationId xmlns:a16="http://schemas.microsoft.com/office/drawing/2014/main" id="{1BD8A7BD-1A96-4C58-3F30-A87F3D752C0A}"/>
                </a:ext>
              </a:extLst>
            </p:cNvPr>
            <p:cNvGrpSpPr/>
            <p:nvPr/>
          </p:nvGrpSpPr>
          <p:grpSpPr>
            <a:xfrm>
              <a:off x="2600131" y="5517715"/>
              <a:ext cx="540691" cy="384275"/>
              <a:chOff x="2600131" y="5517715"/>
              <a:chExt cx="540691" cy="384275"/>
            </a:xfrm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A3C49A9-9C22-F364-4956-BE3758900496}"/>
                  </a:ext>
                </a:extLst>
              </p:cNvPr>
              <p:cNvSpPr/>
              <p:nvPr/>
            </p:nvSpPr>
            <p:spPr>
              <a:xfrm>
                <a:off x="2646639" y="5517715"/>
                <a:ext cx="494183" cy="351285"/>
              </a:xfrm>
              <a:custGeom>
                <a:avLst/>
                <a:gdLst>
                  <a:gd name="csX0" fmla="*/ 494184 w 494183"/>
                  <a:gd name="csY0" fmla="*/ 0 h 351285"/>
                  <a:gd name="csX1" fmla="*/ 0 w 494183"/>
                  <a:gd name="csY1" fmla="*/ 351286 h 35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4183" h="351285">
                    <a:moveTo>
                      <a:pt x="494184" y="0"/>
                    </a:moveTo>
                    <a:lnTo>
                      <a:pt x="0" y="3512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E65AAB4-B3D0-8F14-B3E8-9C57F342E5F3}"/>
                  </a:ext>
                </a:extLst>
              </p:cNvPr>
              <p:cNvSpPr/>
              <p:nvPr/>
            </p:nvSpPr>
            <p:spPr>
              <a:xfrm>
                <a:off x="2600131" y="5826979"/>
                <a:ext cx="84075" cy="75010"/>
              </a:xfrm>
              <a:custGeom>
                <a:avLst/>
                <a:gdLst>
                  <a:gd name="csX0" fmla="*/ 0 w 84075"/>
                  <a:gd name="csY0" fmla="*/ 75011 h 75010"/>
                  <a:gd name="csX1" fmla="*/ 40041 w 84075"/>
                  <a:gd name="csY1" fmla="*/ 0 h 75010"/>
                  <a:gd name="csX2" fmla="*/ 46508 w 84075"/>
                  <a:gd name="csY2" fmla="*/ 42021 h 75010"/>
                  <a:gd name="csX3" fmla="*/ 84076 w 84075"/>
                  <a:gd name="csY3" fmla="*/ 61986 h 7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75" h="75010">
                    <a:moveTo>
                      <a:pt x="0" y="75011"/>
                    </a:moveTo>
                    <a:lnTo>
                      <a:pt x="40041" y="0"/>
                    </a:lnTo>
                    <a:lnTo>
                      <a:pt x="46508" y="42021"/>
                    </a:lnTo>
                    <a:lnTo>
                      <a:pt x="84076" y="61986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7" name="Graphic 14">
              <a:extLst>
                <a:ext uri="{FF2B5EF4-FFF2-40B4-BE49-F238E27FC236}">
                  <a16:creationId xmlns:a16="http://schemas.microsoft.com/office/drawing/2014/main" id="{DBAC6100-5CF5-56AD-0EC9-7966817C77E6}"/>
                </a:ext>
              </a:extLst>
            </p:cNvPr>
            <p:cNvGrpSpPr/>
            <p:nvPr/>
          </p:nvGrpSpPr>
          <p:grpSpPr>
            <a:xfrm>
              <a:off x="2628569" y="3054055"/>
              <a:ext cx="665759" cy="380282"/>
              <a:chOff x="2628569" y="3054055"/>
              <a:chExt cx="665759" cy="380282"/>
            </a:xfrm>
            <a:noFill/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001EAA5-05FF-45C7-5888-BB41B2D98A01}"/>
                  </a:ext>
                </a:extLst>
              </p:cNvPr>
              <p:cNvSpPr/>
              <p:nvPr/>
            </p:nvSpPr>
            <p:spPr>
              <a:xfrm>
                <a:off x="2628569" y="3054055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4C094FAE-3F8F-0D97-42A6-FE664D5E7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922" y="3125357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38" name="Graphic 14">
              <a:extLst>
                <a:ext uri="{FF2B5EF4-FFF2-40B4-BE49-F238E27FC236}">
                  <a16:creationId xmlns:a16="http://schemas.microsoft.com/office/drawing/2014/main" id="{2A84B130-CB46-EA06-C384-6C1E813B813A}"/>
                </a:ext>
              </a:extLst>
            </p:cNvPr>
            <p:cNvGrpSpPr/>
            <p:nvPr/>
          </p:nvGrpSpPr>
          <p:grpSpPr>
            <a:xfrm>
              <a:off x="3484545" y="5193143"/>
              <a:ext cx="665759" cy="380282"/>
              <a:chOff x="3484545" y="5193143"/>
              <a:chExt cx="665759" cy="380282"/>
            </a:xfrm>
            <a:noFill/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C3F66D7-4216-FCF4-A0E9-0AEA12C73838}"/>
                  </a:ext>
                </a:extLst>
              </p:cNvPr>
              <p:cNvSpPr/>
              <p:nvPr/>
            </p:nvSpPr>
            <p:spPr>
              <a:xfrm>
                <a:off x="3484545" y="5193143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848AA5CF-DCC4-9108-220C-2CE52785C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4898" y="5264446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A100963-07EB-4494-848A-B6FFC045DF94}"/>
              </a:ext>
            </a:extLst>
          </p:cNvPr>
          <p:cNvGrpSpPr/>
          <p:nvPr/>
        </p:nvGrpSpPr>
        <p:grpSpPr>
          <a:xfrm>
            <a:off x="6478793" y="3068705"/>
            <a:ext cx="3646022" cy="3440475"/>
            <a:chOff x="5082367" y="3054055"/>
            <a:chExt cx="3566567" cy="3365499"/>
          </a:xfrm>
        </p:grpSpPr>
        <p:grpSp>
          <p:nvGrpSpPr>
            <p:cNvPr id="147" name="Graphic 14">
              <a:extLst>
                <a:ext uri="{FF2B5EF4-FFF2-40B4-BE49-F238E27FC236}">
                  <a16:creationId xmlns:a16="http://schemas.microsoft.com/office/drawing/2014/main" id="{C4FFE4A8-BA16-3D6C-C26B-7EE7E7A6E10B}"/>
                </a:ext>
              </a:extLst>
            </p:cNvPr>
            <p:cNvGrpSpPr/>
            <p:nvPr/>
          </p:nvGrpSpPr>
          <p:grpSpPr>
            <a:xfrm>
              <a:off x="6499483" y="4527649"/>
              <a:ext cx="951084" cy="380282"/>
              <a:chOff x="6499483" y="4527649"/>
              <a:chExt cx="951084" cy="380282"/>
            </a:xfrm>
            <a:solidFill>
              <a:srgbClr val="DAE8FC"/>
            </a:solidFill>
          </p:grpSpPr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911C02B0-F150-9154-52AE-8C1A923BA1C5}"/>
                  </a:ext>
                </a:extLst>
              </p:cNvPr>
              <p:cNvSpPr/>
              <p:nvPr/>
            </p:nvSpPr>
            <p:spPr>
              <a:xfrm>
                <a:off x="6499483" y="4527649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C65AD22D-F474-0882-EE47-DB3AEDF63E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94" y="4608459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48" name="Graphic 14">
              <a:extLst>
                <a:ext uri="{FF2B5EF4-FFF2-40B4-BE49-F238E27FC236}">
                  <a16:creationId xmlns:a16="http://schemas.microsoft.com/office/drawing/2014/main" id="{AB1A6944-71C8-C924-6DB3-574454F9477F}"/>
                </a:ext>
              </a:extLst>
            </p:cNvPr>
            <p:cNvGrpSpPr/>
            <p:nvPr/>
          </p:nvGrpSpPr>
          <p:grpSpPr>
            <a:xfrm>
              <a:off x="7697850" y="4518142"/>
              <a:ext cx="380433" cy="380282"/>
              <a:chOff x="7697850" y="4518142"/>
              <a:chExt cx="380433" cy="380282"/>
            </a:xfrm>
            <a:noFill/>
          </p:grpSpPr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255579DD-47B7-CF90-9FA7-0D22FF1D7C71}"/>
                  </a:ext>
                </a:extLst>
              </p:cNvPr>
              <p:cNvSpPr/>
              <p:nvPr/>
            </p:nvSpPr>
            <p:spPr>
              <a:xfrm>
                <a:off x="7697850" y="451814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8" name="Picture 307">
                <a:extLst>
                  <a:ext uri="{FF2B5EF4-FFF2-40B4-BE49-F238E27FC236}">
                    <a16:creationId xmlns:a16="http://schemas.microsoft.com/office/drawing/2014/main" id="{633B31F5-6E65-DD4C-7750-1A2D40C6FE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203" y="458944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49" name="Graphic 14">
              <a:extLst>
                <a:ext uri="{FF2B5EF4-FFF2-40B4-BE49-F238E27FC236}">
                  <a16:creationId xmlns:a16="http://schemas.microsoft.com/office/drawing/2014/main" id="{C11095A9-3FBD-779E-163C-16214B3F64B7}"/>
                </a:ext>
              </a:extLst>
            </p:cNvPr>
            <p:cNvGrpSpPr/>
            <p:nvPr/>
          </p:nvGrpSpPr>
          <p:grpSpPr>
            <a:xfrm>
              <a:off x="7231818" y="4128353"/>
              <a:ext cx="76086" cy="368493"/>
              <a:chOff x="7231818" y="4128353"/>
              <a:chExt cx="76086" cy="368493"/>
            </a:xfrm>
          </p:grpSpPr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C4BC3D15-14D1-57C9-B49A-27D611361ABE}"/>
                  </a:ext>
                </a:extLst>
              </p:cNvPr>
              <p:cNvSpPr/>
              <p:nvPr/>
            </p:nvSpPr>
            <p:spPr>
              <a:xfrm>
                <a:off x="7269862" y="4128353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07546ECD-7DD9-C375-EE0A-6CD0657B6502}"/>
                  </a:ext>
                </a:extLst>
              </p:cNvPr>
              <p:cNvSpPr/>
              <p:nvPr/>
            </p:nvSpPr>
            <p:spPr>
              <a:xfrm>
                <a:off x="7231818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0" name="Graphic 14">
              <a:extLst>
                <a:ext uri="{FF2B5EF4-FFF2-40B4-BE49-F238E27FC236}">
                  <a16:creationId xmlns:a16="http://schemas.microsoft.com/office/drawing/2014/main" id="{41DFEA2E-7705-D8FC-8E9F-6CE35D6CC760}"/>
                </a:ext>
              </a:extLst>
            </p:cNvPr>
            <p:cNvGrpSpPr/>
            <p:nvPr/>
          </p:nvGrpSpPr>
          <p:grpSpPr>
            <a:xfrm>
              <a:off x="7070134" y="3757577"/>
              <a:ext cx="951084" cy="380282"/>
              <a:chOff x="7070134" y="3757577"/>
              <a:chExt cx="951084" cy="380282"/>
            </a:xfrm>
            <a:solidFill>
              <a:srgbClr val="DAE8FC"/>
            </a:solidFill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9B2804B0-6C1C-411B-CA24-0CAA63E2259C}"/>
                  </a:ext>
                </a:extLst>
              </p:cNvPr>
              <p:cNvSpPr/>
              <p:nvPr/>
            </p:nvSpPr>
            <p:spPr>
              <a:xfrm>
                <a:off x="7070134" y="3757577"/>
                <a:ext cx="951084" cy="380282"/>
              </a:xfrm>
              <a:prstGeom prst="rect">
                <a:avLst/>
              </a:prstGeom>
              <a:solidFill>
                <a:srgbClr val="DAE8FC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4" name="Picture 303">
                <a:extLst>
                  <a:ext uri="{FF2B5EF4-FFF2-40B4-BE49-F238E27FC236}">
                    <a16:creationId xmlns:a16="http://schemas.microsoft.com/office/drawing/2014/main" id="{698498D3-74F8-5DAC-689F-EC31685DD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9645" y="3838387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151" name="Graphic 14">
              <a:extLst>
                <a:ext uri="{FF2B5EF4-FFF2-40B4-BE49-F238E27FC236}">
                  <a16:creationId xmlns:a16="http://schemas.microsoft.com/office/drawing/2014/main" id="{2DC08CB2-1995-F95E-8A0A-FFC45FB17E23}"/>
                </a:ext>
              </a:extLst>
            </p:cNvPr>
            <p:cNvGrpSpPr/>
            <p:nvPr/>
          </p:nvGrpSpPr>
          <p:grpSpPr>
            <a:xfrm>
              <a:off x="6149864" y="4907932"/>
              <a:ext cx="825731" cy="418405"/>
              <a:chOff x="6149864" y="4907932"/>
              <a:chExt cx="825731" cy="418405"/>
            </a:xfrm>
          </p:grpSpPr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6DAD5E2A-BC9E-781A-1B64-57C631996127}"/>
                  </a:ext>
                </a:extLst>
              </p:cNvPr>
              <p:cNvSpPr/>
              <p:nvPr/>
            </p:nvSpPr>
            <p:spPr>
              <a:xfrm>
                <a:off x="6206929" y="4907932"/>
                <a:ext cx="768666" cy="380852"/>
              </a:xfrm>
              <a:custGeom>
                <a:avLst/>
                <a:gdLst>
                  <a:gd name="csX0" fmla="*/ 768096 w 768666"/>
                  <a:gd name="csY0" fmla="*/ 0 h 380852"/>
                  <a:gd name="csX1" fmla="*/ 768667 w 768666"/>
                  <a:gd name="csY1" fmla="*/ 380853 h 380852"/>
                  <a:gd name="csX2" fmla="*/ 0 w 768666"/>
                  <a:gd name="csY2" fmla="*/ 380378 h 380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68666" h="380852">
                    <a:moveTo>
                      <a:pt x="768096" y="0"/>
                    </a:moveTo>
                    <a:lnTo>
                      <a:pt x="768667" y="380853"/>
                    </a:lnTo>
                    <a:lnTo>
                      <a:pt x="0" y="380378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16FCC235-75EB-1972-8EB6-6AFD1C1C4F7E}"/>
                  </a:ext>
                </a:extLst>
              </p:cNvPr>
              <p:cNvSpPr/>
              <p:nvPr/>
            </p:nvSpPr>
            <p:spPr>
              <a:xfrm>
                <a:off x="6149864" y="5250281"/>
                <a:ext cx="76086" cy="76056"/>
              </a:xfrm>
              <a:custGeom>
                <a:avLst/>
                <a:gdLst>
                  <a:gd name="csX0" fmla="*/ 0 w 76086"/>
                  <a:gd name="csY0" fmla="*/ 37933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5992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7933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5992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2" name="Graphic 14">
              <a:extLst>
                <a:ext uri="{FF2B5EF4-FFF2-40B4-BE49-F238E27FC236}">
                  <a16:creationId xmlns:a16="http://schemas.microsoft.com/office/drawing/2014/main" id="{4777C890-1E55-973C-5F27-17B947A8FA31}"/>
                </a:ext>
              </a:extLst>
            </p:cNvPr>
            <p:cNvGrpSpPr/>
            <p:nvPr/>
          </p:nvGrpSpPr>
          <p:grpSpPr>
            <a:xfrm>
              <a:off x="7481383" y="4684516"/>
              <a:ext cx="264021" cy="76056"/>
              <a:chOff x="7481383" y="4684516"/>
              <a:chExt cx="264021" cy="76056"/>
            </a:xfrm>
          </p:grpSpPr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3E5CFE05-0829-9B7D-B0C6-06E4930179A5}"/>
                  </a:ext>
                </a:extLst>
              </p:cNvPr>
              <p:cNvSpPr/>
              <p:nvPr/>
            </p:nvSpPr>
            <p:spPr>
              <a:xfrm>
                <a:off x="7538448" y="4722544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92C52623-5B7E-CDDB-134A-A8C6C3E9082C}"/>
                  </a:ext>
                </a:extLst>
              </p:cNvPr>
              <p:cNvSpPr/>
              <p:nvPr/>
            </p:nvSpPr>
            <p:spPr>
              <a:xfrm>
                <a:off x="7481383" y="4684516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3" name="Graphic 14">
              <a:extLst>
                <a:ext uri="{FF2B5EF4-FFF2-40B4-BE49-F238E27FC236}">
                  <a16:creationId xmlns:a16="http://schemas.microsoft.com/office/drawing/2014/main" id="{4BCCA1E0-D807-5703-A831-01E2E859D5C5}"/>
                </a:ext>
              </a:extLst>
            </p:cNvPr>
            <p:cNvGrpSpPr/>
            <p:nvPr/>
          </p:nvGrpSpPr>
          <p:grpSpPr>
            <a:xfrm>
              <a:off x="6413886" y="4270958"/>
              <a:ext cx="285325" cy="285211"/>
              <a:chOff x="6413886" y="4270958"/>
              <a:chExt cx="285325" cy="285211"/>
            </a:xfrm>
            <a:noFill/>
          </p:grpSpPr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0A37DB5A-C0B5-B810-059C-BBE48D9B828A}"/>
                  </a:ext>
                </a:extLst>
              </p:cNvPr>
              <p:cNvSpPr/>
              <p:nvPr/>
            </p:nvSpPr>
            <p:spPr>
              <a:xfrm>
                <a:off x="6413886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8" name="Picture 297">
                <a:extLst>
                  <a:ext uri="{FF2B5EF4-FFF2-40B4-BE49-F238E27FC236}">
                    <a16:creationId xmlns:a16="http://schemas.microsoft.com/office/drawing/2014/main" id="{FB1859FB-11E1-E13B-C8AA-BEDD32442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8994" y="4328001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4" name="Graphic 14">
              <a:extLst>
                <a:ext uri="{FF2B5EF4-FFF2-40B4-BE49-F238E27FC236}">
                  <a16:creationId xmlns:a16="http://schemas.microsoft.com/office/drawing/2014/main" id="{71A701C3-3BEB-666A-A72B-F85A2D7E811F}"/>
                </a:ext>
              </a:extLst>
            </p:cNvPr>
            <p:cNvGrpSpPr/>
            <p:nvPr/>
          </p:nvGrpSpPr>
          <p:grpSpPr>
            <a:xfrm>
              <a:off x="6651657" y="4147367"/>
              <a:ext cx="76086" cy="349479"/>
              <a:chOff x="6651657" y="4147367"/>
              <a:chExt cx="76086" cy="349479"/>
            </a:xfrm>
          </p:grpSpPr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234A7B85-2E43-E846-D89B-E7C210E2F16D}"/>
                  </a:ext>
                </a:extLst>
              </p:cNvPr>
              <p:cNvSpPr/>
              <p:nvPr/>
            </p:nvSpPr>
            <p:spPr>
              <a:xfrm>
                <a:off x="6689700" y="4147367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4D7685CC-B669-9FA4-47EC-B16870709C24}"/>
                  </a:ext>
                </a:extLst>
              </p:cNvPr>
              <p:cNvSpPr/>
              <p:nvPr/>
            </p:nvSpPr>
            <p:spPr>
              <a:xfrm>
                <a:off x="6651657" y="442079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5" name="Graphic 14">
              <a:extLst>
                <a:ext uri="{FF2B5EF4-FFF2-40B4-BE49-F238E27FC236}">
                  <a16:creationId xmlns:a16="http://schemas.microsoft.com/office/drawing/2014/main" id="{82DA157D-9230-E886-AFE5-BD8C6DAFFB22}"/>
                </a:ext>
              </a:extLst>
            </p:cNvPr>
            <p:cNvGrpSpPr/>
            <p:nvPr/>
          </p:nvGrpSpPr>
          <p:grpSpPr>
            <a:xfrm>
              <a:off x="7241329" y="4270958"/>
              <a:ext cx="285325" cy="285211"/>
              <a:chOff x="7241329" y="4270958"/>
              <a:chExt cx="285325" cy="285211"/>
            </a:xfrm>
            <a:noFill/>
          </p:grpSpPr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E8583BD5-134B-D410-5213-B0F0F6D86675}"/>
                  </a:ext>
                </a:extLst>
              </p:cNvPr>
              <p:cNvSpPr/>
              <p:nvPr/>
            </p:nvSpPr>
            <p:spPr>
              <a:xfrm>
                <a:off x="7241329" y="4270958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4" name="Picture 293">
                <a:extLst>
                  <a:ext uri="{FF2B5EF4-FFF2-40B4-BE49-F238E27FC236}">
                    <a16:creationId xmlns:a16="http://schemas.microsoft.com/office/drawing/2014/main" id="{8B0F9F92-4ACE-347E-3414-684277E5D9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41193" y="4328001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6" name="Graphic 14">
              <a:extLst>
                <a:ext uri="{FF2B5EF4-FFF2-40B4-BE49-F238E27FC236}">
                  <a16:creationId xmlns:a16="http://schemas.microsoft.com/office/drawing/2014/main" id="{1669065C-75A4-8D0A-78FF-25EB5475C104}"/>
                </a:ext>
              </a:extLst>
            </p:cNvPr>
            <p:cNvGrpSpPr/>
            <p:nvPr/>
          </p:nvGrpSpPr>
          <p:grpSpPr>
            <a:xfrm>
              <a:off x="7802469" y="3358280"/>
              <a:ext cx="76086" cy="368493"/>
              <a:chOff x="7802469" y="3358280"/>
              <a:chExt cx="76086" cy="368493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E8779301-8095-0294-DA1C-8273459359F3}"/>
                  </a:ext>
                </a:extLst>
              </p:cNvPr>
              <p:cNvSpPr/>
              <p:nvPr/>
            </p:nvSpPr>
            <p:spPr>
              <a:xfrm>
                <a:off x="7840513" y="3358280"/>
                <a:ext cx="9510" cy="311451"/>
              </a:xfrm>
              <a:custGeom>
                <a:avLst/>
                <a:gdLst>
                  <a:gd name="csX0" fmla="*/ 0 w 9510"/>
                  <a:gd name="csY0" fmla="*/ 0 h 311451"/>
                  <a:gd name="csX1" fmla="*/ 0 w 9510"/>
                  <a:gd name="csY1" fmla="*/ 311451 h 311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11451">
                    <a:moveTo>
                      <a:pt x="0" y="0"/>
                    </a:moveTo>
                    <a:lnTo>
                      <a:pt x="0" y="311451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CA65B63B-CEEE-9B64-1444-C3749928E7BA}"/>
                  </a:ext>
                </a:extLst>
              </p:cNvPr>
              <p:cNvSpPr/>
              <p:nvPr/>
            </p:nvSpPr>
            <p:spPr>
              <a:xfrm>
                <a:off x="7802469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7" name="Graphic 14">
              <a:extLst>
                <a:ext uri="{FF2B5EF4-FFF2-40B4-BE49-F238E27FC236}">
                  <a16:creationId xmlns:a16="http://schemas.microsoft.com/office/drawing/2014/main" id="{AAE7227A-C806-8087-A344-52C443E8C3FB}"/>
                </a:ext>
              </a:extLst>
            </p:cNvPr>
            <p:cNvGrpSpPr/>
            <p:nvPr/>
          </p:nvGrpSpPr>
          <p:grpSpPr>
            <a:xfrm>
              <a:off x="8052034" y="3914444"/>
              <a:ext cx="264021" cy="76056"/>
              <a:chOff x="8052034" y="3914444"/>
              <a:chExt cx="264021" cy="76056"/>
            </a:xfrm>
          </p:grpSpPr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EBA2AB0A-411E-303E-2F89-64B8EB5BC2D1}"/>
                  </a:ext>
                </a:extLst>
              </p:cNvPr>
              <p:cNvSpPr/>
              <p:nvPr/>
            </p:nvSpPr>
            <p:spPr>
              <a:xfrm>
                <a:off x="8109099" y="3952472"/>
                <a:ext cx="206956" cy="9507"/>
              </a:xfrm>
              <a:custGeom>
                <a:avLst/>
                <a:gdLst>
                  <a:gd name="csX0" fmla="*/ 206956 w 206956"/>
                  <a:gd name="csY0" fmla="*/ 0 h 9507"/>
                  <a:gd name="csX1" fmla="*/ 0 w 206956"/>
                  <a:gd name="csY1" fmla="*/ 0 h 95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956" h="9507">
                    <a:moveTo>
                      <a:pt x="206956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A7A10C5B-2F56-E1F8-5AA8-FC20CFACDD1D}"/>
                  </a:ext>
                </a:extLst>
              </p:cNvPr>
              <p:cNvSpPr/>
              <p:nvPr/>
            </p:nvSpPr>
            <p:spPr>
              <a:xfrm>
                <a:off x="8052034" y="3914444"/>
                <a:ext cx="76086" cy="76056"/>
              </a:xfrm>
              <a:custGeom>
                <a:avLst/>
                <a:gdLst>
                  <a:gd name="csX0" fmla="*/ 0 w 76086"/>
                  <a:gd name="csY0" fmla="*/ 38028 h 76056"/>
                  <a:gd name="csX1" fmla="*/ 76087 w 76086"/>
                  <a:gd name="csY1" fmla="*/ 0 h 76056"/>
                  <a:gd name="csX2" fmla="*/ 57065 w 76086"/>
                  <a:gd name="csY2" fmla="*/ 38028 h 76056"/>
                  <a:gd name="csX3" fmla="*/ 76087 w 76086"/>
                  <a:gd name="csY3" fmla="*/ 76057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0" y="38028"/>
                    </a:moveTo>
                    <a:lnTo>
                      <a:pt x="76087" y="0"/>
                    </a:lnTo>
                    <a:lnTo>
                      <a:pt x="57065" y="38028"/>
                    </a:lnTo>
                    <a:lnTo>
                      <a:pt x="76087" y="76057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8" name="Graphic 14">
              <a:extLst>
                <a:ext uri="{FF2B5EF4-FFF2-40B4-BE49-F238E27FC236}">
                  <a16:creationId xmlns:a16="http://schemas.microsoft.com/office/drawing/2014/main" id="{8AAAF273-5435-934A-4183-DA8ADC9CDCFC}"/>
                </a:ext>
              </a:extLst>
            </p:cNvPr>
            <p:cNvGrpSpPr/>
            <p:nvPr/>
          </p:nvGrpSpPr>
          <p:grpSpPr>
            <a:xfrm>
              <a:off x="6984536" y="3500886"/>
              <a:ext cx="285325" cy="285211"/>
              <a:chOff x="6984536" y="3500886"/>
              <a:chExt cx="285325" cy="285211"/>
            </a:xfrm>
            <a:noFill/>
          </p:grpSpPr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A0458F35-646E-7606-37FE-0572CBC14ABD}"/>
                  </a:ext>
                </a:extLst>
              </p:cNvPr>
              <p:cNvSpPr/>
              <p:nvPr/>
            </p:nvSpPr>
            <p:spPr>
              <a:xfrm>
                <a:off x="6984536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8" name="Picture 287">
                <a:extLst>
                  <a:ext uri="{FF2B5EF4-FFF2-40B4-BE49-F238E27FC236}">
                    <a16:creationId xmlns:a16="http://schemas.microsoft.com/office/drawing/2014/main" id="{8EBCEE5D-B3D5-92ED-5491-CB2A4BC918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9645" y="3557929"/>
                <a:ext cx="95108" cy="209155"/>
              </a:xfrm>
              <a:custGeom>
                <a:avLst/>
                <a:gdLst>
                  <a:gd name="csX0" fmla="*/ 0 w 95108"/>
                  <a:gd name="csY0" fmla="*/ 0 h 209155"/>
                  <a:gd name="csX1" fmla="*/ 95108 w 95108"/>
                  <a:gd name="csY1" fmla="*/ 0 h 209155"/>
                  <a:gd name="csX2" fmla="*/ 95108 w 95108"/>
                  <a:gd name="csY2" fmla="*/ 209155 h 209155"/>
                  <a:gd name="csX3" fmla="*/ 0 w 95108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08" h="209155">
                    <a:moveTo>
                      <a:pt x="0" y="0"/>
                    </a:moveTo>
                    <a:lnTo>
                      <a:pt x="95108" y="0"/>
                    </a:lnTo>
                    <a:lnTo>
                      <a:pt x="9510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165" name="Graphic 14">
              <a:extLst>
                <a:ext uri="{FF2B5EF4-FFF2-40B4-BE49-F238E27FC236}">
                  <a16:creationId xmlns:a16="http://schemas.microsoft.com/office/drawing/2014/main" id="{69EBF3D0-55F6-7C7A-DFF3-DE6651A5B8C7}"/>
                </a:ext>
              </a:extLst>
            </p:cNvPr>
            <p:cNvGrpSpPr/>
            <p:nvPr/>
          </p:nvGrpSpPr>
          <p:grpSpPr>
            <a:xfrm>
              <a:off x="7222308" y="3377295"/>
              <a:ext cx="76086" cy="349479"/>
              <a:chOff x="7222308" y="3377295"/>
              <a:chExt cx="76086" cy="349479"/>
            </a:xfrm>
          </p:grpSpPr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7AC7BFCD-4DC4-B48E-99FB-057C7824BA4D}"/>
                  </a:ext>
                </a:extLst>
              </p:cNvPr>
              <p:cNvSpPr/>
              <p:nvPr/>
            </p:nvSpPr>
            <p:spPr>
              <a:xfrm>
                <a:off x="7260351" y="3377295"/>
                <a:ext cx="9510" cy="292437"/>
              </a:xfrm>
              <a:custGeom>
                <a:avLst/>
                <a:gdLst>
                  <a:gd name="csX0" fmla="*/ 0 w 9510"/>
                  <a:gd name="csY0" fmla="*/ 0 h 292437"/>
                  <a:gd name="csX1" fmla="*/ 0 w 9510"/>
                  <a:gd name="csY1" fmla="*/ 292437 h 292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292437">
                    <a:moveTo>
                      <a:pt x="0" y="0"/>
                    </a:moveTo>
                    <a:lnTo>
                      <a:pt x="0" y="29243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7B6BAFEB-B8F7-902D-2D2A-7E1A63686181}"/>
                  </a:ext>
                </a:extLst>
              </p:cNvPr>
              <p:cNvSpPr/>
              <p:nvPr/>
            </p:nvSpPr>
            <p:spPr>
              <a:xfrm>
                <a:off x="7222308" y="3650718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7" name="Graphic 14">
              <a:extLst>
                <a:ext uri="{FF2B5EF4-FFF2-40B4-BE49-F238E27FC236}">
                  <a16:creationId xmlns:a16="http://schemas.microsoft.com/office/drawing/2014/main" id="{21605511-BCAB-8300-C9D1-602089E39DD4}"/>
                </a:ext>
              </a:extLst>
            </p:cNvPr>
            <p:cNvGrpSpPr/>
            <p:nvPr/>
          </p:nvGrpSpPr>
          <p:grpSpPr>
            <a:xfrm>
              <a:off x="7811980" y="3500886"/>
              <a:ext cx="285325" cy="285211"/>
              <a:chOff x="7811980" y="3500886"/>
              <a:chExt cx="285325" cy="285211"/>
            </a:xfrm>
            <a:noFill/>
          </p:grpSpPr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EC3742E3-98EC-0AA2-41CD-3B88648F9FEC}"/>
                  </a:ext>
                </a:extLst>
              </p:cNvPr>
              <p:cNvSpPr/>
              <p:nvPr/>
            </p:nvSpPr>
            <p:spPr>
              <a:xfrm>
                <a:off x="7811980" y="3500886"/>
                <a:ext cx="285325" cy="285211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4" name="Picture 283">
                <a:extLst>
                  <a:ext uri="{FF2B5EF4-FFF2-40B4-BE49-F238E27FC236}">
                    <a16:creationId xmlns:a16="http://schemas.microsoft.com/office/drawing/2014/main" id="{F417CCFA-A344-4E74-10C6-956673EB87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1844" y="3557929"/>
                <a:ext cx="85597" cy="209155"/>
              </a:xfrm>
              <a:custGeom>
                <a:avLst/>
                <a:gdLst>
                  <a:gd name="csX0" fmla="*/ 0 w 85597"/>
                  <a:gd name="csY0" fmla="*/ 0 h 209155"/>
                  <a:gd name="csX1" fmla="*/ 85598 w 85597"/>
                  <a:gd name="csY1" fmla="*/ 0 h 209155"/>
                  <a:gd name="csX2" fmla="*/ 85598 w 85597"/>
                  <a:gd name="csY2" fmla="*/ 209155 h 209155"/>
                  <a:gd name="csX3" fmla="*/ 0 w 85597"/>
                  <a:gd name="csY3" fmla="*/ 209155 h 20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597" h="209155">
                    <a:moveTo>
                      <a:pt x="0" y="0"/>
                    </a:moveTo>
                    <a:lnTo>
                      <a:pt x="85598" y="0"/>
                    </a:lnTo>
                    <a:lnTo>
                      <a:pt x="85598" y="209155"/>
                    </a:lnTo>
                    <a:lnTo>
                      <a:pt x="0" y="209155"/>
                    </a:lnTo>
                    <a:close/>
                  </a:path>
                </a:pathLst>
              </a:custGeom>
            </p:spPr>
          </p:pic>
        </p:grpSp>
        <p:grpSp>
          <p:nvGrpSpPr>
            <p:cNvPr id="193" name="Graphic 14">
              <a:extLst>
                <a:ext uri="{FF2B5EF4-FFF2-40B4-BE49-F238E27FC236}">
                  <a16:creationId xmlns:a16="http://schemas.microsoft.com/office/drawing/2014/main" id="{21E7A05D-478F-A72E-0C8C-DFCCAE4ED9C6}"/>
                </a:ext>
              </a:extLst>
            </p:cNvPr>
            <p:cNvGrpSpPr/>
            <p:nvPr/>
          </p:nvGrpSpPr>
          <p:grpSpPr>
            <a:xfrm>
              <a:off x="6499483" y="3824127"/>
              <a:ext cx="380433" cy="380282"/>
              <a:chOff x="6499483" y="3824127"/>
              <a:chExt cx="380433" cy="380282"/>
            </a:xfrm>
            <a:noFill/>
          </p:grpSpPr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2B2122DB-856C-E540-E158-D29CDFB7140F}"/>
                  </a:ext>
                </a:extLst>
              </p:cNvPr>
              <p:cNvSpPr/>
              <p:nvPr/>
            </p:nvSpPr>
            <p:spPr>
              <a:xfrm>
                <a:off x="6499483" y="3824127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2" name="Picture 281">
                <a:extLst>
                  <a:ext uri="{FF2B5EF4-FFF2-40B4-BE49-F238E27FC236}">
                    <a16:creationId xmlns:a16="http://schemas.microsoft.com/office/drawing/2014/main" id="{4D5CAE1A-95AB-23E3-BAE8-762B77212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9836" y="3895430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14">
              <a:extLst>
                <a:ext uri="{FF2B5EF4-FFF2-40B4-BE49-F238E27FC236}">
                  <a16:creationId xmlns:a16="http://schemas.microsoft.com/office/drawing/2014/main" id="{9D2AAFDE-A170-1673-9311-3E6282BE2EBA}"/>
                </a:ext>
              </a:extLst>
            </p:cNvPr>
            <p:cNvGrpSpPr/>
            <p:nvPr/>
          </p:nvGrpSpPr>
          <p:grpSpPr>
            <a:xfrm>
              <a:off x="8268501" y="3738563"/>
              <a:ext cx="380433" cy="380282"/>
              <a:chOff x="8268501" y="3738563"/>
              <a:chExt cx="380433" cy="380282"/>
            </a:xfrm>
            <a:noFill/>
          </p:grpSpPr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6234D992-058B-8FFD-C59C-4320F75E7878}"/>
                  </a:ext>
                </a:extLst>
              </p:cNvPr>
              <p:cNvSpPr/>
              <p:nvPr/>
            </p:nvSpPr>
            <p:spPr>
              <a:xfrm>
                <a:off x="8268501" y="3738563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0" name="Picture 279">
                <a:extLst>
                  <a:ext uri="{FF2B5EF4-FFF2-40B4-BE49-F238E27FC236}">
                    <a16:creationId xmlns:a16="http://schemas.microsoft.com/office/drawing/2014/main" id="{89E81C67-A77D-A148-1999-167104F7FF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8854" y="3809866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95" name="Graphic 14">
              <a:extLst>
                <a:ext uri="{FF2B5EF4-FFF2-40B4-BE49-F238E27FC236}">
                  <a16:creationId xmlns:a16="http://schemas.microsoft.com/office/drawing/2014/main" id="{F8738133-3E6C-11DA-19AE-FA9CA628B1F8}"/>
                </a:ext>
              </a:extLst>
            </p:cNvPr>
            <p:cNvGrpSpPr/>
            <p:nvPr/>
          </p:nvGrpSpPr>
          <p:grpSpPr>
            <a:xfrm>
              <a:off x="7070134" y="3063562"/>
              <a:ext cx="380433" cy="380282"/>
              <a:chOff x="7070134" y="3063562"/>
              <a:chExt cx="380433" cy="380282"/>
            </a:xfrm>
            <a:noFill/>
          </p:grpSpPr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7FEA32A0-2838-2FA0-9184-919938899C60}"/>
                  </a:ext>
                </a:extLst>
              </p:cNvPr>
              <p:cNvSpPr/>
              <p:nvPr/>
            </p:nvSpPr>
            <p:spPr>
              <a:xfrm>
                <a:off x="7070134" y="3063562"/>
                <a:ext cx="380433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8" name="Picture 277">
                <a:extLst>
                  <a:ext uri="{FF2B5EF4-FFF2-40B4-BE49-F238E27FC236}">
                    <a16:creationId xmlns:a16="http://schemas.microsoft.com/office/drawing/2014/main" id="{C519F821-886A-75D3-DEC6-E5CB3C466E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0487" y="3134865"/>
                <a:ext cx="199727" cy="299472"/>
              </a:xfrm>
              <a:custGeom>
                <a:avLst/>
                <a:gdLst>
                  <a:gd name="csX0" fmla="*/ 0 w 199727"/>
                  <a:gd name="csY0" fmla="*/ 0 h 299472"/>
                  <a:gd name="csX1" fmla="*/ 199728 w 199727"/>
                  <a:gd name="csY1" fmla="*/ 0 h 299472"/>
                  <a:gd name="csX2" fmla="*/ 199728 w 199727"/>
                  <a:gd name="csY2" fmla="*/ 299472 h 299472"/>
                  <a:gd name="csX3" fmla="*/ 0 w 199727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727" h="299472">
                    <a:moveTo>
                      <a:pt x="0" y="0"/>
                    </a:moveTo>
                    <a:lnTo>
                      <a:pt x="199728" y="0"/>
                    </a:lnTo>
                    <a:lnTo>
                      <a:pt x="199728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96" name="Graphic 14">
              <a:extLst>
                <a:ext uri="{FF2B5EF4-FFF2-40B4-BE49-F238E27FC236}">
                  <a16:creationId xmlns:a16="http://schemas.microsoft.com/office/drawing/2014/main" id="{BAB310FC-1C99-8457-CFD3-82C78D66671B}"/>
                </a:ext>
              </a:extLst>
            </p:cNvPr>
            <p:cNvGrpSpPr/>
            <p:nvPr/>
          </p:nvGrpSpPr>
          <p:grpSpPr>
            <a:xfrm>
              <a:off x="7688339" y="3054055"/>
              <a:ext cx="285325" cy="380282"/>
              <a:chOff x="7688339" y="3054055"/>
              <a:chExt cx="285325" cy="380282"/>
            </a:xfrm>
            <a:noFill/>
          </p:grpSpPr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EB3A59EC-C0F9-4A8F-E48E-493C781DA1B2}"/>
                  </a:ext>
                </a:extLst>
              </p:cNvPr>
              <p:cNvSpPr/>
              <p:nvPr/>
            </p:nvSpPr>
            <p:spPr>
              <a:xfrm>
                <a:off x="7688339" y="3054055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6" name="Picture 275">
                <a:extLst>
                  <a:ext uri="{FF2B5EF4-FFF2-40B4-BE49-F238E27FC236}">
                    <a16:creationId xmlns:a16="http://schemas.microsoft.com/office/drawing/2014/main" id="{D75C858C-6473-28B2-8107-80453803E9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692" y="3125357"/>
                <a:ext cx="104619" cy="299472"/>
              </a:xfrm>
              <a:custGeom>
                <a:avLst/>
                <a:gdLst>
                  <a:gd name="csX0" fmla="*/ 0 w 104619"/>
                  <a:gd name="csY0" fmla="*/ 0 h 299472"/>
                  <a:gd name="csX1" fmla="*/ 104619 w 104619"/>
                  <a:gd name="csY1" fmla="*/ 0 h 299472"/>
                  <a:gd name="csX2" fmla="*/ 104619 w 104619"/>
                  <a:gd name="csY2" fmla="*/ 299472 h 299472"/>
                  <a:gd name="csX3" fmla="*/ 0 w 104619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99472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197" name="Graphic 14">
              <a:extLst>
                <a:ext uri="{FF2B5EF4-FFF2-40B4-BE49-F238E27FC236}">
                  <a16:creationId xmlns:a16="http://schemas.microsoft.com/office/drawing/2014/main" id="{3367F1CD-E0B0-FD17-A534-80D057A2ED34}"/>
                </a:ext>
              </a:extLst>
            </p:cNvPr>
            <p:cNvGrpSpPr/>
            <p:nvPr/>
          </p:nvGrpSpPr>
          <p:grpSpPr>
            <a:xfrm>
              <a:off x="5380722" y="5478355"/>
              <a:ext cx="76086" cy="549128"/>
              <a:chOff x="5380722" y="5478355"/>
              <a:chExt cx="76086" cy="549128"/>
            </a:xfrm>
          </p:grpSpPr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C3FC973F-7280-B711-596C-C8DBC5F6C1B4}"/>
                  </a:ext>
                </a:extLst>
              </p:cNvPr>
              <p:cNvSpPr/>
              <p:nvPr/>
            </p:nvSpPr>
            <p:spPr>
              <a:xfrm>
                <a:off x="5415247" y="5478355"/>
                <a:ext cx="5040" cy="492085"/>
              </a:xfrm>
              <a:custGeom>
                <a:avLst/>
                <a:gdLst>
                  <a:gd name="csX0" fmla="*/ 0 w 5040"/>
                  <a:gd name="csY0" fmla="*/ 0 h 492085"/>
                  <a:gd name="csX1" fmla="*/ 5041 w 5040"/>
                  <a:gd name="csY1" fmla="*/ 285212 h 492085"/>
                  <a:gd name="csX2" fmla="*/ 3329 w 5040"/>
                  <a:gd name="csY2" fmla="*/ 492086 h 49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40" h="492085">
                    <a:moveTo>
                      <a:pt x="0" y="0"/>
                    </a:moveTo>
                    <a:lnTo>
                      <a:pt x="5041" y="285212"/>
                    </a:lnTo>
                    <a:lnTo>
                      <a:pt x="3329" y="492086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53ACDAD7-94E8-B275-66A9-6A59E9F94106}"/>
                  </a:ext>
                </a:extLst>
              </p:cNvPr>
              <p:cNvSpPr/>
              <p:nvPr/>
            </p:nvSpPr>
            <p:spPr>
              <a:xfrm>
                <a:off x="5380722" y="5951142"/>
                <a:ext cx="76086" cy="76341"/>
              </a:xfrm>
              <a:custGeom>
                <a:avLst/>
                <a:gdLst>
                  <a:gd name="csX0" fmla="*/ 37378 w 76086"/>
                  <a:gd name="csY0" fmla="*/ 76342 h 76341"/>
                  <a:gd name="csX1" fmla="*/ 0 w 76086"/>
                  <a:gd name="csY1" fmla="*/ 0 h 76341"/>
                  <a:gd name="csX2" fmla="*/ 37853 w 76086"/>
                  <a:gd name="csY2" fmla="*/ 19299 h 76341"/>
                  <a:gd name="csX3" fmla="*/ 76087 w 76086"/>
                  <a:gd name="csY3" fmla="*/ 665 h 76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341">
                    <a:moveTo>
                      <a:pt x="37378" y="76342"/>
                    </a:moveTo>
                    <a:lnTo>
                      <a:pt x="0" y="0"/>
                    </a:lnTo>
                    <a:lnTo>
                      <a:pt x="37853" y="19299"/>
                    </a:lnTo>
                    <a:lnTo>
                      <a:pt x="76087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9F5F6192-F716-8CC4-1294-6A823B05D139}"/>
                </a:ext>
              </a:extLst>
            </p:cNvPr>
            <p:cNvSpPr/>
            <p:nvPr/>
          </p:nvSpPr>
          <p:spPr>
            <a:xfrm>
              <a:off x="5889457" y="5478355"/>
              <a:ext cx="1331" cy="285211"/>
            </a:xfrm>
            <a:custGeom>
              <a:avLst/>
              <a:gdLst>
                <a:gd name="csX0" fmla="*/ 1332 w 1331"/>
                <a:gd name="csY0" fmla="*/ 0 h 285211"/>
                <a:gd name="csX1" fmla="*/ 0 w 1331"/>
                <a:gd name="csY1" fmla="*/ 285212 h 2852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" h="285211">
                  <a:moveTo>
                    <a:pt x="1332" y="0"/>
                  </a:moveTo>
                  <a:lnTo>
                    <a:pt x="0" y="285212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99" name="Graphic 14">
              <a:extLst>
                <a:ext uri="{FF2B5EF4-FFF2-40B4-BE49-F238E27FC236}">
                  <a16:creationId xmlns:a16="http://schemas.microsoft.com/office/drawing/2014/main" id="{40952784-D914-B092-BDCF-E343739AA543}"/>
                </a:ext>
              </a:extLst>
            </p:cNvPr>
            <p:cNvGrpSpPr/>
            <p:nvPr/>
          </p:nvGrpSpPr>
          <p:grpSpPr>
            <a:xfrm>
              <a:off x="5177476" y="5098073"/>
              <a:ext cx="951084" cy="380282"/>
              <a:chOff x="5177476" y="5098073"/>
              <a:chExt cx="951084" cy="380282"/>
            </a:xfrm>
            <a:solidFill>
              <a:srgbClr val="D5E8D4"/>
            </a:solidFill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CC943CDD-1BF8-DBC5-6C9E-B9E12EBB8313}"/>
                  </a:ext>
                </a:extLst>
              </p:cNvPr>
              <p:cNvSpPr/>
              <p:nvPr/>
            </p:nvSpPr>
            <p:spPr>
              <a:xfrm>
                <a:off x="5177476" y="5098073"/>
                <a:ext cx="951084" cy="380282"/>
              </a:xfrm>
              <a:prstGeom prst="rect">
                <a:avLst/>
              </a:prstGeom>
              <a:solidFill>
                <a:srgbClr val="D5E8D4"/>
              </a:solidFill>
              <a:ln w="19022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0FE27EB5-B5B6-D961-E8B1-CBCDD18B5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6986" y="5178883"/>
                <a:ext cx="932063" cy="256690"/>
              </a:xfrm>
              <a:custGeom>
                <a:avLst/>
                <a:gdLst>
                  <a:gd name="csX0" fmla="*/ 0 w 932063"/>
                  <a:gd name="csY0" fmla="*/ 0 h 256690"/>
                  <a:gd name="csX1" fmla="*/ 932063 w 932063"/>
                  <a:gd name="csY1" fmla="*/ 0 h 256690"/>
                  <a:gd name="csX2" fmla="*/ 932063 w 932063"/>
                  <a:gd name="csY2" fmla="*/ 256691 h 256690"/>
                  <a:gd name="csX3" fmla="*/ 0 w 932063"/>
                  <a:gd name="csY3" fmla="*/ 256691 h 2566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063" h="256690">
                    <a:moveTo>
                      <a:pt x="0" y="0"/>
                    </a:moveTo>
                    <a:lnTo>
                      <a:pt x="932063" y="0"/>
                    </a:lnTo>
                    <a:lnTo>
                      <a:pt x="932063" y="256691"/>
                    </a:lnTo>
                    <a:lnTo>
                      <a:pt x="0" y="256691"/>
                    </a:lnTo>
                    <a:close/>
                  </a:path>
                </a:pathLst>
              </a:custGeom>
            </p:spPr>
          </p:pic>
        </p:grpSp>
        <p:grpSp>
          <p:nvGrpSpPr>
            <p:cNvPr id="200" name="Graphic 14">
              <a:extLst>
                <a:ext uri="{FF2B5EF4-FFF2-40B4-BE49-F238E27FC236}">
                  <a16:creationId xmlns:a16="http://schemas.microsoft.com/office/drawing/2014/main" id="{D7262899-7375-E489-A45A-E2BCEBD33339}"/>
                </a:ext>
              </a:extLst>
            </p:cNvPr>
            <p:cNvGrpSpPr/>
            <p:nvPr/>
          </p:nvGrpSpPr>
          <p:grpSpPr>
            <a:xfrm>
              <a:off x="5614974" y="4660748"/>
              <a:ext cx="76086" cy="416028"/>
              <a:chOff x="5614974" y="4660748"/>
              <a:chExt cx="76086" cy="416028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22A07778-667B-6EE4-EDEA-C39A4FEDAF01}"/>
                  </a:ext>
                </a:extLst>
              </p:cNvPr>
              <p:cNvSpPr/>
              <p:nvPr/>
            </p:nvSpPr>
            <p:spPr>
              <a:xfrm>
                <a:off x="5653018" y="4660748"/>
                <a:ext cx="9510" cy="358986"/>
              </a:xfrm>
              <a:custGeom>
                <a:avLst/>
                <a:gdLst>
                  <a:gd name="csX0" fmla="*/ 0 w 9510"/>
                  <a:gd name="csY0" fmla="*/ 0 h 358986"/>
                  <a:gd name="csX1" fmla="*/ 0 w 9510"/>
                  <a:gd name="csY1" fmla="*/ 358987 h 3589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0" h="358986">
                    <a:moveTo>
                      <a:pt x="0" y="0"/>
                    </a:moveTo>
                    <a:lnTo>
                      <a:pt x="0" y="358987"/>
                    </a:lnTo>
                  </a:path>
                </a:pathLst>
              </a:custGeom>
              <a:noFill/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5BDADE70-9431-5335-370E-B35B569CCD4B}"/>
                  </a:ext>
                </a:extLst>
              </p:cNvPr>
              <p:cNvSpPr/>
              <p:nvPr/>
            </p:nvSpPr>
            <p:spPr>
              <a:xfrm>
                <a:off x="5614974" y="5000720"/>
                <a:ext cx="76086" cy="76056"/>
              </a:xfrm>
              <a:custGeom>
                <a:avLst/>
                <a:gdLst>
                  <a:gd name="csX0" fmla="*/ 38043 w 76086"/>
                  <a:gd name="csY0" fmla="*/ 76057 h 76056"/>
                  <a:gd name="csX1" fmla="*/ 0 w 76086"/>
                  <a:gd name="csY1" fmla="*/ 0 h 76056"/>
                  <a:gd name="csX2" fmla="*/ 38043 w 76086"/>
                  <a:gd name="csY2" fmla="*/ 19014 h 76056"/>
                  <a:gd name="csX3" fmla="*/ 76087 w 76086"/>
                  <a:gd name="csY3" fmla="*/ 0 h 76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86" h="76056">
                    <a:moveTo>
                      <a:pt x="38043" y="76057"/>
                    </a:moveTo>
                    <a:lnTo>
                      <a:pt x="0" y="0"/>
                    </a:lnTo>
                    <a:lnTo>
                      <a:pt x="38043" y="19014"/>
                    </a:lnTo>
                    <a:lnTo>
                      <a:pt x="7608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22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1" name="Graphic 14">
              <a:extLst>
                <a:ext uri="{FF2B5EF4-FFF2-40B4-BE49-F238E27FC236}">
                  <a16:creationId xmlns:a16="http://schemas.microsoft.com/office/drawing/2014/main" id="{415FBED6-500B-A5B5-3A82-51B843C061C7}"/>
                </a:ext>
              </a:extLst>
            </p:cNvPr>
            <p:cNvGrpSpPr/>
            <p:nvPr/>
          </p:nvGrpSpPr>
          <p:grpSpPr>
            <a:xfrm>
              <a:off x="5320138" y="4280466"/>
              <a:ext cx="665759" cy="380282"/>
              <a:chOff x="5320138" y="4280466"/>
              <a:chExt cx="665759" cy="380282"/>
            </a:xfrm>
            <a:noFill/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695A1B67-7D54-DBB1-FF8A-997CF8D5D9F0}"/>
                  </a:ext>
                </a:extLst>
              </p:cNvPr>
              <p:cNvSpPr/>
              <p:nvPr/>
            </p:nvSpPr>
            <p:spPr>
              <a:xfrm>
                <a:off x="5320138" y="4280466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3" name="Picture 212">
                <a:extLst>
                  <a:ext uri="{FF2B5EF4-FFF2-40B4-BE49-F238E27FC236}">
                    <a16:creationId xmlns:a16="http://schemas.microsoft.com/office/drawing/2014/main" id="{786B20AF-6765-9BC6-78B1-E0B49856C6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0491" y="4351768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grpSp>
          <p:nvGrpSpPr>
            <p:cNvPr id="202" name="Graphic 14">
              <a:extLst>
                <a:ext uri="{FF2B5EF4-FFF2-40B4-BE49-F238E27FC236}">
                  <a16:creationId xmlns:a16="http://schemas.microsoft.com/office/drawing/2014/main" id="{006ADC2B-6A03-2105-6718-AC29509D87B8}"/>
                </a:ext>
              </a:extLst>
            </p:cNvPr>
            <p:cNvGrpSpPr/>
            <p:nvPr/>
          </p:nvGrpSpPr>
          <p:grpSpPr>
            <a:xfrm>
              <a:off x="5082367" y="6039272"/>
              <a:ext cx="665759" cy="380282"/>
              <a:chOff x="5082367" y="6039272"/>
              <a:chExt cx="665759" cy="380282"/>
            </a:xfrm>
            <a:noFill/>
          </p:grpSpPr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F00DE640-0163-6924-B73C-6C1ED2034939}"/>
                  </a:ext>
                </a:extLst>
              </p:cNvPr>
              <p:cNvSpPr/>
              <p:nvPr/>
            </p:nvSpPr>
            <p:spPr>
              <a:xfrm>
                <a:off x="5082367" y="6039272"/>
                <a:ext cx="665759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1" name="Picture 210">
                <a:extLst>
                  <a:ext uri="{FF2B5EF4-FFF2-40B4-BE49-F238E27FC236}">
                    <a16:creationId xmlns:a16="http://schemas.microsoft.com/office/drawing/2014/main" id="{C282ACCB-3E30-9A82-E54D-7113A25C55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2720" y="6110575"/>
                <a:ext cx="485053" cy="299472"/>
              </a:xfrm>
              <a:custGeom>
                <a:avLst/>
                <a:gdLst>
                  <a:gd name="csX0" fmla="*/ 0 w 485053"/>
                  <a:gd name="csY0" fmla="*/ 0 h 299472"/>
                  <a:gd name="csX1" fmla="*/ 485053 w 485053"/>
                  <a:gd name="csY1" fmla="*/ 0 h 299472"/>
                  <a:gd name="csX2" fmla="*/ 485053 w 485053"/>
                  <a:gd name="csY2" fmla="*/ 299472 h 299472"/>
                  <a:gd name="csX3" fmla="*/ 0 w 485053"/>
                  <a:gd name="csY3" fmla="*/ 299472 h 299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5053" h="299472">
                    <a:moveTo>
                      <a:pt x="0" y="0"/>
                    </a:moveTo>
                    <a:lnTo>
                      <a:pt x="485053" y="0"/>
                    </a:lnTo>
                    <a:lnTo>
                      <a:pt x="485053" y="299472"/>
                    </a:lnTo>
                    <a:lnTo>
                      <a:pt x="0" y="299472"/>
                    </a:lnTo>
                    <a:close/>
                  </a:path>
                </a:pathLst>
              </a:custGeom>
            </p:spPr>
          </p:pic>
        </p:grp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7D3C3A1B-87D8-365A-BE62-5552BF9A7B56}"/>
                </a:ext>
              </a:extLst>
            </p:cNvPr>
            <p:cNvSpPr/>
            <p:nvPr/>
          </p:nvSpPr>
          <p:spPr>
            <a:xfrm>
              <a:off x="5797012" y="5763567"/>
              <a:ext cx="188885" cy="9507"/>
            </a:xfrm>
            <a:custGeom>
              <a:avLst/>
              <a:gdLst>
                <a:gd name="csX0" fmla="*/ 0 w 188885"/>
                <a:gd name="csY0" fmla="*/ 0 h 9507"/>
                <a:gd name="csX1" fmla="*/ 188885 w 188885"/>
                <a:gd name="csY1" fmla="*/ 0 h 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8885" h="9507">
                  <a:moveTo>
                    <a:pt x="0" y="0"/>
                  </a:moveTo>
                  <a:lnTo>
                    <a:pt x="188885" y="0"/>
                  </a:lnTo>
                </a:path>
              </a:pathLst>
            </a:custGeom>
            <a:noFill/>
            <a:ln w="19022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04" name="Graphic 14">
              <a:extLst>
                <a:ext uri="{FF2B5EF4-FFF2-40B4-BE49-F238E27FC236}">
                  <a16:creationId xmlns:a16="http://schemas.microsoft.com/office/drawing/2014/main" id="{20743388-A30A-B3A4-6615-B0EC25B02DDA}"/>
                </a:ext>
              </a:extLst>
            </p:cNvPr>
            <p:cNvGrpSpPr/>
            <p:nvPr/>
          </p:nvGrpSpPr>
          <p:grpSpPr>
            <a:xfrm>
              <a:off x="5129921" y="5411806"/>
              <a:ext cx="285325" cy="380282"/>
              <a:chOff x="5129921" y="5411806"/>
              <a:chExt cx="285325" cy="380282"/>
            </a:xfrm>
            <a:noFill/>
          </p:grpSpPr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0D34A147-B4A7-52BF-CEB6-AFB230AECB1D}"/>
                  </a:ext>
                </a:extLst>
              </p:cNvPr>
              <p:cNvSpPr/>
              <p:nvPr/>
            </p:nvSpPr>
            <p:spPr>
              <a:xfrm>
                <a:off x="5129921" y="5411806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9" name="Picture 208">
                <a:extLst>
                  <a:ext uri="{FF2B5EF4-FFF2-40B4-BE49-F238E27FC236}">
                    <a16:creationId xmlns:a16="http://schemas.microsoft.com/office/drawing/2014/main" id="{73E1CDCD-51DF-AF23-7284-B2E703938A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0274" y="5502123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05" name="Graphic 14">
              <a:extLst>
                <a:ext uri="{FF2B5EF4-FFF2-40B4-BE49-F238E27FC236}">
                  <a16:creationId xmlns:a16="http://schemas.microsoft.com/office/drawing/2014/main" id="{B3408996-C21D-F639-0F22-15A8013ED3EF}"/>
                </a:ext>
              </a:extLst>
            </p:cNvPr>
            <p:cNvGrpSpPr/>
            <p:nvPr/>
          </p:nvGrpSpPr>
          <p:grpSpPr>
            <a:xfrm>
              <a:off x="5881278" y="5421313"/>
              <a:ext cx="285325" cy="380282"/>
              <a:chOff x="5881278" y="5421313"/>
              <a:chExt cx="285325" cy="380282"/>
            </a:xfrm>
            <a:noFill/>
          </p:grpSpPr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897CF2EB-86AE-A823-C683-AB15EC874857}"/>
                  </a:ext>
                </a:extLst>
              </p:cNvPr>
              <p:cNvSpPr/>
              <p:nvPr/>
            </p:nvSpPr>
            <p:spPr>
              <a:xfrm>
                <a:off x="5881278" y="5421313"/>
                <a:ext cx="285325" cy="380282"/>
              </a:xfrm>
              <a:prstGeom prst="rect">
                <a:avLst/>
              </a:prstGeom>
              <a:noFill/>
              <a:ln w="9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7" name="Picture 206">
                <a:extLst>
                  <a:ext uri="{FF2B5EF4-FFF2-40B4-BE49-F238E27FC236}">
                    <a16:creationId xmlns:a16="http://schemas.microsoft.com/office/drawing/2014/main" id="{5B2C616E-0616-C190-2C05-39272203F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1631" y="5511630"/>
                <a:ext cx="104619" cy="237676"/>
              </a:xfrm>
              <a:custGeom>
                <a:avLst/>
                <a:gdLst>
                  <a:gd name="csX0" fmla="*/ 0 w 104619"/>
                  <a:gd name="csY0" fmla="*/ 0 h 237676"/>
                  <a:gd name="csX1" fmla="*/ 104619 w 104619"/>
                  <a:gd name="csY1" fmla="*/ 0 h 237676"/>
                  <a:gd name="csX2" fmla="*/ 104619 w 104619"/>
                  <a:gd name="csY2" fmla="*/ 237677 h 237676"/>
                  <a:gd name="csX3" fmla="*/ 0 w 104619"/>
                  <a:gd name="csY3" fmla="*/ 237677 h 237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619" h="237676">
                    <a:moveTo>
                      <a:pt x="0" y="0"/>
                    </a:moveTo>
                    <a:lnTo>
                      <a:pt x="104619" y="0"/>
                    </a:lnTo>
                    <a:lnTo>
                      <a:pt x="104619" y="237677"/>
                    </a:lnTo>
                    <a:lnTo>
                      <a:pt x="0" y="2376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14" name="Graphic 14">
            <a:extLst>
              <a:ext uri="{FF2B5EF4-FFF2-40B4-BE49-F238E27FC236}">
                <a16:creationId xmlns:a16="http://schemas.microsoft.com/office/drawing/2014/main" id="{A97DEB04-1E6A-D4A0-F803-7842CFA5A0C6}"/>
              </a:ext>
            </a:extLst>
          </p:cNvPr>
          <p:cNvGrpSpPr/>
          <p:nvPr/>
        </p:nvGrpSpPr>
        <p:grpSpPr>
          <a:xfrm>
            <a:off x="7979682" y="3672030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F22A250C-6019-9FD4-26D5-885E45B5D278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316" name="Picture 315">
              <a:extLst>
                <a:ext uri="{FF2B5EF4-FFF2-40B4-BE49-F238E27FC236}">
                  <a16:creationId xmlns:a16="http://schemas.microsoft.com/office/drawing/2014/main" id="{02E92F3E-88EB-0A9F-E246-B768A11C9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317" name="Graphic 14">
            <a:extLst>
              <a:ext uri="{FF2B5EF4-FFF2-40B4-BE49-F238E27FC236}">
                <a16:creationId xmlns:a16="http://schemas.microsoft.com/office/drawing/2014/main" id="{5C7663A2-5B14-089D-A4DB-0E1A76CDC358}"/>
              </a:ext>
            </a:extLst>
          </p:cNvPr>
          <p:cNvGrpSpPr/>
          <p:nvPr/>
        </p:nvGrpSpPr>
        <p:grpSpPr>
          <a:xfrm>
            <a:off x="8643974" y="2892496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E70BE95D-439E-E738-06AE-3EE4D98D5EEC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319" name="Picture 318">
              <a:extLst>
                <a:ext uri="{FF2B5EF4-FFF2-40B4-BE49-F238E27FC236}">
                  <a16:creationId xmlns:a16="http://schemas.microsoft.com/office/drawing/2014/main" id="{EEE73506-A582-D89D-2009-FE85BAAAC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91AE9914-EC29-0C83-54FD-A1DFF1AC04DE}"/>
              </a:ext>
            </a:extLst>
          </p:cNvPr>
          <p:cNvGrpSpPr/>
          <p:nvPr/>
        </p:nvGrpSpPr>
        <p:grpSpPr>
          <a:xfrm>
            <a:off x="5242081" y="1585396"/>
            <a:ext cx="6107723" cy="1264189"/>
            <a:chOff x="4739365" y="1241295"/>
            <a:chExt cx="6107723" cy="1264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4" name="TextBox 323">
                  <a:extLst>
                    <a:ext uri="{FF2B5EF4-FFF2-40B4-BE49-F238E27FC236}">
                      <a16:creationId xmlns:a16="http://schemas.microsoft.com/office/drawing/2014/main" id="{F083B985-A3F8-9FDF-1F11-430897170354}"/>
                    </a:ext>
                  </a:extLst>
                </p:cNvPr>
                <p:cNvSpPr txBox="1"/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𝑝𝑟𝑜𝑑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8524C74-7395-90F4-DDDB-FD0C97CB8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1677727"/>
                  <a:ext cx="1173398" cy="390748"/>
                </a:xfrm>
                <a:prstGeom prst="rect">
                  <a:avLst/>
                </a:prstGeom>
                <a:blipFill>
                  <a:blip r:embed="rId23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A6182B3F-0743-21D8-13E5-AB278C70AB57}"/>
                </a:ext>
              </a:extLst>
            </p:cNvPr>
            <p:cNvSpPr txBox="1"/>
            <p:nvPr/>
          </p:nvSpPr>
          <p:spPr>
            <a:xfrm>
              <a:off x="4751088" y="124129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Producer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BB0;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Consumer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Block: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BB3;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162F6783-D57A-0977-1D6A-46FE7BCEA7A0}"/>
                    </a:ext>
                  </a:extLst>
                </p:cNvPr>
                <p:cNvSpPr txBox="1"/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altLang="zh-CN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𝑐𝑜𝑛𝑠</m:t>
                            </m:r>
                          </m:sub>
                        </m:sSub>
                        <m:r>
                          <a:rPr lang="ar-AE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acc>
                          <m:accPr>
                            <m:chr m:val="̅"/>
                            <m:ctrlPr>
                              <a:rPr lang="ar-AE" altLang="zh-CN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ar-AE" altLang="zh-CN" b="0" i="1" dirty="0" smtClean="0">
                            <a:solidFill>
                              <a:srgbClr val="62731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i="1" dirty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altLang="zh-CN" b="0" i="1" dirty="0" smtClean="0">
                                <a:solidFill>
                                  <a:srgbClr val="62731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oMath>
                    </m:oMathPara>
                  </a14:m>
                  <a:endParaRPr lang="ar-AE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E02D335-AF58-847D-5E78-0E4CEA1A1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365" y="2135575"/>
                  <a:ext cx="3401893" cy="369909"/>
                </a:xfrm>
                <a:prstGeom prst="rect">
                  <a:avLst/>
                </a:prstGeom>
                <a:blipFill>
                  <a:blip r:embed="rId24"/>
                  <a:stretch>
                    <a:fillRect t="-6667" r="-1852" b="-2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2" name="Rectangle 331">
            <a:extLst>
              <a:ext uri="{FF2B5EF4-FFF2-40B4-BE49-F238E27FC236}">
                <a16:creationId xmlns:a16="http://schemas.microsoft.com/office/drawing/2014/main" id="{006B1132-00A0-1DB1-0AF5-0715DE37A15C}"/>
              </a:ext>
            </a:extLst>
          </p:cNvPr>
          <p:cNvSpPr/>
          <p:nvPr/>
        </p:nvSpPr>
        <p:spPr>
          <a:xfrm>
            <a:off x="7898325" y="3605907"/>
            <a:ext cx="428482" cy="369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EF296213-8120-E705-809F-E2FC040FFD2B}"/>
              </a:ext>
            </a:extLst>
          </p:cNvPr>
          <p:cNvSpPr/>
          <p:nvPr/>
        </p:nvSpPr>
        <p:spPr>
          <a:xfrm>
            <a:off x="8553722" y="2833916"/>
            <a:ext cx="428482" cy="369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98835A-B976-8500-7AD8-FF49E7072D31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F6164ACC-428F-1F63-0C9C-63815B18C8DA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142C1C-D3AC-000A-FC59-A592C7EB3711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10E6F83-2D5A-678A-D22B-28964C746E2F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1C85E71-404B-FECC-69B1-62D18C4BA9A0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188624-0927-859A-355F-270771524416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DB58A9E-EC92-0C75-EA07-AE2514EFFF81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5D538386-FD88-839F-A968-5693231E4CF9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56867FD5-CCB2-A654-6352-193214AEBAB9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13">
              <a:extLst>
                <a:ext uri="{FF2B5EF4-FFF2-40B4-BE49-F238E27FC236}">
                  <a16:creationId xmlns:a16="http://schemas.microsoft.com/office/drawing/2014/main" id="{42DAABD9-F8A4-116C-3E76-1FCF3C30E4F1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9858993D-A1E6-433A-14BF-931AE7BFEC55}"/>
              </a:ext>
            </a:extLst>
          </p:cNvPr>
          <p:cNvSpPr/>
          <p:nvPr/>
        </p:nvSpPr>
        <p:spPr>
          <a:xfrm>
            <a:off x="9105384" y="938648"/>
            <a:ext cx="224441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0E10188-F419-D369-A71C-B463606055C5}"/>
              </a:ext>
            </a:extLst>
          </p:cNvPr>
          <p:cNvSpPr/>
          <p:nvPr/>
        </p:nvSpPr>
        <p:spPr>
          <a:xfrm>
            <a:off x="1823241" y="933225"/>
            <a:ext cx="4978445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8704040"/>
      </p:ext>
    </p:extLst>
  </p:cSld>
  <p:clrMapOvr>
    <a:masterClrMapping/>
  </p:clrMapOvr>
  <p:transition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8CCA8-0CBE-2451-36F0-D8E83EC5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889B1E-5E77-F9EB-853B-4E7E6DB1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C46126-E349-F94D-C040-6E1EB17E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54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F04A5B1B-1236-DB36-F0D9-07AFBDB40A59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AE95B375-40C4-7B6F-C983-ADE9031B0674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D180CAEB-BBAE-F013-89CA-59116E58B989}"/>
              </a:ext>
            </a:extLst>
          </p:cNvPr>
          <p:cNvSpPr txBox="1"/>
          <p:nvPr/>
        </p:nvSpPr>
        <p:spPr>
          <a:xfrm>
            <a:off x="1212563" y="3148780"/>
            <a:ext cx="4948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Read-once: each variable is used by only one input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AE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6A1006D5-8232-A184-67CC-A4E84FD59EC0}"/>
              </a:ext>
            </a:extLst>
          </p:cNvPr>
          <p:cNvGrpSpPr/>
          <p:nvPr/>
        </p:nvGrpSpPr>
        <p:grpSpPr>
          <a:xfrm>
            <a:off x="6858048" y="2571446"/>
            <a:ext cx="2627285" cy="2131313"/>
            <a:chOff x="7953706" y="1951173"/>
            <a:chExt cx="2627285" cy="2131313"/>
          </a:xfrm>
        </p:grpSpPr>
        <p:grpSp>
          <p:nvGrpSpPr>
            <p:cNvPr id="111" name="Graphic 18">
              <a:extLst>
                <a:ext uri="{FF2B5EF4-FFF2-40B4-BE49-F238E27FC236}">
                  <a16:creationId xmlns:a16="http://schemas.microsoft.com/office/drawing/2014/main" id="{A6D2232A-303D-2776-20C8-9DC7654E0A8E}"/>
                </a:ext>
              </a:extLst>
            </p:cNvPr>
            <p:cNvGrpSpPr/>
            <p:nvPr/>
          </p:nvGrpSpPr>
          <p:grpSpPr>
            <a:xfrm>
              <a:off x="8191685" y="3418023"/>
              <a:ext cx="951915" cy="381000"/>
              <a:chOff x="8191685" y="3418023"/>
              <a:chExt cx="951915" cy="381000"/>
            </a:xfrm>
            <a:solidFill>
              <a:srgbClr val="DAE8FC"/>
            </a:solidFill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886CC778-4510-E67C-2B73-CB7D0D99782D}"/>
                  </a:ext>
                </a:extLst>
              </p:cNvPr>
              <p:cNvSpPr/>
              <p:nvPr/>
            </p:nvSpPr>
            <p:spPr>
              <a:xfrm>
                <a:off x="8191685" y="341802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6F4BDD58-7609-4F97-723A-D563ECEAE7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01204" y="349898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14" name="Graphic 18">
              <a:extLst>
                <a:ext uri="{FF2B5EF4-FFF2-40B4-BE49-F238E27FC236}">
                  <a16:creationId xmlns:a16="http://schemas.microsoft.com/office/drawing/2014/main" id="{EDF6E4E9-9976-51A6-2D17-A454DD102CF8}"/>
                </a:ext>
              </a:extLst>
            </p:cNvPr>
            <p:cNvGrpSpPr/>
            <p:nvPr/>
          </p:nvGrpSpPr>
          <p:grpSpPr>
            <a:xfrm>
              <a:off x="9153119" y="3408498"/>
              <a:ext cx="856723" cy="390525"/>
              <a:chOff x="9153119" y="3408498"/>
              <a:chExt cx="856723" cy="390525"/>
            </a:xfrm>
            <a:noFill/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9EF19E66-00EB-975D-39B8-1EF3EA0C5444}"/>
                  </a:ext>
                </a:extLst>
              </p:cNvPr>
              <p:cNvSpPr/>
              <p:nvPr/>
            </p:nvSpPr>
            <p:spPr>
              <a:xfrm>
                <a:off x="9153119" y="340849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536FE8B5-CF29-AAD5-A6F2-7A69CE54EF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81530" y="346564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17" name="Graphic 18">
              <a:extLst>
                <a:ext uri="{FF2B5EF4-FFF2-40B4-BE49-F238E27FC236}">
                  <a16:creationId xmlns:a16="http://schemas.microsoft.com/office/drawing/2014/main" id="{5A3E9303-0717-4D91-360F-ED8A5749198E}"/>
                </a:ext>
              </a:extLst>
            </p:cNvPr>
            <p:cNvGrpSpPr/>
            <p:nvPr/>
          </p:nvGrpSpPr>
          <p:grpSpPr>
            <a:xfrm>
              <a:off x="8924660" y="3017973"/>
              <a:ext cx="76153" cy="369188"/>
              <a:chOff x="8924660" y="3017973"/>
              <a:chExt cx="76153" cy="369188"/>
            </a:xfrm>
          </p:grpSpPr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A7E1A7B0-1C26-58FE-55D4-A1DC18CD4F95}"/>
                  </a:ext>
                </a:extLst>
              </p:cNvPr>
              <p:cNvSpPr/>
              <p:nvPr/>
            </p:nvSpPr>
            <p:spPr>
              <a:xfrm>
                <a:off x="8962736" y="3017973"/>
                <a:ext cx="9519" cy="312038"/>
              </a:xfrm>
              <a:custGeom>
                <a:avLst/>
                <a:gdLst>
                  <a:gd name="csX0" fmla="*/ 0 w 9519"/>
                  <a:gd name="csY0" fmla="*/ 0 h 312038"/>
                  <a:gd name="csX1" fmla="*/ 0 w 9519"/>
                  <a:gd name="csY1" fmla="*/ 312039 h 312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8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3B3C2732-AEFD-D9BE-8AB6-38BCE272BAD2}"/>
                  </a:ext>
                </a:extLst>
              </p:cNvPr>
              <p:cNvSpPr/>
              <p:nvPr/>
            </p:nvSpPr>
            <p:spPr>
              <a:xfrm>
                <a:off x="8924660" y="3310961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1" name="Graphic 18">
              <a:extLst>
                <a:ext uri="{FF2B5EF4-FFF2-40B4-BE49-F238E27FC236}">
                  <a16:creationId xmlns:a16="http://schemas.microsoft.com/office/drawing/2014/main" id="{F38BD3B9-5E57-845D-0FB7-4C0BD47B27F2}"/>
                </a:ext>
              </a:extLst>
            </p:cNvPr>
            <p:cNvGrpSpPr/>
            <p:nvPr/>
          </p:nvGrpSpPr>
          <p:grpSpPr>
            <a:xfrm>
              <a:off x="8762834" y="2646498"/>
              <a:ext cx="951915" cy="381000"/>
              <a:chOff x="8762834" y="2646498"/>
              <a:chExt cx="951915" cy="381000"/>
            </a:xfrm>
            <a:solidFill>
              <a:srgbClr val="DAE8FC"/>
            </a:solidFill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EB11E59-1396-1DAE-D55D-091866172CD7}"/>
                  </a:ext>
                </a:extLst>
              </p:cNvPr>
              <p:cNvSpPr/>
              <p:nvPr/>
            </p:nvSpPr>
            <p:spPr>
              <a:xfrm>
                <a:off x="8762834" y="26464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83767B07-155D-13B4-E824-6D9F83445C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72353" y="27274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24" name="Graphic 18">
              <a:extLst>
                <a:ext uri="{FF2B5EF4-FFF2-40B4-BE49-F238E27FC236}">
                  <a16:creationId xmlns:a16="http://schemas.microsoft.com/office/drawing/2014/main" id="{B1DD7021-894A-CFD4-978C-DB17432B499C}"/>
                </a:ext>
              </a:extLst>
            </p:cNvPr>
            <p:cNvGrpSpPr/>
            <p:nvPr/>
          </p:nvGrpSpPr>
          <p:grpSpPr>
            <a:xfrm>
              <a:off x="8629566" y="3799023"/>
              <a:ext cx="76153" cy="283463"/>
              <a:chOff x="8629566" y="3799023"/>
              <a:chExt cx="76153" cy="283463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8BBD7B72-5054-B5A5-235D-B8A43F20546E}"/>
                  </a:ext>
                </a:extLst>
              </p:cNvPr>
              <p:cNvSpPr/>
              <p:nvPr/>
            </p:nvSpPr>
            <p:spPr>
              <a:xfrm>
                <a:off x="8667642" y="3799023"/>
                <a:ext cx="9519" cy="226313"/>
              </a:xfrm>
              <a:custGeom>
                <a:avLst/>
                <a:gdLst>
                  <a:gd name="csX0" fmla="*/ 0 w 9519"/>
                  <a:gd name="csY0" fmla="*/ 0 h 226313"/>
                  <a:gd name="csX1" fmla="*/ 0 w 9519"/>
                  <a:gd name="csY1" fmla="*/ 226314 h 2263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3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97E8EAA8-2F54-6B2A-AA4F-BC496CA33000}"/>
                  </a:ext>
                </a:extLst>
              </p:cNvPr>
              <p:cNvSpPr/>
              <p:nvPr/>
            </p:nvSpPr>
            <p:spPr>
              <a:xfrm>
                <a:off x="8629566" y="4006286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7" name="Graphic 18">
              <a:extLst>
                <a:ext uri="{FF2B5EF4-FFF2-40B4-BE49-F238E27FC236}">
                  <a16:creationId xmlns:a16="http://schemas.microsoft.com/office/drawing/2014/main" id="{B9168EAF-8336-1EEF-A7DC-8139488220D8}"/>
                </a:ext>
              </a:extLst>
            </p:cNvPr>
            <p:cNvGrpSpPr/>
            <p:nvPr/>
          </p:nvGrpSpPr>
          <p:grpSpPr>
            <a:xfrm>
              <a:off x="9174442" y="3575185"/>
              <a:ext cx="264251" cy="76200"/>
              <a:chOff x="9174442" y="3575185"/>
              <a:chExt cx="264251" cy="76200"/>
            </a:xfrm>
          </p:grpSpPr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E089299E-87CD-0982-51C3-5860F9C51F9C}"/>
                  </a:ext>
                </a:extLst>
              </p:cNvPr>
              <p:cNvSpPr/>
              <p:nvPr/>
            </p:nvSpPr>
            <p:spPr>
              <a:xfrm>
                <a:off x="9231557" y="361328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B9098B0F-58A2-FF5C-184C-012F94FA4C6E}"/>
                  </a:ext>
                </a:extLst>
              </p:cNvPr>
              <p:cNvSpPr/>
              <p:nvPr/>
            </p:nvSpPr>
            <p:spPr>
              <a:xfrm>
                <a:off x="9174442" y="357518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0" name="Graphic 18">
              <a:extLst>
                <a:ext uri="{FF2B5EF4-FFF2-40B4-BE49-F238E27FC236}">
                  <a16:creationId xmlns:a16="http://schemas.microsoft.com/office/drawing/2014/main" id="{08D09E84-E810-AF53-631B-FB7D85CA70D2}"/>
                </a:ext>
              </a:extLst>
            </p:cNvPr>
            <p:cNvGrpSpPr/>
            <p:nvPr/>
          </p:nvGrpSpPr>
          <p:grpSpPr>
            <a:xfrm>
              <a:off x="8106012" y="3160848"/>
              <a:ext cx="285574" cy="285750"/>
              <a:chOff x="8106012" y="3160848"/>
              <a:chExt cx="285574" cy="285750"/>
            </a:xfrm>
            <a:noFill/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6358F08A-BEC2-CA7E-F500-E5A59502E7D1}"/>
                  </a:ext>
                </a:extLst>
              </p:cNvPr>
              <p:cNvSpPr/>
              <p:nvPr/>
            </p:nvSpPr>
            <p:spPr>
              <a:xfrm>
                <a:off x="8106012" y="316084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7899C1A1-8F7F-D17F-E42B-DA5AE8D2A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01204" y="321799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3" name="Graphic 18">
              <a:extLst>
                <a:ext uri="{FF2B5EF4-FFF2-40B4-BE49-F238E27FC236}">
                  <a16:creationId xmlns:a16="http://schemas.microsoft.com/office/drawing/2014/main" id="{26B1D3AC-6134-A04F-BE7D-CC5DC15A26BB}"/>
                </a:ext>
              </a:extLst>
            </p:cNvPr>
            <p:cNvGrpSpPr/>
            <p:nvPr/>
          </p:nvGrpSpPr>
          <p:grpSpPr>
            <a:xfrm>
              <a:off x="8343991" y="3037023"/>
              <a:ext cx="76153" cy="350138"/>
              <a:chOff x="8343991" y="3037023"/>
              <a:chExt cx="76153" cy="350138"/>
            </a:xfrm>
          </p:grpSpPr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807779E-3E8E-A84D-9119-FD7CC03CF7A7}"/>
                  </a:ext>
                </a:extLst>
              </p:cNvPr>
              <p:cNvSpPr/>
              <p:nvPr/>
            </p:nvSpPr>
            <p:spPr>
              <a:xfrm>
                <a:off x="8382068" y="3037023"/>
                <a:ext cx="9519" cy="292988"/>
              </a:xfrm>
              <a:custGeom>
                <a:avLst/>
                <a:gdLst>
                  <a:gd name="csX0" fmla="*/ 0 w 9519"/>
                  <a:gd name="csY0" fmla="*/ 0 h 292988"/>
                  <a:gd name="csX1" fmla="*/ 0 w 9519"/>
                  <a:gd name="csY1" fmla="*/ 292989 h 2929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8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B5EBA1DE-C0AD-63E3-E580-187657939127}"/>
                  </a:ext>
                </a:extLst>
              </p:cNvPr>
              <p:cNvSpPr/>
              <p:nvPr/>
            </p:nvSpPr>
            <p:spPr>
              <a:xfrm>
                <a:off x="8343991" y="3310961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6" name="Graphic 18">
              <a:extLst>
                <a:ext uri="{FF2B5EF4-FFF2-40B4-BE49-F238E27FC236}">
                  <a16:creationId xmlns:a16="http://schemas.microsoft.com/office/drawing/2014/main" id="{84CCFC58-2D46-683B-91CF-B8742103194F}"/>
                </a:ext>
              </a:extLst>
            </p:cNvPr>
            <p:cNvGrpSpPr/>
            <p:nvPr/>
          </p:nvGrpSpPr>
          <p:grpSpPr>
            <a:xfrm>
              <a:off x="8934179" y="3160848"/>
              <a:ext cx="285574" cy="285750"/>
              <a:chOff x="8934179" y="3160848"/>
              <a:chExt cx="285574" cy="285750"/>
            </a:xfrm>
            <a:noFill/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1E933B98-7C23-5968-F08F-A6054C28293E}"/>
                  </a:ext>
                </a:extLst>
              </p:cNvPr>
              <p:cNvSpPr/>
              <p:nvPr/>
            </p:nvSpPr>
            <p:spPr>
              <a:xfrm>
                <a:off x="8934179" y="316084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8" name="Picture 137">
                <a:extLst>
                  <a:ext uri="{FF2B5EF4-FFF2-40B4-BE49-F238E27FC236}">
                    <a16:creationId xmlns:a16="http://schemas.microsoft.com/office/drawing/2014/main" id="{064BDECC-DE56-0E48-8FCF-143A2C3FFE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34130" y="321799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9" name="Graphic 18">
              <a:extLst>
                <a:ext uri="{FF2B5EF4-FFF2-40B4-BE49-F238E27FC236}">
                  <a16:creationId xmlns:a16="http://schemas.microsoft.com/office/drawing/2014/main" id="{349F815C-035E-AEB2-870F-8EA264291D12}"/>
                </a:ext>
              </a:extLst>
            </p:cNvPr>
            <p:cNvGrpSpPr/>
            <p:nvPr/>
          </p:nvGrpSpPr>
          <p:grpSpPr>
            <a:xfrm>
              <a:off x="9495809" y="2246448"/>
              <a:ext cx="76153" cy="369189"/>
              <a:chOff x="9495809" y="2246448"/>
              <a:chExt cx="76153" cy="369189"/>
            </a:xfrm>
          </p:grpSpPr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2BD3725E-3CB0-55EB-C263-B7FFBDACA1C0}"/>
                  </a:ext>
                </a:extLst>
              </p:cNvPr>
              <p:cNvSpPr/>
              <p:nvPr/>
            </p:nvSpPr>
            <p:spPr>
              <a:xfrm>
                <a:off x="9533885" y="22464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5038E24F-CA18-9C36-A256-6B20E956053B}"/>
                  </a:ext>
                </a:extLst>
              </p:cNvPr>
              <p:cNvSpPr/>
              <p:nvPr/>
            </p:nvSpPr>
            <p:spPr>
              <a:xfrm>
                <a:off x="9495809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2" name="Graphic 18">
              <a:extLst>
                <a:ext uri="{FF2B5EF4-FFF2-40B4-BE49-F238E27FC236}">
                  <a16:creationId xmlns:a16="http://schemas.microsoft.com/office/drawing/2014/main" id="{BE40DFD3-FC58-C56D-8424-AD3164322E90}"/>
                </a:ext>
              </a:extLst>
            </p:cNvPr>
            <p:cNvGrpSpPr/>
            <p:nvPr/>
          </p:nvGrpSpPr>
          <p:grpSpPr>
            <a:xfrm>
              <a:off x="9745591" y="2803660"/>
              <a:ext cx="264251" cy="76200"/>
              <a:chOff x="9745591" y="2803660"/>
              <a:chExt cx="264251" cy="76200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D8259976-6C0B-74A6-3EAF-1CE13ED30B22}"/>
                  </a:ext>
                </a:extLst>
              </p:cNvPr>
              <p:cNvSpPr/>
              <p:nvPr/>
            </p:nvSpPr>
            <p:spPr>
              <a:xfrm>
                <a:off x="9802706" y="28417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73D656B0-A443-F1F0-5C46-5F6135FE49D0}"/>
                  </a:ext>
                </a:extLst>
              </p:cNvPr>
              <p:cNvSpPr/>
              <p:nvPr/>
            </p:nvSpPr>
            <p:spPr>
              <a:xfrm>
                <a:off x="9745591" y="28036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0" name="Graphic 18">
              <a:extLst>
                <a:ext uri="{FF2B5EF4-FFF2-40B4-BE49-F238E27FC236}">
                  <a16:creationId xmlns:a16="http://schemas.microsoft.com/office/drawing/2014/main" id="{6F5FA62D-CEBD-EA9C-6F6F-9C1326B51030}"/>
                </a:ext>
              </a:extLst>
            </p:cNvPr>
            <p:cNvGrpSpPr/>
            <p:nvPr/>
          </p:nvGrpSpPr>
          <p:grpSpPr>
            <a:xfrm>
              <a:off x="8677162" y="2389323"/>
              <a:ext cx="285574" cy="285750"/>
              <a:chOff x="8677162" y="2389323"/>
              <a:chExt cx="285574" cy="285750"/>
            </a:xfrm>
            <a:noFill/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30A3279D-687C-E2BC-B659-7CEB3F02DF75}"/>
                  </a:ext>
                </a:extLst>
              </p:cNvPr>
              <p:cNvSpPr/>
              <p:nvPr/>
            </p:nvSpPr>
            <p:spPr>
              <a:xfrm>
                <a:off x="8677162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D00E6C42-0D83-4327-CAD2-1532FCEF2F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72353" y="24464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8">
              <a:extLst>
                <a:ext uri="{FF2B5EF4-FFF2-40B4-BE49-F238E27FC236}">
                  <a16:creationId xmlns:a16="http://schemas.microsoft.com/office/drawing/2014/main" id="{36A24195-1545-AA8C-B742-47FA4A42751A}"/>
                </a:ext>
              </a:extLst>
            </p:cNvPr>
            <p:cNvGrpSpPr/>
            <p:nvPr/>
          </p:nvGrpSpPr>
          <p:grpSpPr>
            <a:xfrm>
              <a:off x="8915140" y="2265498"/>
              <a:ext cx="76153" cy="350139"/>
              <a:chOff x="8915140" y="2265498"/>
              <a:chExt cx="76153" cy="350139"/>
            </a:xfrm>
          </p:grpSpPr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F08C07EE-596B-C6E3-DC43-2920322EBE74}"/>
                  </a:ext>
                </a:extLst>
              </p:cNvPr>
              <p:cNvSpPr/>
              <p:nvPr/>
            </p:nvSpPr>
            <p:spPr>
              <a:xfrm>
                <a:off x="8953217" y="22654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5AB17D07-0DC4-45D3-A7A3-C01C653D0445}"/>
                  </a:ext>
                </a:extLst>
              </p:cNvPr>
              <p:cNvSpPr/>
              <p:nvPr/>
            </p:nvSpPr>
            <p:spPr>
              <a:xfrm>
                <a:off x="8915140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8" name="Graphic 18">
              <a:extLst>
                <a:ext uri="{FF2B5EF4-FFF2-40B4-BE49-F238E27FC236}">
                  <a16:creationId xmlns:a16="http://schemas.microsoft.com/office/drawing/2014/main" id="{0C29CD0B-F81D-8FC0-55C7-FBD90B20C9A2}"/>
                </a:ext>
              </a:extLst>
            </p:cNvPr>
            <p:cNvGrpSpPr/>
            <p:nvPr/>
          </p:nvGrpSpPr>
          <p:grpSpPr>
            <a:xfrm>
              <a:off x="9505328" y="2389323"/>
              <a:ext cx="285574" cy="285750"/>
              <a:chOff x="9505328" y="2389323"/>
              <a:chExt cx="285574" cy="285750"/>
            </a:xfrm>
            <a:noFill/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BE930043-E067-6496-FC45-49A393581699}"/>
                  </a:ext>
                </a:extLst>
              </p:cNvPr>
              <p:cNvSpPr/>
              <p:nvPr/>
            </p:nvSpPr>
            <p:spPr>
              <a:xfrm>
                <a:off x="9505328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4B41DF69-1CD1-6A81-5AB2-EFDCB7D76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05279" y="24464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71" name="Graphic 18">
              <a:extLst>
                <a:ext uri="{FF2B5EF4-FFF2-40B4-BE49-F238E27FC236}">
                  <a16:creationId xmlns:a16="http://schemas.microsoft.com/office/drawing/2014/main" id="{44B62451-DFE2-992A-8386-3BBFFEB88DE7}"/>
                </a:ext>
              </a:extLst>
            </p:cNvPr>
            <p:cNvGrpSpPr/>
            <p:nvPr/>
          </p:nvGrpSpPr>
          <p:grpSpPr>
            <a:xfrm>
              <a:off x="7953706" y="2713173"/>
              <a:ext cx="856723" cy="390525"/>
              <a:chOff x="7953706" y="2713173"/>
              <a:chExt cx="856723" cy="390525"/>
            </a:xfrm>
            <a:noFill/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F46B2818-0C00-53C7-4DD6-54FDB1A967A7}"/>
                  </a:ext>
                </a:extLst>
              </p:cNvPr>
              <p:cNvSpPr/>
              <p:nvPr/>
            </p:nvSpPr>
            <p:spPr>
              <a:xfrm>
                <a:off x="7953706" y="2713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6917AAFB-AEBC-1726-5612-164836DF35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82117" y="2770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4" name="Graphic 18">
              <a:extLst>
                <a:ext uri="{FF2B5EF4-FFF2-40B4-BE49-F238E27FC236}">
                  <a16:creationId xmlns:a16="http://schemas.microsoft.com/office/drawing/2014/main" id="{B9CD858A-ECE8-5EB0-2FDE-3F6A973A04E5}"/>
                </a:ext>
              </a:extLst>
            </p:cNvPr>
            <p:cNvGrpSpPr/>
            <p:nvPr/>
          </p:nvGrpSpPr>
          <p:grpSpPr>
            <a:xfrm>
              <a:off x="9724268" y="2627448"/>
              <a:ext cx="856723" cy="390525"/>
              <a:chOff x="9724268" y="2627448"/>
              <a:chExt cx="856723" cy="390525"/>
            </a:xfrm>
            <a:noFill/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FBB5A247-6EA4-3759-DF36-B40209E60DDB}"/>
                  </a:ext>
                </a:extLst>
              </p:cNvPr>
              <p:cNvSpPr/>
              <p:nvPr/>
            </p:nvSpPr>
            <p:spPr>
              <a:xfrm>
                <a:off x="9724268" y="26274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25D3024A-EB01-E160-E0BD-282FC4817A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52679" y="26845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8">
              <a:extLst>
                <a:ext uri="{FF2B5EF4-FFF2-40B4-BE49-F238E27FC236}">
                  <a16:creationId xmlns:a16="http://schemas.microsoft.com/office/drawing/2014/main" id="{B5AD6104-88A7-25BF-1A32-032766B59437}"/>
                </a:ext>
              </a:extLst>
            </p:cNvPr>
            <p:cNvGrpSpPr/>
            <p:nvPr/>
          </p:nvGrpSpPr>
          <p:grpSpPr>
            <a:xfrm>
              <a:off x="8524855" y="1951173"/>
              <a:ext cx="856723" cy="390525"/>
              <a:chOff x="8524855" y="1951173"/>
              <a:chExt cx="856723" cy="390525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395CB84C-024E-1431-6357-36E232D3DAAB}"/>
                  </a:ext>
                </a:extLst>
              </p:cNvPr>
              <p:cNvSpPr/>
              <p:nvPr/>
            </p:nvSpPr>
            <p:spPr>
              <a:xfrm>
                <a:off x="8524855" y="1951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3F92F341-15BF-136A-4981-1814A4A1A3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53266" y="2008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6" name="Picture 355">
              <a:extLst>
                <a:ext uri="{FF2B5EF4-FFF2-40B4-BE49-F238E27FC236}">
                  <a16:creationId xmlns:a16="http://schemas.microsoft.com/office/drawing/2014/main" id="{9BA605CC-01B1-6EB0-DDE9-9B3CB1365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486326" y="2014848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614E740-8934-7C03-AD06-9F01B3DFEBE0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75" name="Text 13">
              <a:extLst>
                <a:ext uri="{FF2B5EF4-FFF2-40B4-BE49-F238E27FC236}">
                  <a16:creationId xmlns:a16="http://schemas.microsoft.com/office/drawing/2014/main" id="{586E4657-EAD9-028A-3306-4CAD829FA0A3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A161C4B-C6CA-0278-1570-B5426979DA53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C563863-5EE6-315C-1DB0-2BD182714822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9E10A9F-FDF7-B29D-5C21-5493C18A44A3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AB73AF7-2DF7-8FF4-02E6-F1D9767C6CB8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5D974FA-054C-E1E7-3B94-19A57F1B02C4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 13">
              <a:extLst>
                <a:ext uri="{FF2B5EF4-FFF2-40B4-BE49-F238E27FC236}">
                  <a16:creationId xmlns:a16="http://schemas.microsoft.com/office/drawing/2014/main" id="{89AB35D1-F1AA-338C-41AF-65580D0DD3F2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82" name="Text 13">
              <a:extLst>
                <a:ext uri="{FF2B5EF4-FFF2-40B4-BE49-F238E27FC236}">
                  <a16:creationId xmlns:a16="http://schemas.microsoft.com/office/drawing/2014/main" id="{9B895B2B-FED4-66AE-52C7-BCB35D4C9EF6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83" name="Text 13">
              <a:extLst>
                <a:ext uri="{FF2B5EF4-FFF2-40B4-BE49-F238E27FC236}">
                  <a16:creationId xmlns:a16="http://schemas.microsoft.com/office/drawing/2014/main" id="{CC273BDF-3128-5BCD-6FCF-5803456D9AAF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87FDAF6B-AFEF-A70D-6C0B-4D3ECA76EC70}"/>
              </a:ext>
            </a:extLst>
          </p:cNvPr>
          <p:cNvSpPr/>
          <p:nvPr/>
        </p:nvSpPr>
        <p:spPr>
          <a:xfrm>
            <a:off x="9105384" y="938648"/>
            <a:ext cx="224441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5AAE290-F423-54B2-1055-8FC14A1C8616}"/>
              </a:ext>
            </a:extLst>
          </p:cNvPr>
          <p:cNvSpPr/>
          <p:nvPr/>
        </p:nvSpPr>
        <p:spPr>
          <a:xfrm>
            <a:off x="1823241" y="933225"/>
            <a:ext cx="4978445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860868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5A37A-BDEF-EFC3-FA27-A405C5B96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58E83F-53FF-100D-90AA-A7B06415A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717AF3-A072-427E-815E-4312ACF1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55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A83C23D8-6F34-584D-EBBB-A66291E0CCD5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2511877-FED7-523A-7DD8-C2D5D1D3AF14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5F0450D1-E715-55BA-CEED-A5AB0ACCD6D6}"/>
                  </a:ext>
                </a:extLst>
              </p:cNvPr>
              <p:cNvSpPr txBox="1"/>
              <p:nvPr/>
            </p:nvSpPr>
            <p:spPr>
              <a:xfrm>
                <a:off x="1910231" y="1827585"/>
                <a:ext cx="3401893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b="0" i="1" dirty="0" smtClean="0">
                          <a:solidFill>
                            <a:srgbClr val="62731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b="0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D180CAEB-BBAE-F013-89CA-59116E58B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231" y="1827585"/>
                <a:ext cx="3401893" cy="369909"/>
              </a:xfrm>
              <a:prstGeom prst="rect">
                <a:avLst/>
              </a:prstGeom>
              <a:blipFill>
                <a:blip r:embed="rId3"/>
                <a:stretch>
                  <a:fillRect t="-10345" r="-1859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5A3D5878-6F96-60E9-6EC1-9D4CC21CFF4E}"/>
              </a:ext>
            </a:extLst>
          </p:cNvPr>
          <p:cNvGrpSpPr/>
          <p:nvPr/>
        </p:nvGrpSpPr>
        <p:grpSpPr>
          <a:xfrm>
            <a:off x="3087625" y="2578495"/>
            <a:ext cx="1047107" cy="2347912"/>
            <a:chOff x="5726224" y="1846398"/>
            <a:chExt cx="1047107" cy="2347912"/>
          </a:xfrm>
        </p:grpSpPr>
        <p:grpSp>
          <p:nvGrpSpPr>
            <p:cNvPr id="54" name="Graphic 18">
              <a:extLst>
                <a:ext uri="{FF2B5EF4-FFF2-40B4-BE49-F238E27FC236}">
                  <a16:creationId xmlns:a16="http://schemas.microsoft.com/office/drawing/2014/main" id="{AB4F5170-9AA9-5754-FD5A-CAF95B5788BE}"/>
                </a:ext>
              </a:extLst>
            </p:cNvPr>
            <p:cNvGrpSpPr/>
            <p:nvPr/>
          </p:nvGrpSpPr>
          <p:grpSpPr>
            <a:xfrm>
              <a:off x="5924984" y="2171581"/>
              <a:ext cx="190192" cy="389096"/>
              <a:chOff x="5924984" y="2171581"/>
              <a:chExt cx="190192" cy="389096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9898B8C1-DC0C-EE73-C556-295DE8490186}"/>
                  </a:ext>
                </a:extLst>
              </p:cNvPr>
              <p:cNvSpPr/>
              <p:nvPr/>
            </p:nvSpPr>
            <p:spPr>
              <a:xfrm>
                <a:off x="5950876" y="2171581"/>
                <a:ext cx="164300" cy="337661"/>
              </a:xfrm>
              <a:custGeom>
                <a:avLst/>
                <a:gdLst>
                  <a:gd name="csX0" fmla="*/ 164301 w 164300"/>
                  <a:gd name="csY0" fmla="*/ 0 h 337661"/>
                  <a:gd name="csX1" fmla="*/ 0 w 164300"/>
                  <a:gd name="csY1" fmla="*/ 337661 h 3376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4300" h="337661">
                    <a:moveTo>
                      <a:pt x="164301" y="0"/>
                    </a:moveTo>
                    <a:lnTo>
                      <a:pt x="0" y="337661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29B4043B-0080-4987-76A3-9AB056DEBC35}"/>
                  </a:ext>
                </a:extLst>
              </p:cNvPr>
              <p:cNvSpPr/>
              <p:nvPr/>
            </p:nvSpPr>
            <p:spPr>
              <a:xfrm>
                <a:off x="5924984" y="2475524"/>
                <a:ext cx="68537" cy="85153"/>
              </a:xfrm>
              <a:custGeom>
                <a:avLst/>
                <a:gdLst>
                  <a:gd name="csX0" fmla="*/ 952 w 68537"/>
                  <a:gd name="csY0" fmla="*/ 85153 h 85153"/>
                  <a:gd name="csX1" fmla="*/ 0 w 68537"/>
                  <a:gd name="csY1" fmla="*/ 0 h 85153"/>
                  <a:gd name="csX2" fmla="*/ 25892 w 68537"/>
                  <a:gd name="csY2" fmla="*/ 33718 h 85153"/>
                  <a:gd name="csX3" fmla="*/ 68538 w 68537"/>
                  <a:gd name="csY3" fmla="*/ 33338 h 851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37" h="85153">
                    <a:moveTo>
                      <a:pt x="952" y="85153"/>
                    </a:moveTo>
                    <a:lnTo>
                      <a:pt x="0" y="0"/>
                    </a:lnTo>
                    <a:lnTo>
                      <a:pt x="25892" y="33718"/>
                    </a:lnTo>
                    <a:lnTo>
                      <a:pt x="68538" y="33338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7" name="Graphic 18">
              <a:extLst>
                <a:ext uri="{FF2B5EF4-FFF2-40B4-BE49-F238E27FC236}">
                  <a16:creationId xmlns:a16="http://schemas.microsoft.com/office/drawing/2014/main" id="{241B0D1C-8A7C-A310-2770-DADFBB9CC45D}"/>
                </a:ext>
              </a:extLst>
            </p:cNvPr>
            <p:cNvGrpSpPr/>
            <p:nvPr/>
          </p:nvGrpSpPr>
          <p:grpSpPr>
            <a:xfrm>
              <a:off x="6059395" y="1846398"/>
              <a:ext cx="380766" cy="381000"/>
              <a:chOff x="6059395" y="1846398"/>
              <a:chExt cx="380766" cy="381000"/>
            </a:xfrm>
            <a:solidFill>
              <a:srgbClr val="FFFFFF"/>
            </a:solidFill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CB6372C-F4A4-EBD6-C7BB-1EE29899305C}"/>
                  </a:ext>
                </a:extLst>
              </p:cNvPr>
              <p:cNvSpPr/>
              <p:nvPr/>
            </p:nvSpPr>
            <p:spPr>
              <a:xfrm>
                <a:off x="6059395" y="18463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F6641A07-8E2F-1474-87EE-B720DA054B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8914" y="1936885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60" name="Graphic 18">
              <a:extLst>
                <a:ext uri="{FF2B5EF4-FFF2-40B4-BE49-F238E27FC236}">
                  <a16:creationId xmlns:a16="http://schemas.microsoft.com/office/drawing/2014/main" id="{7CB8B485-FA24-D6D9-A057-7A6EB6CDD3BE}"/>
                </a:ext>
              </a:extLst>
            </p:cNvPr>
            <p:cNvGrpSpPr/>
            <p:nvPr/>
          </p:nvGrpSpPr>
          <p:grpSpPr>
            <a:xfrm>
              <a:off x="6051208" y="2905006"/>
              <a:ext cx="377910" cy="180594"/>
              <a:chOff x="6051208" y="2905006"/>
              <a:chExt cx="377910" cy="180594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25DC1522-1EC7-769D-BFA3-BF76E76E0071}"/>
                  </a:ext>
                </a:extLst>
              </p:cNvPr>
              <p:cNvSpPr/>
              <p:nvPr/>
            </p:nvSpPr>
            <p:spPr>
              <a:xfrm>
                <a:off x="6051208" y="2905006"/>
                <a:ext cx="326221" cy="154304"/>
              </a:xfrm>
              <a:custGeom>
                <a:avLst/>
                <a:gdLst>
                  <a:gd name="csX0" fmla="*/ 0 w 326221"/>
                  <a:gd name="csY0" fmla="*/ 0 h 154304"/>
                  <a:gd name="csX1" fmla="*/ 326221 w 326221"/>
                  <a:gd name="csY1" fmla="*/ 154305 h 1543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26221" h="154304">
                    <a:moveTo>
                      <a:pt x="0" y="0"/>
                    </a:moveTo>
                    <a:lnTo>
                      <a:pt x="326221" y="154305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2A3E41D2-5F41-22CA-C43F-A18CF8747E0E}"/>
                  </a:ext>
                </a:extLst>
              </p:cNvPr>
              <p:cNvSpPr/>
              <p:nvPr/>
            </p:nvSpPr>
            <p:spPr>
              <a:xfrm>
                <a:off x="6343922" y="3016734"/>
                <a:ext cx="85196" cy="68865"/>
              </a:xfrm>
              <a:custGeom>
                <a:avLst/>
                <a:gdLst>
                  <a:gd name="csX0" fmla="*/ 85196 w 85196"/>
                  <a:gd name="csY0" fmla="*/ 66961 h 68865"/>
                  <a:gd name="csX1" fmla="*/ 0 w 85196"/>
                  <a:gd name="csY1" fmla="*/ 68866 h 68865"/>
                  <a:gd name="csX2" fmla="*/ 33507 w 85196"/>
                  <a:gd name="csY2" fmla="*/ 42577 h 68865"/>
                  <a:gd name="csX3" fmla="*/ 32555 w 85196"/>
                  <a:gd name="csY3" fmla="*/ 0 h 688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196" h="68865">
                    <a:moveTo>
                      <a:pt x="85196" y="66961"/>
                    </a:moveTo>
                    <a:lnTo>
                      <a:pt x="0" y="68866"/>
                    </a:lnTo>
                    <a:lnTo>
                      <a:pt x="33507" y="42577"/>
                    </a:lnTo>
                    <a:lnTo>
                      <a:pt x="325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3" name="Graphic 18">
              <a:extLst>
                <a:ext uri="{FF2B5EF4-FFF2-40B4-BE49-F238E27FC236}">
                  <a16:creationId xmlns:a16="http://schemas.microsoft.com/office/drawing/2014/main" id="{1AF773AA-05D7-5C0B-153E-656A5320533F}"/>
                </a:ext>
              </a:extLst>
            </p:cNvPr>
            <p:cNvGrpSpPr/>
            <p:nvPr/>
          </p:nvGrpSpPr>
          <p:grpSpPr>
            <a:xfrm>
              <a:off x="5726224" y="2579823"/>
              <a:ext cx="380766" cy="381000"/>
              <a:chOff x="5726224" y="2579823"/>
              <a:chExt cx="380766" cy="381000"/>
            </a:xfrm>
            <a:solidFill>
              <a:srgbClr val="FFFFFF"/>
            </a:solidFill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44A4C11-53C0-2EDB-B1A5-82D3D3597A09}"/>
                  </a:ext>
                </a:extLst>
              </p:cNvPr>
              <p:cNvSpPr/>
              <p:nvPr/>
            </p:nvSpPr>
            <p:spPr>
              <a:xfrm>
                <a:off x="5726224" y="257982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43BD0386-CE10-11D4-A6AD-CDF8E5577D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5743" y="267031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66" name="Graphic 18">
              <a:extLst>
                <a:ext uri="{FF2B5EF4-FFF2-40B4-BE49-F238E27FC236}">
                  <a16:creationId xmlns:a16="http://schemas.microsoft.com/office/drawing/2014/main" id="{8BDFF822-6CE3-8E59-1AB3-342D355AE224}"/>
                </a:ext>
              </a:extLst>
            </p:cNvPr>
            <p:cNvGrpSpPr/>
            <p:nvPr/>
          </p:nvGrpSpPr>
          <p:grpSpPr>
            <a:xfrm>
              <a:off x="6582948" y="3418023"/>
              <a:ext cx="75962" cy="464534"/>
              <a:chOff x="6582948" y="3418023"/>
              <a:chExt cx="75962" cy="464534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085A5139-CADD-A1D1-AD6A-85F11B57C5F1}"/>
                  </a:ext>
                </a:extLst>
              </p:cNvPr>
              <p:cNvSpPr/>
              <p:nvPr/>
            </p:nvSpPr>
            <p:spPr>
              <a:xfrm>
                <a:off x="6582948" y="3418023"/>
                <a:ext cx="39980" cy="407670"/>
              </a:xfrm>
              <a:custGeom>
                <a:avLst/>
                <a:gdLst>
                  <a:gd name="csX0" fmla="*/ 0 w 39980"/>
                  <a:gd name="csY0" fmla="*/ 0 h 407670"/>
                  <a:gd name="csX1" fmla="*/ 39980 w 39980"/>
                  <a:gd name="csY1" fmla="*/ 407670 h 4076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9980" h="407670">
                    <a:moveTo>
                      <a:pt x="0" y="0"/>
                    </a:moveTo>
                    <a:lnTo>
                      <a:pt x="39980" y="40767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82664CC7-C771-2B3B-4249-DF01E884F985}"/>
                  </a:ext>
                </a:extLst>
              </p:cNvPr>
              <p:cNvSpPr/>
              <p:nvPr/>
            </p:nvSpPr>
            <p:spPr>
              <a:xfrm>
                <a:off x="6583138" y="3803023"/>
                <a:ext cx="75772" cy="79533"/>
              </a:xfrm>
              <a:custGeom>
                <a:avLst/>
                <a:gdLst>
                  <a:gd name="csX0" fmla="*/ 45311 w 75772"/>
                  <a:gd name="csY0" fmla="*/ 79534 h 79533"/>
                  <a:gd name="csX1" fmla="*/ 0 w 75772"/>
                  <a:gd name="csY1" fmla="*/ 7429 h 79533"/>
                  <a:gd name="csX2" fmla="*/ 39790 w 75772"/>
                  <a:gd name="csY2" fmla="*/ 22670 h 79533"/>
                  <a:gd name="csX3" fmla="*/ 75772 w 75772"/>
                  <a:gd name="csY3" fmla="*/ 0 h 795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772" h="79533">
                    <a:moveTo>
                      <a:pt x="45311" y="79534"/>
                    </a:moveTo>
                    <a:lnTo>
                      <a:pt x="0" y="7429"/>
                    </a:lnTo>
                    <a:lnTo>
                      <a:pt x="39790" y="22670"/>
                    </a:lnTo>
                    <a:lnTo>
                      <a:pt x="757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0" name="Graphic 18">
              <a:extLst>
                <a:ext uri="{FF2B5EF4-FFF2-40B4-BE49-F238E27FC236}">
                  <a16:creationId xmlns:a16="http://schemas.microsoft.com/office/drawing/2014/main" id="{03E97A48-4230-ADCA-FF71-637A5650180B}"/>
                </a:ext>
              </a:extLst>
            </p:cNvPr>
            <p:cNvGrpSpPr/>
            <p:nvPr/>
          </p:nvGrpSpPr>
          <p:grpSpPr>
            <a:xfrm>
              <a:off x="5954969" y="3362206"/>
              <a:ext cx="493377" cy="526065"/>
              <a:chOff x="5954969" y="3362206"/>
              <a:chExt cx="493377" cy="526065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0EB0B180-827A-CC80-09A4-33EEB979BA28}"/>
                  </a:ext>
                </a:extLst>
              </p:cNvPr>
              <p:cNvSpPr/>
              <p:nvPr/>
            </p:nvSpPr>
            <p:spPr>
              <a:xfrm>
                <a:off x="5994093" y="3362206"/>
                <a:ext cx="454253" cy="484346"/>
              </a:xfrm>
              <a:custGeom>
                <a:avLst/>
                <a:gdLst>
                  <a:gd name="csX0" fmla="*/ 454254 w 454253"/>
                  <a:gd name="csY0" fmla="*/ 0 h 484346"/>
                  <a:gd name="csX1" fmla="*/ 0 w 454253"/>
                  <a:gd name="csY1" fmla="*/ 484346 h 4843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4253" h="484346">
                    <a:moveTo>
                      <a:pt x="454254" y="0"/>
                    </a:moveTo>
                    <a:lnTo>
                      <a:pt x="0" y="484346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4CEB4F80-B496-2BE1-10A5-8DE9BD9FC7D6}"/>
                  </a:ext>
                </a:extLst>
              </p:cNvPr>
              <p:cNvSpPr/>
              <p:nvPr/>
            </p:nvSpPr>
            <p:spPr>
              <a:xfrm>
                <a:off x="5954969" y="3806643"/>
                <a:ext cx="79865" cy="81629"/>
              </a:xfrm>
              <a:custGeom>
                <a:avLst/>
                <a:gdLst>
                  <a:gd name="csX0" fmla="*/ 0 w 79865"/>
                  <a:gd name="csY0" fmla="*/ 81629 h 81629"/>
                  <a:gd name="csX1" fmla="*/ 24369 w 79865"/>
                  <a:gd name="csY1" fmla="*/ 0 h 81629"/>
                  <a:gd name="csX2" fmla="*/ 39124 w 79865"/>
                  <a:gd name="csY2" fmla="*/ 39910 h 81629"/>
                  <a:gd name="csX3" fmla="*/ 79866 w 79865"/>
                  <a:gd name="csY3" fmla="*/ 52102 h 816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865" h="81629">
                    <a:moveTo>
                      <a:pt x="0" y="81629"/>
                    </a:moveTo>
                    <a:lnTo>
                      <a:pt x="24369" y="0"/>
                    </a:lnTo>
                    <a:lnTo>
                      <a:pt x="39124" y="39910"/>
                    </a:lnTo>
                    <a:lnTo>
                      <a:pt x="79866" y="52102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3" name="Graphic 18">
              <a:extLst>
                <a:ext uri="{FF2B5EF4-FFF2-40B4-BE49-F238E27FC236}">
                  <a16:creationId xmlns:a16="http://schemas.microsoft.com/office/drawing/2014/main" id="{4D2A9AFA-4E0A-C5B2-1D31-1A4DE95CD69F}"/>
                </a:ext>
              </a:extLst>
            </p:cNvPr>
            <p:cNvGrpSpPr/>
            <p:nvPr/>
          </p:nvGrpSpPr>
          <p:grpSpPr>
            <a:xfrm>
              <a:off x="6392565" y="3037023"/>
              <a:ext cx="380766" cy="381000"/>
              <a:chOff x="6392565" y="3037023"/>
              <a:chExt cx="380766" cy="381000"/>
            </a:xfrm>
            <a:solidFill>
              <a:srgbClr val="FFFFFF"/>
            </a:solidFill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0C2F50B-F2E3-0EDD-424E-305FAB089307}"/>
                  </a:ext>
                </a:extLst>
              </p:cNvPr>
              <p:cNvSpPr/>
              <p:nvPr/>
            </p:nvSpPr>
            <p:spPr>
              <a:xfrm>
                <a:off x="6392565" y="303702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70821994-7EC4-D44E-E36D-24B5F3D3E1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2084" y="312751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96" name="Graphic 18">
              <a:extLst>
                <a:ext uri="{FF2B5EF4-FFF2-40B4-BE49-F238E27FC236}">
                  <a16:creationId xmlns:a16="http://schemas.microsoft.com/office/drawing/2014/main" id="{38D2D081-2545-4144-2216-DA6FB404C3DB}"/>
                </a:ext>
              </a:extLst>
            </p:cNvPr>
            <p:cNvGrpSpPr/>
            <p:nvPr/>
          </p:nvGrpSpPr>
          <p:grpSpPr>
            <a:xfrm>
              <a:off x="6384378" y="2171581"/>
              <a:ext cx="213895" cy="844677"/>
              <a:chOff x="6384378" y="2171581"/>
              <a:chExt cx="213895" cy="844677"/>
            </a:xfrm>
          </p:grpSpPr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28B752A8-BE03-CF9C-A809-C3D1A4678B22}"/>
                  </a:ext>
                </a:extLst>
              </p:cNvPr>
              <p:cNvSpPr/>
              <p:nvPr/>
            </p:nvSpPr>
            <p:spPr>
              <a:xfrm>
                <a:off x="6384378" y="2171581"/>
                <a:ext cx="181054" cy="788955"/>
              </a:xfrm>
              <a:custGeom>
                <a:avLst/>
                <a:gdLst>
                  <a:gd name="csX0" fmla="*/ 0 w 181054"/>
                  <a:gd name="csY0" fmla="*/ 0 h 788955"/>
                  <a:gd name="csX1" fmla="*/ 181054 w 181054"/>
                  <a:gd name="csY1" fmla="*/ 788956 h 788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1054" h="788955">
                    <a:moveTo>
                      <a:pt x="0" y="0"/>
                    </a:moveTo>
                    <a:lnTo>
                      <a:pt x="181054" y="788956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3455976C-5EBA-790E-6185-A827B671B67B}"/>
                  </a:ext>
                </a:extLst>
              </p:cNvPr>
              <p:cNvSpPr/>
              <p:nvPr/>
            </p:nvSpPr>
            <p:spPr>
              <a:xfrm>
                <a:off x="6524024" y="2933486"/>
                <a:ext cx="74249" cy="82772"/>
              </a:xfrm>
              <a:custGeom>
                <a:avLst/>
                <a:gdLst>
                  <a:gd name="csX0" fmla="*/ 54164 w 74249"/>
                  <a:gd name="csY0" fmla="*/ 82772 h 82772"/>
                  <a:gd name="csX1" fmla="*/ 0 w 74249"/>
                  <a:gd name="csY1" fmla="*/ 17050 h 82772"/>
                  <a:gd name="csX2" fmla="*/ 41408 w 74249"/>
                  <a:gd name="csY2" fmla="*/ 27051 h 82772"/>
                  <a:gd name="csX3" fmla="*/ 74249 w 74249"/>
                  <a:gd name="csY3" fmla="*/ 0 h 827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249" h="82772">
                    <a:moveTo>
                      <a:pt x="54164" y="82772"/>
                    </a:moveTo>
                    <a:lnTo>
                      <a:pt x="0" y="17050"/>
                    </a:lnTo>
                    <a:lnTo>
                      <a:pt x="41408" y="27051"/>
                    </a:lnTo>
                    <a:lnTo>
                      <a:pt x="742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9" name="Graphic 18">
              <a:extLst>
                <a:ext uri="{FF2B5EF4-FFF2-40B4-BE49-F238E27FC236}">
                  <a16:creationId xmlns:a16="http://schemas.microsoft.com/office/drawing/2014/main" id="{0C69FA05-43DC-4FE5-31D9-CFCC842794AB}"/>
                </a:ext>
              </a:extLst>
            </p:cNvPr>
            <p:cNvGrpSpPr/>
            <p:nvPr/>
          </p:nvGrpSpPr>
          <p:grpSpPr>
            <a:xfrm>
              <a:off x="5835885" y="2960823"/>
              <a:ext cx="80722" cy="921734"/>
              <a:chOff x="5835885" y="2960823"/>
              <a:chExt cx="80722" cy="921734"/>
            </a:xfrm>
          </p:grpSpPr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4E6B423A-87D1-CF84-0B35-E1A8A40DF932}"/>
                  </a:ext>
                </a:extLst>
              </p:cNvPr>
              <p:cNvSpPr/>
              <p:nvPr/>
            </p:nvSpPr>
            <p:spPr>
              <a:xfrm>
                <a:off x="5873010" y="2960823"/>
                <a:ext cx="43597" cy="864584"/>
              </a:xfrm>
              <a:custGeom>
                <a:avLst/>
                <a:gdLst>
                  <a:gd name="csX0" fmla="*/ 43598 w 43597"/>
                  <a:gd name="csY0" fmla="*/ 0 h 864584"/>
                  <a:gd name="csX1" fmla="*/ 0 w 43597"/>
                  <a:gd name="csY1" fmla="*/ 864584 h 8645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597" h="864584">
                    <a:moveTo>
                      <a:pt x="43598" y="0"/>
                    </a:moveTo>
                    <a:lnTo>
                      <a:pt x="0" y="86458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15D34B7D-3793-D69B-8FD8-FE9F28E9C1BB}"/>
                  </a:ext>
                </a:extLst>
              </p:cNvPr>
              <p:cNvSpPr/>
              <p:nvPr/>
            </p:nvSpPr>
            <p:spPr>
              <a:xfrm>
                <a:off x="5835885" y="3804547"/>
                <a:ext cx="76058" cy="78009"/>
              </a:xfrm>
              <a:custGeom>
                <a:avLst/>
                <a:gdLst>
                  <a:gd name="csX0" fmla="*/ 34174 w 76058"/>
                  <a:gd name="csY0" fmla="*/ 78010 h 78009"/>
                  <a:gd name="csX1" fmla="*/ 0 w 76058"/>
                  <a:gd name="csY1" fmla="*/ 0 h 78009"/>
                  <a:gd name="csX2" fmla="*/ 37125 w 76058"/>
                  <a:gd name="csY2" fmla="*/ 20860 h 78009"/>
                  <a:gd name="csX3" fmla="*/ 76058 w 76058"/>
                  <a:gd name="csY3" fmla="*/ 3810 h 78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58" h="78009">
                    <a:moveTo>
                      <a:pt x="34174" y="78010"/>
                    </a:moveTo>
                    <a:lnTo>
                      <a:pt x="0" y="0"/>
                    </a:lnTo>
                    <a:lnTo>
                      <a:pt x="37125" y="20860"/>
                    </a:lnTo>
                    <a:lnTo>
                      <a:pt x="76058" y="381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5" name="Graphic 18">
              <a:extLst>
                <a:ext uri="{FF2B5EF4-FFF2-40B4-BE49-F238E27FC236}">
                  <a16:creationId xmlns:a16="http://schemas.microsoft.com/office/drawing/2014/main" id="{747F7C2C-8035-36E1-A944-903DBFE65B98}"/>
                </a:ext>
              </a:extLst>
            </p:cNvPr>
            <p:cNvGrpSpPr/>
            <p:nvPr/>
          </p:nvGrpSpPr>
          <p:grpSpPr>
            <a:xfrm>
              <a:off x="5726224" y="3903798"/>
              <a:ext cx="285574" cy="290512"/>
              <a:chOff x="5726224" y="3903798"/>
              <a:chExt cx="285574" cy="290512"/>
            </a:xfrm>
            <a:solidFill>
              <a:srgbClr val="FFFFFF"/>
            </a:solidFill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D024913-745B-7E2B-536E-F4832133EE14}"/>
                  </a:ext>
                </a:extLst>
              </p:cNvPr>
              <p:cNvSpPr/>
              <p:nvPr/>
            </p:nvSpPr>
            <p:spPr>
              <a:xfrm>
                <a:off x="5726224" y="3903798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F9FC3F46-BAD9-9FF0-8196-DBB1FF6C07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5743" y="3937135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08" name="Graphic 18">
              <a:extLst>
                <a:ext uri="{FF2B5EF4-FFF2-40B4-BE49-F238E27FC236}">
                  <a16:creationId xmlns:a16="http://schemas.microsoft.com/office/drawing/2014/main" id="{12E3C4CE-DF3A-1354-0CD2-E26EFE604246}"/>
                </a:ext>
              </a:extLst>
            </p:cNvPr>
            <p:cNvGrpSpPr/>
            <p:nvPr/>
          </p:nvGrpSpPr>
          <p:grpSpPr>
            <a:xfrm>
              <a:off x="6487756" y="3903798"/>
              <a:ext cx="285574" cy="290512"/>
              <a:chOff x="6487756" y="3903798"/>
              <a:chExt cx="285574" cy="290512"/>
            </a:xfrm>
            <a:solidFill>
              <a:srgbClr val="FFFFFF"/>
            </a:solidFill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6DD4ED61-72C2-D1A3-382C-1FCAEE023372}"/>
                  </a:ext>
                </a:extLst>
              </p:cNvPr>
              <p:cNvSpPr/>
              <p:nvPr/>
            </p:nvSpPr>
            <p:spPr>
              <a:xfrm>
                <a:off x="6487756" y="3903798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591C193D-B09A-BCF4-ADE8-DB521B6E90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97276" y="3937135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DEC4F0C9-A225-49C1-6B40-3F38D21AC432}"/>
              </a:ext>
            </a:extLst>
          </p:cNvPr>
          <p:cNvGrpSpPr/>
          <p:nvPr/>
        </p:nvGrpSpPr>
        <p:grpSpPr>
          <a:xfrm>
            <a:off x="6858048" y="2571446"/>
            <a:ext cx="2627285" cy="2131313"/>
            <a:chOff x="7953706" y="1951173"/>
            <a:chExt cx="2627285" cy="2131313"/>
          </a:xfrm>
        </p:grpSpPr>
        <p:grpSp>
          <p:nvGrpSpPr>
            <p:cNvPr id="111" name="Graphic 18">
              <a:extLst>
                <a:ext uri="{FF2B5EF4-FFF2-40B4-BE49-F238E27FC236}">
                  <a16:creationId xmlns:a16="http://schemas.microsoft.com/office/drawing/2014/main" id="{9AF23C85-EC71-E806-6A60-D6009DFB812A}"/>
                </a:ext>
              </a:extLst>
            </p:cNvPr>
            <p:cNvGrpSpPr/>
            <p:nvPr/>
          </p:nvGrpSpPr>
          <p:grpSpPr>
            <a:xfrm>
              <a:off x="8191685" y="3418023"/>
              <a:ext cx="951915" cy="381000"/>
              <a:chOff x="8191685" y="3418023"/>
              <a:chExt cx="951915" cy="381000"/>
            </a:xfrm>
            <a:solidFill>
              <a:srgbClr val="DAE8FC"/>
            </a:solidFill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FCC9200B-7930-1EB6-2B04-373B5EA762C5}"/>
                  </a:ext>
                </a:extLst>
              </p:cNvPr>
              <p:cNvSpPr/>
              <p:nvPr/>
            </p:nvSpPr>
            <p:spPr>
              <a:xfrm>
                <a:off x="8191685" y="341802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A3B53A30-F44D-BA6E-CCA3-D02362763B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01204" y="349898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1683C92-1BDE-D201-0681-C4A42BBF9635}"/>
                </a:ext>
              </a:extLst>
            </p:cNvPr>
            <p:cNvSpPr/>
            <p:nvPr/>
          </p:nvSpPr>
          <p:spPr>
            <a:xfrm>
              <a:off x="9153119" y="3408498"/>
              <a:ext cx="856723" cy="38100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17" name="Graphic 18">
              <a:extLst>
                <a:ext uri="{FF2B5EF4-FFF2-40B4-BE49-F238E27FC236}">
                  <a16:creationId xmlns:a16="http://schemas.microsoft.com/office/drawing/2014/main" id="{B3EBE463-617E-430E-4EFE-B29209001A6E}"/>
                </a:ext>
              </a:extLst>
            </p:cNvPr>
            <p:cNvGrpSpPr/>
            <p:nvPr/>
          </p:nvGrpSpPr>
          <p:grpSpPr>
            <a:xfrm>
              <a:off x="8924660" y="3017973"/>
              <a:ext cx="76153" cy="369188"/>
              <a:chOff x="8924660" y="3017973"/>
              <a:chExt cx="76153" cy="369188"/>
            </a:xfrm>
          </p:grpSpPr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0EF2DB7A-078B-6452-F066-A19F07DD1CE3}"/>
                  </a:ext>
                </a:extLst>
              </p:cNvPr>
              <p:cNvSpPr/>
              <p:nvPr/>
            </p:nvSpPr>
            <p:spPr>
              <a:xfrm>
                <a:off x="8962736" y="3017973"/>
                <a:ext cx="9519" cy="312038"/>
              </a:xfrm>
              <a:custGeom>
                <a:avLst/>
                <a:gdLst>
                  <a:gd name="csX0" fmla="*/ 0 w 9519"/>
                  <a:gd name="csY0" fmla="*/ 0 h 312038"/>
                  <a:gd name="csX1" fmla="*/ 0 w 9519"/>
                  <a:gd name="csY1" fmla="*/ 312039 h 312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8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3C51D4AA-D96B-4CF2-80DE-2F6F1BB1785B}"/>
                  </a:ext>
                </a:extLst>
              </p:cNvPr>
              <p:cNvSpPr/>
              <p:nvPr/>
            </p:nvSpPr>
            <p:spPr>
              <a:xfrm>
                <a:off x="8924660" y="3310961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1" name="Graphic 18">
              <a:extLst>
                <a:ext uri="{FF2B5EF4-FFF2-40B4-BE49-F238E27FC236}">
                  <a16:creationId xmlns:a16="http://schemas.microsoft.com/office/drawing/2014/main" id="{298C4641-FCE7-0361-D586-6147C53E1949}"/>
                </a:ext>
              </a:extLst>
            </p:cNvPr>
            <p:cNvGrpSpPr/>
            <p:nvPr/>
          </p:nvGrpSpPr>
          <p:grpSpPr>
            <a:xfrm>
              <a:off x="8762834" y="2646498"/>
              <a:ext cx="951915" cy="381000"/>
              <a:chOff x="8762834" y="2646498"/>
              <a:chExt cx="951915" cy="381000"/>
            </a:xfrm>
            <a:solidFill>
              <a:srgbClr val="DAE8FC"/>
            </a:solidFill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DAC6D77-B9E9-00EF-1DCA-1D532488A7AD}"/>
                  </a:ext>
                </a:extLst>
              </p:cNvPr>
              <p:cNvSpPr/>
              <p:nvPr/>
            </p:nvSpPr>
            <p:spPr>
              <a:xfrm>
                <a:off x="8762834" y="26464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FE08DA9F-9697-A027-AF5C-81F3F53D28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72353" y="27274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24" name="Graphic 18">
              <a:extLst>
                <a:ext uri="{FF2B5EF4-FFF2-40B4-BE49-F238E27FC236}">
                  <a16:creationId xmlns:a16="http://schemas.microsoft.com/office/drawing/2014/main" id="{56550C88-9C1D-1B0C-126C-A38F3D2E8915}"/>
                </a:ext>
              </a:extLst>
            </p:cNvPr>
            <p:cNvGrpSpPr/>
            <p:nvPr/>
          </p:nvGrpSpPr>
          <p:grpSpPr>
            <a:xfrm>
              <a:off x="8629566" y="3799023"/>
              <a:ext cx="76153" cy="283463"/>
              <a:chOff x="8629566" y="3799023"/>
              <a:chExt cx="76153" cy="283463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739A7AB7-21C8-B68B-C427-FE8F36F7C531}"/>
                  </a:ext>
                </a:extLst>
              </p:cNvPr>
              <p:cNvSpPr/>
              <p:nvPr/>
            </p:nvSpPr>
            <p:spPr>
              <a:xfrm>
                <a:off x="8667642" y="3799023"/>
                <a:ext cx="9519" cy="226313"/>
              </a:xfrm>
              <a:custGeom>
                <a:avLst/>
                <a:gdLst>
                  <a:gd name="csX0" fmla="*/ 0 w 9519"/>
                  <a:gd name="csY0" fmla="*/ 0 h 226313"/>
                  <a:gd name="csX1" fmla="*/ 0 w 9519"/>
                  <a:gd name="csY1" fmla="*/ 226314 h 2263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3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2685B3D3-7A05-95B2-2F5A-03B796F9FE50}"/>
                  </a:ext>
                </a:extLst>
              </p:cNvPr>
              <p:cNvSpPr/>
              <p:nvPr/>
            </p:nvSpPr>
            <p:spPr>
              <a:xfrm>
                <a:off x="8629566" y="4006286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7" name="Graphic 18">
              <a:extLst>
                <a:ext uri="{FF2B5EF4-FFF2-40B4-BE49-F238E27FC236}">
                  <a16:creationId xmlns:a16="http://schemas.microsoft.com/office/drawing/2014/main" id="{334188A9-B1FF-31A9-6118-C1D2FD8A68BC}"/>
                </a:ext>
              </a:extLst>
            </p:cNvPr>
            <p:cNvGrpSpPr/>
            <p:nvPr/>
          </p:nvGrpSpPr>
          <p:grpSpPr>
            <a:xfrm>
              <a:off x="9174442" y="3575185"/>
              <a:ext cx="264251" cy="76200"/>
              <a:chOff x="9174442" y="3575185"/>
              <a:chExt cx="264251" cy="76200"/>
            </a:xfrm>
          </p:grpSpPr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7DB3AFB3-5DAB-C12D-607C-802F74C8D7F8}"/>
                  </a:ext>
                </a:extLst>
              </p:cNvPr>
              <p:cNvSpPr/>
              <p:nvPr/>
            </p:nvSpPr>
            <p:spPr>
              <a:xfrm>
                <a:off x="9231557" y="361328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0E1AE48C-956C-C84A-590C-FBDD22854C50}"/>
                  </a:ext>
                </a:extLst>
              </p:cNvPr>
              <p:cNvSpPr/>
              <p:nvPr/>
            </p:nvSpPr>
            <p:spPr>
              <a:xfrm>
                <a:off x="9174442" y="357518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0" name="Graphic 18">
              <a:extLst>
                <a:ext uri="{FF2B5EF4-FFF2-40B4-BE49-F238E27FC236}">
                  <a16:creationId xmlns:a16="http://schemas.microsoft.com/office/drawing/2014/main" id="{3159E1AA-D102-DAFD-1ACE-58D25CA953F8}"/>
                </a:ext>
              </a:extLst>
            </p:cNvPr>
            <p:cNvGrpSpPr/>
            <p:nvPr/>
          </p:nvGrpSpPr>
          <p:grpSpPr>
            <a:xfrm>
              <a:off x="8106012" y="3160848"/>
              <a:ext cx="285574" cy="285750"/>
              <a:chOff x="8106012" y="3160848"/>
              <a:chExt cx="285574" cy="285750"/>
            </a:xfrm>
            <a:noFill/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89EF6BA0-2628-D956-68B2-58BD8D32E562}"/>
                  </a:ext>
                </a:extLst>
              </p:cNvPr>
              <p:cNvSpPr/>
              <p:nvPr/>
            </p:nvSpPr>
            <p:spPr>
              <a:xfrm>
                <a:off x="8106012" y="316084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0011901B-A998-6259-7648-25861343E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1204" y="321799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3" name="Graphic 18">
              <a:extLst>
                <a:ext uri="{FF2B5EF4-FFF2-40B4-BE49-F238E27FC236}">
                  <a16:creationId xmlns:a16="http://schemas.microsoft.com/office/drawing/2014/main" id="{A499A77D-EE5C-9994-5089-CD3C8D3FF574}"/>
                </a:ext>
              </a:extLst>
            </p:cNvPr>
            <p:cNvGrpSpPr/>
            <p:nvPr/>
          </p:nvGrpSpPr>
          <p:grpSpPr>
            <a:xfrm>
              <a:off x="8343991" y="3037023"/>
              <a:ext cx="76153" cy="350138"/>
              <a:chOff x="8343991" y="3037023"/>
              <a:chExt cx="76153" cy="350138"/>
            </a:xfrm>
          </p:grpSpPr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3BF2613E-4051-D8A8-A447-B50876B27DBD}"/>
                  </a:ext>
                </a:extLst>
              </p:cNvPr>
              <p:cNvSpPr/>
              <p:nvPr/>
            </p:nvSpPr>
            <p:spPr>
              <a:xfrm>
                <a:off x="8382068" y="3037023"/>
                <a:ext cx="9519" cy="292988"/>
              </a:xfrm>
              <a:custGeom>
                <a:avLst/>
                <a:gdLst>
                  <a:gd name="csX0" fmla="*/ 0 w 9519"/>
                  <a:gd name="csY0" fmla="*/ 0 h 292988"/>
                  <a:gd name="csX1" fmla="*/ 0 w 9519"/>
                  <a:gd name="csY1" fmla="*/ 292989 h 2929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8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4C153225-FDB8-EC95-5F47-73B293AA267F}"/>
                  </a:ext>
                </a:extLst>
              </p:cNvPr>
              <p:cNvSpPr/>
              <p:nvPr/>
            </p:nvSpPr>
            <p:spPr>
              <a:xfrm>
                <a:off x="8343991" y="3310961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6" name="Graphic 18">
              <a:extLst>
                <a:ext uri="{FF2B5EF4-FFF2-40B4-BE49-F238E27FC236}">
                  <a16:creationId xmlns:a16="http://schemas.microsoft.com/office/drawing/2014/main" id="{83F7CAF1-2289-1AEA-296E-43D9FC7B8A85}"/>
                </a:ext>
              </a:extLst>
            </p:cNvPr>
            <p:cNvGrpSpPr/>
            <p:nvPr/>
          </p:nvGrpSpPr>
          <p:grpSpPr>
            <a:xfrm>
              <a:off x="8934179" y="3160848"/>
              <a:ext cx="285574" cy="285750"/>
              <a:chOff x="8934179" y="3160848"/>
              <a:chExt cx="285574" cy="285750"/>
            </a:xfrm>
            <a:noFill/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99E51A34-B765-13D9-DACD-240F2491B8FA}"/>
                  </a:ext>
                </a:extLst>
              </p:cNvPr>
              <p:cNvSpPr/>
              <p:nvPr/>
            </p:nvSpPr>
            <p:spPr>
              <a:xfrm>
                <a:off x="8934179" y="316084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8" name="Picture 137">
                <a:extLst>
                  <a:ext uri="{FF2B5EF4-FFF2-40B4-BE49-F238E27FC236}">
                    <a16:creationId xmlns:a16="http://schemas.microsoft.com/office/drawing/2014/main" id="{B5DA5F04-2B4B-1DDD-4360-FFD6244C54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34130" y="321799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9" name="Graphic 18">
              <a:extLst>
                <a:ext uri="{FF2B5EF4-FFF2-40B4-BE49-F238E27FC236}">
                  <a16:creationId xmlns:a16="http://schemas.microsoft.com/office/drawing/2014/main" id="{47A2DCD1-79E4-43A9-07DB-3ADB9F319F1E}"/>
                </a:ext>
              </a:extLst>
            </p:cNvPr>
            <p:cNvGrpSpPr/>
            <p:nvPr/>
          </p:nvGrpSpPr>
          <p:grpSpPr>
            <a:xfrm>
              <a:off x="9495809" y="2246448"/>
              <a:ext cx="76153" cy="369189"/>
              <a:chOff x="9495809" y="2246448"/>
              <a:chExt cx="76153" cy="369189"/>
            </a:xfrm>
          </p:grpSpPr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A3774BD4-E79C-3127-6E1E-533079A54A15}"/>
                  </a:ext>
                </a:extLst>
              </p:cNvPr>
              <p:cNvSpPr/>
              <p:nvPr/>
            </p:nvSpPr>
            <p:spPr>
              <a:xfrm>
                <a:off x="9533885" y="22464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D5DD86F2-61B6-EDCE-3A4D-C53946E71F0D}"/>
                  </a:ext>
                </a:extLst>
              </p:cNvPr>
              <p:cNvSpPr/>
              <p:nvPr/>
            </p:nvSpPr>
            <p:spPr>
              <a:xfrm>
                <a:off x="9495809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2" name="Graphic 18">
              <a:extLst>
                <a:ext uri="{FF2B5EF4-FFF2-40B4-BE49-F238E27FC236}">
                  <a16:creationId xmlns:a16="http://schemas.microsoft.com/office/drawing/2014/main" id="{F5072E8F-DEF0-D232-BC06-3E387335B619}"/>
                </a:ext>
              </a:extLst>
            </p:cNvPr>
            <p:cNvGrpSpPr/>
            <p:nvPr/>
          </p:nvGrpSpPr>
          <p:grpSpPr>
            <a:xfrm>
              <a:off x="9745591" y="2803660"/>
              <a:ext cx="264251" cy="76200"/>
              <a:chOff x="9745591" y="2803660"/>
              <a:chExt cx="264251" cy="76200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2FA53BF5-EA83-CC67-0457-A76389906F7D}"/>
                  </a:ext>
                </a:extLst>
              </p:cNvPr>
              <p:cNvSpPr/>
              <p:nvPr/>
            </p:nvSpPr>
            <p:spPr>
              <a:xfrm>
                <a:off x="9802706" y="28417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F1A3BD57-1695-97E1-E19B-8C03D02AD66B}"/>
                  </a:ext>
                </a:extLst>
              </p:cNvPr>
              <p:cNvSpPr/>
              <p:nvPr/>
            </p:nvSpPr>
            <p:spPr>
              <a:xfrm>
                <a:off x="9745591" y="28036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0" name="Graphic 18">
              <a:extLst>
                <a:ext uri="{FF2B5EF4-FFF2-40B4-BE49-F238E27FC236}">
                  <a16:creationId xmlns:a16="http://schemas.microsoft.com/office/drawing/2014/main" id="{E4CEA9D2-F93E-3471-C152-93B263E8CD38}"/>
                </a:ext>
              </a:extLst>
            </p:cNvPr>
            <p:cNvGrpSpPr/>
            <p:nvPr/>
          </p:nvGrpSpPr>
          <p:grpSpPr>
            <a:xfrm>
              <a:off x="8677162" y="2389323"/>
              <a:ext cx="285574" cy="285750"/>
              <a:chOff x="8677162" y="2389323"/>
              <a:chExt cx="285574" cy="285750"/>
            </a:xfrm>
            <a:noFill/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DADCB7E3-4409-0727-8055-963AFD465638}"/>
                  </a:ext>
                </a:extLst>
              </p:cNvPr>
              <p:cNvSpPr/>
              <p:nvPr/>
            </p:nvSpPr>
            <p:spPr>
              <a:xfrm>
                <a:off x="8677162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9AAAF00E-90C4-6406-8B8C-C029DA8153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72353" y="24464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8">
              <a:extLst>
                <a:ext uri="{FF2B5EF4-FFF2-40B4-BE49-F238E27FC236}">
                  <a16:creationId xmlns:a16="http://schemas.microsoft.com/office/drawing/2014/main" id="{70BB994D-9585-032E-1EEE-AC93482C1EA8}"/>
                </a:ext>
              </a:extLst>
            </p:cNvPr>
            <p:cNvGrpSpPr/>
            <p:nvPr/>
          </p:nvGrpSpPr>
          <p:grpSpPr>
            <a:xfrm>
              <a:off x="8915140" y="2265498"/>
              <a:ext cx="76153" cy="350139"/>
              <a:chOff x="8915140" y="2265498"/>
              <a:chExt cx="76153" cy="350139"/>
            </a:xfrm>
          </p:grpSpPr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74BA7D0E-EDEC-893F-AFE7-83B90261DFB5}"/>
                  </a:ext>
                </a:extLst>
              </p:cNvPr>
              <p:cNvSpPr/>
              <p:nvPr/>
            </p:nvSpPr>
            <p:spPr>
              <a:xfrm>
                <a:off x="8953217" y="22654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E2DA7D7D-1F55-366D-C9F7-5CE052B154AF}"/>
                  </a:ext>
                </a:extLst>
              </p:cNvPr>
              <p:cNvSpPr/>
              <p:nvPr/>
            </p:nvSpPr>
            <p:spPr>
              <a:xfrm>
                <a:off x="8915140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8" name="Graphic 18">
              <a:extLst>
                <a:ext uri="{FF2B5EF4-FFF2-40B4-BE49-F238E27FC236}">
                  <a16:creationId xmlns:a16="http://schemas.microsoft.com/office/drawing/2014/main" id="{C208F446-E300-3354-1075-A77813DDF42F}"/>
                </a:ext>
              </a:extLst>
            </p:cNvPr>
            <p:cNvGrpSpPr/>
            <p:nvPr/>
          </p:nvGrpSpPr>
          <p:grpSpPr>
            <a:xfrm>
              <a:off x="9505328" y="2389323"/>
              <a:ext cx="285574" cy="285750"/>
              <a:chOff x="9505328" y="2389323"/>
              <a:chExt cx="285574" cy="285750"/>
            </a:xfrm>
            <a:noFill/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F0F7FAF7-E775-3499-2A60-6FEAC3494BCE}"/>
                  </a:ext>
                </a:extLst>
              </p:cNvPr>
              <p:cNvSpPr/>
              <p:nvPr/>
            </p:nvSpPr>
            <p:spPr>
              <a:xfrm>
                <a:off x="9505328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C1E9E1AA-21C7-0725-2809-6B69D1544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05279" y="24464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71" name="Graphic 18">
              <a:extLst>
                <a:ext uri="{FF2B5EF4-FFF2-40B4-BE49-F238E27FC236}">
                  <a16:creationId xmlns:a16="http://schemas.microsoft.com/office/drawing/2014/main" id="{DAE56305-FAF8-7F07-0EA1-892A9CE6158D}"/>
                </a:ext>
              </a:extLst>
            </p:cNvPr>
            <p:cNvGrpSpPr/>
            <p:nvPr/>
          </p:nvGrpSpPr>
          <p:grpSpPr>
            <a:xfrm>
              <a:off x="7953706" y="2713173"/>
              <a:ext cx="856723" cy="390525"/>
              <a:chOff x="7953706" y="2713173"/>
              <a:chExt cx="856723" cy="390525"/>
            </a:xfrm>
            <a:noFill/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C2ACA948-4455-BA3F-2869-18784D140C98}"/>
                  </a:ext>
                </a:extLst>
              </p:cNvPr>
              <p:cNvSpPr/>
              <p:nvPr/>
            </p:nvSpPr>
            <p:spPr>
              <a:xfrm>
                <a:off x="7953706" y="2713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10DE8B20-0A39-BE38-4CD0-806E613D1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82117" y="2770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4" name="Graphic 18">
              <a:extLst>
                <a:ext uri="{FF2B5EF4-FFF2-40B4-BE49-F238E27FC236}">
                  <a16:creationId xmlns:a16="http://schemas.microsoft.com/office/drawing/2014/main" id="{F3226186-3D31-5330-CE58-814FA84314DC}"/>
                </a:ext>
              </a:extLst>
            </p:cNvPr>
            <p:cNvGrpSpPr/>
            <p:nvPr/>
          </p:nvGrpSpPr>
          <p:grpSpPr>
            <a:xfrm>
              <a:off x="9724268" y="2627448"/>
              <a:ext cx="856723" cy="390525"/>
              <a:chOff x="9724268" y="2627448"/>
              <a:chExt cx="856723" cy="390525"/>
            </a:xfrm>
            <a:noFill/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30FC1C2C-0B1C-9AA2-5F5A-50A0F2E0A7E8}"/>
                  </a:ext>
                </a:extLst>
              </p:cNvPr>
              <p:cNvSpPr/>
              <p:nvPr/>
            </p:nvSpPr>
            <p:spPr>
              <a:xfrm>
                <a:off x="9724268" y="26274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4A6FC309-4F42-95B9-EC08-8DF4B0918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52679" y="26845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8">
              <a:extLst>
                <a:ext uri="{FF2B5EF4-FFF2-40B4-BE49-F238E27FC236}">
                  <a16:creationId xmlns:a16="http://schemas.microsoft.com/office/drawing/2014/main" id="{1C0EF0D7-9E2E-ECF9-4F93-972B57C882CE}"/>
                </a:ext>
              </a:extLst>
            </p:cNvPr>
            <p:cNvGrpSpPr/>
            <p:nvPr/>
          </p:nvGrpSpPr>
          <p:grpSpPr>
            <a:xfrm>
              <a:off x="8524855" y="1951173"/>
              <a:ext cx="856723" cy="390525"/>
              <a:chOff x="8524855" y="1951173"/>
              <a:chExt cx="856723" cy="390525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8D6E771-7FC0-C62B-DBC0-F77A4E0A3EC6}"/>
                  </a:ext>
                </a:extLst>
              </p:cNvPr>
              <p:cNvSpPr/>
              <p:nvPr/>
            </p:nvSpPr>
            <p:spPr>
              <a:xfrm>
                <a:off x="8524855" y="1951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9C397592-FE8B-CFF1-953B-0280EEA5E9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53266" y="2008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6" name="Picture 355">
              <a:extLst>
                <a:ext uri="{FF2B5EF4-FFF2-40B4-BE49-F238E27FC236}">
                  <a16:creationId xmlns:a16="http://schemas.microsoft.com/office/drawing/2014/main" id="{BCA659D8-6DBA-B73B-7A28-15B7685E1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486326" y="2014848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1DD38CA-8704-37C1-6689-7A53E0931B3C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3AC25C81-FD81-4E50-4DFB-EA807F5CFD10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1AF88A-51C3-CDA3-8DDB-E0653D4FB73F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AA53ECA-8FAE-23AE-9162-F23761A335C0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ACFBBEA-6E13-ACA5-1DCE-F886C55BEBF1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9A3ED6-DA88-9B7B-23C2-D07DD6F2D521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802873F-135D-CAF0-2687-51E9F5A5EFF2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D76A28E8-09BD-9848-1A8D-0ED9EB798173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60828728-F30D-1A7F-51C5-20760A22C767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6602097A-D3DD-48E1-753D-9B455F4BB1F8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1F23AE82-C6B4-7145-D875-03DE0F2562B5}"/>
              </a:ext>
            </a:extLst>
          </p:cNvPr>
          <p:cNvSpPr/>
          <p:nvPr/>
        </p:nvSpPr>
        <p:spPr>
          <a:xfrm>
            <a:off x="9105384" y="938648"/>
            <a:ext cx="224441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6F99A6-A6C8-D363-520C-04A417FCDCBD}"/>
              </a:ext>
            </a:extLst>
          </p:cNvPr>
          <p:cNvSpPr/>
          <p:nvPr/>
        </p:nvSpPr>
        <p:spPr>
          <a:xfrm>
            <a:off x="1823241" y="933225"/>
            <a:ext cx="4978445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078170B-3B9D-DF8E-7CCF-F01ED323CA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5872" y="4085921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DECECC3B-4E5C-89AD-B2E1-7B6B26C07544}"/>
              </a:ext>
            </a:extLst>
          </p:cNvPr>
          <p:cNvSpPr/>
          <p:nvPr/>
        </p:nvSpPr>
        <p:spPr>
          <a:xfrm>
            <a:off x="3427508" y="2569698"/>
            <a:ext cx="379659" cy="3796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384D9F5-FA81-580D-47BF-7C6096CCFA20}"/>
              </a:ext>
            </a:extLst>
          </p:cNvPr>
          <p:cNvSpPr/>
          <p:nvPr/>
        </p:nvSpPr>
        <p:spPr>
          <a:xfrm>
            <a:off x="3083588" y="3312974"/>
            <a:ext cx="379659" cy="3796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191BC7B-BA50-B8FE-1520-2A4C9EA834CB}"/>
              </a:ext>
            </a:extLst>
          </p:cNvPr>
          <p:cNvSpPr/>
          <p:nvPr/>
        </p:nvSpPr>
        <p:spPr>
          <a:xfrm>
            <a:off x="3750963" y="3774907"/>
            <a:ext cx="379659" cy="3796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FEE52A-E251-AFA4-BAAA-021231439B4E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3273418" y="2918689"/>
            <a:ext cx="204557" cy="3942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82A898-75A5-F853-3C18-3D5FD55091E8}"/>
              </a:ext>
            </a:extLst>
          </p:cNvPr>
          <p:cNvCxnSpPr>
            <a:cxnSpLocks/>
            <a:stCxn id="34" idx="5"/>
            <a:endCxn id="35" idx="1"/>
          </p:cNvCxnSpPr>
          <p:nvPr/>
        </p:nvCxnSpPr>
        <p:spPr>
          <a:xfrm>
            <a:off x="3407647" y="3637033"/>
            <a:ext cx="398916" cy="1934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D50CF83-B8DE-CF5B-C2AD-80120A137A96}"/>
              </a:ext>
            </a:extLst>
          </p:cNvPr>
          <p:cNvCxnSpPr>
            <a:cxnSpLocks/>
            <a:stCxn id="35" idx="3"/>
            <a:endCxn id="92" idx="0"/>
          </p:cNvCxnSpPr>
          <p:nvPr/>
        </p:nvCxnSpPr>
        <p:spPr>
          <a:xfrm flipH="1">
            <a:off x="3316370" y="4098966"/>
            <a:ext cx="490193" cy="5214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8A77631-A182-6B13-56C2-3E0A9BC9B406}"/>
              </a:ext>
            </a:extLst>
          </p:cNvPr>
          <p:cNvSpPr/>
          <p:nvPr/>
        </p:nvSpPr>
        <p:spPr>
          <a:xfrm>
            <a:off x="8350171" y="4049965"/>
            <a:ext cx="247118" cy="369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A628FAB-693B-5F21-AB5F-E36E097392A7}"/>
              </a:ext>
            </a:extLst>
          </p:cNvPr>
          <p:cNvCxnSpPr>
            <a:cxnSpLocks/>
            <a:stCxn id="33" idx="6"/>
          </p:cNvCxnSpPr>
          <p:nvPr/>
        </p:nvCxnSpPr>
        <p:spPr>
          <a:xfrm>
            <a:off x="3807167" y="2759528"/>
            <a:ext cx="575593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aphic 14">
            <a:extLst>
              <a:ext uri="{FF2B5EF4-FFF2-40B4-BE49-F238E27FC236}">
                <a16:creationId xmlns:a16="http://schemas.microsoft.com/office/drawing/2014/main" id="{92285528-AE43-C216-6977-16F247D04150}"/>
              </a:ext>
            </a:extLst>
          </p:cNvPr>
          <p:cNvGrpSpPr/>
          <p:nvPr/>
        </p:nvGrpSpPr>
        <p:grpSpPr>
          <a:xfrm>
            <a:off x="4424904" y="263746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B3DE4A8-75AD-06F1-E6DD-FAF3E9EC3640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B48120EE-C024-CDF1-E144-872EB6670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13B6821-2EE6-F6E0-B6A0-3E7192FE6E8A}"/>
                  </a:ext>
                </a:extLst>
              </p:cNvPr>
              <p:cNvSpPr txBox="1"/>
              <p:nvPr/>
            </p:nvSpPr>
            <p:spPr>
              <a:xfrm>
                <a:off x="4693831" y="2601345"/>
                <a:ext cx="13194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endParaRPr lang="en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13B6821-2EE6-F6E0-B6A0-3E7192FE6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831" y="2601345"/>
                <a:ext cx="1319464" cy="307777"/>
              </a:xfrm>
              <a:prstGeom prst="rect">
                <a:avLst/>
              </a:prstGeom>
              <a:blipFill>
                <a:blip r:embed="rId17"/>
                <a:stretch>
                  <a:fillRect l="-952" r="-952" b="-24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CDCA676-6CAC-0D6E-8B8C-70A197850D43}"/>
              </a:ext>
            </a:extLst>
          </p:cNvPr>
          <p:cNvCxnSpPr>
            <a:cxnSpLocks/>
            <a:stCxn id="34" idx="6"/>
          </p:cNvCxnSpPr>
          <p:nvPr/>
        </p:nvCxnSpPr>
        <p:spPr>
          <a:xfrm flipV="1">
            <a:off x="3463247" y="3429000"/>
            <a:ext cx="804661" cy="7380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aphic 14">
            <a:extLst>
              <a:ext uri="{FF2B5EF4-FFF2-40B4-BE49-F238E27FC236}">
                <a16:creationId xmlns:a16="http://schemas.microsoft.com/office/drawing/2014/main" id="{8DC3687F-90AE-1E2E-EC4B-63C6B57F2650}"/>
              </a:ext>
            </a:extLst>
          </p:cNvPr>
          <p:cNvGrpSpPr/>
          <p:nvPr/>
        </p:nvGrpSpPr>
        <p:grpSpPr>
          <a:xfrm>
            <a:off x="4347508" y="3282891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73293F9-F621-5085-FD86-EEFEED03F663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2EC942D-CEE8-4EBC-BC31-59B10ED01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75C2F5B-9495-B8BB-2E85-D9443696C330}"/>
                  </a:ext>
                </a:extLst>
              </p:cNvPr>
              <p:cNvSpPr txBox="1"/>
              <p:nvPr/>
            </p:nvSpPr>
            <p:spPr>
              <a:xfrm>
                <a:off x="4616435" y="3246767"/>
                <a:ext cx="1315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endParaRPr lang="en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75C2F5B-9495-B8BB-2E85-D9443696C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435" y="3246767"/>
                <a:ext cx="1315296" cy="307777"/>
              </a:xfrm>
              <a:prstGeom prst="rect">
                <a:avLst/>
              </a:prstGeom>
              <a:blipFill>
                <a:blip r:embed="rId18"/>
                <a:stretch>
                  <a:fillRect l="-1905" t="-4000" b="-24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B3086A8-FB87-AE4B-9AE8-954ECF98B7EF}"/>
              </a:ext>
            </a:extLst>
          </p:cNvPr>
          <p:cNvCxnSpPr>
            <a:cxnSpLocks/>
            <a:stCxn id="35" idx="6"/>
          </p:cNvCxnSpPr>
          <p:nvPr/>
        </p:nvCxnSpPr>
        <p:spPr>
          <a:xfrm>
            <a:off x="4130622" y="3964737"/>
            <a:ext cx="416544" cy="1536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aphic 14">
            <a:extLst>
              <a:ext uri="{FF2B5EF4-FFF2-40B4-BE49-F238E27FC236}">
                <a16:creationId xmlns:a16="http://schemas.microsoft.com/office/drawing/2014/main" id="{4C9A9EC3-A70D-A8E6-DC52-62CD2CEE73FA}"/>
              </a:ext>
            </a:extLst>
          </p:cNvPr>
          <p:cNvGrpSpPr/>
          <p:nvPr/>
        </p:nvGrpSpPr>
        <p:grpSpPr>
          <a:xfrm>
            <a:off x="4592689" y="3874486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556BF46-8DC3-92E8-2474-8664B4DD1E91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A455408E-5458-1621-F5E1-DC9F3EE6C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84253D2-0D79-2409-22EE-C26736AD7C85}"/>
                  </a:ext>
                </a:extLst>
              </p:cNvPr>
              <p:cNvSpPr txBox="1"/>
              <p:nvPr/>
            </p:nvSpPr>
            <p:spPr>
              <a:xfrm>
                <a:off x="4861616" y="3838362"/>
                <a:ext cx="13194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endParaRPr lang="en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84253D2-0D79-2409-22EE-C26736AD7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616" y="3838362"/>
                <a:ext cx="1319464" cy="307777"/>
              </a:xfrm>
              <a:prstGeom prst="rect">
                <a:avLst/>
              </a:prstGeom>
              <a:blipFill>
                <a:blip r:embed="rId19"/>
                <a:stretch>
                  <a:fillRect l="-1923" t="-4000" r="-962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Rectangle 101">
            <a:extLst>
              <a:ext uri="{FF2B5EF4-FFF2-40B4-BE49-F238E27FC236}">
                <a16:creationId xmlns:a16="http://schemas.microsoft.com/office/drawing/2014/main" id="{819A826C-C6DA-218A-2AF6-B34492BC533A}"/>
              </a:ext>
            </a:extLst>
          </p:cNvPr>
          <p:cNvSpPr/>
          <p:nvPr/>
        </p:nvSpPr>
        <p:spPr>
          <a:xfrm>
            <a:off x="8914184" y="3280257"/>
            <a:ext cx="247118" cy="369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1D2C114-3E29-4E92-876E-A6BF11F98203}"/>
              </a:ext>
            </a:extLst>
          </p:cNvPr>
          <p:cNvSpPr/>
          <p:nvPr/>
        </p:nvSpPr>
        <p:spPr>
          <a:xfrm>
            <a:off x="7722856" y="2601345"/>
            <a:ext cx="247118" cy="369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715BA98-5CBD-1F67-77A3-AB0AD8CD5E1C}"/>
              </a:ext>
            </a:extLst>
          </p:cNvPr>
          <p:cNvSpPr txBox="1"/>
          <p:nvPr/>
        </p:nvSpPr>
        <p:spPr>
          <a:xfrm>
            <a:off x="6571621" y="5325668"/>
            <a:ext cx="333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45484F7-3D16-CC4C-45F2-C0CFF210AEB7}"/>
              </a:ext>
            </a:extLst>
          </p:cNvPr>
          <p:cNvSpPr txBox="1"/>
          <p:nvPr/>
        </p:nvSpPr>
        <p:spPr>
          <a:xfrm>
            <a:off x="1842150" y="5325668"/>
            <a:ext cx="408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Ideally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70F62A4-AB82-1117-7226-424D1B05B76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0722" y="3980009"/>
            <a:ext cx="1313671" cy="277720"/>
          </a:xfrm>
          <a:prstGeom prst="bentConnector3">
            <a:avLst>
              <a:gd name="adj1" fmla="val 4207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C5A4D1EA-6BA1-D37A-D5BE-864EC3398B98}"/>
              </a:ext>
            </a:extLst>
          </p:cNvPr>
          <p:cNvCxnSpPr>
            <a:cxnSpLocks/>
            <a:stCxn id="103" idx="2"/>
            <a:endCxn id="143" idx="0"/>
          </p:cNvCxnSpPr>
          <p:nvPr/>
        </p:nvCxnSpPr>
        <p:spPr>
          <a:xfrm rot="16200000" flipH="1">
            <a:off x="8134622" y="2682469"/>
            <a:ext cx="491357" cy="1067770"/>
          </a:xfrm>
          <a:prstGeom prst="bentConnector4">
            <a:avLst>
              <a:gd name="adj1" fmla="val 50000"/>
              <a:gd name="adj2" fmla="val 9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198D5A0-7055-663F-2693-F7A96FB38878}"/>
              </a:ext>
            </a:extLst>
          </p:cNvPr>
          <p:cNvCxnSpPr/>
          <p:nvPr/>
        </p:nvCxnSpPr>
        <p:spPr>
          <a:xfrm>
            <a:off x="7825602" y="4223442"/>
            <a:ext cx="49993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62616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48" grpId="0" animBg="1"/>
      <p:bldP spid="74" grpId="0"/>
      <p:bldP spid="79" grpId="0"/>
      <p:bldP spid="85" grpId="0"/>
      <p:bldP spid="102" grpId="0" animBg="1"/>
      <p:bldP spid="103" grpId="0" animBg="1"/>
      <p:bldP spid="120" grpId="0"/>
      <p:bldP spid="1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911D-C6DC-77D2-B22F-5EECEFBF8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3EB3EB-6239-EC29-7C7F-28EF18AB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ACEA4C-5585-D949-169D-3FD5F9D7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56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C1FBD65-BF10-F95B-15DE-364A679293ED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107A1251-3643-A224-D8E0-CC78D8FEE2C8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F028DF-DD16-FAE7-F138-30215BBF44FD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EB2B6FE1-E5F5-00C2-7387-DCBB4D1033FC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8200C62-05B7-9C7B-0B3E-127F2F660964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C3E84E-D5DD-D728-8989-887A3EBA6034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490146-B447-8C93-4463-D48EDDD84B80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1559DFF-B8EB-3EEA-A6E8-FB8A9E0872FF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A01473-D811-64E3-BE43-DF1AC4BD124D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DB8833A0-E586-D4C9-02E5-04279D57D93A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76A5B6D1-3E38-7C49-EE34-262B8982F8E3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D4E1E784-8EEC-0D74-8F91-77CBC29B0651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9FAFCE5D-EBA6-A15F-EB86-7F0EC135B0C0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9F36B2-D18C-C621-C330-2AE0B64AB038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5501E8E-8BEF-BB60-3485-DB4EDE186734}"/>
              </a:ext>
            </a:extLst>
          </p:cNvPr>
          <p:cNvSpPr/>
          <p:nvPr/>
        </p:nvSpPr>
        <p:spPr>
          <a:xfrm>
            <a:off x="8297932" y="938648"/>
            <a:ext cx="3051872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080CA6-CF24-9297-A6FD-8FC7584C4BE1}"/>
              </a:ext>
            </a:extLst>
          </p:cNvPr>
          <p:cNvSpPr/>
          <p:nvPr/>
        </p:nvSpPr>
        <p:spPr>
          <a:xfrm>
            <a:off x="888434" y="958526"/>
            <a:ext cx="5105797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E0EEED38-F54F-C443-10D7-886B25721F44}"/>
                  </a:ext>
                </a:extLst>
              </p:cNvPr>
              <p:cNvSpPr txBox="1"/>
              <p:nvPr/>
            </p:nvSpPr>
            <p:spPr>
              <a:xfrm>
                <a:off x="1910231" y="1827585"/>
                <a:ext cx="3401893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b="0" i="1" dirty="0" smtClean="0">
                          <a:solidFill>
                            <a:srgbClr val="62731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b="0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E0EEED38-F54F-C443-10D7-886B25721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231" y="1827585"/>
                <a:ext cx="3401893" cy="369909"/>
              </a:xfrm>
              <a:prstGeom prst="rect">
                <a:avLst/>
              </a:prstGeom>
              <a:blipFill>
                <a:blip r:embed="rId3"/>
                <a:stretch>
                  <a:fillRect t="-10345" r="-1859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C3EDFF1-CB4F-4DA8-9C5F-5F8FBBB8F526}"/>
              </a:ext>
            </a:extLst>
          </p:cNvPr>
          <p:cNvGrpSpPr/>
          <p:nvPr/>
        </p:nvGrpSpPr>
        <p:grpSpPr>
          <a:xfrm>
            <a:off x="3087625" y="2578495"/>
            <a:ext cx="1047107" cy="2347912"/>
            <a:chOff x="5726224" y="1846398"/>
            <a:chExt cx="1047107" cy="2347912"/>
          </a:xfrm>
        </p:grpSpPr>
        <p:grpSp>
          <p:nvGrpSpPr>
            <p:cNvPr id="54" name="Graphic 18">
              <a:extLst>
                <a:ext uri="{FF2B5EF4-FFF2-40B4-BE49-F238E27FC236}">
                  <a16:creationId xmlns:a16="http://schemas.microsoft.com/office/drawing/2014/main" id="{C24AC177-E168-193B-EAF7-5906B9C77661}"/>
                </a:ext>
              </a:extLst>
            </p:cNvPr>
            <p:cNvGrpSpPr/>
            <p:nvPr/>
          </p:nvGrpSpPr>
          <p:grpSpPr>
            <a:xfrm>
              <a:off x="5924984" y="2171581"/>
              <a:ext cx="190192" cy="389096"/>
              <a:chOff x="5924984" y="2171581"/>
              <a:chExt cx="190192" cy="389096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17634F83-432B-EE19-1A2B-53B5FA9FB65A}"/>
                  </a:ext>
                </a:extLst>
              </p:cNvPr>
              <p:cNvSpPr/>
              <p:nvPr/>
            </p:nvSpPr>
            <p:spPr>
              <a:xfrm>
                <a:off x="5950876" y="2171581"/>
                <a:ext cx="164300" cy="337661"/>
              </a:xfrm>
              <a:custGeom>
                <a:avLst/>
                <a:gdLst>
                  <a:gd name="csX0" fmla="*/ 164301 w 164300"/>
                  <a:gd name="csY0" fmla="*/ 0 h 337661"/>
                  <a:gd name="csX1" fmla="*/ 0 w 164300"/>
                  <a:gd name="csY1" fmla="*/ 337661 h 3376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4300" h="337661">
                    <a:moveTo>
                      <a:pt x="164301" y="0"/>
                    </a:moveTo>
                    <a:lnTo>
                      <a:pt x="0" y="337661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929D2D9E-A7DF-D545-2A5B-9B68A458B73E}"/>
                  </a:ext>
                </a:extLst>
              </p:cNvPr>
              <p:cNvSpPr/>
              <p:nvPr/>
            </p:nvSpPr>
            <p:spPr>
              <a:xfrm>
                <a:off x="5924984" y="2475524"/>
                <a:ext cx="68537" cy="85153"/>
              </a:xfrm>
              <a:custGeom>
                <a:avLst/>
                <a:gdLst>
                  <a:gd name="csX0" fmla="*/ 952 w 68537"/>
                  <a:gd name="csY0" fmla="*/ 85153 h 85153"/>
                  <a:gd name="csX1" fmla="*/ 0 w 68537"/>
                  <a:gd name="csY1" fmla="*/ 0 h 85153"/>
                  <a:gd name="csX2" fmla="*/ 25892 w 68537"/>
                  <a:gd name="csY2" fmla="*/ 33718 h 85153"/>
                  <a:gd name="csX3" fmla="*/ 68538 w 68537"/>
                  <a:gd name="csY3" fmla="*/ 33338 h 851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37" h="85153">
                    <a:moveTo>
                      <a:pt x="952" y="85153"/>
                    </a:moveTo>
                    <a:lnTo>
                      <a:pt x="0" y="0"/>
                    </a:lnTo>
                    <a:lnTo>
                      <a:pt x="25892" y="33718"/>
                    </a:lnTo>
                    <a:lnTo>
                      <a:pt x="68538" y="33338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7" name="Graphic 18">
              <a:extLst>
                <a:ext uri="{FF2B5EF4-FFF2-40B4-BE49-F238E27FC236}">
                  <a16:creationId xmlns:a16="http://schemas.microsoft.com/office/drawing/2014/main" id="{883C2A4A-0F73-7D82-C46E-F0719DF7D14B}"/>
                </a:ext>
              </a:extLst>
            </p:cNvPr>
            <p:cNvGrpSpPr/>
            <p:nvPr/>
          </p:nvGrpSpPr>
          <p:grpSpPr>
            <a:xfrm>
              <a:off x="6059395" y="1846398"/>
              <a:ext cx="380766" cy="381000"/>
              <a:chOff x="6059395" y="1846398"/>
              <a:chExt cx="380766" cy="381000"/>
            </a:xfrm>
            <a:solidFill>
              <a:srgbClr val="FFFFFF"/>
            </a:solidFill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F8D0F51-CD18-BC1D-6F61-0973FA4FBAE5}"/>
                  </a:ext>
                </a:extLst>
              </p:cNvPr>
              <p:cNvSpPr/>
              <p:nvPr/>
            </p:nvSpPr>
            <p:spPr>
              <a:xfrm>
                <a:off x="6059395" y="18463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FF8699B7-7DF5-D14F-1C6E-204B335078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8914" y="1936885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60" name="Graphic 18">
              <a:extLst>
                <a:ext uri="{FF2B5EF4-FFF2-40B4-BE49-F238E27FC236}">
                  <a16:creationId xmlns:a16="http://schemas.microsoft.com/office/drawing/2014/main" id="{73162231-92DF-6165-EFD2-F6FBFDDA748F}"/>
                </a:ext>
              </a:extLst>
            </p:cNvPr>
            <p:cNvGrpSpPr/>
            <p:nvPr/>
          </p:nvGrpSpPr>
          <p:grpSpPr>
            <a:xfrm>
              <a:off x="6051208" y="2905006"/>
              <a:ext cx="377910" cy="180594"/>
              <a:chOff x="6051208" y="2905006"/>
              <a:chExt cx="377910" cy="180594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6AA8B207-9BA8-495A-ABA3-BFE178A6D3C7}"/>
                  </a:ext>
                </a:extLst>
              </p:cNvPr>
              <p:cNvSpPr/>
              <p:nvPr/>
            </p:nvSpPr>
            <p:spPr>
              <a:xfrm>
                <a:off x="6051208" y="2905006"/>
                <a:ext cx="326221" cy="154304"/>
              </a:xfrm>
              <a:custGeom>
                <a:avLst/>
                <a:gdLst>
                  <a:gd name="csX0" fmla="*/ 0 w 326221"/>
                  <a:gd name="csY0" fmla="*/ 0 h 154304"/>
                  <a:gd name="csX1" fmla="*/ 326221 w 326221"/>
                  <a:gd name="csY1" fmla="*/ 154305 h 1543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26221" h="154304">
                    <a:moveTo>
                      <a:pt x="0" y="0"/>
                    </a:moveTo>
                    <a:lnTo>
                      <a:pt x="326221" y="154305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06BE4F76-54F5-9122-C586-6A899F277B92}"/>
                  </a:ext>
                </a:extLst>
              </p:cNvPr>
              <p:cNvSpPr/>
              <p:nvPr/>
            </p:nvSpPr>
            <p:spPr>
              <a:xfrm>
                <a:off x="6343922" y="3016734"/>
                <a:ext cx="85196" cy="68865"/>
              </a:xfrm>
              <a:custGeom>
                <a:avLst/>
                <a:gdLst>
                  <a:gd name="csX0" fmla="*/ 85196 w 85196"/>
                  <a:gd name="csY0" fmla="*/ 66961 h 68865"/>
                  <a:gd name="csX1" fmla="*/ 0 w 85196"/>
                  <a:gd name="csY1" fmla="*/ 68866 h 68865"/>
                  <a:gd name="csX2" fmla="*/ 33507 w 85196"/>
                  <a:gd name="csY2" fmla="*/ 42577 h 68865"/>
                  <a:gd name="csX3" fmla="*/ 32555 w 85196"/>
                  <a:gd name="csY3" fmla="*/ 0 h 688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196" h="68865">
                    <a:moveTo>
                      <a:pt x="85196" y="66961"/>
                    </a:moveTo>
                    <a:lnTo>
                      <a:pt x="0" y="68866"/>
                    </a:lnTo>
                    <a:lnTo>
                      <a:pt x="33507" y="42577"/>
                    </a:lnTo>
                    <a:lnTo>
                      <a:pt x="325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3" name="Graphic 18">
              <a:extLst>
                <a:ext uri="{FF2B5EF4-FFF2-40B4-BE49-F238E27FC236}">
                  <a16:creationId xmlns:a16="http://schemas.microsoft.com/office/drawing/2014/main" id="{69DA2757-7485-AF31-3CDF-2AC1FD76CB2C}"/>
                </a:ext>
              </a:extLst>
            </p:cNvPr>
            <p:cNvGrpSpPr/>
            <p:nvPr/>
          </p:nvGrpSpPr>
          <p:grpSpPr>
            <a:xfrm>
              <a:off x="5726224" y="2579823"/>
              <a:ext cx="380766" cy="381000"/>
              <a:chOff x="5726224" y="2579823"/>
              <a:chExt cx="380766" cy="381000"/>
            </a:xfrm>
            <a:solidFill>
              <a:srgbClr val="FFFFFF"/>
            </a:solidFill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D74537EC-C71F-4622-F2C4-79AB506F079D}"/>
                  </a:ext>
                </a:extLst>
              </p:cNvPr>
              <p:cNvSpPr/>
              <p:nvPr/>
            </p:nvSpPr>
            <p:spPr>
              <a:xfrm>
                <a:off x="5726224" y="257982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A4A6220E-79CE-FCC2-CF6D-D9D6AF600C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5743" y="267031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66" name="Graphic 18">
              <a:extLst>
                <a:ext uri="{FF2B5EF4-FFF2-40B4-BE49-F238E27FC236}">
                  <a16:creationId xmlns:a16="http://schemas.microsoft.com/office/drawing/2014/main" id="{C6AF8AFD-61C2-FB90-F298-468EF99B9C95}"/>
                </a:ext>
              </a:extLst>
            </p:cNvPr>
            <p:cNvGrpSpPr/>
            <p:nvPr/>
          </p:nvGrpSpPr>
          <p:grpSpPr>
            <a:xfrm>
              <a:off x="6582948" y="3418023"/>
              <a:ext cx="75962" cy="464534"/>
              <a:chOff x="6582948" y="3418023"/>
              <a:chExt cx="75962" cy="464534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ED128D4C-6FF8-7B42-5823-D6D787D620D6}"/>
                  </a:ext>
                </a:extLst>
              </p:cNvPr>
              <p:cNvSpPr/>
              <p:nvPr/>
            </p:nvSpPr>
            <p:spPr>
              <a:xfrm>
                <a:off x="6582948" y="3418023"/>
                <a:ext cx="39980" cy="407670"/>
              </a:xfrm>
              <a:custGeom>
                <a:avLst/>
                <a:gdLst>
                  <a:gd name="csX0" fmla="*/ 0 w 39980"/>
                  <a:gd name="csY0" fmla="*/ 0 h 407670"/>
                  <a:gd name="csX1" fmla="*/ 39980 w 39980"/>
                  <a:gd name="csY1" fmla="*/ 407670 h 4076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9980" h="407670">
                    <a:moveTo>
                      <a:pt x="0" y="0"/>
                    </a:moveTo>
                    <a:lnTo>
                      <a:pt x="39980" y="40767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723806E6-45B1-6701-7040-F549280D875C}"/>
                  </a:ext>
                </a:extLst>
              </p:cNvPr>
              <p:cNvSpPr/>
              <p:nvPr/>
            </p:nvSpPr>
            <p:spPr>
              <a:xfrm>
                <a:off x="6583138" y="3803023"/>
                <a:ext cx="75772" cy="79533"/>
              </a:xfrm>
              <a:custGeom>
                <a:avLst/>
                <a:gdLst>
                  <a:gd name="csX0" fmla="*/ 45311 w 75772"/>
                  <a:gd name="csY0" fmla="*/ 79534 h 79533"/>
                  <a:gd name="csX1" fmla="*/ 0 w 75772"/>
                  <a:gd name="csY1" fmla="*/ 7429 h 79533"/>
                  <a:gd name="csX2" fmla="*/ 39790 w 75772"/>
                  <a:gd name="csY2" fmla="*/ 22670 h 79533"/>
                  <a:gd name="csX3" fmla="*/ 75772 w 75772"/>
                  <a:gd name="csY3" fmla="*/ 0 h 795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772" h="79533">
                    <a:moveTo>
                      <a:pt x="45311" y="79534"/>
                    </a:moveTo>
                    <a:lnTo>
                      <a:pt x="0" y="7429"/>
                    </a:lnTo>
                    <a:lnTo>
                      <a:pt x="39790" y="22670"/>
                    </a:lnTo>
                    <a:lnTo>
                      <a:pt x="757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0" name="Graphic 18">
              <a:extLst>
                <a:ext uri="{FF2B5EF4-FFF2-40B4-BE49-F238E27FC236}">
                  <a16:creationId xmlns:a16="http://schemas.microsoft.com/office/drawing/2014/main" id="{4266A7E5-156A-D5A0-8370-2F1D1ABBA553}"/>
                </a:ext>
              </a:extLst>
            </p:cNvPr>
            <p:cNvGrpSpPr/>
            <p:nvPr/>
          </p:nvGrpSpPr>
          <p:grpSpPr>
            <a:xfrm>
              <a:off x="5954969" y="3362206"/>
              <a:ext cx="493377" cy="526065"/>
              <a:chOff x="5954969" y="3362206"/>
              <a:chExt cx="493377" cy="526065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37E63A06-1DA8-781B-96C8-EE94F7023083}"/>
                  </a:ext>
                </a:extLst>
              </p:cNvPr>
              <p:cNvSpPr/>
              <p:nvPr/>
            </p:nvSpPr>
            <p:spPr>
              <a:xfrm>
                <a:off x="5994093" y="3362206"/>
                <a:ext cx="454253" cy="484346"/>
              </a:xfrm>
              <a:custGeom>
                <a:avLst/>
                <a:gdLst>
                  <a:gd name="csX0" fmla="*/ 454254 w 454253"/>
                  <a:gd name="csY0" fmla="*/ 0 h 484346"/>
                  <a:gd name="csX1" fmla="*/ 0 w 454253"/>
                  <a:gd name="csY1" fmla="*/ 484346 h 4843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4253" h="484346">
                    <a:moveTo>
                      <a:pt x="454254" y="0"/>
                    </a:moveTo>
                    <a:lnTo>
                      <a:pt x="0" y="484346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27553665-EDFB-3F82-50BE-E427CC03AAFB}"/>
                  </a:ext>
                </a:extLst>
              </p:cNvPr>
              <p:cNvSpPr/>
              <p:nvPr/>
            </p:nvSpPr>
            <p:spPr>
              <a:xfrm>
                <a:off x="5954969" y="3806643"/>
                <a:ext cx="79865" cy="81629"/>
              </a:xfrm>
              <a:custGeom>
                <a:avLst/>
                <a:gdLst>
                  <a:gd name="csX0" fmla="*/ 0 w 79865"/>
                  <a:gd name="csY0" fmla="*/ 81629 h 81629"/>
                  <a:gd name="csX1" fmla="*/ 24369 w 79865"/>
                  <a:gd name="csY1" fmla="*/ 0 h 81629"/>
                  <a:gd name="csX2" fmla="*/ 39124 w 79865"/>
                  <a:gd name="csY2" fmla="*/ 39910 h 81629"/>
                  <a:gd name="csX3" fmla="*/ 79866 w 79865"/>
                  <a:gd name="csY3" fmla="*/ 52102 h 816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865" h="81629">
                    <a:moveTo>
                      <a:pt x="0" y="81629"/>
                    </a:moveTo>
                    <a:lnTo>
                      <a:pt x="24369" y="0"/>
                    </a:lnTo>
                    <a:lnTo>
                      <a:pt x="39124" y="39910"/>
                    </a:lnTo>
                    <a:lnTo>
                      <a:pt x="79866" y="52102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3" name="Graphic 18">
              <a:extLst>
                <a:ext uri="{FF2B5EF4-FFF2-40B4-BE49-F238E27FC236}">
                  <a16:creationId xmlns:a16="http://schemas.microsoft.com/office/drawing/2014/main" id="{B5FC0F37-D490-1A6D-870F-887914112CF1}"/>
                </a:ext>
              </a:extLst>
            </p:cNvPr>
            <p:cNvGrpSpPr/>
            <p:nvPr/>
          </p:nvGrpSpPr>
          <p:grpSpPr>
            <a:xfrm>
              <a:off x="6392565" y="3037023"/>
              <a:ext cx="380766" cy="381000"/>
              <a:chOff x="6392565" y="3037023"/>
              <a:chExt cx="380766" cy="381000"/>
            </a:xfrm>
            <a:solidFill>
              <a:srgbClr val="FFFFFF"/>
            </a:solidFill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7BF0EDDE-A670-BD44-25C8-A974CA19BDD9}"/>
                  </a:ext>
                </a:extLst>
              </p:cNvPr>
              <p:cNvSpPr/>
              <p:nvPr/>
            </p:nvSpPr>
            <p:spPr>
              <a:xfrm>
                <a:off x="6392565" y="303702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85B6B6FA-614E-405B-E1FA-797DD95867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2084" y="312751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96" name="Graphic 18">
              <a:extLst>
                <a:ext uri="{FF2B5EF4-FFF2-40B4-BE49-F238E27FC236}">
                  <a16:creationId xmlns:a16="http://schemas.microsoft.com/office/drawing/2014/main" id="{C8D102B6-2C01-C1A3-75B6-0FBF1395E1EE}"/>
                </a:ext>
              </a:extLst>
            </p:cNvPr>
            <p:cNvGrpSpPr/>
            <p:nvPr/>
          </p:nvGrpSpPr>
          <p:grpSpPr>
            <a:xfrm>
              <a:off x="6384378" y="2171581"/>
              <a:ext cx="213895" cy="844677"/>
              <a:chOff x="6384378" y="2171581"/>
              <a:chExt cx="213895" cy="844677"/>
            </a:xfrm>
          </p:grpSpPr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231DBD30-9B12-911B-EC9C-A7CB4DA0A807}"/>
                  </a:ext>
                </a:extLst>
              </p:cNvPr>
              <p:cNvSpPr/>
              <p:nvPr/>
            </p:nvSpPr>
            <p:spPr>
              <a:xfrm>
                <a:off x="6384378" y="2171581"/>
                <a:ext cx="181054" cy="788955"/>
              </a:xfrm>
              <a:custGeom>
                <a:avLst/>
                <a:gdLst>
                  <a:gd name="csX0" fmla="*/ 0 w 181054"/>
                  <a:gd name="csY0" fmla="*/ 0 h 788955"/>
                  <a:gd name="csX1" fmla="*/ 181054 w 181054"/>
                  <a:gd name="csY1" fmla="*/ 788956 h 788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1054" h="788955">
                    <a:moveTo>
                      <a:pt x="0" y="0"/>
                    </a:moveTo>
                    <a:lnTo>
                      <a:pt x="181054" y="788956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DD97FA3A-93A8-206A-98BE-64CE5C55F2C9}"/>
                  </a:ext>
                </a:extLst>
              </p:cNvPr>
              <p:cNvSpPr/>
              <p:nvPr/>
            </p:nvSpPr>
            <p:spPr>
              <a:xfrm>
                <a:off x="6524024" y="2933486"/>
                <a:ext cx="74249" cy="82772"/>
              </a:xfrm>
              <a:custGeom>
                <a:avLst/>
                <a:gdLst>
                  <a:gd name="csX0" fmla="*/ 54164 w 74249"/>
                  <a:gd name="csY0" fmla="*/ 82772 h 82772"/>
                  <a:gd name="csX1" fmla="*/ 0 w 74249"/>
                  <a:gd name="csY1" fmla="*/ 17050 h 82772"/>
                  <a:gd name="csX2" fmla="*/ 41408 w 74249"/>
                  <a:gd name="csY2" fmla="*/ 27051 h 82772"/>
                  <a:gd name="csX3" fmla="*/ 74249 w 74249"/>
                  <a:gd name="csY3" fmla="*/ 0 h 827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249" h="82772">
                    <a:moveTo>
                      <a:pt x="54164" y="82772"/>
                    </a:moveTo>
                    <a:lnTo>
                      <a:pt x="0" y="17050"/>
                    </a:lnTo>
                    <a:lnTo>
                      <a:pt x="41408" y="27051"/>
                    </a:lnTo>
                    <a:lnTo>
                      <a:pt x="742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9" name="Graphic 18">
              <a:extLst>
                <a:ext uri="{FF2B5EF4-FFF2-40B4-BE49-F238E27FC236}">
                  <a16:creationId xmlns:a16="http://schemas.microsoft.com/office/drawing/2014/main" id="{19898A40-0094-D2BE-E9D8-6B3F6F985588}"/>
                </a:ext>
              </a:extLst>
            </p:cNvPr>
            <p:cNvGrpSpPr/>
            <p:nvPr/>
          </p:nvGrpSpPr>
          <p:grpSpPr>
            <a:xfrm>
              <a:off x="5835885" y="2960823"/>
              <a:ext cx="80722" cy="921734"/>
              <a:chOff x="5835885" y="2960823"/>
              <a:chExt cx="80722" cy="921734"/>
            </a:xfrm>
          </p:grpSpPr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E1AFAB1F-45CA-1344-383E-38629E809E11}"/>
                  </a:ext>
                </a:extLst>
              </p:cNvPr>
              <p:cNvSpPr/>
              <p:nvPr/>
            </p:nvSpPr>
            <p:spPr>
              <a:xfrm>
                <a:off x="5873010" y="2960823"/>
                <a:ext cx="43597" cy="864584"/>
              </a:xfrm>
              <a:custGeom>
                <a:avLst/>
                <a:gdLst>
                  <a:gd name="csX0" fmla="*/ 43598 w 43597"/>
                  <a:gd name="csY0" fmla="*/ 0 h 864584"/>
                  <a:gd name="csX1" fmla="*/ 0 w 43597"/>
                  <a:gd name="csY1" fmla="*/ 864584 h 8645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597" h="864584">
                    <a:moveTo>
                      <a:pt x="43598" y="0"/>
                    </a:moveTo>
                    <a:lnTo>
                      <a:pt x="0" y="86458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587CA1E2-8B18-1C74-C7EF-51208E876DBB}"/>
                  </a:ext>
                </a:extLst>
              </p:cNvPr>
              <p:cNvSpPr/>
              <p:nvPr/>
            </p:nvSpPr>
            <p:spPr>
              <a:xfrm>
                <a:off x="5835885" y="3804547"/>
                <a:ext cx="76058" cy="78009"/>
              </a:xfrm>
              <a:custGeom>
                <a:avLst/>
                <a:gdLst>
                  <a:gd name="csX0" fmla="*/ 34174 w 76058"/>
                  <a:gd name="csY0" fmla="*/ 78010 h 78009"/>
                  <a:gd name="csX1" fmla="*/ 0 w 76058"/>
                  <a:gd name="csY1" fmla="*/ 0 h 78009"/>
                  <a:gd name="csX2" fmla="*/ 37125 w 76058"/>
                  <a:gd name="csY2" fmla="*/ 20860 h 78009"/>
                  <a:gd name="csX3" fmla="*/ 76058 w 76058"/>
                  <a:gd name="csY3" fmla="*/ 3810 h 78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58" h="78009">
                    <a:moveTo>
                      <a:pt x="34174" y="78010"/>
                    </a:moveTo>
                    <a:lnTo>
                      <a:pt x="0" y="0"/>
                    </a:lnTo>
                    <a:lnTo>
                      <a:pt x="37125" y="20860"/>
                    </a:lnTo>
                    <a:lnTo>
                      <a:pt x="76058" y="381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5" name="Graphic 18">
              <a:extLst>
                <a:ext uri="{FF2B5EF4-FFF2-40B4-BE49-F238E27FC236}">
                  <a16:creationId xmlns:a16="http://schemas.microsoft.com/office/drawing/2014/main" id="{43175327-2BB1-5D26-4DA5-E097ED50433F}"/>
                </a:ext>
              </a:extLst>
            </p:cNvPr>
            <p:cNvGrpSpPr/>
            <p:nvPr/>
          </p:nvGrpSpPr>
          <p:grpSpPr>
            <a:xfrm>
              <a:off x="5726224" y="3903798"/>
              <a:ext cx="285574" cy="290512"/>
              <a:chOff x="5726224" y="3903798"/>
              <a:chExt cx="285574" cy="290512"/>
            </a:xfrm>
            <a:solidFill>
              <a:srgbClr val="FFFFFF"/>
            </a:solidFill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C173950-C6EE-D26C-D8DD-AA63B230DB49}"/>
                  </a:ext>
                </a:extLst>
              </p:cNvPr>
              <p:cNvSpPr/>
              <p:nvPr/>
            </p:nvSpPr>
            <p:spPr>
              <a:xfrm>
                <a:off x="5726224" y="3903798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168A5E7-0B51-1E86-0444-DDD19E127F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5743" y="3937135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08" name="Graphic 18">
              <a:extLst>
                <a:ext uri="{FF2B5EF4-FFF2-40B4-BE49-F238E27FC236}">
                  <a16:creationId xmlns:a16="http://schemas.microsoft.com/office/drawing/2014/main" id="{AB36C71E-4821-727E-EDB6-4B7CFC19D609}"/>
                </a:ext>
              </a:extLst>
            </p:cNvPr>
            <p:cNvGrpSpPr/>
            <p:nvPr/>
          </p:nvGrpSpPr>
          <p:grpSpPr>
            <a:xfrm>
              <a:off x="6487756" y="3903798"/>
              <a:ext cx="285574" cy="290512"/>
              <a:chOff x="6487756" y="3903798"/>
              <a:chExt cx="285574" cy="290512"/>
            </a:xfrm>
            <a:solidFill>
              <a:srgbClr val="FFFFFF"/>
            </a:solidFill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9558D92C-FFF1-4FDB-6436-BB067999ADF3}"/>
                  </a:ext>
                </a:extLst>
              </p:cNvPr>
              <p:cNvSpPr/>
              <p:nvPr/>
            </p:nvSpPr>
            <p:spPr>
              <a:xfrm>
                <a:off x="6487756" y="3903798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8AA687CA-8757-77C7-9BB3-A013FE2BF6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97276" y="3937135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4B346421-69D7-1FBE-BAFC-9BC8EA0FE492}"/>
              </a:ext>
            </a:extLst>
          </p:cNvPr>
          <p:cNvGrpSpPr/>
          <p:nvPr/>
        </p:nvGrpSpPr>
        <p:grpSpPr>
          <a:xfrm>
            <a:off x="6858048" y="2571446"/>
            <a:ext cx="2627285" cy="2131313"/>
            <a:chOff x="7953706" y="1951173"/>
            <a:chExt cx="2627285" cy="2131313"/>
          </a:xfrm>
        </p:grpSpPr>
        <p:grpSp>
          <p:nvGrpSpPr>
            <p:cNvPr id="111" name="Graphic 18">
              <a:extLst>
                <a:ext uri="{FF2B5EF4-FFF2-40B4-BE49-F238E27FC236}">
                  <a16:creationId xmlns:a16="http://schemas.microsoft.com/office/drawing/2014/main" id="{44E9535C-1673-7433-269F-B78D7B7787CD}"/>
                </a:ext>
              </a:extLst>
            </p:cNvPr>
            <p:cNvGrpSpPr/>
            <p:nvPr/>
          </p:nvGrpSpPr>
          <p:grpSpPr>
            <a:xfrm>
              <a:off x="8191685" y="3418023"/>
              <a:ext cx="951915" cy="381000"/>
              <a:chOff x="8191685" y="3418023"/>
              <a:chExt cx="951915" cy="381000"/>
            </a:xfrm>
            <a:solidFill>
              <a:srgbClr val="DAE8FC"/>
            </a:solidFill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2A2A1A35-9388-2873-78E6-1CB73E361AFB}"/>
                  </a:ext>
                </a:extLst>
              </p:cNvPr>
              <p:cNvSpPr/>
              <p:nvPr/>
            </p:nvSpPr>
            <p:spPr>
              <a:xfrm>
                <a:off x="8191685" y="341802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97519154-F3FF-9338-8AC0-189F31A851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01204" y="349898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76B11EB-B4D9-BA09-7A3A-2D91882DBBE0}"/>
                </a:ext>
              </a:extLst>
            </p:cNvPr>
            <p:cNvSpPr/>
            <p:nvPr/>
          </p:nvSpPr>
          <p:spPr>
            <a:xfrm>
              <a:off x="9153119" y="3408498"/>
              <a:ext cx="856723" cy="38100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17" name="Graphic 18">
              <a:extLst>
                <a:ext uri="{FF2B5EF4-FFF2-40B4-BE49-F238E27FC236}">
                  <a16:creationId xmlns:a16="http://schemas.microsoft.com/office/drawing/2014/main" id="{F8D3F468-D019-C3EF-E949-34C35E8DBA7E}"/>
                </a:ext>
              </a:extLst>
            </p:cNvPr>
            <p:cNvGrpSpPr/>
            <p:nvPr/>
          </p:nvGrpSpPr>
          <p:grpSpPr>
            <a:xfrm>
              <a:off x="8924660" y="3017973"/>
              <a:ext cx="76153" cy="369188"/>
              <a:chOff x="8924660" y="3017973"/>
              <a:chExt cx="76153" cy="369188"/>
            </a:xfrm>
          </p:grpSpPr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B438C155-7A0B-AA22-1ECE-8B0D889E4074}"/>
                  </a:ext>
                </a:extLst>
              </p:cNvPr>
              <p:cNvSpPr/>
              <p:nvPr/>
            </p:nvSpPr>
            <p:spPr>
              <a:xfrm>
                <a:off x="8962736" y="3017973"/>
                <a:ext cx="9519" cy="312038"/>
              </a:xfrm>
              <a:custGeom>
                <a:avLst/>
                <a:gdLst>
                  <a:gd name="csX0" fmla="*/ 0 w 9519"/>
                  <a:gd name="csY0" fmla="*/ 0 h 312038"/>
                  <a:gd name="csX1" fmla="*/ 0 w 9519"/>
                  <a:gd name="csY1" fmla="*/ 312039 h 312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8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0073F51B-F2FE-8229-EB13-AD573473A5F2}"/>
                  </a:ext>
                </a:extLst>
              </p:cNvPr>
              <p:cNvSpPr/>
              <p:nvPr/>
            </p:nvSpPr>
            <p:spPr>
              <a:xfrm>
                <a:off x="8924660" y="3310961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1" name="Graphic 18">
              <a:extLst>
                <a:ext uri="{FF2B5EF4-FFF2-40B4-BE49-F238E27FC236}">
                  <a16:creationId xmlns:a16="http://schemas.microsoft.com/office/drawing/2014/main" id="{76FE11AD-B290-E64E-47B2-6CC3A0C54543}"/>
                </a:ext>
              </a:extLst>
            </p:cNvPr>
            <p:cNvGrpSpPr/>
            <p:nvPr/>
          </p:nvGrpSpPr>
          <p:grpSpPr>
            <a:xfrm>
              <a:off x="8762834" y="2646498"/>
              <a:ext cx="951915" cy="381000"/>
              <a:chOff x="8762834" y="2646498"/>
              <a:chExt cx="951915" cy="381000"/>
            </a:xfrm>
            <a:solidFill>
              <a:srgbClr val="DAE8FC"/>
            </a:solidFill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5AC8E18D-A0FA-B778-0E83-7879E8E1DA3E}"/>
                  </a:ext>
                </a:extLst>
              </p:cNvPr>
              <p:cNvSpPr/>
              <p:nvPr/>
            </p:nvSpPr>
            <p:spPr>
              <a:xfrm>
                <a:off x="8762834" y="26464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C014217D-74A9-56DD-F29E-A4377A76FC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72353" y="27274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24" name="Graphic 18">
              <a:extLst>
                <a:ext uri="{FF2B5EF4-FFF2-40B4-BE49-F238E27FC236}">
                  <a16:creationId xmlns:a16="http://schemas.microsoft.com/office/drawing/2014/main" id="{E9E293F0-893F-B446-3666-E804A605BF6B}"/>
                </a:ext>
              </a:extLst>
            </p:cNvPr>
            <p:cNvGrpSpPr/>
            <p:nvPr/>
          </p:nvGrpSpPr>
          <p:grpSpPr>
            <a:xfrm>
              <a:off x="8629566" y="3799023"/>
              <a:ext cx="76153" cy="283463"/>
              <a:chOff x="8629566" y="3799023"/>
              <a:chExt cx="76153" cy="283463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2C51F67B-E032-0D38-B1D2-CCF2A8B901FD}"/>
                  </a:ext>
                </a:extLst>
              </p:cNvPr>
              <p:cNvSpPr/>
              <p:nvPr/>
            </p:nvSpPr>
            <p:spPr>
              <a:xfrm>
                <a:off x="8667642" y="3799023"/>
                <a:ext cx="9519" cy="226313"/>
              </a:xfrm>
              <a:custGeom>
                <a:avLst/>
                <a:gdLst>
                  <a:gd name="csX0" fmla="*/ 0 w 9519"/>
                  <a:gd name="csY0" fmla="*/ 0 h 226313"/>
                  <a:gd name="csX1" fmla="*/ 0 w 9519"/>
                  <a:gd name="csY1" fmla="*/ 226314 h 2263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3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78A918AB-9B60-1220-30BB-8C5D1FB42464}"/>
                  </a:ext>
                </a:extLst>
              </p:cNvPr>
              <p:cNvSpPr/>
              <p:nvPr/>
            </p:nvSpPr>
            <p:spPr>
              <a:xfrm>
                <a:off x="8629566" y="4006286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7" name="Graphic 18">
              <a:extLst>
                <a:ext uri="{FF2B5EF4-FFF2-40B4-BE49-F238E27FC236}">
                  <a16:creationId xmlns:a16="http://schemas.microsoft.com/office/drawing/2014/main" id="{8150008D-8D58-CED0-88BC-4306F8A4FE7C}"/>
                </a:ext>
              </a:extLst>
            </p:cNvPr>
            <p:cNvGrpSpPr/>
            <p:nvPr/>
          </p:nvGrpSpPr>
          <p:grpSpPr>
            <a:xfrm>
              <a:off x="9174442" y="3575185"/>
              <a:ext cx="264251" cy="76200"/>
              <a:chOff x="9174442" y="3575185"/>
              <a:chExt cx="264251" cy="76200"/>
            </a:xfrm>
          </p:grpSpPr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EE14AFDA-03D2-93A2-574D-B8F907799E65}"/>
                  </a:ext>
                </a:extLst>
              </p:cNvPr>
              <p:cNvSpPr/>
              <p:nvPr/>
            </p:nvSpPr>
            <p:spPr>
              <a:xfrm>
                <a:off x="9231557" y="361328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5949A994-2811-DB14-AF38-9298A5072AC8}"/>
                  </a:ext>
                </a:extLst>
              </p:cNvPr>
              <p:cNvSpPr/>
              <p:nvPr/>
            </p:nvSpPr>
            <p:spPr>
              <a:xfrm>
                <a:off x="9174442" y="357518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0" name="Graphic 18">
              <a:extLst>
                <a:ext uri="{FF2B5EF4-FFF2-40B4-BE49-F238E27FC236}">
                  <a16:creationId xmlns:a16="http://schemas.microsoft.com/office/drawing/2014/main" id="{8B45C29C-5DC1-B152-02C9-F1F5F12CB184}"/>
                </a:ext>
              </a:extLst>
            </p:cNvPr>
            <p:cNvGrpSpPr/>
            <p:nvPr/>
          </p:nvGrpSpPr>
          <p:grpSpPr>
            <a:xfrm>
              <a:off x="8106012" y="3160848"/>
              <a:ext cx="285574" cy="285750"/>
              <a:chOff x="8106012" y="3160848"/>
              <a:chExt cx="285574" cy="285750"/>
            </a:xfrm>
            <a:noFill/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868CC1EF-1DF2-2C68-1FB5-9A9AA5D90BB3}"/>
                  </a:ext>
                </a:extLst>
              </p:cNvPr>
              <p:cNvSpPr/>
              <p:nvPr/>
            </p:nvSpPr>
            <p:spPr>
              <a:xfrm>
                <a:off x="8106012" y="316084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616D8960-C0C4-2935-7DA2-43407E5AE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1204" y="321799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3" name="Graphic 18">
              <a:extLst>
                <a:ext uri="{FF2B5EF4-FFF2-40B4-BE49-F238E27FC236}">
                  <a16:creationId xmlns:a16="http://schemas.microsoft.com/office/drawing/2014/main" id="{1D24AEB3-0C85-8FBB-3DAA-B13DDF35F3B7}"/>
                </a:ext>
              </a:extLst>
            </p:cNvPr>
            <p:cNvGrpSpPr/>
            <p:nvPr/>
          </p:nvGrpSpPr>
          <p:grpSpPr>
            <a:xfrm>
              <a:off x="8343991" y="3037023"/>
              <a:ext cx="76153" cy="350138"/>
              <a:chOff x="8343991" y="3037023"/>
              <a:chExt cx="76153" cy="350138"/>
            </a:xfrm>
          </p:grpSpPr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0DD69979-FE9E-5697-F9F7-A763724E473A}"/>
                  </a:ext>
                </a:extLst>
              </p:cNvPr>
              <p:cNvSpPr/>
              <p:nvPr/>
            </p:nvSpPr>
            <p:spPr>
              <a:xfrm>
                <a:off x="8382068" y="3037023"/>
                <a:ext cx="9519" cy="292988"/>
              </a:xfrm>
              <a:custGeom>
                <a:avLst/>
                <a:gdLst>
                  <a:gd name="csX0" fmla="*/ 0 w 9519"/>
                  <a:gd name="csY0" fmla="*/ 0 h 292988"/>
                  <a:gd name="csX1" fmla="*/ 0 w 9519"/>
                  <a:gd name="csY1" fmla="*/ 292989 h 2929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8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B0E04937-8415-08DB-73D1-506C0B0DE0B6}"/>
                  </a:ext>
                </a:extLst>
              </p:cNvPr>
              <p:cNvSpPr/>
              <p:nvPr/>
            </p:nvSpPr>
            <p:spPr>
              <a:xfrm>
                <a:off x="8343991" y="3310961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6" name="Graphic 18">
              <a:extLst>
                <a:ext uri="{FF2B5EF4-FFF2-40B4-BE49-F238E27FC236}">
                  <a16:creationId xmlns:a16="http://schemas.microsoft.com/office/drawing/2014/main" id="{2D4346E2-3383-7E3E-4A09-05BBA9B2D23D}"/>
                </a:ext>
              </a:extLst>
            </p:cNvPr>
            <p:cNvGrpSpPr/>
            <p:nvPr/>
          </p:nvGrpSpPr>
          <p:grpSpPr>
            <a:xfrm>
              <a:off x="8934179" y="3160848"/>
              <a:ext cx="285574" cy="285750"/>
              <a:chOff x="8934179" y="3160848"/>
              <a:chExt cx="285574" cy="285750"/>
            </a:xfrm>
            <a:noFill/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CDC257FF-9556-4EF6-B70C-BDCF839E2CB5}"/>
                  </a:ext>
                </a:extLst>
              </p:cNvPr>
              <p:cNvSpPr/>
              <p:nvPr/>
            </p:nvSpPr>
            <p:spPr>
              <a:xfrm>
                <a:off x="8934179" y="316084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8" name="Picture 137">
                <a:extLst>
                  <a:ext uri="{FF2B5EF4-FFF2-40B4-BE49-F238E27FC236}">
                    <a16:creationId xmlns:a16="http://schemas.microsoft.com/office/drawing/2014/main" id="{C609FC18-323A-C851-FB6C-C3254CAC29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34130" y="321799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9" name="Graphic 18">
              <a:extLst>
                <a:ext uri="{FF2B5EF4-FFF2-40B4-BE49-F238E27FC236}">
                  <a16:creationId xmlns:a16="http://schemas.microsoft.com/office/drawing/2014/main" id="{85FC98FF-33C9-7002-3878-F276081A7D42}"/>
                </a:ext>
              </a:extLst>
            </p:cNvPr>
            <p:cNvGrpSpPr/>
            <p:nvPr/>
          </p:nvGrpSpPr>
          <p:grpSpPr>
            <a:xfrm>
              <a:off x="9495809" y="2246448"/>
              <a:ext cx="76153" cy="369189"/>
              <a:chOff x="9495809" y="2246448"/>
              <a:chExt cx="76153" cy="369189"/>
            </a:xfrm>
          </p:grpSpPr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5A1703FA-19F6-DD99-2DA9-CE24D7AB2B87}"/>
                  </a:ext>
                </a:extLst>
              </p:cNvPr>
              <p:cNvSpPr/>
              <p:nvPr/>
            </p:nvSpPr>
            <p:spPr>
              <a:xfrm>
                <a:off x="9533885" y="22464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69118094-3947-B40A-FF8F-7B901C5260F2}"/>
                  </a:ext>
                </a:extLst>
              </p:cNvPr>
              <p:cNvSpPr/>
              <p:nvPr/>
            </p:nvSpPr>
            <p:spPr>
              <a:xfrm>
                <a:off x="9495809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2" name="Graphic 18">
              <a:extLst>
                <a:ext uri="{FF2B5EF4-FFF2-40B4-BE49-F238E27FC236}">
                  <a16:creationId xmlns:a16="http://schemas.microsoft.com/office/drawing/2014/main" id="{FAD1B8BC-B81B-7D11-8AD8-9F9141877792}"/>
                </a:ext>
              </a:extLst>
            </p:cNvPr>
            <p:cNvGrpSpPr/>
            <p:nvPr/>
          </p:nvGrpSpPr>
          <p:grpSpPr>
            <a:xfrm>
              <a:off x="9745591" y="2803660"/>
              <a:ext cx="264251" cy="76200"/>
              <a:chOff x="9745591" y="2803660"/>
              <a:chExt cx="264251" cy="76200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5B6B6C58-93F7-6630-CB9C-E11BB91CCF98}"/>
                  </a:ext>
                </a:extLst>
              </p:cNvPr>
              <p:cNvSpPr/>
              <p:nvPr/>
            </p:nvSpPr>
            <p:spPr>
              <a:xfrm>
                <a:off x="9802706" y="28417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5B480CAD-F231-510C-973C-4B587CCCE26A}"/>
                  </a:ext>
                </a:extLst>
              </p:cNvPr>
              <p:cNvSpPr/>
              <p:nvPr/>
            </p:nvSpPr>
            <p:spPr>
              <a:xfrm>
                <a:off x="9745591" y="28036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0" name="Graphic 18">
              <a:extLst>
                <a:ext uri="{FF2B5EF4-FFF2-40B4-BE49-F238E27FC236}">
                  <a16:creationId xmlns:a16="http://schemas.microsoft.com/office/drawing/2014/main" id="{CCC3E025-B780-BB5A-A09F-E2BF461E88D6}"/>
                </a:ext>
              </a:extLst>
            </p:cNvPr>
            <p:cNvGrpSpPr/>
            <p:nvPr/>
          </p:nvGrpSpPr>
          <p:grpSpPr>
            <a:xfrm>
              <a:off x="8677162" y="2389323"/>
              <a:ext cx="285574" cy="285750"/>
              <a:chOff x="8677162" y="2389323"/>
              <a:chExt cx="285574" cy="285750"/>
            </a:xfrm>
            <a:noFill/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B6BFB33-44E5-BFE5-2FEB-F0773ECEC7B1}"/>
                  </a:ext>
                </a:extLst>
              </p:cNvPr>
              <p:cNvSpPr/>
              <p:nvPr/>
            </p:nvSpPr>
            <p:spPr>
              <a:xfrm>
                <a:off x="8677162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BD409C27-BD51-0961-4FD7-A4C4284A9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72353" y="24464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8">
              <a:extLst>
                <a:ext uri="{FF2B5EF4-FFF2-40B4-BE49-F238E27FC236}">
                  <a16:creationId xmlns:a16="http://schemas.microsoft.com/office/drawing/2014/main" id="{836C9021-8EDA-2715-8C52-73464FF43304}"/>
                </a:ext>
              </a:extLst>
            </p:cNvPr>
            <p:cNvGrpSpPr/>
            <p:nvPr/>
          </p:nvGrpSpPr>
          <p:grpSpPr>
            <a:xfrm>
              <a:off x="8915140" y="2265498"/>
              <a:ext cx="76153" cy="350139"/>
              <a:chOff x="8915140" y="2265498"/>
              <a:chExt cx="76153" cy="350139"/>
            </a:xfrm>
          </p:grpSpPr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CE680E16-468E-0632-4251-F28BC0214FE0}"/>
                  </a:ext>
                </a:extLst>
              </p:cNvPr>
              <p:cNvSpPr/>
              <p:nvPr/>
            </p:nvSpPr>
            <p:spPr>
              <a:xfrm>
                <a:off x="8953217" y="22654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50B6EC5F-A8C0-D9C8-FA1A-99D0F47BC206}"/>
                  </a:ext>
                </a:extLst>
              </p:cNvPr>
              <p:cNvSpPr/>
              <p:nvPr/>
            </p:nvSpPr>
            <p:spPr>
              <a:xfrm>
                <a:off x="8915140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8" name="Graphic 18">
              <a:extLst>
                <a:ext uri="{FF2B5EF4-FFF2-40B4-BE49-F238E27FC236}">
                  <a16:creationId xmlns:a16="http://schemas.microsoft.com/office/drawing/2014/main" id="{9F025D77-B914-F34D-9103-A471E610158B}"/>
                </a:ext>
              </a:extLst>
            </p:cNvPr>
            <p:cNvGrpSpPr/>
            <p:nvPr/>
          </p:nvGrpSpPr>
          <p:grpSpPr>
            <a:xfrm>
              <a:off x="9505328" y="2389323"/>
              <a:ext cx="285574" cy="285750"/>
              <a:chOff x="9505328" y="2389323"/>
              <a:chExt cx="285574" cy="285750"/>
            </a:xfrm>
            <a:noFill/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2AF1F8E4-CB78-C24C-4EC1-5D92D6D34C9D}"/>
                  </a:ext>
                </a:extLst>
              </p:cNvPr>
              <p:cNvSpPr/>
              <p:nvPr/>
            </p:nvSpPr>
            <p:spPr>
              <a:xfrm>
                <a:off x="9505328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B992C1FF-8034-F7A0-5C31-14932F3543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05279" y="24464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71" name="Graphic 18">
              <a:extLst>
                <a:ext uri="{FF2B5EF4-FFF2-40B4-BE49-F238E27FC236}">
                  <a16:creationId xmlns:a16="http://schemas.microsoft.com/office/drawing/2014/main" id="{2A9E9187-88A3-957E-9AB4-531DFCAE1E93}"/>
                </a:ext>
              </a:extLst>
            </p:cNvPr>
            <p:cNvGrpSpPr/>
            <p:nvPr/>
          </p:nvGrpSpPr>
          <p:grpSpPr>
            <a:xfrm>
              <a:off x="7953706" y="2713173"/>
              <a:ext cx="856723" cy="390525"/>
              <a:chOff x="7953706" y="2713173"/>
              <a:chExt cx="856723" cy="390525"/>
            </a:xfrm>
            <a:noFill/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954257ED-2EBC-D7DA-9CA5-E074997BCEC5}"/>
                  </a:ext>
                </a:extLst>
              </p:cNvPr>
              <p:cNvSpPr/>
              <p:nvPr/>
            </p:nvSpPr>
            <p:spPr>
              <a:xfrm>
                <a:off x="7953706" y="2713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0A88DD80-7F3B-0E92-9983-35A64830AD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82117" y="2770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4" name="Graphic 18">
              <a:extLst>
                <a:ext uri="{FF2B5EF4-FFF2-40B4-BE49-F238E27FC236}">
                  <a16:creationId xmlns:a16="http://schemas.microsoft.com/office/drawing/2014/main" id="{F47BA89C-C6AA-0A85-FF91-8BB5A6DEA14D}"/>
                </a:ext>
              </a:extLst>
            </p:cNvPr>
            <p:cNvGrpSpPr/>
            <p:nvPr/>
          </p:nvGrpSpPr>
          <p:grpSpPr>
            <a:xfrm>
              <a:off x="9724268" y="2627448"/>
              <a:ext cx="856723" cy="390525"/>
              <a:chOff x="9724268" y="2627448"/>
              <a:chExt cx="856723" cy="390525"/>
            </a:xfrm>
            <a:noFill/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BF952189-23FB-E8B9-5AD8-3431ED0835F4}"/>
                  </a:ext>
                </a:extLst>
              </p:cNvPr>
              <p:cNvSpPr/>
              <p:nvPr/>
            </p:nvSpPr>
            <p:spPr>
              <a:xfrm>
                <a:off x="9724268" y="26274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726A4145-5D10-2F34-3B12-C30FEC3AB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52679" y="26845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8">
              <a:extLst>
                <a:ext uri="{FF2B5EF4-FFF2-40B4-BE49-F238E27FC236}">
                  <a16:creationId xmlns:a16="http://schemas.microsoft.com/office/drawing/2014/main" id="{8A7026B5-8E46-CB89-72C6-9E180FC2DC77}"/>
                </a:ext>
              </a:extLst>
            </p:cNvPr>
            <p:cNvGrpSpPr/>
            <p:nvPr/>
          </p:nvGrpSpPr>
          <p:grpSpPr>
            <a:xfrm>
              <a:off x="8524855" y="1951173"/>
              <a:ext cx="856723" cy="390525"/>
              <a:chOff x="8524855" y="1951173"/>
              <a:chExt cx="856723" cy="390525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7D3D573F-936F-DFC9-C10B-7C8EA46EEFB9}"/>
                  </a:ext>
                </a:extLst>
              </p:cNvPr>
              <p:cNvSpPr/>
              <p:nvPr/>
            </p:nvSpPr>
            <p:spPr>
              <a:xfrm>
                <a:off x="8524855" y="1951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D75DA25A-7A3E-A400-286A-0AC7043786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53266" y="2008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6" name="Picture 355">
              <a:extLst>
                <a:ext uri="{FF2B5EF4-FFF2-40B4-BE49-F238E27FC236}">
                  <a16:creationId xmlns:a16="http://schemas.microsoft.com/office/drawing/2014/main" id="{C8E74FD1-E0C4-7169-C5CD-5D8B52A5C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486326" y="2014848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413BBE9-4F7D-43AF-C077-4F951450F327}"/>
              </a:ext>
            </a:extLst>
          </p:cNvPr>
          <p:cNvSpPr/>
          <p:nvPr/>
        </p:nvSpPr>
        <p:spPr>
          <a:xfrm>
            <a:off x="7010354" y="3342970"/>
            <a:ext cx="523554" cy="42614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CF8F63-809F-CEB2-FF52-F7EC7E448E0F}"/>
              </a:ext>
            </a:extLst>
          </p:cNvPr>
          <p:cNvSpPr/>
          <p:nvPr/>
        </p:nvSpPr>
        <p:spPr>
          <a:xfrm>
            <a:off x="7594351" y="2544755"/>
            <a:ext cx="523554" cy="4261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899519-66EE-7D79-C24F-983B19133B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5872" y="4085921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4C50AB3C-DE81-EEAF-B470-28DF4E52CCC1}"/>
              </a:ext>
            </a:extLst>
          </p:cNvPr>
          <p:cNvSpPr/>
          <p:nvPr/>
        </p:nvSpPr>
        <p:spPr>
          <a:xfrm>
            <a:off x="3195376" y="2873829"/>
            <a:ext cx="643094" cy="1039398"/>
          </a:xfrm>
          <a:custGeom>
            <a:avLst/>
            <a:gdLst>
              <a:gd name="csX0" fmla="*/ 331595 w 643094"/>
              <a:gd name="csY0" fmla="*/ 0 h 1039398"/>
              <a:gd name="csX1" fmla="*/ 281354 w 643094"/>
              <a:gd name="csY1" fmla="*/ 80386 h 1039398"/>
              <a:gd name="csX2" fmla="*/ 261257 w 643094"/>
              <a:gd name="csY2" fmla="*/ 110531 h 1039398"/>
              <a:gd name="csX3" fmla="*/ 221064 w 643094"/>
              <a:gd name="csY3" fmla="*/ 170822 h 1039398"/>
              <a:gd name="csX4" fmla="*/ 180870 w 643094"/>
              <a:gd name="csY4" fmla="*/ 231112 h 1039398"/>
              <a:gd name="csX5" fmla="*/ 160773 w 643094"/>
              <a:gd name="csY5" fmla="*/ 261257 h 1039398"/>
              <a:gd name="csX6" fmla="*/ 110532 w 643094"/>
              <a:gd name="csY6" fmla="*/ 351692 h 1039398"/>
              <a:gd name="csX7" fmla="*/ 90435 w 643094"/>
              <a:gd name="csY7" fmla="*/ 381837 h 1039398"/>
              <a:gd name="csX8" fmla="*/ 60290 w 643094"/>
              <a:gd name="csY8" fmla="*/ 442127 h 1039398"/>
              <a:gd name="csX9" fmla="*/ 30145 w 643094"/>
              <a:gd name="csY9" fmla="*/ 502417 h 1039398"/>
              <a:gd name="csX10" fmla="*/ 10048 w 643094"/>
              <a:gd name="csY10" fmla="*/ 562707 h 1039398"/>
              <a:gd name="csX11" fmla="*/ 0 w 643094"/>
              <a:gd name="csY11" fmla="*/ 592852 h 1039398"/>
              <a:gd name="csX12" fmla="*/ 10048 w 643094"/>
              <a:gd name="csY12" fmla="*/ 633046 h 1039398"/>
              <a:gd name="csX13" fmla="*/ 100483 w 643094"/>
              <a:gd name="csY13" fmla="*/ 683287 h 1039398"/>
              <a:gd name="csX14" fmla="*/ 160773 w 643094"/>
              <a:gd name="csY14" fmla="*/ 723481 h 1039398"/>
              <a:gd name="csX15" fmla="*/ 211015 w 643094"/>
              <a:gd name="csY15" fmla="*/ 763674 h 1039398"/>
              <a:gd name="csX16" fmla="*/ 271305 w 643094"/>
              <a:gd name="csY16" fmla="*/ 803868 h 1039398"/>
              <a:gd name="csX17" fmla="*/ 331595 w 643094"/>
              <a:gd name="csY17" fmla="*/ 844061 h 1039398"/>
              <a:gd name="csX18" fmla="*/ 452176 w 643094"/>
              <a:gd name="csY18" fmla="*/ 924448 h 1039398"/>
              <a:gd name="csX19" fmla="*/ 482321 w 643094"/>
              <a:gd name="csY19" fmla="*/ 944545 h 1039398"/>
              <a:gd name="csX20" fmla="*/ 512466 w 643094"/>
              <a:gd name="csY20" fmla="*/ 964641 h 1039398"/>
              <a:gd name="csX21" fmla="*/ 572756 w 643094"/>
              <a:gd name="csY21" fmla="*/ 1014883 h 1039398"/>
              <a:gd name="csX22" fmla="*/ 643094 w 643094"/>
              <a:gd name="csY22" fmla="*/ 1024931 h 10393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643094" h="1039398">
                <a:moveTo>
                  <a:pt x="331595" y="0"/>
                </a:moveTo>
                <a:cubicBezTo>
                  <a:pt x="314848" y="26795"/>
                  <a:pt x="298318" y="53728"/>
                  <a:pt x="281354" y="80386"/>
                </a:cubicBezTo>
                <a:cubicBezTo>
                  <a:pt x="274870" y="90575"/>
                  <a:pt x="267956" y="100483"/>
                  <a:pt x="261257" y="110531"/>
                </a:cubicBezTo>
                <a:lnTo>
                  <a:pt x="221064" y="170822"/>
                </a:lnTo>
                <a:lnTo>
                  <a:pt x="180870" y="231112"/>
                </a:lnTo>
                <a:lnTo>
                  <a:pt x="160773" y="261257"/>
                </a:lnTo>
                <a:cubicBezTo>
                  <a:pt x="143088" y="314315"/>
                  <a:pt x="156600" y="282590"/>
                  <a:pt x="110532" y="351692"/>
                </a:cubicBezTo>
                <a:lnTo>
                  <a:pt x="90435" y="381837"/>
                </a:lnTo>
                <a:cubicBezTo>
                  <a:pt x="65179" y="457607"/>
                  <a:pt x="99248" y="364211"/>
                  <a:pt x="60290" y="442127"/>
                </a:cubicBezTo>
                <a:cubicBezTo>
                  <a:pt x="18688" y="525331"/>
                  <a:pt x="87741" y="416025"/>
                  <a:pt x="30145" y="502417"/>
                </a:cubicBezTo>
                <a:lnTo>
                  <a:pt x="10048" y="562707"/>
                </a:lnTo>
                <a:lnTo>
                  <a:pt x="0" y="592852"/>
                </a:lnTo>
                <a:cubicBezTo>
                  <a:pt x="3349" y="606250"/>
                  <a:pt x="954" y="622653"/>
                  <a:pt x="10048" y="633046"/>
                </a:cubicBezTo>
                <a:cubicBezTo>
                  <a:pt x="38502" y="665565"/>
                  <a:pt x="65250" y="671543"/>
                  <a:pt x="100483" y="683287"/>
                </a:cubicBezTo>
                <a:cubicBezTo>
                  <a:pt x="120580" y="696685"/>
                  <a:pt x="147375" y="703384"/>
                  <a:pt x="160773" y="723481"/>
                </a:cubicBezTo>
                <a:cubicBezTo>
                  <a:pt x="186745" y="762439"/>
                  <a:pt x="169413" y="749807"/>
                  <a:pt x="211015" y="763674"/>
                </a:cubicBezTo>
                <a:cubicBezTo>
                  <a:pt x="307180" y="859839"/>
                  <a:pt x="184053" y="745699"/>
                  <a:pt x="271305" y="803868"/>
                </a:cubicBezTo>
                <a:cubicBezTo>
                  <a:pt x="346570" y="854046"/>
                  <a:pt x="259920" y="820170"/>
                  <a:pt x="331595" y="844061"/>
                </a:cubicBezTo>
                <a:lnTo>
                  <a:pt x="452176" y="924448"/>
                </a:lnTo>
                <a:lnTo>
                  <a:pt x="482321" y="944545"/>
                </a:lnTo>
                <a:cubicBezTo>
                  <a:pt x="492369" y="951244"/>
                  <a:pt x="503927" y="956102"/>
                  <a:pt x="512466" y="964641"/>
                </a:cubicBezTo>
                <a:cubicBezTo>
                  <a:pt x="531396" y="983571"/>
                  <a:pt x="547575" y="1003691"/>
                  <a:pt x="572756" y="1014883"/>
                </a:cubicBezTo>
                <a:cubicBezTo>
                  <a:pt x="632557" y="1041462"/>
                  <a:pt x="619182" y="1048846"/>
                  <a:pt x="643094" y="1024931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4F1C830-3644-858A-C662-E788D9967EFD}"/>
              </a:ext>
            </a:extLst>
          </p:cNvPr>
          <p:cNvSpPr/>
          <p:nvPr/>
        </p:nvSpPr>
        <p:spPr>
          <a:xfrm>
            <a:off x="3707704" y="2873828"/>
            <a:ext cx="219206" cy="1039398"/>
          </a:xfrm>
          <a:custGeom>
            <a:avLst/>
            <a:gdLst>
              <a:gd name="csX0" fmla="*/ 0 w 191660"/>
              <a:gd name="csY0" fmla="*/ 0 h 934497"/>
              <a:gd name="csX1" fmla="*/ 10049 w 191660"/>
              <a:gd name="csY1" fmla="*/ 50242 h 934497"/>
              <a:gd name="csX2" fmla="*/ 20097 w 191660"/>
              <a:gd name="csY2" fmla="*/ 80387 h 934497"/>
              <a:gd name="csX3" fmla="*/ 30146 w 191660"/>
              <a:gd name="csY3" fmla="*/ 120580 h 934497"/>
              <a:gd name="csX4" fmla="*/ 40194 w 191660"/>
              <a:gd name="csY4" fmla="*/ 150725 h 934497"/>
              <a:gd name="csX5" fmla="*/ 60291 w 191660"/>
              <a:gd name="csY5" fmla="*/ 231112 h 934497"/>
              <a:gd name="csX6" fmla="*/ 90436 w 191660"/>
              <a:gd name="csY6" fmla="*/ 321547 h 934497"/>
              <a:gd name="csX7" fmla="*/ 100484 w 191660"/>
              <a:gd name="csY7" fmla="*/ 351692 h 934497"/>
              <a:gd name="csX8" fmla="*/ 120581 w 191660"/>
              <a:gd name="csY8" fmla="*/ 432079 h 934497"/>
              <a:gd name="csX9" fmla="*/ 130629 w 191660"/>
              <a:gd name="csY9" fmla="*/ 462224 h 934497"/>
              <a:gd name="csX10" fmla="*/ 150726 w 191660"/>
              <a:gd name="csY10" fmla="*/ 592853 h 934497"/>
              <a:gd name="csX11" fmla="*/ 170822 w 191660"/>
              <a:gd name="csY11" fmla="*/ 733530 h 934497"/>
              <a:gd name="csX12" fmla="*/ 180871 w 191660"/>
              <a:gd name="csY12" fmla="*/ 813916 h 934497"/>
              <a:gd name="csX13" fmla="*/ 190919 w 191660"/>
              <a:gd name="csY13" fmla="*/ 874207 h 934497"/>
              <a:gd name="csX14" fmla="*/ 190919 w 191660"/>
              <a:gd name="csY14" fmla="*/ 934497 h 934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91660" h="934497">
                <a:moveTo>
                  <a:pt x="0" y="0"/>
                </a:moveTo>
                <a:cubicBezTo>
                  <a:pt x="3350" y="16747"/>
                  <a:pt x="5907" y="33673"/>
                  <a:pt x="10049" y="50242"/>
                </a:cubicBezTo>
                <a:cubicBezTo>
                  <a:pt x="12618" y="60518"/>
                  <a:pt x="17187" y="70203"/>
                  <a:pt x="20097" y="80387"/>
                </a:cubicBezTo>
                <a:cubicBezTo>
                  <a:pt x="23891" y="93666"/>
                  <a:pt x="26352" y="107301"/>
                  <a:pt x="30146" y="120580"/>
                </a:cubicBezTo>
                <a:cubicBezTo>
                  <a:pt x="33056" y="130764"/>
                  <a:pt x="37407" y="140506"/>
                  <a:pt x="40194" y="150725"/>
                </a:cubicBezTo>
                <a:cubicBezTo>
                  <a:pt x="47461" y="177372"/>
                  <a:pt x="51557" y="204909"/>
                  <a:pt x="60291" y="231112"/>
                </a:cubicBezTo>
                <a:lnTo>
                  <a:pt x="90436" y="321547"/>
                </a:lnTo>
                <a:cubicBezTo>
                  <a:pt x="93785" y="331595"/>
                  <a:pt x="97915" y="341416"/>
                  <a:pt x="100484" y="351692"/>
                </a:cubicBezTo>
                <a:cubicBezTo>
                  <a:pt x="107183" y="378488"/>
                  <a:pt x="111847" y="405876"/>
                  <a:pt x="120581" y="432079"/>
                </a:cubicBezTo>
                <a:cubicBezTo>
                  <a:pt x="123930" y="442127"/>
                  <a:pt x="128060" y="451948"/>
                  <a:pt x="130629" y="462224"/>
                </a:cubicBezTo>
                <a:cubicBezTo>
                  <a:pt x="142907" y="511339"/>
                  <a:pt x="143406" y="539170"/>
                  <a:pt x="150726" y="592853"/>
                </a:cubicBezTo>
                <a:cubicBezTo>
                  <a:pt x="157126" y="639787"/>
                  <a:pt x="164946" y="686527"/>
                  <a:pt x="170822" y="733530"/>
                </a:cubicBezTo>
                <a:cubicBezTo>
                  <a:pt x="174172" y="760325"/>
                  <a:pt x="177052" y="787184"/>
                  <a:pt x="180871" y="813916"/>
                </a:cubicBezTo>
                <a:cubicBezTo>
                  <a:pt x="183752" y="834085"/>
                  <a:pt x="189227" y="853903"/>
                  <a:pt x="190919" y="874207"/>
                </a:cubicBezTo>
                <a:cubicBezTo>
                  <a:pt x="192588" y="894234"/>
                  <a:pt x="190919" y="914400"/>
                  <a:pt x="190919" y="934497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57326320"/>
      </p:ext>
    </p:extLst>
  </p:cSld>
  <p:clrMapOvr>
    <a:masterClrMapping/>
  </p:clrMapOvr>
  <p:transition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49DC-3D7D-A58C-35A1-5B0D2126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F818F1-D629-4FEC-2179-AB8893D7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476F6F-7CDC-C342-2F29-DB968808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57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D1C0C78-E661-BBA4-C5DE-CF906B045479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C47C14BE-91AF-3628-048A-B3867F4153CB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ADB0D252-59ED-A633-42DE-A11292D7771E}"/>
              </a:ext>
            </a:extLst>
          </p:cNvPr>
          <p:cNvGrpSpPr/>
          <p:nvPr/>
        </p:nvGrpSpPr>
        <p:grpSpPr>
          <a:xfrm>
            <a:off x="2826208" y="2592895"/>
            <a:ext cx="1523064" cy="2347912"/>
            <a:chOff x="5440650" y="5113473"/>
            <a:chExt cx="1523064" cy="2347912"/>
          </a:xfrm>
        </p:grpSpPr>
        <p:grpSp>
          <p:nvGrpSpPr>
            <p:cNvPr id="183" name="Graphic 18">
              <a:extLst>
                <a:ext uri="{FF2B5EF4-FFF2-40B4-BE49-F238E27FC236}">
                  <a16:creationId xmlns:a16="http://schemas.microsoft.com/office/drawing/2014/main" id="{F407049E-477E-42F9-71AC-40A93BD5CA00}"/>
                </a:ext>
              </a:extLst>
            </p:cNvPr>
            <p:cNvGrpSpPr/>
            <p:nvPr/>
          </p:nvGrpSpPr>
          <p:grpSpPr>
            <a:xfrm>
              <a:off x="5647310" y="5438656"/>
              <a:ext cx="467866" cy="394525"/>
              <a:chOff x="5647310" y="5438656"/>
              <a:chExt cx="467866" cy="394525"/>
            </a:xfrm>
          </p:grpSpPr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5295B464-7B2F-824B-13AC-7DDB1AB7D224}"/>
                  </a:ext>
                </a:extLst>
              </p:cNvPr>
              <p:cNvSpPr/>
              <p:nvPr/>
            </p:nvSpPr>
            <p:spPr>
              <a:xfrm>
                <a:off x="5691003" y="5438656"/>
                <a:ext cx="424173" cy="357663"/>
              </a:xfrm>
              <a:custGeom>
                <a:avLst/>
                <a:gdLst>
                  <a:gd name="csX0" fmla="*/ 424173 w 424173"/>
                  <a:gd name="csY0" fmla="*/ 0 h 357663"/>
                  <a:gd name="csX1" fmla="*/ 0 w 424173"/>
                  <a:gd name="csY1" fmla="*/ 357664 h 357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4173" h="357663">
                    <a:moveTo>
                      <a:pt x="424173" y="0"/>
                    </a:moveTo>
                    <a:lnTo>
                      <a:pt x="0" y="35766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8AB43007-AFFF-B274-8E7A-1958E00C603D}"/>
                  </a:ext>
                </a:extLst>
              </p:cNvPr>
              <p:cNvSpPr/>
              <p:nvPr/>
            </p:nvSpPr>
            <p:spPr>
              <a:xfrm>
                <a:off x="5647310" y="5754981"/>
                <a:ext cx="82721" cy="78200"/>
              </a:xfrm>
              <a:custGeom>
                <a:avLst/>
                <a:gdLst>
                  <a:gd name="csX0" fmla="*/ 0 w 82721"/>
                  <a:gd name="csY0" fmla="*/ 78200 h 78200"/>
                  <a:gd name="csX1" fmla="*/ 33698 w 82721"/>
                  <a:gd name="csY1" fmla="*/ 0 h 78200"/>
                  <a:gd name="csX2" fmla="*/ 43693 w 82721"/>
                  <a:gd name="csY2" fmla="*/ 41338 h 78200"/>
                  <a:gd name="csX3" fmla="*/ 82721 w 82721"/>
                  <a:gd name="csY3" fmla="*/ 58198 h 7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721" h="78200">
                    <a:moveTo>
                      <a:pt x="0" y="78200"/>
                    </a:moveTo>
                    <a:lnTo>
                      <a:pt x="33698" y="0"/>
                    </a:lnTo>
                    <a:lnTo>
                      <a:pt x="43693" y="41338"/>
                    </a:lnTo>
                    <a:lnTo>
                      <a:pt x="82721" y="58198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6" name="Graphic 18">
              <a:extLst>
                <a:ext uri="{FF2B5EF4-FFF2-40B4-BE49-F238E27FC236}">
                  <a16:creationId xmlns:a16="http://schemas.microsoft.com/office/drawing/2014/main" id="{176F6C9F-063E-1929-5F2E-EF823260AE6D}"/>
                </a:ext>
              </a:extLst>
            </p:cNvPr>
            <p:cNvGrpSpPr/>
            <p:nvPr/>
          </p:nvGrpSpPr>
          <p:grpSpPr>
            <a:xfrm>
              <a:off x="6059395" y="5113473"/>
              <a:ext cx="380766" cy="381000"/>
              <a:chOff x="6059395" y="5113473"/>
              <a:chExt cx="380766" cy="381000"/>
            </a:xfrm>
            <a:solidFill>
              <a:srgbClr val="FFFFFF"/>
            </a:solidFill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10CFF6AE-6589-F820-FE46-D8682295F182}"/>
                  </a:ext>
                </a:extLst>
              </p:cNvPr>
              <p:cNvSpPr/>
              <p:nvPr/>
            </p:nvSpPr>
            <p:spPr>
              <a:xfrm>
                <a:off x="6059395" y="511347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D4AB3FDD-7594-1451-83D9-4B5E03ED2A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8914" y="520396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89" name="Graphic 18">
              <a:extLst>
                <a:ext uri="{FF2B5EF4-FFF2-40B4-BE49-F238E27FC236}">
                  <a16:creationId xmlns:a16="http://schemas.microsoft.com/office/drawing/2014/main" id="{E45A7AF5-4DE2-C5DF-CC7E-55E19A7281F5}"/>
                </a:ext>
              </a:extLst>
            </p:cNvPr>
            <p:cNvGrpSpPr/>
            <p:nvPr/>
          </p:nvGrpSpPr>
          <p:grpSpPr>
            <a:xfrm>
              <a:off x="5765634" y="6172081"/>
              <a:ext cx="189526" cy="137254"/>
              <a:chOff x="5765634" y="6172081"/>
              <a:chExt cx="189526" cy="137254"/>
            </a:xfrm>
          </p:grpSpPr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46D5BE0E-2155-6C72-20F9-A1B8A7390D59}"/>
                  </a:ext>
                </a:extLst>
              </p:cNvPr>
              <p:cNvSpPr/>
              <p:nvPr/>
            </p:nvSpPr>
            <p:spPr>
              <a:xfrm>
                <a:off x="5765634" y="6172081"/>
                <a:ext cx="143263" cy="103727"/>
              </a:xfrm>
              <a:custGeom>
                <a:avLst/>
                <a:gdLst>
                  <a:gd name="csX0" fmla="*/ 0 w 143263"/>
                  <a:gd name="csY0" fmla="*/ 0 h 103727"/>
                  <a:gd name="csX1" fmla="*/ 143263 w 143263"/>
                  <a:gd name="csY1" fmla="*/ 103727 h 103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3263" h="103727">
                    <a:moveTo>
                      <a:pt x="0" y="0"/>
                    </a:moveTo>
                    <a:lnTo>
                      <a:pt x="143263" y="103727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C590AAD3-6677-C9AF-4CB3-2D0C7DBFC95C}"/>
                  </a:ext>
                </a:extLst>
              </p:cNvPr>
              <p:cNvSpPr/>
              <p:nvPr/>
            </p:nvSpPr>
            <p:spPr>
              <a:xfrm>
                <a:off x="5871106" y="6233803"/>
                <a:ext cx="84054" cy="75533"/>
              </a:xfrm>
              <a:custGeom>
                <a:avLst/>
                <a:gdLst>
                  <a:gd name="csX0" fmla="*/ 84054 w 84054"/>
                  <a:gd name="csY0" fmla="*/ 75533 h 75533"/>
                  <a:gd name="csX1" fmla="*/ 0 w 84054"/>
                  <a:gd name="csY1" fmla="*/ 61722 h 75533"/>
                  <a:gd name="csX2" fmla="*/ 37791 w 84054"/>
                  <a:gd name="csY2" fmla="*/ 42005 h 75533"/>
                  <a:gd name="csX3" fmla="*/ 44645 w 84054"/>
                  <a:gd name="csY3" fmla="*/ 0 h 755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54" h="75533">
                    <a:moveTo>
                      <a:pt x="84054" y="75533"/>
                    </a:moveTo>
                    <a:lnTo>
                      <a:pt x="0" y="61722"/>
                    </a:lnTo>
                    <a:lnTo>
                      <a:pt x="37791" y="42005"/>
                    </a:lnTo>
                    <a:lnTo>
                      <a:pt x="4464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2" name="Graphic 18">
              <a:extLst>
                <a:ext uri="{FF2B5EF4-FFF2-40B4-BE49-F238E27FC236}">
                  <a16:creationId xmlns:a16="http://schemas.microsoft.com/office/drawing/2014/main" id="{A992CA0B-4924-BF27-CF82-C50BBCDBBDF7}"/>
                </a:ext>
              </a:extLst>
            </p:cNvPr>
            <p:cNvGrpSpPr/>
            <p:nvPr/>
          </p:nvGrpSpPr>
          <p:grpSpPr>
            <a:xfrm>
              <a:off x="5440650" y="5846898"/>
              <a:ext cx="380766" cy="381000"/>
              <a:chOff x="5440650" y="5846898"/>
              <a:chExt cx="380766" cy="381000"/>
            </a:xfrm>
            <a:solidFill>
              <a:srgbClr val="FFFFFF"/>
            </a:solidFill>
          </p:grpSpPr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5FD37F94-F1E4-DC8F-A7B4-03D79D10CF1F}"/>
                  </a:ext>
                </a:extLst>
              </p:cNvPr>
              <p:cNvSpPr/>
              <p:nvPr/>
            </p:nvSpPr>
            <p:spPr>
              <a:xfrm>
                <a:off x="5440650" y="58468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1" name="Picture 220">
                <a:extLst>
                  <a:ext uri="{FF2B5EF4-FFF2-40B4-BE49-F238E27FC236}">
                    <a16:creationId xmlns:a16="http://schemas.microsoft.com/office/drawing/2014/main" id="{A7169762-CB67-8CCD-36D3-19E27D30F3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169" y="5937385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2" name="Graphic 18">
              <a:extLst>
                <a:ext uri="{FF2B5EF4-FFF2-40B4-BE49-F238E27FC236}">
                  <a16:creationId xmlns:a16="http://schemas.microsoft.com/office/drawing/2014/main" id="{01240224-15BD-CE50-8558-B69F47234904}"/>
                </a:ext>
              </a:extLst>
            </p:cNvPr>
            <p:cNvGrpSpPr/>
            <p:nvPr/>
          </p:nvGrpSpPr>
          <p:grpSpPr>
            <a:xfrm>
              <a:off x="6241591" y="6591181"/>
              <a:ext cx="377053" cy="561975"/>
              <a:chOff x="6241591" y="6591181"/>
              <a:chExt cx="377053" cy="561975"/>
            </a:xfrm>
          </p:grpSpPr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B85D3B43-16DD-D344-DDBA-7C13B953F9FF}"/>
                  </a:ext>
                </a:extLst>
              </p:cNvPr>
              <p:cNvSpPr/>
              <p:nvPr/>
            </p:nvSpPr>
            <p:spPr>
              <a:xfrm>
                <a:off x="6241591" y="6591181"/>
                <a:ext cx="345259" cy="514540"/>
              </a:xfrm>
              <a:custGeom>
                <a:avLst/>
                <a:gdLst>
                  <a:gd name="csX0" fmla="*/ 0 w 345259"/>
                  <a:gd name="csY0" fmla="*/ 0 h 514540"/>
                  <a:gd name="csX1" fmla="*/ 345260 w 345259"/>
                  <a:gd name="csY1" fmla="*/ 514540 h 5145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5259" h="514540">
                    <a:moveTo>
                      <a:pt x="0" y="0"/>
                    </a:moveTo>
                    <a:lnTo>
                      <a:pt x="345260" y="51454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406366AF-6D87-9395-E53F-8F668C3AD677}"/>
                  </a:ext>
                </a:extLst>
              </p:cNvPr>
              <p:cNvSpPr/>
              <p:nvPr/>
            </p:nvSpPr>
            <p:spPr>
              <a:xfrm>
                <a:off x="6544586" y="7068669"/>
                <a:ext cx="74058" cy="84486"/>
              </a:xfrm>
              <a:custGeom>
                <a:avLst/>
                <a:gdLst>
                  <a:gd name="csX0" fmla="*/ 74059 w 74058"/>
                  <a:gd name="csY0" fmla="*/ 84487 h 84486"/>
                  <a:gd name="csX1" fmla="*/ 0 w 74058"/>
                  <a:gd name="csY1" fmla="*/ 42481 h 84486"/>
                  <a:gd name="csX2" fmla="*/ 42265 w 74058"/>
                  <a:gd name="csY2" fmla="*/ 37052 h 84486"/>
                  <a:gd name="csX3" fmla="*/ 63302 w 74058"/>
                  <a:gd name="csY3" fmla="*/ 0 h 844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058" h="84486">
                    <a:moveTo>
                      <a:pt x="74059" y="84487"/>
                    </a:moveTo>
                    <a:lnTo>
                      <a:pt x="0" y="42481"/>
                    </a:lnTo>
                    <a:lnTo>
                      <a:pt x="42265" y="37052"/>
                    </a:lnTo>
                    <a:lnTo>
                      <a:pt x="6330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5" name="Graphic 18">
              <a:extLst>
                <a:ext uri="{FF2B5EF4-FFF2-40B4-BE49-F238E27FC236}">
                  <a16:creationId xmlns:a16="http://schemas.microsoft.com/office/drawing/2014/main" id="{EA0218AF-170A-A5CE-BCC9-65885A43BAAC}"/>
                </a:ext>
              </a:extLst>
            </p:cNvPr>
            <p:cNvGrpSpPr/>
            <p:nvPr/>
          </p:nvGrpSpPr>
          <p:grpSpPr>
            <a:xfrm>
              <a:off x="5848641" y="6591181"/>
              <a:ext cx="123748" cy="558736"/>
              <a:chOff x="5848641" y="6591181"/>
              <a:chExt cx="123748" cy="558736"/>
            </a:xfrm>
          </p:grpSpPr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2E9D551F-DE95-12BB-F14C-0F1C297EF415}"/>
                  </a:ext>
                </a:extLst>
              </p:cNvPr>
              <p:cNvSpPr/>
              <p:nvPr/>
            </p:nvSpPr>
            <p:spPr>
              <a:xfrm>
                <a:off x="5882814" y="6591181"/>
                <a:ext cx="89575" cy="502443"/>
              </a:xfrm>
              <a:custGeom>
                <a:avLst/>
                <a:gdLst>
                  <a:gd name="csX0" fmla="*/ 89575 w 89575"/>
                  <a:gd name="csY0" fmla="*/ 0 h 502443"/>
                  <a:gd name="csX1" fmla="*/ 0 w 89575"/>
                  <a:gd name="csY1" fmla="*/ 502444 h 5024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9575" h="502443">
                    <a:moveTo>
                      <a:pt x="89575" y="0"/>
                    </a:moveTo>
                    <a:lnTo>
                      <a:pt x="0" y="50244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45F2BC93-8641-22E6-8D5E-A58964959E72}"/>
                  </a:ext>
                </a:extLst>
              </p:cNvPr>
              <p:cNvSpPr/>
              <p:nvPr/>
            </p:nvSpPr>
            <p:spPr>
              <a:xfrm>
                <a:off x="5848641" y="7068193"/>
                <a:ext cx="75010" cy="81724"/>
              </a:xfrm>
              <a:custGeom>
                <a:avLst/>
                <a:gdLst>
                  <a:gd name="csX0" fmla="*/ 24083 w 75010"/>
                  <a:gd name="csY0" fmla="*/ 81725 h 81724"/>
                  <a:gd name="csX1" fmla="*/ 0 w 75010"/>
                  <a:gd name="csY1" fmla="*/ 0 h 81724"/>
                  <a:gd name="csX2" fmla="*/ 34174 w 75010"/>
                  <a:gd name="csY2" fmla="*/ 25432 h 81724"/>
                  <a:gd name="csX3" fmla="*/ 75011 w 75010"/>
                  <a:gd name="csY3" fmla="*/ 13431 h 8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010" h="81724">
                    <a:moveTo>
                      <a:pt x="24083" y="81725"/>
                    </a:moveTo>
                    <a:lnTo>
                      <a:pt x="0" y="0"/>
                    </a:lnTo>
                    <a:lnTo>
                      <a:pt x="34174" y="25432"/>
                    </a:lnTo>
                    <a:lnTo>
                      <a:pt x="75011" y="13431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8" name="Graphic 18">
              <a:extLst>
                <a:ext uri="{FF2B5EF4-FFF2-40B4-BE49-F238E27FC236}">
                  <a16:creationId xmlns:a16="http://schemas.microsoft.com/office/drawing/2014/main" id="{B2454A27-B539-4BE7-9063-65F7F332D7A6}"/>
                </a:ext>
              </a:extLst>
            </p:cNvPr>
            <p:cNvGrpSpPr/>
            <p:nvPr/>
          </p:nvGrpSpPr>
          <p:grpSpPr>
            <a:xfrm>
              <a:off x="5916607" y="6265998"/>
              <a:ext cx="380766" cy="381000"/>
              <a:chOff x="5916607" y="6265998"/>
              <a:chExt cx="380766" cy="381000"/>
            </a:xfrm>
            <a:solidFill>
              <a:srgbClr val="FFFFFF"/>
            </a:solidFill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51C38C03-D829-2D32-85EC-6C62639F3AE9}"/>
                  </a:ext>
                </a:extLst>
              </p:cNvPr>
              <p:cNvSpPr/>
              <p:nvPr/>
            </p:nvSpPr>
            <p:spPr>
              <a:xfrm>
                <a:off x="5916607" y="62659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0" name="Picture 229">
                <a:extLst>
                  <a:ext uri="{FF2B5EF4-FFF2-40B4-BE49-F238E27FC236}">
                    <a16:creationId xmlns:a16="http://schemas.microsoft.com/office/drawing/2014/main" id="{05338EF2-B3E0-25AC-2ED4-A96B65629E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26126" y="6351723"/>
                <a:ext cx="361727" cy="247650"/>
              </a:xfrm>
              <a:custGeom>
                <a:avLst/>
                <a:gdLst>
                  <a:gd name="csX0" fmla="*/ 0 w 361727"/>
                  <a:gd name="csY0" fmla="*/ 0 h 247650"/>
                  <a:gd name="csX1" fmla="*/ 361728 w 361727"/>
                  <a:gd name="csY1" fmla="*/ 0 h 247650"/>
                  <a:gd name="csX2" fmla="*/ 361728 w 361727"/>
                  <a:gd name="csY2" fmla="*/ 247650 h 247650"/>
                  <a:gd name="csX3" fmla="*/ 0 w 361727"/>
                  <a:gd name="csY3" fmla="*/ 247650 h 247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47650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47650"/>
                    </a:lnTo>
                    <a:lnTo>
                      <a:pt x="0" y="2476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1" name="Graphic 18">
              <a:extLst>
                <a:ext uri="{FF2B5EF4-FFF2-40B4-BE49-F238E27FC236}">
                  <a16:creationId xmlns:a16="http://schemas.microsoft.com/office/drawing/2014/main" id="{10263156-D9F2-D49B-3FDF-E36936FF57D4}"/>
                </a:ext>
              </a:extLst>
            </p:cNvPr>
            <p:cNvGrpSpPr/>
            <p:nvPr/>
          </p:nvGrpSpPr>
          <p:grpSpPr>
            <a:xfrm>
              <a:off x="6384378" y="5438656"/>
              <a:ext cx="374293" cy="392810"/>
              <a:chOff x="6384378" y="5438656"/>
              <a:chExt cx="374293" cy="392810"/>
            </a:xfrm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AC8E3211-5E61-E3BA-B420-518689AB0ABD}"/>
                  </a:ext>
                </a:extLst>
              </p:cNvPr>
              <p:cNvSpPr/>
              <p:nvPr/>
            </p:nvSpPr>
            <p:spPr>
              <a:xfrm>
                <a:off x="6384378" y="5438656"/>
                <a:ext cx="334883" cy="351472"/>
              </a:xfrm>
              <a:custGeom>
                <a:avLst/>
                <a:gdLst>
                  <a:gd name="csX0" fmla="*/ 0 w 334883"/>
                  <a:gd name="csY0" fmla="*/ 0 h 351472"/>
                  <a:gd name="csX1" fmla="*/ 334884 w 334883"/>
                  <a:gd name="csY1" fmla="*/ 351472 h 351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4883" h="351472">
                    <a:moveTo>
                      <a:pt x="0" y="0"/>
                    </a:moveTo>
                    <a:lnTo>
                      <a:pt x="334884" y="351472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5C49F576-3532-DC9D-2D6E-5B5B953EB1AA}"/>
                  </a:ext>
                </a:extLst>
              </p:cNvPr>
              <p:cNvSpPr/>
              <p:nvPr/>
            </p:nvSpPr>
            <p:spPr>
              <a:xfrm>
                <a:off x="6678520" y="5750028"/>
                <a:ext cx="80151" cy="81438"/>
              </a:xfrm>
              <a:custGeom>
                <a:avLst/>
                <a:gdLst>
                  <a:gd name="csX0" fmla="*/ 80151 w 80151"/>
                  <a:gd name="csY0" fmla="*/ 81439 h 81438"/>
                  <a:gd name="csX1" fmla="*/ 0 w 80151"/>
                  <a:gd name="csY1" fmla="*/ 52578 h 81438"/>
                  <a:gd name="csX2" fmla="*/ 40742 w 80151"/>
                  <a:gd name="csY2" fmla="*/ 40100 h 81438"/>
                  <a:gd name="csX3" fmla="*/ 55116 w 80151"/>
                  <a:gd name="csY3" fmla="*/ 0 h 814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0151" h="81438">
                    <a:moveTo>
                      <a:pt x="80151" y="81439"/>
                    </a:moveTo>
                    <a:lnTo>
                      <a:pt x="0" y="52578"/>
                    </a:lnTo>
                    <a:lnTo>
                      <a:pt x="40742" y="40100"/>
                    </a:lnTo>
                    <a:lnTo>
                      <a:pt x="551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4" name="Graphic 18">
              <a:extLst>
                <a:ext uri="{FF2B5EF4-FFF2-40B4-BE49-F238E27FC236}">
                  <a16:creationId xmlns:a16="http://schemas.microsoft.com/office/drawing/2014/main" id="{8826909C-A079-6FF1-4F29-E3F9067373A2}"/>
                </a:ext>
              </a:extLst>
            </p:cNvPr>
            <p:cNvGrpSpPr/>
            <p:nvPr/>
          </p:nvGrpSpPr>
          <p:grpSpPr>
            <a:xfrm>
              <a:off x="5631033" y="6227898"/>
              <a:ext cx="187146" cy="922019"/>
              <a:chOff x="5631033" y="6227898"/>
              <a:chExt cx="187146" cy="922019"/>
            </a:xfrm>
          </p:grpSpPr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D767E2B0-39C8-3E7E-A6DD-7818B630C35D}"/>
                  </a:ext>
                </a:extLst>
              </p:cNvPr>
              <p:cNvSpPr/>
              <p:nvPr/>
            </p:nvSpPr>
            <p:spPr>
              <a:xfrm>
                <a:off x="5631033" y="6227898"/>
                <a:ext cx="152972" cy="865727"/>
              </a:xfrm>
              <a:custGeom>
                <a:avLst/>
                <a:gdLst>
                  <a:gd name="csX0" fmla="*/ 0 w 152972"/>
                  <a:gd name="csY0" fmla="*/ 0 h 865727"/>
                  <a:gd name="csX1" fmla="*/ 152973 w 152972"/>
                  <a:gd name="csY1" fmla="*/ 865727 h 865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972" h="865727">
                    <a:moveTo>
                      <a:pt x="0" y="0"/>
                    </a:moveTo>
                    <a:lnTo>
                      <a:pt x="152973" y="865727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DABC7D6E-BDA7-FD67-D1DA-643F5D7BF1C5}"/>
                  </a:ext>
                </a:extLst>
              </p:cNvPr>
              <p:cNvSpPr/>
              <p:nvPr/>
            </p:nvSpPr>
            <p:spPr>
              <a:xfrm>
                <a:off x="5743168" y="7068193"/>
                <a:ext cx="75010" cy="81724"/>
              </a:xfrm>
              <a:custGeom>
                <a:avLst/>
                <a:gdLst>
                  <a:gd name="csX0" fmla="*/ 50737 w 75010"/>
                  <a:gd name="csY0" fmla="*/ 81725 h 81724"/>
                  <a:gd name="csX1" fmla="*/ 0 w 75010"/>
                  <a:gd name="csY1" fmla="*/ 13335 h 81724"/>
                  <a:gd name="csX2" fmla="*/ 40837 w 75010"/>
                  <a:gd name="csY2" fmla="*/ 25432 h 81724"/>
                  <a:gd name="csX3" fmla="*/ 75011 w 75010"/>
                  <a:gd name="csY3" fmla="*/ 0 h 8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010" h="81724">
                    <a:moveTo>
                      <a:pt x="50737" y="81725"/>
                    </a:moveTo>
                    <a:lnTo>
                      <a:pt x="0" y="13335"/>
                    </a:lnTo>
                    <a:lnTo>
                      <a:pt x="40837" y="25432"/>
                    </a:lnTo>
                    <a:lnTo>
                      <a:pt x="750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7" name="Graphic 18">
              <a:extLst>
                <a:ext uri="{FF2B5EF4-FFF2-40B4-BE49-F238E27FC236}">
                  <a16:creationId xmlns:a16="http://schemas.microsoft.com/office/drawing/2014/main" id="{42477CF8-90BD-017A-371D-3546D8A1FE11}"/>
                </a:ext>
              </a:extLst>
            </p:cNvPr>
            <p:cNvGrpSpPr/>
            <p:nvPr/>
          </p:nvGrpSpPr>
          <p:grpSpPr>
            <a:xfrm>
              <a:off x="5726224" y="7170873"/>
              <a:ext cx="285574" cy="290512"/>
              <a:chOff x="5726224" y="7170873"/>
              <a:chExt cx="285574" cy="290512"/>
            </a:xfrm>
            <a:solidFill>
              <a:srgbClr val="FFFFFF"/>
            </a:solidFill>
          </p:grpSpPr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EC679039-C4E2-6960-0C30-BADB1CD76593}"/>
                  </a:ext>
                </a:extLst>
              </p:cNvPr>
              <p:cNvSpPr/>
              <p:nvPr/>
            </p:nvSpPr>
            <p:spPr>
              <a:xfrm>
                <a:off x="5726224" y="7170873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9" name="Picture 238">
                <a:extLst>
                  <a:ext uri="{FF2B5EF4-FFF2-40B4-BE49-F238E27FC236}">
                    <a16:creationId xmlns:a16="http://schemas.microsoft.com/office/drawing/2014/main" id="{C25CB2C3-5F5E-C3B9-261A-ADB8E170D2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35743" y="7204210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0" name="Graphic 18">
              <a:extLst>
                <a:ext uri="{FF2B5EF4-FFF2-40B4-BE49-F238E27FC236}">
                  <a16:creationId xmlns:a16="http://schemas.microsoft.com/office/drawing/2014/main" id="{251B5651-BB99-962C-EE3D-F57B92C52E33}"/>
                </a:ext>
              </a:extLst>
            </p:cNvPr>
            <p:cNvGrpSpPr/>
            <p:nvPr/>
          </p:nvGrpSpPr>
          <p:grpSpPr>
            <a:xfrm>
              <a:off x="6487756" y="7170873"/>
              <a:ext cx="285574" cy="290512"/>
              <a:chOff x="6487756" y="7170873"/>
              <a:chExt cx="285574" cy="290512"/>
            </a:xfrm>
            <a:solidFill>
              <a:srgbClr val="FFFFFF"/>
            </a:solidFill>
          </p:grpSpPr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00462AA6-C334-75C9-8CE5-A41CA4A3613B}"/>
                  </a:ext>
                </a:extLst>
              </p:cNvPr>
              <p:cNvSpPr/>
              <p:nvPr/>
            </p:nvSpPr>
            <p:spPr>
              <a:xfrm>
                <a:off x="6487756" y="7170873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2" name="Picture 241">
                <a:extLst>
                  <a:ext uri="{FF2B5EF4-FFF2-40B4-BE49-F238E27FC236}">
                    <a16:creationId xmlns:a16="http://schemas.microsoft.com/office/drawing/2014/main" id="{CB998D3F-384D-63C4-F9B6-9CE9C1CE1C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7276" y="7204210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45" name="Graphic 18">
              <a:extLst>
                <a:ext uri="{FF2B5EF4-FFF2-40B4-BE49-F238E27FC236}">
                  <a16:creationId xmlns:a16="http://schemas.microsoft.com/office/drawing/2014/main" id="{F0F204C0-063B-C8E6-A6F8-22384D445516}"/>
                </a:ext>
              </a:extLst>
            </p:cNvPr>
            <p:cNvGrpSpPr/>
            <p:nvPr/>
          </p:nvGrpSpPr>
          <p:grpSpPr>
            <a:xfrm>
              <a:off x="6671286" y="6227898"/>
              <a:ext cx="102045" cy="921734"/>
              <a:chOff x="6671286" y="6227898"/>
              <a:chExt cx="102045" cy="921734"/>
            </a:xfrm>
          </p:grpSpPr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89A7B13E-4BF3-2EC4-0E5A-372A5FB856EA}"/>
                  </a:ext>
                </a:extLst>
              </p:cNvPr>
              <p:cNvSpPr/>
              <p:nvPr/>
            </p:nvSpPr>
            <p:spPr>
              <a:xfrm>
                <a:off x="6707839" y="6227898"/>
                <a:ext cx="65491" cy="864774"/>
              </a:xfrm>
              <a:custGeom>
                <a:avLst/>
                <a:gdLst>
                  <a:gd name="csX0" fmla="*/ 65492 w 65491"/>
                  <a:gd name="csY0" fmla="*/ 0 h 864774"/>
                  <a:gd name="csX1" fmla="*/ 0 w 65491"/>
                  <a:gd name="csY1" fmla="*/ 864775 h 864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491" h="864774">
                    <a:moveTo>
                      <a:pt x="65492" y="0"/>
                    </a:moveTo>
                    <a:lnTo>
                      <a:pt x="0" y="864775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96739320-81DE-A008-DC12-A390744A2D62}"/>
                  </a:ext>
                </a:extLst>
              </p:cNvPr>
              <p:cNvSpPr/>
              <p:nvPr/>
            </p:nvSpPr>
            <p:spPr>
              <a:xfrm>
                <a:off x="6671286" y="7070765"/>
                <a:ext cx="75962" cy="78867"/>
              </a:xfrm>
              <a:custGeom>
                <a:avLst/>
                <a:gdLst>
                  <a:gd name="csX0" fmla="*/ 32270 w 75962"/>
                  <a:gd name="csY0" fmla="*/ 78867 h 78867"/>
                  <a:gd name="csX1" fmla="*/ 0 w 75962"/>
                  <a:gd name="csY1" fmla="*/ 0 h 78867"/>
                  <a:gd name="csX2" fmla="*/ 36554 w 75962"/>
                  <a:gd name="csY2" fmla="*/ 21907 h 78867"/>
                  <a:gd name="csX3" fmla="*/ 75963 w 75962"/>
                  <a:gd name="csY3" fmla="*/ 5810 h 78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62" h="78867">
                    <a:moveTo>
                      <a:pt x="32270" y="78867"/>
                    </a:moveTo>
                    <a:lnTo>
                      <a:pt x="0" y="0"/>
                    </a:lnTo>
                    <a:lnTo>
                      <a:pt x="36554" y="21907"/>
                    </a:lnTo>
                    <a:lnTo>
                      <a:pt x="75963" y="581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8" name="Graphic 18">
              <a:extLst>
                <a:ext uri="{FF2B5EF4-FFF2-40B4-BE49-F238E27FC236}">
                  <a16:creationId xmlns:a16="http://schemas.microsoft.com/office/drawing/2014/main" id="{5BF9C7FD-C419-4150-D18D-22A48DB7F4A4}"/>
                </a:ext>
              </a:extLst>
            </p:cNvPr>
            <p:cNvGrpSpPr/>
            <p:nvPr/>
          </p:nvGrpSpPr>
          <p:grpSpPr>
            <a:xfrm>
              <a:off x="5952590" y="6172081"/>
              <a:ext cx="686140" cy="981360"/>
              <a:chOff x="5952590" y="6172081"/>
              <a:chExt cx="686140" cy="981360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3A157A45-B8EA-6BAE-593C-DB8158CBD40D}"/>
                  </a:ext>
                </a:extLst>
              </p:cNvPr>
              <p:cNvSpPr/>
              <p:nvPr/>
            </p:nvSpPr>
            <p:spPr>
              <a:xfrm>
                <a:off x="5985336" y="6172081"/>
                <a:ext cx="653394" cy="934497"/>
              </a:xfrm>
              <a:custGeom>
                <a:avLst/>
                <a:gdLst>
                  <a:gd name="csX0" fmla="*/ 653395 w 653394"/>
                  <a:gd name="csY0" fmla="*/ 0 h 934497"/>
                  <a:gd name="csX1" fmla="*/ 0 w 653394"/>
                  <a:gd name="csY1" fmla="*/ 934498 h 9344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3394" h="934497">
                    <a:moveTo>
                      <a:pt x="653395" y="0"/>
                    </a:moveTo>
                    <a:lnTo>
                      <a:pt x="0" y="934498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098CB4DB-7CD2-0EAD-2901-B6FEC5A93EFA}"/>
                  </a:ext>
                </a:extLst>
              </p:cNvPr>
              <p:cNvSpPr/>
              <p:nvPr/>
            </p:nvSpPr>
            <p:spPr>
              <a:xfrm>
                <a:off x="5952590" y="7069146"/>
                <a:ext cx="74915" cy="84296"/>
              </a:xfrm>
              <a:custGeom>
                <a:avLst/>
                <a:gdLst>
                  <a:gd name="csX0" fmla="*/ 0 w 74915"/>
                  <a:gd name="csY0" fmla="*/ 84296 h 84296"/>
                  <a:gd name="csX1" fmla="*/ 12470 w 74915"/>
                  <a:gd name="csY1" fmla="*/ 0 h 84296"/>
                  <a:gd name="csX2" fmla="*/ 32746 w 74915"/>
                  <a:gd name="csY2" fmla="*/ 37433 h 84296"/>
                  <a:gd name="csX3" fmla="*/ 74916 w 74915"/>
                  <a:gd name="csY3" fmla="*/ 43719 h 84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915" h="84296">
                    <a:moveTo>
                      <a:pt x="0" y="84296"/>
                    </a:moveTo>
                    <a:lnTo>
                      <a:pt x="12470" y="0"/>
                    </a:lnTo>
                    <a:lnTo>
                      <a:pt x="32746" y="37433"/>
                    </a:lnTo>
                    <a:lnTo>
                      <a:pt x="74916" y="43719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1" name="Graphic 18">
              <a:extLst>
                <a:ext uri="{FF2B5EF4-FFF2-40B4-BE49-F238E27FC236}">
                  <a16:creationId xmlns:a16="http://schemas.microsoft.com/office/drawing/2014/main" id="{7128C6AF-5FB4-8ED7-B281-CCF2E0BA60E9}"/>
                </a:ext>
              </a:extLst>
            </p:cNvPr>
            <p:cNvGrpSpPr/>
            <p:nvPr/>
          </p:nvGrpSpPr>
          <p:grpSpPr>
            <a:xfrm>
              <a:off x="6582948" y="5846898"/>
              <a:ext cx="380766" cy="381000"/>
              <a:chOff x="6582948" y="5846898"/>
              <a:chExt cx="380766" cy="381000"/>
            </a:xfrm>
            <a:solidFill>
              <a:srgbClr val="FFFFFF"/>
            </a:solidFill>
          </p:grpSpPr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70F80509-FFDE-85AE-842F-7AC8E2E9F268}"/>
                  </a:ext>
                </a:extLst>
              </p:cNvPr>
              <p:cNvSpPr/>
              <p:nvPr/>
            </p:nvSpPr>
            <p:spPr>
              <a:xfrm>
                <a:off x="6582948" y="58468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53" name="Picture 352">
                <a:extLst>
                  <a:ext uri="{FF2B5EF4-FFF2-40B4-BE49-F238E27FC236}">
                    <a16:creationId xmlns:a16="http://schemas.microsoft.com/office/drawing/2014/main" id="{F1AFC863-36E0-ADDD-E1E9-223E252F5F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92467" y="5932623"/>
                <a:ext cx="361727" cy="247650"/>
              </a:xfrm>
              <a:custGeom>
                <a:avLst/>
                <a:gdLst>
                  <a:gd name="csX0" fmla="*/ 0 w 361727"/>
                  <a:gd name="csY0" fmla="*/ 0 h 247650"/>
                  <a:gd name="csX1" fmla="*/ 361728 w 361727"/>
                  <a:gd name="csY1" fmla="*/ 0 h 247650"/>
                  <a:gd name="csX2" fmla="*/ 361728 w 361727"/>
                  <a:gd name="csY2" fmla="*/ 247650 h 247650"/>
                  <a:gd name="csX3" fmla="*/ 0 w 361727"/>
                  <a:gd name="csY3" fmla="*/ 247650 h 247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47650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47650"/>
                    </a:lnTo>
                    <a:lnTo>
                      <a:pt x="0" y="24765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443D795F-DFC9-2570-BB39-4751D198FDA8}"/>
              </a:ext>
            </a:extLst>
          </p:cNvPr>
          <p:cNvGrpSpPr/>
          <p:nvPr/>
        </p:nvGrpSpPr>
        <p:grpSpPr>
          <a:xfrm>
            <a:off x="6660297" y="2554907"/>
            <a:ext cx="2836707" cy="2150364"/>
            <a:chOff x="7763323" y="5199198"/>
            <a:chExt cx="2836707" cy="2150364"/>
          </a:xfrm>
        </p:grpSpPr>
        <p:grpSp>
          <p:nvGrpSpPr>
            <p:cNvPr id="342" name="Graphic 18">
              <a:extLst>
                <a:ext uri="{FF2B5EF4-FFF2-40B4-BE49-F238E27FC236}">
                  <a16:creationId xmlns:a16="http://schemas.microsoft.com/office/drawing/2014/main" id="{0A93E93A-0762-276C-28C0-527C68B4E851}"/>
                </a:ext>
              </a:extLst>
            </p:cNvPr>
            <p:cNvGrpSpPr/>
            <p:nvPr/>
          </p:nvGrpSpPr>
          <p:grpSpPr>
            <a:xfrm>
              <a:off x="9743307" y="5884998"/>
              <a:ext cx="856723" cy="390525"/>
              <a:chOff x="9743307" y="5884998"/>
              <a:chExt cx="856723" cy="390525"/>
            </a:xfrm>
            <a:noFill/>
          </p:grpSpPr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FE6C42E9-7B7B-D15A-E004-506640328129}"/>
                  </a:ext>
                </a:extLst>
              </p:cNvPr>
              <p:cNvSpPr/>
              <p:nvPr/>
            </p:nvSpPr>
            <p:spPr>
              <a:xfrm>
                <a:off x="9743307" y="588499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4" name="Picture 343">
                <a:extLst>
                  <a:ext uri="{FF2B5EF4-FFF2-40B4-BE49-F238E27FC236}">
                    <a16:creationId xmlns:a16="http://schemas.microsoft.com/office/drawing/2014/main" id="{C8F69BD1-6DEA-3C2B-B2B8-83C447AEC2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71718" y="594214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3" name="Graphic 18">
              <a:extLst>
                <a:ext uri="{FF2B5EF4-FFF2-40B4-BE49-F238E27FC236}">
                  <a16:creationId xmlns:a16="http://schemas.microsoft.com/office/drawing/2014/main" id="{D2E6AF01-64B4-9CFC-602E-12B2467954E2}"/>
                </a:ext>
              </a:extLst>
            </p:cNvPr>
            <p:cNvGrpSpPr/>
            <p:nvPr/>
          </p:nvGrpSpPr>
          <p:grpSpPr>
            <a:xfrm>
              <a:off x="8191685" y="6685098"/>
              <a:ext cx="951915" cy="381000"/>
              <a:chOff x="8191685" y="6685098"/>
              <a:chExt cx="951915" cy="381000"/>
            </a:xfrm>
            <a:solidFill>
              <a:srgbClr val="DAE8FC"/>
            </a:solidFill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B37CBC30-40C8-9CB1-8472-017336EBCEA8}"/>
                  </a:ext>
                </a:extLst>
              </p:cNvPr>
              <p:cNvSpPr/>
              <p:nvPr/>
            </p:nvSpPr>
            <p:spPr>
              <a:xfrm>
                <a:off x="8191685" y="66850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5" name="Picture 244">
                <a:extLst>
                  <a:ext uri="{FF2B5EF4-FFF2-40B4-BE49-F238E27FC236}">
                    <a16:creationId xmlns:a16="http://schemas.microsoft.com/office/drawing/2014/main" id="{CAFAE8B3-1070-B008-028B-3435EB79BA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1204" y="67660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6" name="Graphic 18">
              <a:extLst>
                <a:ext uri="{FF2B5EF4-FFF2-40B4-BE49-F238E27FC236}">
                  <a16:creationId xmlns:a16="http://schemas.microsoft.com/office/drawing/2014/main" id="{C66D5DBB-B8D2-4F39-AA25-80E9A4B68135}"/>
                </a:ext>
              </a:extLst>
            </p:cNvPr>
            <p:cNvGrpSpPr/>
            <p:nvPr/>
          </p:nvGrpSpPr>
          <p:grpSpPr>
            <a:xfrm>
              <a:off x="8924660" y="6285048"/>
              <a:ext cx="76153" cy="369189"/>
              <a:chOff x="8924660" y="6285048"/>
              <a:chExt cx="76153" cy="369189"/>
            </a:xfrm>
          </p:grpSpPr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9734E0DE-F8B7-AD45-00EB-8DA37DE8D717}"/>
                  </a:ext>
                </a:extLst>
              </p:cNvPr>
              <p:cNvSpPr/>
              <p:nvPr/>
            </p:nvSpPr>
            <p:spPr>
              <a:xfrm>
                <a:off x="8962736" y="62850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B5EB78B9-11CF-E159-2044-33896B916A22}"/>
                  </a:ext>
                </a:extLst>
              </p:cNvPr>
              <p:cNvSpPr/>
              <p:nvPr/>
            </p:nvSpPr>
            <p:spPr>
              <a:xfrm>
                <a:off x="8924660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9" name="Graphic 18">
              <a:extLst>
                <a:ext uri="{FF2B5EF4-FFF2-40B4-BE49-F238E27FC236}">
                  <a16:creationId xmlns:a16="http://schemas.microsoft.com/office/drawing/2014/main" id="{168CF727-BE81-587C-68A6-742A5E94D694}"/>
                </a:ext>
              </a:extLst>
            </p:cNvPr>
            <p:cNvGrpSpPr/>
            <p:nvPr/>
          </p:nvGrpSpPr>
          <p:grpSpPr>
            <a:xfrm>
              <a:off x="8762834" y="5913573"/>
              <a:ext cx="951915" cy="381000"/>
              <a:chOff x="8762834" y="5913573"/>
              <a:chExt cx="951915" cy="381000"/>
            </a:xfrm>
            <a:solidFill>
              <a:srgbClr val="DAE8FC"/>
            </a:solidFill>
          </p:grpSpPr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2490D9A4-9830-8948-248D-3ACF6C27BA93}"/>
                  </a:ext>
                </a:extLst>
              </p:cNvPr>
              <p:cNvSpPr/>
              <p:nvPr/>
            </p:nvSpPr>
            <p:spPr>
              <a:xfrm>
                <a:off x="8762834" y="591357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1" name="Picture 250">
                <a:extLst>
                  <a:ext uri="{FF2B5EF4-FFF2-40B4-BE49-F238E27FC236}">
                    <a16:creationId xmlns:a16="http://schemas.microsoft.com/office/drawing/2014/main" id="{86B8B19A-5180-332A-0B20-D46C70CF81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72353" y="599453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52" name="Graphic 18">
              <a:extLst>
                <a:ext uri="{FF2B5EF4-FFF2-40B4-BE49-F238E27FC236}">
                  <a16:creationId xmlns:a16="http://schemas.microsoft.com/office/drawing/2014/main" id="{174BB7FF-98B7-405E-E33C-7F2BB5A38468}"/>
                </a:ext>
              </a:extLst>
            </p:cNvPr>
            <p:cNvGrpSpPr/>
            <p:nvPr/>
          </p:nvGrpSpPr>
          <p:grpSpPr>
            <a:xfrm>
              <a:off x="8629566" y="7066098"/>
              <a:ext cx="76153" cy="283464"/>
              <a:chOff x="8629566" y="7066098"/>
              <a:chExt cx="76153" cy="283464"/>
            </a:xfrm>
          </p:grpSpPr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9A7349CA-054B-5C33-7F7A-13A1ECB6B72E}"/>
                  </a:ext>
                </a:extLst>
              </p:cNvPr>
              <p:cNvSpPr/>
              <p:nvPr/>
            </p:nvSpPr>
            <p:spPr>
              <a:xfrm>
                <a:off x="8667642" y="7066098"/>
                <a:ext cx="9519" cy="226314"/>
              </a:xfrm>
              <a:custGeom>
                <a:avLst/>
                <a:gdLst>
                  <a:gd name="csX0" fmla="*/ 0 w 9519"/>
                  <a:gd name="csY0" fmla="*/ 0 h 226314"/>
                  <a:gd name="csX1" fmla="*/ 0 w 9519"/>
                  <a:gd name="csY1" fmla="*/ 226314 h 2263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4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8ECE9D2D-92D0-55A4-38DD-265587B1852C}"/>
                  </a:ext>
                </a:extLst>
              </p:cNvPr>
              <p:cNvSpPr/>
              <p:nvPr/>
            </p:nvSpPr>
            <p:spPr>
              <a:xfrm>
                <a:off x="8629566" y="727336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5" name="Graphic 18">
              <a:extLst>
                <a:ext uri="{FF2B5EF4-FFF2-40B4-BE49-F238E27FC236}">
                  <a16:creationId xmlns:a16="http://schemas.microsoft.com/office/drawing/2014/main" id="{88E6EA20-B823-617B-A1B0-183E4C1855F4}"/>
                </a:ext>
              </a:extLst>
            </p:cNvPr>
            <p:cNvGrpSpPr/>
            <p:nvPr/>
          </p:nvGrpSpPr>
          <p:grpSpPr>
            <a:xfrm>
              <a:off x="9174442" y="6842260"/>
              <a:ext cx="264251" cy="76200"/>
              <a:chOff x="9174442" y="6842260"/>
              <a:chExt cx="264251" cy="76200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C0B37509-74D9-DF1A-BCAD-BBEB962EFFAD}"/>
                  </a:ext>
                </a:extLst>
              </p:cNvPr>
              <p:cNvSpPr/>
              <p:nvPr/>
            </p:nvSpPr>
            <p:spPr>
              <a:xfrm>
                <a:off x="9231557" y="68803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33A56FF4-B483-E1B5-D1B3-BB71E71BE9D9}"/>
                  </a:ext>
                </a:extLst>
              </p:cNvPr>
              <p:cNvSpPr/>
              <p:nvPr/>
            </p:nvSpPr>
            <p:spPr>
              <a:xfrm>
                <a:off x="9174442" y="68422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8" name="Graphic 18">
              <a:extLst>
                <a:ext uri="{FF2B5EF4-FFF2-40B4-BE49-F238E27FC236}">
                  <a16:creationId xmlns:a16="http://schemas.microsoft.com/office/drawing/2014/main" id="{D7DDCB45-D904-4A84-2CBD-E35FDDC4D8CD}"/>
                </a:ext>
              </a:extLst>
            </p:cNvPr>
            <p:cNvGrpSpPr/>
            <p:nvPr/>
          </p:nvGrpSpPr>
          <p:grpSpPr>
            <a:xfrm>
              <a:off x="8106012" y="6427923"/>
              <a:ext cx="285574" cy="285750"/>
              <a:chOff x="8106012" y="6427923"/>
              <a:chExt cx="285574" cy="285750"/>
            </a:xfrm>
            <a:noFill/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14250B6A-9361-AE4D-493D-CB11511D48D0}"/>
                  </a:ext>
                </a:extLst>
              </p:cNvPr>
              <p:cNvSpPr/>
              <p:nvPr/>
            </p:nvSpPr>
            <p:spPr>
              <a:xfrm>
                <a:off x="8106012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0" name="Picture 259">
                <a:extLst>
                  <a:ext uri="{FF2B5EF4-FFF2-40B4-BE49-F238E27FC236}">
                    <a16:creationId xmlns:a16="http://schemas.microsoft.com/office/drawing/2014/main" id="{DB2815A1-3843-7477-B474-B69BF098F2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01204" y="64850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1" name="Graphic 18">
              <a:extLst>
                <a:ext uri="{FF2B5EF4-FFF2-40B4-BE49-F238E27FC236}">
                  <a16:creationId xmlns:a16="http://schemas.microsoft.com/office/drawing/2014/main" id="{E9C0659E-DFB9-4C6E-632A-AA692871B2CB}"/>
                </a:ext>
              </a:extLst>
            </p:cNvPr>
            <p:cNvGrpSpPr/>
            <p:nvPr/>
          </p:nvGrpSpPr>
          <p:grpSpPr>
            <a:xfrm>
              <a:off x="8343991" y="6304098"/>
              <a:ext cx="76153" cy="350139"/>
              <a:chOff x="8343991" y="6304098"/>
              <a:chExt cx="76153" cy="350139"/>
            </a:xfrm>
          </p:grpSpPr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860013B9-B245-1E4F-2A1F-FD1CD1BBA4F8}"/>
                  </a:ext>
                </a:extLst>
              </p:cNvPr>
              <p:cNvSpPr/>
              <p:nvPr/>
            </p:nvSpPr>
            <p:spPr>
              <a:xfrm>
                <a:off x="8382068" y="63040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2CCC00A8-66CF-5367-BB03-FB2FFE9029C7}"/>
                  </a:ext>
                </a:extLst>
              </p:cNvPr>
              <p:cNvSpPr/>
              <p:nvPr/>
            </p:nvSpPr>
            <p:spPr>
              <a:xfrm>
                <a:off x="8343991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64" name="Graphic 18">
              <a:extLst>
                <a:ext uri="{FF2B5EF4-FFF2-40B4-BE49-F238E27FC236}">
                  <a16:creationId xmlns:a16="http://schemas.microsoft.com/office/drawing/2014/main" id="{F8670AE1-839D-B6A5-A612-FC29304BC580}"/>
                </a:ext>
              </a:extLst>
            </p:cNvPr>
            <p:cNvGrpSpPr/>
            <p:nvPr/>
          </p:nvGrpSpPr>
          <p:grpSpPr>
            <a:xfrm>
              <a:off x="8934179" y="6427923"/>
              <a:ext cx="285574" cy="285750"/>
              <a:chOff x="8934179" y="6427923"/>
              <a:chExt cx="285574" cy="285750"/>
            </a:xfrm>
            <a:noFill/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2F351D8E-779E-6E17-E035-431D8813F336}"/>
                  </a:ext>
                </a:extLst>
              </p:cNvPr>
              <p:cNvSpPr/>
              <p:nvPr/>
            </p:nvSpPr>
            <p:spPr>
              <a:xfrm>
                <a:off x="8934179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1B25AA1B-E5A3-9637-A17D-1347EBBF2E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34130" y="64850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7" name="Graphic 18">
              <a:extLst>
                <a:ext uri="{FF2B5EF4-FFF2-40B4-BE49-F238E27FC236}">
                  <a16:creationId xmlns:a16="http://schemas.microsoft.com/office/drawing/2014/main" id="{6DEABC2C-E3A9-E340-1252-54E38D001B21}"/>
                </a:ext>
              </a:extLst>
            </p:cNvPr>
            <p:cNvGrpSpPr/>
            <p:nvPr/>
          </p:nvGrpSpPr>
          <p:grpSpPr>
            <a:xfrm>
              <a:off x="9495809" y="5513523"/>
              <a:ext cx="76153" cy="369189"/>
              <a:chOff x="9495809" y="5513523"/>
              <a:chExt cx="76153" cy="369189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7156B780-7321-E28F-CA6C-1C33484A3043}"/>
                  </a:ext>
                </a:extLst>
              </p:cNvPr>
              <p:cNvSpPr/>
              <p:nvPr/>
            </p:nvSpPr>
            <p:spPr>
              <a:xfrm>
                <a:off x="9533885" y="5513523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65B6023E-2DBC-4994-258B-0F41355FC338}"/>
                  </a:ext>
                </a:extLst>
              </p:cNvPr>
              <p:cNvSpPr/>
              <p:nvPr/>
            </p:nvSpPr>
            <p:spPr>
              <a:xfrm>
                <a:off x="9495809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0" name="Graphic 18">
              <a:extLst>
                <a:ext uri="{FF2B5EF4-FFF2-40B4-BE49-F238E27FC236}">
                  <a16:creationId xmlns:a16="http://schemas.microsoft.com/office/drawing/2014/main" id="{081C5B7F-B927-FD14-D135-D3CF5186E1D1}"/>
                </a:ext>
              </a:extLst>
            </p:cNvPr>
            <p:cNvGrpSpPr/>
            <p:nvPr/>
          </p:nvGrpSpPr>
          <p:grpSpPr>
            <a:xfrm>
              <a:off x="9745591" y="6070735"/>
              <a:ext cx="264251" cy="76200"/>
              <a:chOff x="9745591" y="6070735"/>
              <a:chExt cx="264251" cy="76200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51A6099E-6AEC-53DA-C31A-4F8949614B9A}"/>
                  </a:ext>
                </a:extLst>
              </p:cNvPr>
              <p:cNvSpPr/>
              <p:nvPr/>
            </p:nvSpPr>
            <p:spPr>
              <a:xfrm>
                <a:off x="9802706" y="610883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455A5CCD-D0F3-BD25-604F-146897E66F1E}"/>
                  </a:ext>
                </a:extLst>
              </p:cNvPr>
              <p:cNvSpPr/>
              <p:nvPr/>
            </p:nvSpPr>
            <p:spPr>
              <a:xfrm>
                <a:off x="9745591" y="607073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3" name="Graphic 18">
              <a:extLst>
                <a:ext uri="{FF2B5EF4-FFF2-40B4-BE49-F238E27FC236}">
                  <a16:creationId xmlns:a16="http://schemas.microsoft.com/office/drawing/2014/main" id="{2D71979C-2537-41C9-EEED-08AC652BC235}"/>
                </a:ext>
              </a:extLst>
            </p:cNvPr>
            <p:cNvGrpSpPr/>
            <p:nvPr/>
          </p:nvGrpSpPr>
          <p:grpSpPr>
            <a:xfrm>
              <a:off x="8677162" y="5656398"/>
              <a:ext cx="285574" cy="285750"/>
              <a:chOff x="8677162" y="5656398"/>
              <a:chExt cx="285574" cy="285750"/>
            </a:xfrm>
            <a:noFill/>
          </p:grpSpPr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3616275D-8654-8AAF-2344-1526AFC30569}"/>
                  </a:ext>
                </a:extLst>
              </p:cNvPr>
              <p:cNvSpPr/>
              <p:nvPr/>
            </p:nvSpPr>
            <p:spPr>
              <a:xfrm>
                <a:off x="8677162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1" name="Picture 310">
                <a:extLst>
                  <a:ext uri="{FF2B5EF4-FFF2-40B4-BE49-F238E27FC236}">
                    <a16:creationId xmlns:a16="http://schemas.microsoft.com/office/drawing/2014/main" id="{995EA877-47DE-0C89-C19E-214564D368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72353" y="571354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12" name="Graphic 18">
              <a:extLst>
                <a:ext uri="{FF2B5EF4-FFF2-40B4-BE49-F238E27FC236}">
                  <a16:creationId xmlns:a16="http://schemas.microsoft.com/office/drawing/2014/main" id="{0950ED7C-AF60-B796-3358-794F752D93BC}"/>
                </a:ext>
              </a:extLst>
            </p:cNvPr>
            <p:cNvGrpSpPr/>
            <p:nvPr/>
          </p:nvGrpSpPr>
          <p:grpSpPr>
            <a:xfrm>
              <a:off x="8915140" y="5532573"/>
              <a:ext cx="76153" cy="350139"/>
              <a:chOff x="8915140" y="5532573"/>
              <a:chExt cx="76153" cy="350139"/>
            </a:xfrm>
          </p:grpSpPr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FCF5AF7B-5DAF-A55A-1291-84454CD15881}"/>
                  </a:ext>
                </a:extLst>
              </p:cNvPr>
              <p:cNvSpPr/>
              <p:nvPr/>
            </p:nvSpPr>
            <p:spPr>
              <a:xfrm>
                <a:off x="8953217" y="5532573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FFB081AA-C09F-49AC-E76A-10092060BF7F}"/>
                  </a:ext>
                </a:extLst>
              </p:cNvPr>
              <p:cNvSpPr/>
              <p:nvPr/>
            </p:nvSpPr>
            <p:spPr>
              <a:xfrm>
                <a:off x="8915140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21" name="Graphic 18">
              <a:extLst>
                <a:ext uri="{FF2B5EF4-FFF2-40B4-BE49-F238E27FC236}">
                  <a16:creationId xmlns:a16="http://schemas.microsoft.com/office/drawing/2014/main" id="{A9D1FD91-3A20-1745-27E0-9FF896CA64DC}"/>
                </a:ext>
              </a:extLst>
            </p:cNvPr>
            <p:cNvGrpSpPr/>
            <p:nvPr/>
          </p:nvGrpSpPr>
          <p:grpSpPr>
            <a:xfrm>
              <a:off x="9505328" y="5656398"/>
              <a:ext cx="285574" cy="285750"/>
              <a:chOff x="9505328" y="5656398"/>
              <a:chExt cx="285574" cy="285750"/>
            </a:xfrm>
            <a:noFill/>
          </p:grpSpPr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4040B891-84E3-40A9-A02A-7205673D1093}"/>
                  </a:ext>
                </a:extLst>
              </p:cNvPr>
              <p:cNvSpPr/>
              <p:nvPr/>
            </p:nvSpPr>
            <p:spPr>
              <a:xfrm>
                <a:off x="9505328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473806E4-2074-2E20-85FD-2CEC77E72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05279" y="571354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28" name="Graphic 18">
              <a:extLst>
                <a:ext uri="{FF2B5EF4-FFF2-40B4-BE49-F238E27FC236}">
                  <a16:creationId xmlns:a16="http://schemas.microsoft.com/office/drawing/2014/main" id="{3614C7AE-D94E-F229-229B-927B229E55C5}"/>
                </a:ext>
              </a:extLst>
            </p:cNvPr>
            <p:cNvGrpSpPr/>
            <p:nvPr/>
          </p:nvGrpSpPr>
          <p:grpSpPr>
            <a:xfrm>
              <a:off x="7763323" y="5253165"/>
              <a:ext cx="1350710" cy="1089033"/>
              <a:chOff x="7763323" y="5253165"/>
              <a:chExt cx="1350710" cy="1089033"/>
            </a:xfrm>
            <a:noFill/>
          </p:grpSpPr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5F0C1D3B-6833-64AE-A359-B213C443048D}"/>
                  </a:ext>
                </a:extLst>
              </p:cNvPr>
              <p:cNvSpPr/>
              <p:nvPr/>
            </p:nvSpPr>
            <p:spPr>
              <a:xfrm>
                <a:off x="7763323" y="5961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997FE574-ABB4-D813-789E-FD597A2C2D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90382" y="5253165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1" name="Graphic 18">
              <a:extLst>
                <a:ext uri="{FF2B5EF4-FFF2-40B4-BE49-F238E27FC236}">
                  <a16:creationId xmlns:a16="http://schemas.microsoft.com/office/drawing/2014/main" id="{67E736AF-F104-997D-C834-A67F5DD6CE49}"/>
                </a:ext>
              </a:extLst>
            </p:cNvPr>
            <p:cNvGrpSpPr/>
            <p:nvPr/>
          </p:nvGrpSpPr>
          <p:grpSpPr>
            <a:xfrm>
              <a:off x="8232671" y="5199198"/>
              <a:ext cx="1339290" cy="1153194"/>
              <a:chOff x="8232671" y="5199198"/>
              <a:chExt cx="1339290" cy="1153194"/>
            </a:xfrm>
            <a:noFill/>
          </p:grpSpPr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12DA9E59-1FDD-B3D5-9C74-348E48005F25}"/>
                  </a:ext>
                </a:extLst>
              </p:cNvPr>
              <p:cNvSpPr/>
              <p:nvPr/>
            </p:nvSpPr>
            <p:spPr>
              <a:xfrm>
                <a:off x="8334472" y="5199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5" name="Picture 334">
                <a:extLst>
                  <a:ext uri="{FF2B5EF4-FFF2-40B4-BE49-F238E27FC236}">
                    <a16:creationId xmlns:a16="http://schemas.microsoft.com/office/drawing/2014/main" id="{BA6EE227-7AD2-4CB2-4424-A05449D545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32671" y="6019017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9" name="Graphic 18">
              <a:extLst>
                <a:ext uri="{FF2B5EF4-FFF2-40B4-BE49-F238E27FC236}">
                  <a16:creationId xmlns:a16="http://schemas.microsoft.com/office/drawing/2014/main" id="{8FA359C2-3B77-CCEA-D376-BF7184936006}"/>
                </a:ext>
              </a:extLst>
            </p:cNvPr>
            <p:cNvGrpSpPr/>
            <p:nvPr/>
          </p:nvGrpSpPr>
          <p:grpSpPr>
            <a:xfrm>
              <a:off x="9172158" y="6666048"/>
              <a:ext cx="856723" cy="390525"/>
              <a:chOff x="9172158" y="6666048"/>
              <a:chExt cx="856723" cy="390525"/>
            </a:xfrm>
            <a:noFill/>
          </p:grpSpPr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BE7DAEB1-4E06-F04B-E980-53322DE1D668}"/>
                  </a:ext>
                </a:extLst>
              </p:cNvPr>
              <p:cNvSpPr/>
              <p:nvPr/>
            </p:nvSpPr>
            <p:spPr>
              <a:xfrm>
                <a:off x="9172158" y="66660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1" name="Picture 340">
                <a:extLst>
                  <a:ext uri="{FF2B5EF4-FFF2-40B4-BE49-F238E27FC236}">
                    <a16:creationId xmlns:a16="http://schemas.microsoft.com/office/drawing/2014/main" id="{3FA52307-B5BC-5AED-EC29-2B5A8544F2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00568" y="67231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7" name="Picture 356">
              <a:extLst>
                <a:ext uri="{FF2B5EF4-FFF2-40B4-BE49-F238E27FC236}">
                  <a16:creationId xmlns:a16="http://schemas.microsoft.com/office/drawing/2014/main" id="{48FEAD45-876E-AB24-A44F-CC88A1363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486326" y="5280396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B53A0A-C305-6CCF-BABC-5BF4F0833FE4}"/>
                  </a:ext>
                </a:extLst>
              </p:cNvPr>
              <p:cNvSpPr txBox="1"/>
              <p:nvPr/>
            </p:nvSpPr>
            <p:spPr>
              <a:xfrm>
                <a:off x="1910231" y="1827585"/>
                <a:ext cx="3681777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sSub>
                        <m:sSubPr>
                          <m:ctrlPr>
                            <a:rPr lang="ar-AE" altLang="zh-CN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b="0" i="1" dirty="0" smtClean="0">
                          <a:solidFill>
                            <a:srgbClr val="62731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b="0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B53A0A-C305-6CCF-BABC-5BF4F0833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231" y="1827585"/>
                <a:ext cx="3681777" cy="369909"/>
              </a:xfrm>
              <a:prstGeom prst="rect">
                <a:avLst/>
              </a:prstGeom>
              <a:blipFill>
                <a:blip r:embed="rId17"/>
                <a:stretch>
                  <a:fillRect t="-10345" r="-1031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9A1C9630-2BB2-63EF-C5EC-B00C35C2A817}"/>
              </a:ext>
            </a:extLst>
          </p:cNvPr>
          <p:cNvSpPr/>
          <p:nvPr/>
        </p:nvSpPr>
        <p:spPr>
          <a:xfrm>
            <a:off x="7010354" y="3342970"/>
            <a:ext cx="523554" cy="42614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D4B5B02-3E09-221A-DEB9-AB93EF90E831}"/>
              </a:ext>
            </a:extLst>
          </p:cNvPr>
          <p:cNvSpPr/>
          <p:nvPr/>
        </p:nvSpPr>
        <p:spPr>
          <a:xfrm>
            <a:off x="7594351" y="2544755"/>
            <a:ext cx="523554" cy="4261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09DCD2-7BC8-515B-89B9-F9701FD4E9AA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5F8EDFEA-73A1-527C-05A1-8D06B456FF2E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54C1B2-BF12-9FD1-008D-7610B58691C0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D9B075F-995B-040D-2BF8-51AF353046F4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7B2059-5C87-06A0-568C-B784C03EE2C4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A1CCED-3665-E2F9-0784-8412FA7789CA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4E0A49-3017-C4E5-5611-5C4AF8F65074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F8733666-5EE3-CC2E-B534-1E02C8197312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9A71A64C-25A4-3BA8-D2CF-390F1EC17201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8" name="Text 13">
              <a:extLst>
                <a:ext uri="{FF2B5EF4-FFF2-40B4-BE49-F238E27FC236}">
                  <a16:creationId xmlns:a16="http://schemas.microsoft.com/office/drawing/2014/main" id="{085E2083-102B-1141-80D4-4855D4D61F1A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409A40D4-D4B9-2211-571B-B672040BA6D6}"/>
              </a:ext>
            </a:extLst>
          </p:cNvPr>
          <p:cNvSpPr/>
          <p:nvPr/>
        </p:nvSpPr>
        <p:spPr>
          <a:xfrm>
            <a:off x="9105384" y="938648"/>
            <a:ext cx="224441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BB0F2A-C823-DEC7-5F82-9261FE626A2F}"/>
              </a:ext>
            </a:extLst>
          </p:cNvPr>
          <p:cNvSpPr/>
          <p:nvPr/>
        </p:nvSpPr>
        <p:spPr>
          <a:xfrm>
            <a:off x="1823241" y="933225"/>
            <a:ext cx="4978445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F04E02C1-CA6C-41EA-B35F-4A7974A1D631}"/>
              </a:ext>
            </a:extLst>
          </p:cNvPr>
          <p:cNvSpPr/>
          <p:nvPr/>
        </p:nvSpPr>
        <p:spPr>
          <a:xfrm>
            <a:off x="2981709" y="2872509"/>
            <a:ext cx="565055" cy="1016074"/>
          </a:xfrm>
          <a:custGeom>
            <a:avLst/>
            <a:gdLst>
              <a:gd name="csX0" fmla="*/ 565055 w 565055"/>
              <a:gd name="csY0" fmla="*/ 0 h 1016074"/>
              <a:gd name="csX1" fmla="*/ 528109 w 565055"/>
              <a:gd name="csY1" fmla="*/ 46182 h 1016074"/>
              <a:gd name="csX2" fmla="*/ 509636 w 565055"/>
              <a:gd name="csY2" fmla="*/ 73891 h 1016074"/>
              <a:gd name="csX3" fmla="*/ 426509 w 565055"/>
              <a:gd name="csY3" fmla="*/ 147782 h 1016074"/>
              <a:gd name="csX4" fmla="*/ 380327 w 565055"/>
              <a:gd name="csY4" fmla="*/ 203200 h 1016074"/>
              <a:gd name="csX5" fmla="*/ 361855 w 565055"/>
              <a:gd name="csY5" fmla="*/ 230909 h 1016074"/>
              <a:gd name="csX6" fmla="*/ 297200 w 565055"/>
              <a:gd name="csY6" fmla="*/ 295564 h 1016074"/>
              <a:gd name="csX7" fmla="*/ 241782 w 565055"/>
              <a:gd name="csY7" fmla="*/ 360218 h 1016074"/>
              <a:gd name="csX8" fmla="*/ 214073 w 565055"/>
              <a:gd name="csY8" fmla="*/ 378691 h 1016074"/>
              <a:gd name="csX9" fmla="*/ 167891 w 565055"/>
              <a:gd name="csY9" fmla="*/ 434109 h 1016074"/>
              <a:gd name="csX10" fmla="*/ 149418 w 565055"/>
              <a:gd name="csY10" fmla="*/ 461818 h 1016074"/>
              <a:gd name="csX11" fmla="*/ 121709 w 565055"/>
              <a:gd name="csY11" fmla="*/ 480291 h 1016074"/>
              <a:gd name="csX12" fmla="*/ 38582 w 565055"/>
              <a:gd name="csY12" fmla="*/ 554182 h 1016074"/>
              <a:gd name="csX13" fmla="*/ 29346 w 565055"/>
              <a:gd name="csY13" fmla="*/ 628073 h 1016074"/>
              <a:gd name="csX14" fmla="*/ 47818 w 565055"/>
              <a:gd name="csY14" fmla="*/ 655782 h 1016074"/>
              <a:gd name="csX15" fmla="*/ 103236 w 565055"/>
              <a:gd name="csY15" fmla="*/ 711200 h 1016074"/>
              <a:gd name="csX16" fmla="*/ 149418 w 565055"/>
              <a:gd name="csY16" fmla="*/ 757382 h 1016074"/>
              <a:gd name="csX17" fmla="*/ 223309 w 565055"/>
              <a:gd name="csY17" fmla="*/ 840509 h 1016074"/>
              <a:gd name="csX18" fmla="*/ 278727 w 565055"/>
              <a:gd name="csY18" fmla="*/ 895927 h 1016074"/>
              <a:gd name="csX19" fmla="*/ 306436 w 565055"/>
              <a:gd name="csY19" fmla="*/ 923636 h 1016074"/>
              <a:gd name="csX20" fmla="*/ 334146 w 565055"/>
              <a:gd name="csY20" fmla="*/ 942109 h 1016074"/>
              <a:gd name="csX21" fmla="*/ 352618 w 565055"/>
              <a:gd name="csY21" fmla="*/ 969818 h 1016074"/>
              <a:gd name="csX22" fmla="*/ 380327 w 565055"/>
              <a:gd name="csY22" fmla="*/ 988291 h 1016074"/>
              <a:gd name="csX23" fmla="*/ 398800 w 565055"/>
              <a:gd name="csY23" fmla="*/ 1016000 h 10160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565055" h="1016074">
                <a:moveTo>
                  <a:pt x="565055" y="0"/>
                </a:moveTo>
                <a:cubicBezTo>
                  <a:pt x="552740" y="15394"/>
                  <a:pt x="539938" y="30411"/>
                  <a:pt x="528109" y="46182"/>
                </a:cubicBezTo>
                <a:cubicBezTo>
                  <a:pt x="521448" y="55063"/>
                  <a:pt x="517485" y="66042"/>
                  <a:pt x="509636" y="73891"/>
                </a:cubicBezTo>
                <a:cubicBezTo>
                  <a:pt x="454110" y="129417"/>
                  <a:pt x="504087" y="31418"/>
                  <a:pt x="426509" y="147782"/>
                </a:cubicBezTo>
                <a:cubicBezTo>
                  <a:pt x="380640" y="216585"/>
                  <a:pt x="439597" y="132075"/>
                  <a:pt x="380327" y="203200"/>
                </a:cubicBezTo>
                <a:cubicBezTo>
                  <a:pt x="373221" y="211728"/>
                  <a:pt x="369281" y="222658"/>
                  <a:pt x="361855" y="230909"/>
                </a:cubicBezTo>
                <a:cubicBezTo>
                  <a:pt x="341466" y="253564"/>
                  <a:pt x="315487" y="271181"/>
                  <a:pt x="297200" y="295564"/>
                </a:cubicBezTo>
                <a:cubicBezTo>
                  <a:pt x="276815" y="322744"/>
                  <a:pt x="267511" y="338777"/>
                  <a:pt x="241782" y="360218"/>
                </a:cubicBezTo>
                <a:cubicBezTo>
                  <a:pt x="233254" y="367325"/>
                  <a:pt x="223309" y="372533"/>
                  <a:pt x="214073" y="378691"/>
                </a:cubicBezTo>
                <a:cubicBezTo>
                  <a:pt x="168208" y="447487"/>
                  <a:pt x="227155" y="362992"/>
                  <a:pt x="167891" y="434109"/>
                </a:cubicBezTo>
                <a:cubicBezTo>
                  <a:pt x="160784" y="442637"/>
                  <a:pt x="157267" y="453969"/>
                  <a:pt x="149418" y="461818"/>
                </a:cubicBezTo>
                <a:cubicBezTo>
                  <a:pt x="141569" y="469667"/>
                  <a:pt x="130006" y="472916"/>
                  <a:pt x="121709" y="480291"/>
                </a:cubicBezTo>
                <a:cubicBezTo>
                  <a:pt x="26808" y="564648"/>
                  <a:pt x="101469" y="512256"/>
                  <a:pt x="38582" y="554182"/>
                </a:cubicBezTo>
                <a:cubicBezTo>
                  <a:pt x="-4522" y="618837"/>
                  <a:pt x="-16837" y="597285"/>
                  <a:pt x="29346" y="628073"/>
                </a:cubicBezTo>
                <a:cubicBezTo>
                  <a:pt x="35503" y="637309"/>
                  <a:pt x="40443" y="647485"/>
                  <a:pt x="47818" y="655782"/>
                </a:cubicBezTo>
                <a:cubicBezTo>
                  <a:pt x="65174" y="675308"/>
                  <a:pt x="88745" y="689463"/>
                  <a:pt x="103236" y="711200"/>
                </a:cubicBezTo>
                <a:cubicBezTo>
                  <a:pt x="127867" y="748145"/>
                  <a:pt x="112473" y="732751"/>
                  <a:pt x="149418" y="757382"/>
                </a:cubicBezTo>
                <a:cubicBezTo>
                  <a:pt x="182382" y="806828"/>
                  <a:pt x="160042" y="777242"/>
                  <a:pt x="223309" y="840509"/>
                </a:cubicBezTo>
                <a:lnTo>
                  <a:pt x="278727" y="895927"/>
                </a:lnTo>
                <a:cubicBezTo>
                  <a:pt x="287963" y="905163"/>
                  <a:pt x="295568" y="916391"/>
                  <a:pt x="306436" y="923636"/>
                </a:cubicBezTo>
                <a:lnTo>
                  <a:pt x="334146" y="942109"/>
                </a:lnTo>
                <a:cubicBezTo>
                  <a:pt x="340303" y="951345"/>
                  <a:pt x="344769" y="961969"/>
                  <a:pt x="352618" y="969818"/>
                </a:cubicBezTo>
                <a:cubicBezTo>
                  <a:pt x="360467" y="977668"/>
                  <a:pt x="373392" y="979623"/>
                  <a:pt x="380327" y="988291"/>
                </a:cubicBezTo>
                <a:cubicBezTo>
                  <a:pt x="404831" y="1018921"/>
                  <a:pt x="375308" y="1016000"/>
                  <a:pt x="398800" y="101600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DC357379-01F2-1DC5-BFEB-F5AB2861AE58}"/>
              </a:ext>
            </a:extLst>
          </p:cNvPr>
          <p:cNvSpPr/>
          <p:nvPr/>
        </p:nvSpPr>
        <p:spPr>
          <a:xfrm>
            <a:off x="3694545" y="2909455"/>
            <a:ext cx="489528" cy="508053"/>
          </a:xfrm>
          <a:custGeom>
            <a:avLst/>
            <a:gdLst>
              <a:gd name="csX0" fmla="*/ 0 w 489528"/>
              <a:gd name="csY0" fmla="*/ 0 h 508053"/>
              <a:gd name="csX1" fmla="*/ 36946 w 489528"/>
              <a:gd name="csY1" fmla="*/ 46181 h 508053"/>
              <a:gd name="csX2" fmla="*/ 73891 w 489528"/>
              <a:gd name="csY2" fmla="*/ 73890 h 508053"/>
              <a:gd name="csX3" fmla="*/ 101600 w 489528"/>
              <a:gd name="csY3" fmla="*/ 101600 h 508053"/>
              <a:gd name="csX4" fmla="*/ 129310 w 489528"/>
              <a:gd name="csY4" fmla="*/ 120072 h 508053"/>
              <a:gd name="csX5" fmla="*/ 184728 w 489528"/>
              <a:gd name="csY5" fmla="*/ 175490 h 508053"/>
              <a:gd name="csX6" fmla="*/ 212437 w 489528"/>
              <a:gd name="csY6" fmla="*/ 203200 h 508053"/>
              <a:gd name="csX7" fmla="*/ 277091 w 489528"/>
              <a:gd name="csY7" fmla="*/ 286327 h 508053"/>
              <a:gd name="csX8" fmla="*/ 323273 w 489528"/>
              <a:gd name="csY8" fmla="*/ 332509 h 508053"/>
              <a:gd name="csX9" fmla="*/ 341746 w 489528"/>
              <a:gd name="csY9" fmla="*/ 360218 h 508053"/>
              <a:gd name="csX10" fmla="*/ 406400 w 489528"/>
              <a:gd name="csY10" fmla="*/ 424872 h 508053"/>
              <a:gd name="csX11" fmla="*/ 461819 w 489528"/>
              <a:gd name="csY11" fmla="*/ 480290 h 508053"/>
              <a:gd name="csX12" fmla="*/ 489528 w 489528"/>
              <a:gd name="csY12" fmla="*/ 508000 h 5080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89528" h="508053">
                <a:moveTo>
                  <a:pt x="0" y="0"/>
                </a:moveTo>
                <a:cubicBezTo>
                  <a:pt x="12315" y="15394"/>
                  <a:pt x="23006" y="32241"/>
                  <a:pt x="36946" y="46181"/>
                </a:cubicBezTo>
                <a:cubicBezTo>
                  <a:pt x="47831" y="57066"/>
                  <a:pt x="62203" y="63872"/>
                  <a:pt x="73891" y="73890"/>
                </a:cubicBezTo>
                <a:cubicBezTo>
                  <a:pt x="83809" y="82391"/>
                  <a:pt x="91565" y="93238"/>
                  <a:pt x="101600" y="101600"/>
                </a:cubicBezTo>
                <a:cubicBezTo>
                  <a:pt x="110128" y="108707"/>
                  <a:pt x="121013" y="112697"/>
                  <a:pt x="129310" y="120072"/>
                </a:cubicBezTo>
                <a:cubicBezTo>
                  <a:pt x="148836" y="137428"/>
                  <a:pt x="166255" y="157017"/>
                  <a:pt x="184728" y="175490"/>
                </a:cubicBezTo>
                <a:cubicBezTo>
                  <a:pt x="193964" y="184727"/>
                  <a:pt x="205191" y="192331"/>
                  <a:pt x="212437" y="203200"/>
                </a:cubicBezTo>
                <a:cubicBezTo>
                  <a:pt x="305808" y="343257"/>
                  <a:pt x="204748" y="199516"/>
                  <a:pt x="277091" y="286327"/>
                </a:cubicBezTo>
                <a:cubicBezTo>
                  <a:pt x="315576" y="332509"/>
                  <a:pt x="272473" y="298642"/>
                  <a:pt x="323273" y="332509"/>
                </a:cubicBezTo>
                <a:cubicBezTo>
                  <a:pt x="329431" y="341745"/>
                  <a:pt x="334320" y="351967"/>
                  <a:pt x="341746" y="360218"/>
                </a:cubicBezTo>
                <a:cubicBezTo>
                  <a:pt x="362135" y="382872"/>
                  <a:pt x="388113" y="400490"/>
                  <a:pt x="406400" y="424872"/>
                </a:cubicBezTo>
                <a:cubicBezTo>
                  <a:pt x="440770" y="470698"/>
                  <a:pt x="421301" y="453279"/>
                  <a:pt x="461819" y="480290"/>
                </a:cubicBezTo>
                <a:cubicBezTo>
                  <a:pt x="481999" y="510562"/>
                  <a:pt x="469190" y="508000"/>
                  <a:pt x="489528" y="508000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C1FD94-98DB-9AE7-BF26-7428602AE0CE}"/>
              </a:ext>
            </a:extLst>
          </p:cNvPr>
          <p:cNvSpPr txBox="1"/>
          <p:nvPr/>
        </p:nvSpPr>
        <p:spPr>
          <a:xfrm>
            <a:off x="7048952" y="5014320"/>
            <a:ext cx="184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Read-once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36187816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145" grpId="0" animBg="1"/>
      <p:bldP spid="33" grpId="0" animBg="1"/>
      <p:bldP spid="34" grpId="0" animBg="1"/>
      <p:bldP spid="3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F0C5B-5355-9A89-3E52-696EEEF5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6C0FE-C3A3-30E9-CB08-C2331CD8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C84831-FF78-F593-06CB-24B55492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58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E097B8EE-59E2-3884-AF4E-056E8638B776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3147E6FE-8E8A-AF0E-BA30-E840FD77FCA3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E8959A66-FEB3-095E-B17B-76E53387A341}"/>
              </a:ext>
            </a:extLst>
          </p:cNvPr>
          <p:cNvGrpSpPr/>
          <p:nvPr/>
        </p:nvGrpSpPr>
        <p:grpSpPr>
          <a:xfrm>
            <a:off x="2826208" y="2592895"/>
            <a:ext cx="1523064" cy="2347912"/>
            <a:chOff x="5440650" y="5113473"/>
            <a:chExt cx="1523064" cy="2347912"/>
          </a:xfrm>
        </p:grpSpPr>
        <p:grpSp>
          <p:nvGrpSpPr>
            <p:cNvPr id="183" name="Graphic 18">
              <a:extLst>
                <a:ext uri="{FF2B5EF4-FFF2-40B4-BE49-F238E27FC236}">
                  <a16:creationId xmlns:a16="http://schemas.microsoft.com/office/drawing/2014/main" id="{62504964-3E9E-BB84-182A-5B649F72B425}"/>
                </a:ext>
              </a:extLst>
            </p:cNvPr>
            <p:cNvGrpSpPr/>
            <p:nvPr/>
          </p:nvGrpSpPr>
          <p:grpSpPr>
            <a:xfrm>
              <a:off x="5647310" y="5438656"/>
              <a:ext cx="467866" cy="394525"/>
              <a:chOff x="5647310" y="5438656"/>
              <a:chExt cx="467866" cy="394525"/>
            </a:xfrm>
          </p:grpSpPr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D205CD1C-960A-4128-0D3F-51289DBC775E}"/>
                  </a:ext>
                </a:extLst>
              </p:cNvPr>
              <p:cNvSpPr/>
              <p:nvPr/>
            </p:nvSpPr>
            <p:spPr>
              <a:xfrm>
                <a:off x="5691003" y="5438656"/>
                <a:ext cx="424173" cy="357663"/>
              </a:xfrm>
              <a:custGeom>
                <a:avLst/>
                <a:gdLst>
                  <a:gd name="csX0" fmla="*/ 424173 w 424173"/>
                  <a:gd name="csY0" fmla="*/ 0 h 357663"/>
                  <a:gd name="csX1" fmla="*/ 0 w 424173"/>
                  <a:gd name="csY1" fmla="*/ 357664 h 357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4173" h="357663">
                    <a:moveTo>
                      <a:pt x="424173" y="0"/>
                    </a:moveTo>
                    <a:lnTo>
                      <a:pt x="0" y="35766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B48A370E-C43A-EB23-8652-12E6B5D6CEDF}"/>
                  </a:ext>
                </a:extLst>
              </p:cNvPr>
              <p:cNvSpPr/>
              <p:nvPr/>
            </p:nvSpPr>
            <p:spPr>
              <a:xfrm>
                <a:off x="5647310" y="5754981"/>
                <a:ext cx="82721" cy="78200"/>
              </a:xfrm>
              <a:custGeom>
                <a:avLst/>
                <a:gdLst>
                  <a:gd name="csX0" fmla="*/ 0 w 82721"/>
                  <a:gd name="csY0" fmla="*/ 78200 h 78200"/>
                  <a:gd name="csX1" fmla="*/ 33698 w 82721"/>
                  <a:gd name="csY1" fmla="*/ 0 h 78200"/>
                  <a:gd name="csX2" fmla="*/ 43693 w 82721"/>
                  <a:gd name="csY2" fmla="*/ 41338 h 78200"/>
                  <a:gd name="csX3" fmla="*/ 82721 w 82721"/>
                  <a:gd name="csY3" fmla="*/ 58198 h 7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721" h="78200">
                    <a:moveTo>
                      <a:pt x="0" y="78200"/>
                    </a:moveTo>
                    <a:lnTo>
                      <a:pt x="33698" y="0"/>
                    </a:lnTo>
                    <a:lnTo>
                      <a:pt x="43693" y="41338"/>
                    </a:lnTo>
                    <a:lnTo>
                      <a:pt x="82721" y="58198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6" name="Graphic 18">
              <a:extLst>
                <a:ext uri="{FF2B5EF4-FFF2-40B4-BE49-F238E27FC236}">
                  <a16:creationId xmlns:a16="http://schemas.microsoft.com/office/drawing/2014/main" id="{F402DD21-B584-5612-F0EB-5626DEB58712}"/>
                </a:ext>
              </a:extLst>
            </p:cNvPr>
            <p:cNvGrpSpPr/>
            <p:nvPr/>
          </p:nvGrpSpPr>
          <p:grpSpPr>
            <a:xfrm>
              <a:off x="6059395" y="5113473"/>
              <a:ext cx="380766" cy="381000"/>
              <a:chOff x="6059395" y="5113473"/>
              <a:chExt cx="380766" cy="381000"/>
            </a:xfrm>
            <a:solidFill>
              <a:srgbClr val="FFFFFF"/>
            </a:solidFill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AE4976B6-C09F-AF16-AF83-D9778B3638C5}"/>
                  </a:ext>
                </a:extLst>
              </p:cNvPr>
              <p:cNvSpPr/>
              <p:nvPr/>
            </p:nvSpPr>
            <p:spPr>
              <a:xfrm>
                <a:off x="6059395" y="511347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CCADB80E-7AD8-DAD3-4CB9-B1BD48CCE9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8914" y="520396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89" name="Graphic 18">
              <a:extLst>
                <a:ext uri="{FF2B5EF4-FFF2-40B4-BE49-F238E27FC236}">
                  <a16:creationId xmlns:a16="http://schemas.microsoft.com/office/drawing/2014/main" id="{8B879AC3-1B3B-E966-70A2-DB1BB13BE6A7}"/>
                </a:ext>
              </a:extLst>
            </p:cNvPr>
            <p:cNvGrpSpPr/>
            <p:nvPr/>
          </p:nvGrpSpPr>
          <p:grpSpPr>
            <a:xfrm>
              <a:off x="5765634" y="6172081"/>
              <a:ext cx="189526" cy="137254"/>
              <a:chOff x="5765634" y="6172081"/>
              <a:chExt cx="189526" cy="137254"/>
            </a:xfrm>
          </p:grpSpPr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15A7A71E-7472-5305-16A4-92827A72B423}"/>
                  </a:ext>
                </a:extLst>
              </p:cNvPr>
              <p:cNvSpPr/>
              <p:nvPr/>
            </p:nvSpPr>
            <p:spPr>
              <a:xfrm>
                <a:off x="5765634" y="6172081"/>
                <a:ext cx="143263" cy="103727"/>
              </a:xfrm>
              <a:custGeom>
                <a:avLst/>
                <a:gdLst>
                  <a:gd name="csX0" fmla="*/ 0 w 143263"/>
                  <a:gd name="csY0" fmla="*/ 0 h 103727"/>
                  <a:gd name="csX1" fmla="*/ 143263 w 143263"/>
                  <a:gd name="csY1" fmla="*/ 103727 h 103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3263" h="103727">
                    <a:moveTo>
                      <a:pt x="0" y="0"/>
                    </a:moveTo>
                    <a:lnTo>
                      <a:pt x="143263" y="103727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3217CD7E-29AA-D20F-11FE-ADEBCDD4B17E}"/>
                  </a:ext>
                </a:extLst>
              </p:cNvPr>
              <p:cNvSpPr/>
              <p:nvPr/>
            </p:nvSpPr>
            <p:spPr>
              <a:xfrm>
                <a:off x="5871106" y="6233803"/>
                <a:ext cx="84054" cy="75533"/>
              </a:xfrm>
              <a:custGeom>
                <a:avLst/>
                <a:gdLst>
                  <a:gd name="csX0" fmla="*/ 84054 w 84054"/>
                  <a:gd name="csY0" fmla="*/ 75533 h 75533"/>
                  <a:gd name="csX1" fmla="*/ 0 w 84054"/>
                  <a:gd name="csY1" fmla="*/ 61722 h 75533"/>
                  <a:gd name="csX2" fmla="*/ 37791 w 84054"/>
                  <a:gd name="csY2" fmla="*/ 42005 h 75533"/>
                  <a:gd name="csX3" fmla="*/ 44645 w 84054"/>
                  <a:gd name="csY3" fmla="*/ 0 h 755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54" h="75533">
                    <a:moveTo>
                      <a:pt x="84054" y="75533"/>
                    </a:moveTo>
                    <a:lnTo>
                      <a:pt x="0" y="61722"/>
                    </a:lnTo>
                    <a:lnTo>
                      <a:pt x="37791" y="42005"/>
                    </a:lnTo>
                    <a:lnTo>
                      <a:pt x="4464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2" name="Graphic 18">
              <a:extLst>
                <a:ext uri="{FF2B5EF4-FFF2-40B4-BE49-F238E27FC236}">
                  <a16:creationId xmlns:a16="http://schemas.microsoft.com/office/drawing/2014/main" id="{B687543D-21A0-67A2-99B5-B6CE0FCE168D}"/>
                </a:ext>
              </a:extLst>
            </p:cNvPr>
            <p:cNvGrpSpPr/>
            <p:nvPr/>
          </p:nvGrpSpPr>
          <p:grpSpPr>
            <a:xfrm>
              <a:off x="5440650" y="5846898"/>
              <a:ext cx="380766" cy="381000"/>
              <a:chOff x="5440650" y="5846898"/>
              <a:chExt cx="380766" cy="381000"/>
            </a:xfrm>
            <a:solidFill>
              <a:srgbClr val="FFFFFF"/>
            </a:solidFill>
          </p:grpSpPr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05401395-B4F4-787B-7F06-76F31A3885F4}"/>
                  </a:ext>
                </a:extLst>
              </p:cNvPr>
              <p:cNvSpPr/>
              <p:nvPr/>
            </p:nvSpPr>
            <p:spPr>
              <a:xfrm>
                <a:off x="5440650" y="58468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1" name="Picture 220">
                <a:extLst>
                  <a:ext uri="{FF2B5EF4-FFF2-40B4-BE49-F238E27FC236}">
                    <a16:creationId xmlns:a16="http://schemas.microsoft.com/office/drawing/2014/main" id="{CBF8D07E-A309-F762-27B3-B77AC162D6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169" y="5937385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2" name="Graphic 18">
              <a:extLst>
                <a:ext uri="{FF2B5EF4-FFF2-40B4-BE49-F238E27FC236}">
                  <a16:creationId xmlns:a16="http://schemas.microsoft.com/office/drawing/2014/main" id="{DC4A95E7-8CCD-7A40-A898-48CA50A56EBD}"/>
                </a:ext>
              </a:extLst>
            </p:cNvPr>
            <p:cNvGrpSpPr/>
            <p:nvPr/>
          </p:nvGrpSpPr>
          <p:grpSpPr>
            <a:xfrm>
              <a:off x="6241591" y="6591181"/>
              <a:ext cx="377053" cy="561975"/>
              <a:chOff x="6241591" y="6591181"/>
              <a:chExt cx="377053" cy="561975"/>
            </a:xfrm>
          </p:grpSpPr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3945E8CF-875D-707F-FCFE-6AC67AA2F9A8}"/>
                  </a:ext>
                </a:extLst>
              </p:cNvPr>
              <p:cNvSpPr/>
              <p:nvPr/>
            </p:nvSpPr>
            <p:spPr>
              <a:xfrm>
                <a:off x="6241591" y="6591181"/>
                <a:ext cx="345259" cy="514540"/>
              </a:xfrm>
              <a:custGeom>
                <a:avLst/>
                <a:gdLst>
                  <a:gd name="csX0" fmla="*/ 0 w 345259"/>
                  <a:gd name="csY0" fmla="*/ 0 h 514540"/>
                  <a:gd name="csX1" fmla="*/ 345260 w 345259"/>
                  <a:gd name="csY1" fmla="*/ 514540 h 5145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5259" h="514540">
                    <a:moveTo>
                      <a:pt x="0" y="0"/>
                    </a:moveTo>
                    <a:lnTo>
                      <a:pt x="345260" y="51454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055E0589-782E-F105-3A07-8DB0E737D3FE}"/>
                  </a:ext>
                </a:extLst>
              </p:cNvPr>
              <p:cNvSpPr/>
              <p:nvPr/>
            </p:nvSpPr>
            <p:spPr>
              <a:xfrm>
                <a:off x="6544586" y="7068669"/>
                <a:ext cx="74058" cy="84486"/>
              </a:xfrm>
              <a:custGeom>
                <a:avLst/>
                <a:gdLst>
                  <a:gd name="csX0" fmla="*/ 74059 w 74058"/>
                  <a:gd name="csY0" fmla="*/ 84487 h 84486"/>
                  <a:gd name="csX1" fmla="*/ 0 w 74058"/>
                  <a:gd name="csY1" fmla="*/ 42481 h 84486"/>
                  <a:gd name="csX2" fmla="*/ 42265 w 74058"/>
                  <a:gd name="csY2" fmla="*/ 37052 h 84486"/>
                  <a:gd name="csX3" fmla="*/ 63302 w 74058"/>
                  <a:gd name="csY3" fmla="*/ 0 h 844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058" h="84486">
                    <a:moveTo>
                      <a:pt x="74059" y="84487"/>
                    </a:moveTo>
                    <a:lnTo>
                      <a:pt x="0" y="42481"/>
                    </a:lnTo>
                    <a:lnTo>
                      <a:pt x="42265" y="37052"/>
                    </a:lnTo>
                    <a:lnTo>
                      <a:pt x="6330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5" name="Graphic 18">
              <a:extLst>
                <a:ext uri="{FF2B5EF4-FFF2-40B4-BE49-F238E27FC236}">
                  <a16:creationId xmlns:a16="http://schemas.microsoft.com/office/drawing/2014/main" id="{F804390A-BDE1-5FA4-EBA7-4B55B138B5EE}"/>
                </a:ext>
              </a:extLst>
            </p:cNvPr>
            <p:cNvGrpSpPr/>
            <p:nvPr/>
          </p:nvGrpSpPr>
          <p:grpSpPr>
            <a:xfrm>
              <a:off x="5848641" y="6591181"/>
              <a:ext cx="123748" cy="558736"/>
              <a:chOff x="5848641" y="6591181"/>
              <a:chExt cx="123748" cy="558736"/>
            </a:xfrm>
          </p:grpSpPr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25676A5D-E503-4A85-1061-A037735D42E4}"/>
                  </a:ext>
                </a:extLst>
              </p:cNvPr>
              <p:cNvSpPr/>
              <p:nvPr/>
            </p:nvSpPr>
            <p:spPr>
              <a:xfrm>
                <a:off x="5882814" y="6591181"/>
                <a:ext cx="89575" cy="502443"/>
              </a:xfrm>
              <a:custGeom>
                <a:avLst/>
                <a:gdLst>
                  <a:gd name="csX0" fmla="*/ 89575 w 89575"/>
                  <a:gd name="csY0" fmla="*/ 0 h 502443"/>
                  <a:gd name="csX1" fmla="*/ 0 w 89575"/>
                  <a:gd name="csY1" fmla="*/ 502444 h 5024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9575" h="502443">
                    <a:moveTo>
                      <a:pt x="89575" y="0"/>
                    </a:moveTo>
                    <a:lnTo>
                      <a:pt x="0" y="50244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A2072FA7-DE00-C7DC-EA48-43F390AA87D5}"/>
                  </a:ext>
                </a:extLst>
              </p:cNvPr>
              <p:cNvSpPr/>
              <p:nvPr/>
            </p:nvSpPr>
            <p:spPr>
              <a:xfrm>
                <a:off x="5848641" y="7068193"/>
                <a:ext cx="75010" cy="81724"/>
              </a:xfrm>
              <a:custGeom>
                <a:avLst/>
                <a:gdLst>
                  <a:gd name="csX0" fmla="*/ 24083 w 75010"/>
                  <a:gd name="csY0" fmla="*/ 81725 h 81724"/>
                  <a:gd name="csX1" fmla="*/ 0 w 75010"/>
                  <a:gd name="csY1" fmla="*/ 0 h 81724"/>
                  <a:gd name="csX2" fmla="*/ 34174 w 75010"/>
                  <a:gd name="csY2" fmla="*/ 25432 h 81724"/>
                  <a:gd name="csX3" fmla="*/ 75011 w 75010"/>
                  <a:gd name="csY3" fmla="*/ 13431 h 8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010" h="81724">
                    <a:moveTo>
                      <a:pt x="24083" y="81725"/>
                    </a:moveTo>
                    <a:lnTo>
                      <a:pt x="0" y="0"/>
                    </a:lnTo>
                    <a:lnTo>
                      <a:pt x="34174" y="25432"/>
                    </a:lnTo>
                    <a:lnTo>
                      <a:pt x="75011" y="13431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8" name="Graphic 18">
              <a:extLst>
                <a:ext uri="{FF2B5EF4-FFF2-40B4-BE49-F238E27FC236}">
                  <a16:creationId xmlns:a16="http://schemas.microsoft.com/office/drawing/2014/main" id="{A0B5A1A0-AE59-52D7-8327-32965DCF5255}"/>
                </a:ext>
              </a:extLst>
            </p:cNvPr>
            <p:cNvGrpSpPr/>
            <p:nvPr/>
          </p:nvGrpSpPr>
          <p:grpSpPr>
            <a:xfrm>
              <a:off x="5916607" y="6265998"/>
              <a:ext cx="380766" cy="381000"/>
              <a:chOff x="5916607" y="6265998"/>
              <a:chExt cx="380766" cy="381000"/>
            </a:xfrm>
            <a:solidFill>
              <a:srgbClr val="FFFFFF"/>
            </a:solidFill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A89628A0-BC3B-4B01-F1D3-49381C4A99FA}"/>
                  </a:ext>
                </a:extLst>
              </p:cNvPr>
              <p:cNvSpPr/>
              <p:nvPr/>
            </p:nvSpPr>
            <p:spPr>
              <a:xfrm>
                <a:off x="5916607" y="62659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0" name="Picture 229">
                <a:extLst>
                  <a:ext uri="{FF2B5EF4-FFF2-40B4-BE49-F238E27FC236}">
                    <a16:creationId xmlns:a16="http://schemas.microsoft.com/office/drawing/2014/main" id="{446C5182-0583-0D3E-E4D9-06F67BB9EA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26126" y="6351723"/>
                <a:ext cx="361727" cy="247650"/>
              </a:xfrm>
              <a:custGeom>
                <a:avLst/>
                <a:gdLst>
                  <a:gd name="csX0" fmla="*/ 0 w 361727"/>
                  <a:gd name="csY0" fmla="*/ 0 h 247650"/>
                  <a:gd name="csX1" fmla="*/ 361728 w 361727"/>
                  <a:gd name="csY1" fmla="*/ 0 h 247650"/>
                  <a:gd name="csX2" fmla="*/ 361728 w 361727"/>
                  <a:gd name="csY2" fmla="*/ 247650 h 247650"/>
                  <a:gd name="csX3" fmla="*/ 0 w 361727"/>
                  <a:gd name="csY3" fmla="*/ 247650 h 247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47650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47650"/>
                    </a:lnTo>
                    <a:lnTo>
                      <a:pt x="0" y="2476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1" name="Graphic 18">
              <a:extLst>
                <a:ext uri="{FF2B5EF4-FFF2-40B4-BE49-F238E27FC236}">
                  <a16:creationId xmlns:a16="http://schemas.microsoft.com/office/drawing/2014/main" id="{F664FE55-D67A-197C-9971-12BB0644BE65}"/>
                </a:ext>
              </a:extLst>
            </p:cNvPr>
            <p:cNvGrpSpPr/>
            <p:nvPr/>
          </p:nvGrpSpPr>
          <p:grpSpPr>
            <a:xfrm>
              <a:off x="6384378" y="5438656"/>
              <a:ext cx="374293" cy="392810"/>
              <a:chOff x="6384378" y="5438656"/>
              <a:chExt cx="374293" cy="392810"/>
            </a:xfrm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2A5E6081-09F2-BDE2-590B-F7C6AAB58AC9}"/>
                  </a:ext>
                </a:extLst>
              </p:cNvPr>
              <p:cNvSpPr/>
              <p:nvPr/>
            </p:nvSpPr>
            <p:spPr>
              <a:xfrm>
                <a:off x="6384378" y="5438656"/>
                <a:ext cx="334883" cy="351472"/>
              </a:xfrm>
              <a:custGeom>
                <a:avLst/>
                <a:gdLst>
                  <a:gd name="csX0" fmla="*/ 0 w 334883"/>
                  <a:gd name="csY0" fmla="*/ 0 h 351472"/>
                  <a:gd name="csX1" fmla="*/ 334884 w 334883"/>
                  <a:gd name="csY1" fmla="*/ 351472 h 351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4883" h="351472">
                    <a:moveTo>
                      <a:pt x="0" y="0"/>
                    </a:moveTo>
                    <a:lnTo>
                      <a:pt x="334884" y="351472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9396290E-CAC9-3390-40A2-59F6FC5D9091}"/>
                  </a:ext>
                </a:extLst>
              </p:cNvPr>
              <p:cNvSpPr/>
              <p:nvPr/>
            </p:nvSpPr>
            <p:spPr>
              <a:xfrm>
                <a:off x="6678520" y="5750028"/>
                <a:ext cx="80151" cy="81438"/>
              </a:xfrm>
              <a:custGeom>
                <a:avLst/>
                <a:gdLst>
                  <a:gd name="csX0" fmla="*/ 80151 w 80151"/>
                  <a:gd name="csY0" fmla="*/ 81439 h 81438"/>
                  <a:gd name="csX1" fmla="*/ 0 w 80151"/>
                  <a:gd name="csY1" fmla="*/ 52578 h 81438"/>
                  <a:gd name="csX2" fmla="*/ 40742 w 80151"/>
                  <a:gd name="csY2" fmla="*/ 40100 h 81438"/>
                  <a:gd name="csX3" fmla="*/ 55116 w 80151"/>
                  <a:gd name="csY3" fmla="*/ 0 h 814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0151" h="81438">
                    <a:moveTo>
                      <a:pt x="80151" y="81439"/>
                    </a:moveTo>
                    <a:lnTo>
                      <a:pt x="0" y="52578"/>
                    </a:lnTo>
                    <a:lnTo>
                      <a:pt x="40742" y="40100"/>
                    </a:lnTo>
                    <a:lnTo>
                      <a:pt x="551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4" name="Graphic 18">
              <a:extLst>
                <a:ext uri="{FF2B5EF4-FFF2-40B4-BE49-F238E27FC236}">
                  <a16:creationId xmlns:a16="http://schemas.microsoft.com/office/drawing/2014/main" id="{D21FC947-3DED-C2AF-C996-64BA0D1825C0}"/>
                </a:ext>
              </a:extLst>
            </p:cNvPr>
            <p:cNvGrpSpPr/>
            <p:nvPr/>
          </p:nvGrpSpPr>
          <p:grpSpPr>
            <a:xfrm>
              <a:off x="5631033" y="6227898"/>
              <a:ext cx="187146" cy="922019"/>
              <a:chOff x="5631033" y="6227898"/>
              <a:chExt cx="187146" cy="922019"/>
            </a:xfrm>
          </p:grpSpPr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1DFA93E9-1909-F189-BD2A-AA42F2B3411B}"/>
                  </a:ext>
                </a:extLst>
              </p:cNvPr>
              <p:cNvSpPr/>
              <p:nvPr/>
            </p:nvSpPr>
            <p:spPr>
              <a:xfrm>
                <a:off x="5631033" y="6227898"/>
                <a:ext cx="152972" cy="865727"/>
              </a:xfrm>
              <a:custGeom>
                <a:avLst/>
                <a:gdLst>
                  <a:gd name="csX0" fmla="*/ 0 w 152972"/>
                  <a:gd name="csY0" fmla="*/ 0 h 865727"/>
                  <a:gd name="csX1" fmla="*/ 152973 w 152972"/>
                  <a:gd name="csY1" fmla="*/ 865727 h 865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972" h="865727">
                    <a:moveTo>
                      <a:pt x="0" y="0"/>
                    </a:moveTo>
                    <a:lnTo>
                      <a:pt x="152973" y="865727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5AC9A49B-BA92-1643-6720-72E2DA560DA1}"/>
                  </a:ext>
                </a:extLst>
              </p:cNvPr>
              <p:cNvSpPr/>
              <p:nvPr/>
            </p:nvSpPr>
            <p:spPr>
              <a:xfrm>
                <a:off x="5743168" y="7068193"/>
                <a:ext cx="75010" cy="81724"/>
              </a:xfrm>
              <a:custGeom>
                <a:avLst/>
                <a:gdLst>
                  <a:gd name="csX0" fmla="*/ 50737 w 75010"/>
                  <a:gd name="csY0" fmla="*/ 81725 h 81724"/>
                  <a:gd name="csX1" fmla="*/ 0 w 75010"/>
                  <a:gd name="csY1" fmla="*/ 13335 h 81724"/>
                  <a:gd name="csX2" fmla="*/ 40837 w 75010"/>
                  <a:gd name="csY2" fmla="*/ 25432 h 81724"/>
                  <a:gd name="csX3" fmla="*/ 75011 w 75010"/>
                  <a:gd name="csY3" fmla="*/ 0 h 8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010" h="81724">
                    <a:moveTo>
                      <a:pt x="50737" y="81725"/>
                    </a:moveTo>
                    <a:lnTo>
                      <a:pt x="0" y="13335"/>
                    </a:lnTo>
                    <a:lnTo>
                      <a:pt x="40837" y="25432"/>
                    </a:lnTo>
                    <a:lnTo>
                      <a:pt x="750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7" name="Graphic 18">
              <a:extLst>
                <a:ext uri="{FF2B5EF4-FFF2-40B4-BE49-F238E27FC236}">
                  <a16:creationId xmlns:a16="http://schemas.microsoft.com/office/drawing/2014/main" id="{D8EA20A0-1849-9412-DB79-CE23CA266974}"/>
                </a:ext>
              </a:extLst>
            </p:cNvPr>
            <p:cNvGrpSpPr/>
            <p:nvPr/>
          </p:nvGrpSpPr>
          <p:grpSpPr>
            <a:xfrm>
              <a:off x="5726224" y="7170873"/>
              <a:ext cx="285574" cy="290512"/>
              <a:chOff x="5726224" y="7170873"/>
              <a:chExt cx="285574" cy="290512"/>
            </a:xfrm>
            <a:solidFill>
              <a:srgbClr val="FFFFFF"/>
            </a:solidFill>
          </p:grpSpPr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AAB4524-B4E2-1379-FC4D-30CB189DC801}"/>
                  </a:ext>
                </a:extLst>
              </p:cNvPr>
              <p:cNvSpPr/>
              <p:nvPr/>
            </p:nvSpPr>
            <p:spPr>
              <a:xfrm>
                <a:off x="5726224" y="7170873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9" name="Picture 238">
                <a:extLst>
                  <a:ext uri="{FF2B5EF4-FFF2-40B4-BE49-F238E27FC236}">
                    <a16:creationId xmlns:a16="http://schemas.microsoft.com/office/drawing/2014/main" id="{3151DD2D-7EBC-E628-FB68-6D90D895BC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35743" y="7204210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0" name="Graphic 18">
              <a:extLst>
                <a:ext uri="{FF2B5EF4-FFF2-40B4-BE49-F238E27FC236}">
                  <a16:creationId xmlns:a16="http://schemas.microsoft.com/office/drawing/2014/main" id="{8159FA98-1B18-3860-1C30-8E4E6049C3EB}"/>
                </a:ext>
              </a:extLst>
            </p:cNvPr>
            <p:cNvGrpSpPr/>
            <p:nvPr/>
          </p:nvGrpSpPr>
          <p:grpSpPr>
            <a:xfrm>
              <a:off x="6487756" y="7170873"/>
              <a:ext cx="285574" cy="290512"/>
              <a:chOff x="6487756" y="7170873"/>
              <a:chExt cx="285574" cy="290512"/>
            </a:xfrm>
            <a:solidFill>
              <a:srgbClr val="FFFFFF"/>
            </a:solidFill>
          </p:grpSpPr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AF33C2AE-314A-F5D0-F0D4-AC3B5193903C}"/>
                  </a:ext>
                </a:extLst>
              </p:cNvPr>
              <p:cNvSpPr/>
              <p:nvPr/>
            </p:nvSpPr>
            <p:spPr>
              <a:xfrm>
                <a:off x="6487756" y="7170873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2" name="Picture 241">
                <a:extLst>
                  <a:ext uri="{FF2B5EF4-FFF2-40B4-BE49-F238E27FC236}">
                    <a16:creationId xmlns:a16="http://schemas.microsoft.com/office/drawing/2014/main" id="{01C27C45-C7F7-20BC-465E-364C6CC787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7276" y="7204210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45" name="Graphic 18">
              <a:extLst>
                <a:ext uri="{FF2B5EF4-FFF2-40B4-BE49-F238E27FC236}">
                  <a16:creationId xmlns:a16="http://schemas.microsoft.com/office/drawing/2014/main" id="{B65E70CF-0ACF-2EB3-F290-6EE04807855D}"/>
                </a:ext>
              </a:extLst>
            </p:cNvPr>
            <p:cNvGrpSpPr/>
            <p:nvPr/>
          </p:nvGrpSpPr>
          <p:grpSpPr>
            <a:xfrm>
              <a:off x="6671286" y="6227898"/>
              <a:ext cx="102045" cy="921734"/>
              <a:chOff x="6671286" y="6227898"/>
              <a:chExt cx="102045" cy="921734"/>
            </a:xfrm>
          </p:grpSpPr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1E6E6532-5695-48FF-6672-3C7F493D2226}"/>
                  </a:ext>
                </a:extLst>
              </p:cNvPr>
              <p:cNvSpPr/>
              <p:nvPr/>
            </p:nvSpPr>
            <p:spPr>
              <a:xfrm>
                <a:off x="6707839" y="6227898"/>
                <a:ext cx="65491" cy="864774"/>
              </a:xfrm>
              <a:custGeom>
                <a:avLst/>
                <a:gdLst>
                  <a:gd name="csX0" fmla="*/ 65492 w 65491"/>
                  <a:gd name="csY0" fmla="*/ 0 h 864774"/>
                  <a:gd name="csX1" fmla="*/ 0 w 65491"/>
                  <a:gd name="csY1" fmla="*/ 864775 h 864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491" h="864774">
                    <a:moveTo>
                      <a:pt x="65492" y="0"/>
                    </a:moveTo>
                    <a:lnTo>
                      <a:pt x="0" y="864775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1CD460D7-D115-EEB9-2AAE-F3E5D16C429B}"/>
                  </a:ext>
                </a:extLst>
              </p:cNvPr>
              <p:cNvSpPr/>
              <p:nvPr/>
            </p:nvSpPr>
            <p:spPr>
              <a:xfrm>
                <a:off x="6671286" y="7070765"/>
                <a:ext cx="75962" cy="78867"/>
              </a:xfrm>
              <a:custGeom>
                <a:avLst/>
                <a:gdLst>
                  <a:gd name="csX0" fmla="*/ 32270 w 75962"/>
                  <a:gd name="csY0" fmla="*/ 78867 h 78867"/>
                  <a:gd name="csX1" fmla="*/ 0 w 75962"/>
                  <a:gd name="csY1" fmla="*/ 0 h 78867"/>
                  <a:gd name="csX2" fmla="*/ 36554 w 75962"/>
                  <a:gd name="csY2" fmla="*/ 21907 h 78867"/>
                  <a:gd name="csX3" fmla="*/ 75963 w 75962"/>
                  <a:gd name="csY3" fmla="*/ 5810 h 78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62" h="78867">
                    <a:moveTo>
                      <a:pt x="32270" y="78867"/>
                    </a:moveTo>
                    <a:lnTo>
                      <a:pt x="0" y="0"/>
                    </a:lnTo>
                    <a:lnTo>
                      <a:pt x="36554" y="21907"/>
                    </a:lnTo>
                    <a:lnTo>
                      <a:pt x="75963" y="581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8" name="Graphic 18">
              <a:extLst>
                <a:ext uri="{FF2B5EF4-FFF2-40B4-BE49-F238E27FC236}">
                  <a16:creationId xmlns:a16="http://schemas.microsoft.com/office/drawing/2014/main" id="{55080687-02C5-16D0-570B-17EF4E91C6E8}"/>
                </a:ext>
              </a:extLst>
            </p:cNvPr>
            <p:cNvGrpSpPr/>
            <p:nvPr/>
          </p:nvGrpSpPr>
          <p:grpSpPr>
            <a:xfrm>
              <a:off x="5952590" y="6172081"/>
              <a:ext cx="686140" cy="981360"/>
              <a:chOff x="5952590" y="6172081"/>
              <a:chExt cx="686140" cy="981360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E917853D-DFBB-A33E-40A3-4AF6453E38E1}"/>
                  </a:ext>
                </a:extLst>
              </p:cNvPr>
              <p:cNvSpPr/>
              <p:nvPr/>
            </p:nvSpPr>
            <p:spPr>
              <a:xfrm>
                <a:off x="5985336" y="6172081"/>
                <a:ext cx="653394" cy="934497"/>
              </a:xfrm>
              <a:custGeom>
                <a:avLst/>
                <a:gdLst>
                  <a:gd name="csX0" fmla="*/ 653395 w 653394"/>
                  <a:gd name="csY0" fmla="*/ 0 h 934497"/>
                  <a:gd name="csX1" fmla="*/ 0 w 653394"/>
                  <a:gd name="csY1" fmla="*/ 934498 h 9344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3394" h="934497">
                    <a:moveTo>
                      <a:pt x="653395" y="0"/>
                    </a:moveTo>
                    <a:lnTo>
                      <a:pt x="0" y="934498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3E771B26-043C-D0D1-1780-16175BA942C9}"/>
                  </a:ext>
                </a:extLst>
              </p:cNvPr>
              <p:cNvSpPr/>
              <p:nvPr/>
            </p:nvSpPr>
            <p:spPr>
              <a:xfrm>
                <a:off x="5952590" y="7069146"/>
                <a:ext cx="74915" cy="84296"/>
              </a:xfrm>
              <a:custGeom>
                <a:avLst/>
                <a:gdLst>
                  <a:gd name="csX0" fmla="*/ 0 w 74915"/>
                  <a:gd name="csY0" fmla="*/ 84296 h 84296"/>
                  <a:gd name="csX1" fmla="*/ 12470 w 74915"/>
                  <a:gd name="csY1" fmla="*/ 0 h 84296"/>
                  <a:gd name="csX2" fmla="*/ 32746 w 74915"/>
                  <a:gd name="csY2" fmla="*/ 37433 h 84296"/>
                  <a:gd name="csX3" fmla="*/ 74916 w 74915"/>
                  <a:gd name="csY3" fmla="*/ 43719 h 84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915" h="84296">
                    <a:moveTo>
                      <a:pt x="0" y="84296"/>
                    </a:moveTo>
                    <a:lnTo>
                      <a:pt x="12470" y="0"/>
                    </a:lnTo>
                    <a:lnTo>
                      <a:pt x="32746" y="37433"/>
                    </a:lnTo>
                    <a:lnTo>
                      <a:pt x="74916" y="43719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1" name="Graphic 18">
              <a:extLst>
                <a:ext uri="{FF2B5EF4-FFF2-40B4-BE49-F238E27FC236}">
                  <a16:creationId xmlns:a16="http://schemas.microsoft.com/office/drawing/2014/main" id="{6354DB78-48BC-F21B-ACC3-5D8C1FE97B13}"/>
                </a:ext>
              </a:extLst>
            </p:cNvPr>
            <p:cNvGrpSpPr/>
            <p:nvPr/>
          </p:nvGrpSpPr>
          <p:grpSpPr>
            <a:xfrm>
              <a:off x="6582948" y="5846898"/>
              <a:ext cx="380766" cy="381000"/>
              <a:chOff x="6582948" y="5846898"/>
              <a:chExt cx="380766" cy="381000"/>
            </a:xfrm>
            <a:solidFill>
              <a:srgbClr val="FFFFFF"/>
            </a:solidFill>
          </p:grpSpPr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5397D42A-8F87-5FDD-901D-F28F760B4D24}"/>
                  </a:ext>
                </a:extLst>
              </p:cNvPr>
              <p:cNvSpPr/>
              <p:nvPr/>
            </p:nvSpPr>
            <p:spPr>
              <a:xfrm>
                <a:off x="6582948" y="58468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53" name="Picture 352">
                <a:extLst>
                  <a:ext uri="{FF2B5EF4-FFF2-40B4-BE49-F238E27FC236}">
                    <a16:creationId xmlns:a16="http://schemas.microsoft.com/office/drawing/2014/main" id="{3A06AE20-DFEA-AF02-8F1B-D22C130DD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92467" y="5932623"/>
                <a:ext cx="361727" cy="247650"/>
              </a:xfrm>
              <a:custGeom>
                <a:avLst/>
                <a:gdLst>
                  <a:gd name="csX0" fmla="*/ 0 w 361727"/>
                  <a:gd name="csY0" fmla="*/ 0 h 247650"/>
                  <a:gd name="csX1" fmla="*/ 361728 w 361727"/>
                  <a:gd name="csY1" fmla="*/ 0 h 247650"/>
                  <a:gd name="csX2" fmla="*/ 361728 w 361727"/>
                  <a:gd name="csY2" fmla="*/ 247650 h 247650"/>
                  <a:gd name="csX3" fmla="*/ 0 w 361727"/>
                  <a:gd name="csY3" fmla="*/ 247650 h 247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47650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47650"/>
                    </a:lnTo>
                    <a:lnTo>
                      <a:pt x="0" y="24765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5FE5BC59-BCAF-2551-3B43-E1EE1E516188}"/>
              </a:ext>
            </a:extLst>
          </p:cNvPr>
          <p:cNvGrpSpPr/>
          <p:nvPr/>
        </p:nvGrpSpPr>
        <p:grpSpPr>
          <a:xfrm>
            <a:off x="6660297" y="3715880"/>
            <a:ext cx="2836707" cy="2150364"/>
            <a:chOff x="7763323" y="5199198"/>
            <a:chExt cx="2836707" cy="2150364"/>
          </a:xfrm>
        </p:grpSpPr>
        <p:grpSp>
          <p:nvGrpSpPr>
            <p:cNvPr id="342" name="Graphic 18">
              <a:extLst>
                <a:ext uri="{FF2B5EF4-FFF2-40B4-BE49-F238E27FC236}">
                  <a16:creationId xmlns:a16="http://schemas.microsoft.com/office/drawing/2014/main" id="{1FE10D89-D659-BF3F-1BA5-0AA70204A3B9}"/>
                </a:ext>
              </a:extLst>
            </p:cNvPr>
            <p:cNvGrpSpPr/>
            <p:nvPr/>
          </p:nvGrpSpPr>
          <p:grpSpPr>
            <a:xfrm>
              <a:off x="9743307" y="5884998"/>
              <a:ext cx="856723" cy="390525"/>
              <a:chOff x="9743307" y="5884998"/>
              <a:chExt cx="856723" cy="390525"/>
            </a:xfrm>
            <a:noFill/>
          </p:grpSpPr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D9BE1BC8-9BCB-ABB8-0B6C-AED157808676}"/>
                  </a:ext>
                </a:extLst>
              </p:cNvPr>
              <p:cNvSpPr/>
              <p:nvPr/>
            </p:nvSpPr>
            <p:spPr>
              <a:xfrm>
                <a:off x="9743307" y="588499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4" name="Picture 343">
                <a:extLst>
                  <a:ext uri="{FF2B5EF4-FFF2-40B4-BE49-F238E27FC236}">
                    <a16:creationId xmlns:a16="http://schemas.microsoft.com/office/drawing/2014/main" id="{C07BC2EF-D52B-4119-9CCB-17780D98C1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71718" y="594214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3" name="Graphic 18">
              <a:extLst>
                <a:ext uri="{FF2B5EF4-FFF2-40B4-BE49-F238E27FC236}">
                  <a16:creationId xmlns:a16="http://schemas.microsoft.com/office/drawing/2014/main" id="{73462DA3-2AD8-E165-B208-797246B4547D}"/>
                </a:ext>
              </a:extLst>
            </p:cNvPr>
            <p:cNvGrpSpPr/>
            <p:nvPr/>
          </p:nvGrpSpPr>
          <p:grpSpPr>
            <a:xfrm>
              <a:off x="8191685" y="6685098"/>
              <a:ext cx="951915" cy="381000"/>
              <a:chOff x="8191685" y="6685098"/>
              <a:chExt cx="951915" cy="381000"/>
            </a:xfrm>
            <a:solidFill>
              <a:srgbClr val="DAE8FC"/>
            </a:solidFill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6E6CC44-74F3-6129-228D-EED0B08B10B2}"/>
                  </a:ext>
                </a:extLst>
              </p:cNvPr>
              <p:cNvSpPr/>
              <p:nvPr/>
            </p:nvSpPr>
            <p:spPr>
              <a:xfrm>
                <a:off x="8191685" y="66850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5" name="Picture 244">
                <a:extLst>
                  <a:ext uri="{FF2B5EF4-FFF2-40B4-BE49-F238E27FC236}">
                    <a16:creationId xmlns:a16="http://schemas.microsoft.com/office/drawing/2014/main" id="{3CE2CADA-75C5-8DC5-5171-61F1A37C2F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1204" y="67660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6" name="Graphic 18">
              <a:extLst>
                <a:ext uri="{FF2B5EF4-FFF2-40B4-BE49-F238E27FC236}">
                  <a16:creationId xmlns:a16="http://schemas.microsoft.com/office/drawing/2014/main" id="{D3848394-B6B5-BE01-656C-B1ACB25A5F4F}"/>
                </a:ext>
              </a:extLst>
            </p:cNvPr>
            <p:cNvGrpSpPr/>
            <p:nvPr/>
          </p:nvGrpSpPr>
          <p:grpSpPr>
            <a:xfrm>
              <a:off x="8924660" y="6285048"/>
              <a:ext cx="76153" cy="369189"/>
              <a:chOff x="8924660" y="6285048"/>
              <a:chExt cx="76153" cy="369189"/>
            </a:xfrm>
          </p:grpSpPr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CFAA3973-CB0D-8A9B-9C54-BC0A14ED9B2F}"/>
                  </a:ext>
                </a:extLst>
              </p:cNvPr>
              <p:cNvSpPr/>
              <p:nvPr/>
            </p:nvSpPr>
            <p:spPr>
              <a:xfrm>
                <a:off x="8962736" y="62850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37C4A29E-2C8D-D426-7BAF-3D0A76F41E9C}"/>
                  </a:ext>
                </a:extLst>
              </p:cNvPr>
              <p:cNvSpPr/>
              <p:nvPr/>
            </p:nvSpPr>
            <p:spPr>
              <a:xfrm>
                <a:off x="8924660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9" name="Graphic 18">
              <a:extLst>
                <a:ext uri="{FF2B5EF4-FFF2-40B4-BE49-F238E27FC236}">
                  <a16:creationId xmlns:a16="http://schemas.microsoft.com/office/drawing/2014/main" id="{F89912E7-44D4-D606-B389-C0E8BFE6F665}"/>
                </a:ext>
              </a:extLst>
            </p:cNvPr>
            <p:cNvGrpSpPr/>
            <p:nvPr/>
          </p:nvGrpSpPr>
          <p:grpSpPr>
            <a:xfrm>
              <a:off x="8762834" y="5913573"/>
              <a:ext cx="951915" cy="381000"/>
              <a:chOff x="8762834" y="5913573"/>
              <a:chExt cx="951915" cy="381000"/>
            </a:xfrm>
            <a:solidFill>
              <a:srgbClr val="DAE8FC"/>
            </a:solidFill>
          </p:grpSpPr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243F3322-85EB-C1A7-AC91-517ABE0F8847}"/>
                  </a:ext>
                </a:extLst>
              </p:cNvPr>
              <p:cNvSpPr/>
              <p:nvPr/>
            </p:nvSpPr>
            <p:spPr>
              <a:xfrm>
                <a:off x="8762834" y="591357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1" name="Picture 250">
                <a:extLst>
                  <a:ext uri="{FF2B5EF4-FFF2-40B4-BE49-F238E27FC236}">
                    <a16:creationId xmlns:a16="http://schemas.microsoft.com/office/drawing/2014/main" id="{D95F96B1-BEF6-7DA2-5950-C182082C6D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72353" y="599453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52" name="Graphic 18">
              <a:extLst>
                <a:ext uri="{FF2B5EF4-FFF2-40B4-BE49-F238E27FC236}">
                  <a16:creationId xmlns:a16="http://schemas.microsoft.com/office/drawing/2014/main" id="{1D1688B9-3C30-091D-FD48-8C4B3FE1DE89}"/>
                </a:ext>
              </a:extLst>
            </p:cNvPr>
            <p:cNvGrpSpPr/>
            <p:nvPr/>
          </p:nvGrpSpPr>
          <p:grpSpPr>
            <a:xfrm>
              <a:off x="8629566" y="7066098"/>
              <a:ext cx="76153" cy="283464"/>
              <a:chOff x="8629566" y="7066098"/>
              <a:chExt cx="76153" cy="283464"/>
            </a:xfrm>
          </p:grpSpPr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30C66BC0-9314-DF9B-3F11-8735814258D1}"/>
                  </a:ext>
                </a:extLst>
              </p:cNvPr>
              <p:cNvSpPr/>
              <p:nvPr/>
            </p:nvSpPr>
            <p:spPr>
              <a:xfrm>
                <a:off x="8667642" y="7066098"/>
                <a:ext cx="9519" cy="226314"/>
              </a:xfrm>
              <a:custGeom>
                <a:avLst/>
                <a:gdLst>
                  <a:gd name="csX0" fmla="*/ 0 w 9519"/>
                  <a:gd name="csY0" fmla="*/ 0 h 226314"/>
                  <a:gd name="csX1" fmla="*/ 0 w 9519"/>
                  <a:gd name="csY1" fmla="*/ 226314 h 2263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4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477CB4D4-B9FD-1E80-439C-F31C170ED004}"/>
                  </a:ext>
                </a:extLst>
              </p:cNvPr>
              <p:cNvSpPr/>
              <p:nvPr/>
            </p:nvSpPr>
            <p:spPr>
              <a:xfrm>
                <a:off x="8629566" y="727336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5" name="Graphic 18">
              <a:extLst>
                <a:ext uri="{FF2B5EF4-FFF2-40B4-BE49-F238E27FC236}">
                  <a16:creationId xmlns:a16="http://schemas.microsoft.com/office/drawing/2014/main" id="{3834C5BC-2071-AD00-ABDD-18A9796C2F1E}"/>
                </a:ext>
              </a:extLst>
            </p:cNvPr>
            <p:cNvGrpSpPr/>
            <p:nvPr/>
          </p:nvGrpSpPr>
          <p:grpSpPr>
            <a:xfrm>
              <a:off x="9174442" y="6842260"/>
              <a:ext cx="264251" cy="76200"/>
              <a:chOff x="9174442" y="6842260"/>
              <a:chExt cx="264251" cy="76200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EA022BC3-01AF-CB01-759E-3777B30EC347}"/>
                  </a:ext>
                </a:extLst>
              </p:cNvPr>
              <p:cNvSpPr/>
              <p:nvPr/>
            </p:nvSpPr>
            <p:spPr>
              <a:xfrm>
                <a:off x="9231557" y="68803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67953A14-4E9A-221E-F3CA-0DFB3D32F8C9}"/>
                  </a:ext>
                </a:extLst>
              </p:cNvPr>
              <p:cNvSpPr/>
              <p:nvPr/>
            </p:nvSpPr>
            <p:spPr>
              <a:xfrm>
                <a:off x="9174442" y="68422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8" name="Graphic 18">
              <a:extLst>
                <a:ext uri="{FF2B5EF4-FFF2-40B4-BE49-F238E27FC236}">
                  <a16:creationId xmlns:a16="http://schemas.microsoft.com/office/drawing/2014/main" id="{228343F6-B522-1B2C-A901-271B091CDEC3}"/>
                </a:ext>
              </a:extLst>
            </p:cNvPr>
            <p:cNvGrpSpPr/>
            <p:nvPr/>
          </p:nvGrpSpPr>
          <p:grpSpPr>
            <a:xfrm>
              <a:off x="8106012" y="6427923"/>
              <a:ext cx="285574" cy="285750"/>
              <a:chOff x="8106012" y="6427923"/>
              <a:chExt cx="285574" cy="285750"/>
            </a:xfrm>
            <a:noFill/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4587AE35-4FBE-4B77-605A-14E6EE9F3F6A}"/>
                  </a:ext>
                </a:extLst>
              </p:cNvPr>
              <p:cNvSpPr/>
              <p:nvPr/>
            </p:nvSpPr>
            <p:spPr>
              <a:xfrm>
                <a:off x="8106012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0" name="Picture 259">
                <a:extLst>
                  <a:ext uri="{FF2B5EF4-FFF2-40B4-BE49-F238E27FC236}">
                    <a16:creationId xmlns:a16="http://schemas.microsoft.com/office/drawing/2014/main" id="{64BF1BF6-CFAB-7078-F3E9-1EB1FBF6F4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01204" y="64850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1" name="Graphic 18">
              <a:extLst>
                <a:ext uri="{FF2B5EF4-FFF2-40B4-BE49-F238E27FC236}">
                  <a16:creationId xmlns:a16="http://schemas.microsoft.com/office/drawing/2014/main" id="{6E6B7CAA-EC09-F17E-F007-DBEACC66EF73}"/>
                </a:ext>
              </a:extLst>
            </p:cNvPr>
            <p:cNvGrpSpPr/>
            <p:nvPr/>
          </p:nvGrpSpPr>
          <p:grpSpPr>
            <a:xfrm>
              <a:off x="8343991" y="6304098"/>
              <a:ext cx="76153" cy="350139"/>
              <a:chOff x="8343991" y="6304098"/>
              <a:chExt cx="76153" cy="350139"/>
            </a:xfrm>
          </p:grpSpPr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3A2A7B1E-1304-A0EF-CC17-652E1D65F030}"/>
                  </a:ext>
                </a:extLst>
              </p:cNvPr>
              <p:cNvSpPr/>
              <p:nvPr/>
            </p:nvSpPr>
            <p:spPr>
              <a:xfrm>
                <a:off x="8382068" y="63040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00D09379-D206-4E1A-1DF1-D94700F0610A}"/>
                  </a:ext>
                </a:extLst>
              </p:cNvPr>
              <p:cNvSpPr/>
              <p:nvPr/>
            </p:nvSpPr>
            <p:spPr>
              <a:xfrm>
                <a:off x="8343991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64" name="Graphic 18">
              <a:extLst>
                <a:ext uri="{FF2B5EF4-FFF2-40B4-BE49-F238E27FC236}">
                  <a16:creationId xmlns:a16="http://schemas.microsoft.com/office/drawing/2014/main" id="{2634C72C-9206-03B0-66ED-D3F802CB5937}"/>
                </a:ext>
              </a:extLst>
            </p:cNvPr>
            <p:cNvGrpSpPr/>
            <p:nvPr/>
          </p:nvGrpSpPr>
          <p:grpSpPr>
            <a:xfrm>
              <a:off x="8934179" y="6427923"/>
              <a:ext cx="285574" cy="285750"/>
              <a:chOff x="8934179" y="6427923"/>
              <a:chExt cx="285574" cy="285750"/>
            </a:xfrm>
            <a:noFill/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BC860FF6-13C8-5BAB-D6CD-10032B0E0B7E}"/>
                  </a:ext>
                </a:extLst>
              </p:cNvPr>
              <p:cNvSpPr/>
              <p:nvPr/>
            </p:nvSpPr>
            <p:spPr>
              <a:xfrm>
                <a:off x="8934179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074CBD28-1794-3210-AD04-3FAE42E070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34130" y="64850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7" name="Graphic 18">
              <a:extLst>
                <a:ext uri="{FF2B5EF4-FFF2-40B4-BE49-F238E27FC236}">
                  <a16:creationId xmlns:a16="http://schemas.microsoft.com/office/drawing/2014/main" id="{E44D7CE5-CE2C-6A4E-F5FD-26A89934A4CA}"/>
                </a:ext>
              </a:extLst>
            </p:cNvPr>
            <p:cNvGrpSpPr/>
            <p:nvPr/>
          </p:nvGrpSpPr>
          <p:grpSpPr>
            <a:xfrm>
              <a:off x="9495809" y="5513523"/>
              <a:ext cx="76153" cy="369189"/>
              <a:chOff x="9495809" y="5513523"/>
              <a:chExt cx="76153" cy="369189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0E773A17-8C0C-089D-D736-08B213339965}"/>
                  </a:ext>
                </a:extLst>
              </p:cNvPr>
              <p:cNvSpPr/>
              <p:nvPr/>
            </p:nvSpPr>
            <p:spPr>
              <a:xfrm>
                <a:off x="9533885" y="5513523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454C508B-9E26-3145-C73C-3050DB01019B}"/>
                  </a:ext>
                </a:extLst>
              </p:cNvPr>
              <p:cNvSpPr/>
              <p:nvPr/>
            </p:nvSpPr>
            <p:spPr>
              <a:xfrm>
                <a:off x="9495809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0" name="Graphic 18">
              <a:extLst>
                <a:ext uri="{FF2B5EF4-FFF2-40B4-BE49-F238E27FC236}">
                  <a16:creationId xmlns:a16="http://schemas.microsoft.com/office/drawing/2014/main" id="{9ABEE56C-6939-2A87-188F-597BC9D90CA7}"/>
                </a:ext>
              </a:extLst>
            </p:cNvPr>
            <p:cNvGrpSpPr/>
            <p:nvPr/>
          </p:nvGrpSpPr>
          <p:grpSpPr>
            <a:xfrm>
              <a:off x="9745591" y="6070735"/>
              <a:ext cx="264251" cy="76200"/>
              <a:chOff x="9745591" y="6070735"/>
              <a:chExt cx="264251" cy="76200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338056CA-E668-208E-42B1-766661216D5A}"/>
                  </a:ext>
                </a:extLst>
              </p:cNvPr>
              <p:cNvSpPr/>
              <p:nvPr/>
            </p:nvSpPr>
            <p:spPr>
              <a:xfrm>
                <a:off x="9802706" y="610883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523D7F33-E86C-3627-2F88-5459D04C3355}"/>
                  </a:ext>
                </a:extLst>
              </p:cNvPr>
              <p:cNvSpPr/>
              <p:nvPr/>
            </p:nvSpPr>
            <p:spPr>
              <a:xfrm>
                <a:off x="9745591" y="607073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3" name="Graphic 18">
              <a:extLst>
                <a:ext uri="{FF2B5EF4-FFF2-40B4-BE49-F238E27FC236}">
                  <a16:creationId xmlns:a16="http://schemas.microsoft.com/office/drawing/2014/main" id="{0C59B56E-3A62-8B7A-7978-A7BFF8155EBF}"/>
                </a:ext>
              </a:extLst>
            </p:cNvPr>
            <p:cNvGrpSpPr/>
            <p:nvPr/>
          </p:nvGrpSpPr>
          <p:grpSpPr>
            <a:xfrm>
              <a:off x="8677162" y="5656398"/>
              <a:ext cx="285574" cy="285750"/>
              <a:chOff x="8677162" y="5656398"/>
              <a:chExt cx="285574" cy="285750"/>
            </a:xfrm>
            <a:noFill/>
          </p:grpSpPr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7D10905C-00C7-B326-A034-5D9464380894}"/>
                  </a:ext>
                </a:extLst>
              </p:cNvPr>
              <p:cNvSpPr/>
              <p:nvPr/>
            </p:nvSpPr>
            <p:spPr>
              <a:xfrm>
                <a:off x="8677162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1" name="Picture 310">
                <a:extLst>
                  <a:ext uri="{FF2B5EF4-FFF2-40B4-BE49-F238E27FC236}">
                    <a16:creationId xmlns:a16="http://schemas.microsoft.com/office/drawing/2014/main" id="{72C7F137-5607-4E40-68FE-ACF0E6E4A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72353" y="571354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12" name="Graphic 18">
              <a:extLst>
                <a:ext uri="{FF2B5EF4-FFF2-40B4-BE49-F238E27FC236}">
                  <a16:creationId xmlns:a16="http://schemas.microsoft.com/office/drawing/2014/main" id="{FC8FCD1C-E3D9-3757-8D38-D4AB107685F3}"/>
                </a:ext>
              </a:extLst>
            </p:cNvPr>
            <p:cNvGrpSpPr/>
            <p:nvPr/>
          </p:nvGrpSpPr>
          <p:grpSpPr>
            <a:xfrm>
              <a:off x="8915140" y="5532573"/>
              <a:ext cx="76153" cy="350139"/>
              <a:chOff x="8915140" y="5532573"/>
              <a:chExt cx="76153" cy="350139"/>
            </a:xfrm>
          </p:grpSpPr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8C0828EE-9327-F897-8F02-943FD37938CF}"/>
                  </a:ext>
                </a:extLst>
              </p:cNvPr>
              <p:cNvSpPr/>
              <p:nvPr/>
            </p:nvSpPr>
            <p:spPr>
              <a:xfrm>
                <a:off x="8953217" y="5532573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F188F462-24BE-0EDA-8E12-24D34EBE488F}"/>
                  </a:ext>
                </a:extLst>
              </p:cNvPr>
              <p:cNvSpPr/>
              <p:nvPr/>
            </p:nvSpPr>
            <p:spPr>
              <a:xfrm>
                <a:off x="8915140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21" name="Graphic 18">
              <a:extLst>
                <a:ext uri="{FF2B5EF4-FFF2-40B4-BE49-F238E27FC236}">
                  <a16:creationId xmlns:a16="http://schemas.microsoft.com/office/drawing/2014/main" id="{561DB685-6C2C-A39C-EAF0-C08748EC1F26}"/>
                </a:ext>
              </a:extLst>
            </p:cNvPr>
            <p:cNvGrpSpPr/>
            <p:nvPr/>
          </p:nvGrpSpPr>
          <p:grpSpPr>
            <a:xfrm>
              <a:off x="9505328" y="5656398"/>
              <a:ext cx="285574" cy="285750"/>
              <a:chOff x="9505328" y="5656398"/>
              <a:chExt cx="285574" cy="285750"/>
            </a:xfrm>
            <a:noFill/>
          </p:grpSpPr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94F1C0D0-A2B6-A458-FB8C-47DB5584F2EC}"/>
                  </a:ext>
                </a:extLst>
              </p:cNvPr>
              <p:cNvSpPr/>
              <p:nvPr/>
            </p:nvSpPr>
            <p:spPr>
              <a:xfrm>
                <a:off x="9505328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EA93C1F0-F70F-48B0-5C32-D5277D1FB1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05279" y="571354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28" name="Graphic 18">
              <a:extLst>
                <a:ext uri="{FF2B5EF4-FFF2-40B4-BE49-F238E27FC236}">
                  <a16:creationId xmlns:a16="http://schemas.microsoft.com/office/drawing/2014/main" id="{EB5A6C39-1DC6-780B-5550-E4651EB511DC}"/>
                </a:ext>
              </a:extLst>
            </p:cNvPr>
            <p:cNvGrpSpPr/>
            <p:nvPr/>
          </p:nvGrpSpPr>
          <p:grpSpPr>
            <a:xfrm>
              <a:off x="7763323" y="5253165"/>
              <a:ext cx="1350710" cy="1089033"/>
              <a:chOff x="7763323" y="5253165"/>
              <a:chExt cx="1350710" cy="1089033"/>
            </a:xfrm>
            <a:noFill/>
          </p:grpSpPr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40819D15-EC7D-0632-F2E3-4473102BBF6D}"/>
                  </a:ext>
                </a:extLst>
              </p:cNvPr>
              <p:cNvSpPr/>
              <p:nvPr/>
            </p:nvSpPr>
            <p:spPr>
              <a:xfrm>
                <a:off x="7763323" y="5961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6997C256-C779-8340-86C7-38BE5121E4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90382" y="5253165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1" name="Graphic 18">
              <a:extLst>
                <a:ext uri="{FF2B5EF4-FFF2-40B4-BE49-F238E27FC236}">
                  <a16:creationId xmlns:a16="http://schemas.microsoft.com/office/drawing/2014/main" id="{ED38549A-D8B3-FCC9-F62D-11A3C3D4201D}"/>
                </a:ext>
              </a:extLst>
            </p:cNvPr>
            <p:cNvGrpSpPr/>
            <p:nvPr/>
          </p:nvGrpSpPr>
          <p:grpSpPr>
            <a:xfrm>
              <a:off x="8232671" y="5199198"/>
              <a:ext cx="1339290" cy="1153194"/>
              <a:chOff x="8232671" y="5199198"/>
              <a:chExt cx="1339290" cy="1153194"/>
            </a:xfrm>
            <a:noFill/>
          </p:grpSpPr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0ED1613A-CCC4-E61F-0EFB-950AEA9AB674}"/>
                  </a:ext>
                </a:extLst>
              </p:cNvPr>
              <p:cNvSpPr/>
              <p:nvPr/>
            </p:nvSpPr>
            <p:spPr>
              <a:xfrm>
                <a:off x="8334472" y="5199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5" name="Picture 334">
                <a:extLst>
                  <a:ext uri="{FF2B5EF4-FFF2-40B4-BE49-F238E27FC236}">
                    <a16:creationId xmlns:a16="http://schemas.microsoft.com/office/drawing/2014/main" id="{DEDCCC2B-2B0D-4DA5-22D3-0A661FBF35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32671" y="6019017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9" name="Graphic 18">
              <a:extLst>
                <a:ext uri="{FF2B5EF4-FFF2-40B4-BE49-F238E27FC236}">
                  <a16:creationId xmlns:a16="http://schemas.microsoft.com/office/drawing/2014/main" id="{3568BBFE-665C-7F4A-1FAD-8ED3374E7B30}"/>
                </a:ext>
              </a:extLst>
            </p:cNvPr>
            <p:cNvGrpSpPr/>
            <p:nvPr/>
          </p:nvGrpSpPr>
          <p:grpSpPr>
            <a:xfrm>
              <a:off x="9172158" y="6666048"/>
              <a:ext cx="856723" cy="390525"/>
              <a:chOff x="9172158" y="6666048"/>
              <a:chExt cx="856723" cy="390525"/>
            </a:xfrm>
            <a:noFill/>
          </p:grpSpPr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2DCF3C32-7B86-D4D6-32E9-6FFEA8884E56}"/>
                  </a:ext>
                </a:extLst>
              </p:cNvPr>
              <p:cNvSpPr/>
              <p:nvPr/>
            </p:nvSpPr>
            <p:spPr>
              <a:xfrm>
                <a:off x="9172158" y="66660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1" name="Picture 340">
                <a:extLst>
                  <a:ext uri="{FF2B5EF4-FFF2-40B4-BE49-F238E27FC236}">
                    <a16:creationId xmlns:a16="http://schemas.microsoft.com/office/drawing/2014/main" id="{B963B026-84ED-CC41-F150-28E9DA5954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00568" y="67231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7" name="Picture 356">
              <a:extLst>
                <a:ext uri="{FF2B5EF4-FFF2-40B4-BE49-F238E27FC236}">
                  <a16:creationId xmlns:a16="http://schemas.microsoft.com/office/drawing/2014/main" id="{BA62FE4C-8899-AA70-C214-ACA440927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486326" y="5280396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7F0C8E-1BF5-F478-BA75-9D4A683C0E40}"/>
                  </a:ext>
                </a:extLst>
              </p:cNvPr>
              <p:cNvSpPr txBox="1"/>
              <p:nvPr/>
            </p:nvSpPr>
            <p:spPr>
              <a:xfrm>
                <a:off x="1910231" y="1827585"/>
                <a:ext cx="3681777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sSub>
                        <m:sSubPr>
                          <m:ctrlPr>
                            <a:rPr lang="ar-AE" altLang="zh-CN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b="0" i="1" dirty="0" smtClean="0">
                          <a:solidFill>
                            <a:srgbClr val="62731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b="0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7F0C8E-1BF5-F478-BA75-9D4A683C0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231" y="1827585"/>
                <a:ext cx="3681777" cy="369909"/>
              </a:xfrm>
              <a:prstGeom prst="rect">
                <a:avLst/>
              </a:prstGeom>
              <a:blipFill>
                <a:blip r:embed="rId17"/>
                <a:stretch>
                  <a:fillRect t="-10345" r="-1031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94D6AC-30B1-4378-2D06-D72820010464}"/>
              </a:ext>
            </a:extLst>
          </p:cNvPr>
          <p:cNvCxnSpPr>
            <a:cxnSpLocks/>
            <a:endCxn id="329" idx="0"/>
          </p:cNvCxnSpPr>
          <p:nvPr/>
        </p:nvCxnSpPr>
        <p:spPr>
          <a:xfrm>
            <a:off x="7240059" y="2483797"/>
            <a:ext cx="38983" cy="1994083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CB7C11-54D6-6F3C-133F-149B319AFF15}"/>
              </a:ext>
            </a:extLst>
          </p:cNvPr>
          <p:cNvCxnSpPr>
            <a:cxnSpLocks/>
            <a:endCxn id="334" idx="0"/>
          </p:cNvCxnSpPr>
          <p:nvPr/>
        </p:nvCxnSpPr>
        <p:spPr>
          <a:xfrm>
            <a:off x="7240059" y="2483797"/>
            <a:ext cx="610132" cy="1232083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7E11872A-B6EC-F45A-B745-03C5416B907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29645" y="2174356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F480B63-31A4-9DE6-58E8-31C291EDF5FC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C2BDE0EB-BC36-2175-BB04-239A452C4523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2597E8-C834-1123-F1A6-926AA1EF9086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4D1360B-B0EB-A61A-142D-AD065F2DBA9B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D62032-BF73-76BD-FA21-67E0088CFC31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D7AFA6A-A34F-589C-BEED-8E93E4DC33E4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411F9F7-019E-6FFB-5337-25CE3DD01A6C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AF5C30E3-047A-0902-6766-B6AE1F44F4C8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0" name="Text 13">
              <a:extLst>
                <a:ext uri="{FF2B5EF4-FFF2-40B4-BE49-F238E27FC236}">
                  <a16:creationId xmlns:a16="http://schemas.microsoft.com/office/drawing/2014/main" id="{3183FC28-530B-047C-DEA1-43E2C9282798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3" name="Text 13">
              <a:extLst>
                <a:ext uri="{FF2B5EF4-FFF2-40B4-BE49-F238E27FC236}">
                  <a16:creationId xmlns:a16="http://schemas.microsoft.com/office/drawing/2014/main" id="{E64B7A3B-1376-EA85-8820-45B71B4C489E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1B0E563-213D-3B2A-55DD-84C5ADA07FBE}"/>
              </a:ext>
            </a:extLst>
          </p:cNvPr>
          <p:cNvSpPr/>
          <p:nvPr/>
        </p:nvSpPr>
        <p:spPr>
          <a:xfrm>
            <a:off x="9105384" y="938648"/>
            <a:ext cx="224441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CE71A2-C197-A626-9393-92EA30E8D4AA}"/>
              </a:ext>
            </a:extLst>
          </p:cNvPr>
          <p:cNvSpPr/>
          <p:nvPr/>
        </p:nvSpPr>
        <p:spPr>
          <a:xfrm>
            <a:off x="1823241" y="933225"/>
            <a:ext cx="4978445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15959360"/>
      </p:ext>
    </p:extLst>
  </p:cSld>
  <p:clrMapOvr>
    <a:masterClrMapping/>
  </p:clrMapOvr>
  <p:transition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34FB-7F45-04DA-B12E-07A25AD04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F6066A-98B5-275F-58B8-A39C7DC6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E35D70-BEBE-01EB-04FF-861BECB5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59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C6A8A42F-3ECA-DA0B-62C4-2D4AAE08305C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B6E254BE-78D2-CF38-02DB-A573C3A796B8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861F08B3-0620-EBB4-E6AA-D72A84BFB551}"/>
              </a:ext>
            </a:extLst>
          </p:cNvPr>
          <p:cNvGrpSpPr/>
          <p:nvPr/>
        </p:nvGrpSpPr>
        <p:grpSpPr>
          <a:xfrm>
            <a:off x="2826208" y="2592895"/>
            <a:ext cx="1523064" cy="2347912"/>
            <a:chOff x="5440650" y="5113473"/>
            <a:chExt cx="1523064" cy="2347912"/>
          </a:xfrm>
        </p:grpSpPr>
        <p:grpSp>
          <p:nvGrpSpPr>
            <p:cNvPr id="183" name="Graphic 18">
              <a:extLst>
                <a:ext uri="{FF2B5EF4-FFF2-40B4-BE49-F238E27FC236}">
                  <a16:creationId xmlns:a16="http://schemas.microsoft.com/office/drawing/2014/main" id="{DD8DB890-0885-38F8-A7BD-2A36B32B8971}"/>
                </a:ext>
              </a:extLst>
            </p:cNvPr>
            <p:cNvGrpSpPr/>
            <p:nvPr/>
          </p:nvGrpSpPr>
          <p:grpSpPr>
            <a:xfrm>
              <a:off x="5647310" y="5438656"/>
              <a:ext cx="467866" cy="394525"/>
              <a:chOff x="5647310" y="5438656"/>
              <a:chExt cx="467866" cy="394525"/>
            </a:xfrm>
          </p:grpSpPr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375B6BAD-F9C9-51B3-B56F-08D472ECB06E}"/>
                  </a:ext>
                </a:extLst>
              </p:cNvPr>
              <p:cNvSpPr/>
              <p:nvPr/>
            </p:nvSpPr>
            <p:spPr>
              <a:xfrm>
                <a:off x="5691003" y="5438656"/>
                <a:ext cx="424173" cy="357663"/>
              </a:xfrm>
              <a:custGeom>
                <a:avLst/>
                <a:gdLst>
                  <a:gd name="csX0" fmla="*/ 424173 w 424173"/>
                  <a:gd name="csY0" fmla="*/ 0 h 357663"/>
                  <a:gd name="csX1" fmla="*/ 0 w 424173"/>
                  <a:gd name="csY1" fmla="*/ 357664 h 357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4173" h="357663">
                    <a:moveTo>
                      <a:pt x="424173" y="0"/>
                    </a:moveTo>
                    <a:lnTo>
                      <a:pt x="0" y="35766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74342F32-28D4-038A-E990-C37F2BB07CB5}"/>
                  </a:ext>
                </a:extLst>
              </p:cNvPr>
              <p:cNvSpPr/>
              <p:nvPr/>
            </p:nvSpPr>
            <p:spPr>
              <a:xfrm>
                <a:off x="5647310" y="5754981"/>
                <a:ext cx="82721" cy="78200"/>
              </a:xfrm>
              <a:custGeom>
                <a:avLst/>
                <a:gdLst>
                  <a:gd name="csX0" fmla="*/ 0 w 82721"/>
                  <a:gd name="csY0" fmla="*/ 78200 h 78200"/>
                  <a:gd name="csX1" fmla="*/ 33698 w 82721"/>
                  <a:gd name="csY1" fmla="*/ 0 h 78200"/>
                  <a:gd name="csX2" fmla="*/ 43693 w 82721"/>
                  <a:gd name="csY2" fmla="*/ 41338 h 78200"/>
                  <a:gd name="csX3" fmla="*/ 82721 w 82721"/>
                  <a:gd name="csY3" fmla="*/ 58198 h 7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721" h="78200">
                    <a:moveTo>
                      <a:pt x="0" y="78200"/>
                    </a:moveTo>
                    <a:lnTo>
                      <a:pt x="33698" y="0"/>
                    </a:lnTo>
                    <a:lnTo>
                      <a:pt x="43693" y="41338"/>
                    </a:lnTo>
                    <a:lnTo>
                      <a:pt x="82721" y="58198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6" name="Graphic 18">
              <a:extLst>
                <a:ext uri="{FF2B5EF4-FFF2-40B4-BE49-F238E27FC236}">
                  <a16:creationId xmlns:a16="http://schemas.microsoft.com/office/drawing/2014/main" id="{D81F3A20-9689-D45E-4BEC-338194248D47}"/>
                </a:ext>
              </a:extLst>
            </p:cNvPr>
            <p:cNvGrpSpPr/>
            <p:nvPr/>
          </p:nvGrpSpPr>
          <p:grpSpPr>
            <a:xfrm>
              <a:off x="6059395" y="5113473"/>
              <a:ext cx="380766" cy="381000"/>
              <a:chOff x="6059395" y="5113473"/>
              <a:chExt cx="380766" cy="381000"/>
            </a:xfrm>
            <a:solidFill>
              <a:srgbClr val="FFFFFF"/>
            </a:solidFill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A645B560-3371-9401-E7F6-BCC3FC3D94CA}"/>
                  </a:ext>
                </a:extLst>
              </p:cNvPr>
              <p:cNvSpPr/>
              <p:nvPr/>
            </p:nvSpPr>
            <p:spPr>
              <a:xfrm>
                <a:off x="6059395" y="511347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A7B1923A-F76A-F94E-09F4-532F52055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8914" y="520396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89" name="Graphic 18">
              <a:extLst>
                <a:ext uri="{FF2B5EF4-FFF2-40B4-BE49-F238E27FC236}">
                  <a16:creationId xmlns:a16="http://schemas.microsoft.com/office/drawing/2014/main" id="{8919C345-DBD2-E651-4DB0-C96BD715DA19}"/>
                </a:ext>
              </a:extLst>
            </p:cNvPr>
            <p:cNvGrpSpPr/>
            <p:nvPr/>
          </p:nvGrpSpPr>
          <p:grpSpPr>
            <a:xfrm>
              <a:off x="5765634" y="6172081"/>
              <a:ext cx="189526" cy="137254"/>
              <a:chOff x="5765634" y="6172081"/>
              <a:chExt cx="189526" cy="137254"/>
            </a:xfrm>
          </p:grpSpPr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650E69D5-9917-1C45-F920-A3BD02AE28EC}"/>
                  </a:ext>
                </a:extLst>
              </p:cNvPr>
              <p:cNvSpPr/>
              <p:nvPr/>
            </p:nvSpPr>
            <p:spPr>
              <a:xfrm>
                <a:off x="5765634" y="6172081"/>
                <a:ext cx="143263" cy="103727"/>
              </a:xfrm>
              <a:custGeom>
                <a:avLst/>
                <a:gdLst>
                  <a:gd name="csX0" fmla="*/ 0 w 143263"/>
                  <a:gd name="csY0" fmla="*/ 0 h 103727"/>
                  <a:gd name="csX1" fmla="*/ 143263 w 143263"/>
                  <a:gd name="csY1" fmla="*/ 103727 h 103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3263" h="103727">
                    <a:moveTo>
                      <a:pt x="0" y="0"/>
                    </a:moveTo>
                    <a:lnTo>
                      <a:pt x="143263" y="103727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02263E96-17EF-F73A-6019-057191AA7BBB}"/>
                  </a:ext>
                </a:extLst>
              </p:cNvPr>
              <p:cNvSpPr/>
              <p:nvPr/>
            </p:nvSpPr>
            <p:spPr>
              <a:xfrm>
                <a:off x="5871106" y="6233803"/>
                <a:ext cx="84054" cy="75533"/>
              </a:xfrm>
              <a:custGeom>
                <a:avLst/>
                <a:gdLst>
                  <a:gd name="csX0" fmla="*/ 84054 w 84054"/>
                  <a:gd name="csY0" fmla="*/ 75533 h 75533"/>
                  <a:gd name="csX1" fmla="*/ 0 w 84054"/>
                  <a:gd name="csY1" fmla="*/ 61722 h 75533"/>
                  <a:gd name="csX2" fmla="*/ 37791 w 84054"/>
                  <a:gd name="csY2" fmla="*/ 42005 h 75533"/>
                  <a:gd name="csX3" fmla="*/ 44645 w 84054"/>
                  <a:gd name="csY3" fmla="*/ 0 h 755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54" h="75533">
                    <a:moveTo>
                      <a:pt x="84054" y="75533"/>
                    </a:moveTo>
                    <a:lnTo>
                      <a:pt x="0" y="61722"/>
                    </a:lnTo>
                    <a:lnTo>
                      <a:pt x="37791" y="42005"/>
                    </a:lnTo>
                    <a:lnTo>
                      <a:pt x="4464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2" name="Graphic 18">
              <a:extLst>
                <a:ext uri="{FF2B5EF4-FFF2-40B4-BE49-F238E27FC236}">
                  <a16:creationId xmlns:a16="http://schemas.microsoft.com/office/drawing/2014/main" id="{0FE183EA-C9AB-93A4-E91D-6C2C5CA13BA1}"/>
                </a:ext>
              </a:extLst>
            </p:cNvPr>
            <p:cNvGrpSpPr/>
            <p:nvPr/>
          </p:nvGrpSpPr>
          <p:grpSpPr>
            <a:xfrm>
              <a:off x="5440650" y="5846898"/>
              <a:ext cx="380766" cy="381000"/>
              <a:chOff x="5440650" y="5846898"/>
              <a:chExt cx="380766" cy="381000"/>
            </a:xfrm>
            <a:solidFill>
              <a:srgbClr val="FFFFFF"/>
            </a:solidFill>
          </p:grpSpPr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03276E5A-73A2-5538-F384-87771CEE6E16}"/>
                  </a:ext>
                </a:extLst>
              </p:cNvPr>
              <p:cNvSpPr/>
              <p:nvPr/>
            </p:nvSpPr>
            <p:spPr>
              <a:xfrm>
                <a:off x="5440650" y="58468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1" name="Picture 220">
                <a:extLst>
                  <a:ext uri="{FF2B5EF4-FFF2-40B4-BE49-F238E27FC236}">
                    <a16:creationId xmlns:a16="http://schemas.microsoft.com/office/drawing/2014/main" id="{2EAAD5C4-A8C2-B877-4D09-42C1269946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169" y="5937385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2" name="Graphic 18">
              <a:extLst>
                <a:ext uri="{FF2B5EF4-FFF2-40B4-BE49-F238E27FC236}">
                  <a16:creationId xmlns:a16="http://schemas.microsoft.com/office/drawing/2014/main" id="{A0005B5D-8B00-BD2B-7043-8B1C3F9813AC}"/>
                </a:ext>
              </a:extLst>
            </p:cNvPr>
            <p:cNvGrpSpPr/>
            <p:nvPr/>
          </p:nvGrpSpPr>
          <p:grpSpPr>
            <a:xfrm>
              <a:off x="6241591" y="6591181"/>
              <a:ext cx="377053" cy="561975"/>
              <a:chOff x="6241591" y="6591181"/>
              <a:chExt cx="377053" cy="561975"/>
            </a:xfrm>
          </p:grpSpPr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845D41CD-15B2-29E7-42D0-38C7B7D1D4B2}"/>
                  </a:ext>
                </a:extLst>
              </p:cNvPr>
              <p:cNvSpPr/>
              <p:nvPr/>
            </p:nvSpPr>
            <p:spPr>
              <a:xfrm>
                <a:off x="6241591" y="6591181"/>
                <a:ext cx="345259" cy="514540"/>
              </a:xfrm>
              <a:custGeom>
                <a:avLst/>
                <a:gdLst>
                  <a:gd name="csX0" fmla="*/ 0 w 345259"/>
                  <a:gd name="csY0" fmla="*/ 0 h 514540"/>
                  <a:gd name="csX1" fmla="*/ 345260 w 345259"/>
                  <a:gd name="csY1" fmla="*/ 514540 h 5145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5259" h="514540">
                    <a:moveTo>
                      <a:pt x="0" y="0"/>
                    </a:moveTo>
                    <a:lnTo>
                      <a:pt x="345260" y="51454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E6A0C4F5-7E5F-0F52-A794-00E4289B8B96}"/>
                  </a:ext>
                </a:extLst>
              </p:cNvPr>
              <p:cNvSpPr/>
              <p:nvPr/>
            </p:nvSpPr>
            <p:spPr>
              <a:xfrm>
                <a:off x="6544586" y="7068669"/>
                <a:ext cx="74058" cy="84486"/>
              </a:xfrm>
              <a:custGeom>
                <a:avLst/>
                <a:gdLst>
                  <a:gd name="csX0" fmla="*/ 74059 w 74058"/>
                  <a:gd name="csY0" fmla="*/ 84487 h 84486"/>
                  <a:gd name="csX1" fmla="*/ 0 w 74058"/>
                  <a:gd name="csY1" fmla="*/ 42481 h 84486"/>
                  <a:gd name="csX2" fmla="*/ 42265 w 74058"/>
                  <a:gd name="csY2" fmla="*/ 37052 h 84486"/>
                  <a:gd name="csX3" fmla="*/ 63302 w 74058"/>
                  <a:gd name="csY3" fmla="*/ 0 h 844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058" h="84486">
                    <a:moveTo>
                      <a:pt x="74059" y="84487"/>
                    </a:moveTo>
                    <a:lnTo>
                      <a:pt x="0" y="42481"/>
                    </a:lnTo>
                    <a:lnTo>
                      <a:pt x="42265" y="37052"/>
                    </a:lnTo>
                    <a:lnTo>
                      <a:pt x="6330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5" name="Graphic 18">
              <a:extLst>
                <a:ext uri="{FF2B5EF4-FFF2-40B4-BE49-F238E27FC236}">
                  <a16:creationId xmlns:a16="http://schemas.microsoft.com/office/drawing/2014/main" id="{D4C28CCA-31B0-1D89-C807-0C2AA12D8FDE}"/>
                </a:ext>
              </a:extLst>
            </p:cNvPr>
            <p:cNvGrpSpPr/>
            <p:nvPr/>
          </p:nvGrpSpPr>
          <p:grpSpPr>
            <a:xfrm>
              <a:off x="5848641" y="6591181"/>
              <a:ext cx="123748" cy="558736"/>
              <a:chOff x="5848641" y="6591181"/>
              <a:chExt cx="123748" cy="558736"/>
            </a:xfrm>
          </p:grpSpPr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5BF069F9-2600-F070-4B9D-146A8199C6FD}"/>
                  </a:ext>
                </a:extLst>
              </p:cNvPr>
              <p:cNvSpPr/>
              <p:nvPr/>
            </p:nvSpPr>
            <p:spPr>
              <a:xfrm>
                <a:off x="5882814" y="6591181"/>
                <a:ext cx="89575" cy="502443"/>
              </a:xfrm>
              <a:custGeom>
                <a:avLst/>
                <a:gdLst>
                  <a:gd name="csX0" fmla="*/ 89575 w 89575"/>
                  <a:gd name="csY0" fmla="*/ 0 h 502443"/>
                  <a:gd name="csX1" fmla="*/ 0 w 89575"/>
                  <a:gd name="csY1" fmla="*/ 502444 h 5024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9575" h="502443">
                    <a:moveTo>
                      <a:pt x="89575" y="0"/>
                    </a:moveTo>
                    <a:lnTo>
                      <a:pt x="0" y="50244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F1FC90FA-766A-79B9-6CC3-D4C2B9EEABCA}"/>
                  </a:ext>
                </a:extLst>
              </p:cNvPr>
              <p:cNvSpPr/>
              <p:nvPr/>
            </p:nvSpPr>
            <p:spPr>
              <a:xfrm>
                <a:off x="5848641" y="7068193"/>
                <a:ext cx="75010" cy="81724"/>
              </a:xfrm>
              <a:custGeom>
                <a:avLst/>
                <a:gdLst>
                  <a:gd name="csX0" fmla="*/ 24083 w 75010"/>
                  <a:gd name="csY0" fmla="*/ 81725 h 81724"/>
                  <a:gd name="csX1" fmla="*/ 0 w 75010"/>
                  <a:gd name="csY1" fmla="*/ 0 h 81724"/>
                  <a:gd name="csX2" fmla="*/ 34174 w 75010"/>
                  <a:gd name="csY2" fmla="*/ 25432 h 81724"/>
                  <a:gd name="csX3" fmla="*/ 75011 w 75010"/>
                  <a:gd name="csY3" fmla="*/ 13431 h 8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010" h="81724">
                    <a:moveTo>
                      <a:pt x="24083" y="81725"/>
                    </a:moveTo>
                    <a:lnTo>
                      <a:pt x="0" y="0"/>
                    </a:lnTo>
                    <a:lnTo>
                      <a:pt x="34174" y="25432"/>
                    </a:lnTo>
                    <a:lnTo>
                      <a:pt x="75011" y="13431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8" name="Graphic 18">
              <a:extLst>
                <a:ext uri="{FF2B5EF4-FFF2-40B4-BE49-F238E27FC236}">
                  <a16:creationId xmlns:a16="http://schemas.microsoft.com/office/drawing/2014/main" id="{1CB2A8A2-A164-51F5-5037-7512136545B3}"/>
                </a:ext>
              </a:extLst>
            </p:cNvPr>
            <p:cNvGrpSpPr/>
            <p:nvPr/>
          </p:nvGrpSpPr>
          <p:grpSpPr>
            <a:xfrm>
              <a:off x="5916607" y="6265998"/>
              <a:ext cx="380766" cy="381000"/>
              <a:chOff x="5916607" y="6265998"/>
              <a:chExt cx="380766" cy="381000"/>
            </a:xfrm>
            <a:solidFill>
              <a:srgbClr val="FFFFFF"/>
            </a:solidFill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7069A3D4-4667-0EA4-D17E-D5D84118A499}"/>
                  </a:ext>
                </a:extLst>
              </p:cNvPr>
              <p:cNvSpPr/>
              <p:nvPr/>
            </p:nvSpPr>
            <p:spPr>
              <a:xfrm>
                <a:off x="5916607" y="62659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0" name="Picture 229">
                <a:extLst>
                  <a:ext uri="{FF2B5EF4-FFF2-40B4-BE49-F238E27FC236}">
                    <a16:creationId xmlns:a16="http://schemas.microsoft.com/office/drawing/2014/main" id="{CB2EB161-518F-5387-351B-BC6E9D2E6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26126" y="6351723"/>
                <a:ext cx="361727" cy="247650"/>
              </a:xfrm>
              <a:custGeom>
                <a:avLst/>
                <a:gdLst>
                  <a:gd name="csX0" fmla="*/ 0 w 361727"/>
                  <a:gd name="csY0" fmla="*/ 0 h 247650"/>
                  <a:gd name="csX1" fmla="*/ 361728 w 361727"/>
                  <a:gd name="csY1" fmla="*/ 0 h 247650"/>
                  <a:gd name="csX2" fmla="*/ 361728 w 361727"/>
                  <a:gd name="csY2" fmla="*/ 247650 h 247650"/>
                  <a:gd name="csX3" fmla="*/ 0 w 361727"/>
                  <a:gd name="csY3" fmla="*/ 247650 h 247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47650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47650"/>
                    </a:lnTo>
                    <a:lnTo>
                      <a:pt x="0" y="2476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1" name="Graphic 18">
              <a:extLst>
                <a:ext uri="{FF2B5EF4-FFF2-40B4-BE49-F238E27FC236}">
                  <a16:creationId xmlns:a16="http://schemas.microsoft.com/office/drawing/2014/main" id="{AD6DDF2B-2FD1-DA10-57CD-62B3C8DBC3AC}"/>
                </a:ext>
              </a:extLst>
            </p:cNvPr>
            <p:cNvGrpSpPr/>
            <p:nvPr/>
          </p:nvGrpSpPr>
          <p:grpSpPr>
            <a:xfrm>
              <a:off x="6384378" y="5438656"/>
              <a:ext cx="374293" cy="392810"/>
              <a:chOff x="6384378" y="5438656"/>
              <a:chExt cx="374293" cy="392810"/>
            </a:xfrm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B020E5FB-E55D-3B1E-8390-402C10325934}"/>
                  </a:ext>
                </a:extLst>
              </p:cNvPr>
              <p:cNvSpPr/>
              <p:nvPr/>
            </p:nvSpPr>
            <p:spPr>
              <a:xfrm>
                <a:off x="6384378" y="5438656"/>
                <a:ext cx="334883" cy="351472"/>
              </a:xfrm>
              <a:custGeom>
                <a:avLst/>
                <a:gdLst>
                  <a:gd name="csX0" fmla="*/ 0 w 334883"/>
                  <a:gd name="csY0" fmla="*/ 0 h 351472"/>
                  <a:gd name="csX1" fmla="*/ 334884 w 334883"/>
                  <a:gd name="csY1" fmla="*/ 351472 h 351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4883" h="351472">
                    <a:moveTo>
                      <a:pt x="0" y="0"/>
                    </a:moveTo>
                    <a:lnTo>
                      <a:pt x="334884" y="351472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1EB65ED2-73F1-3542-FAC7-8AA6652B7DCD}"/>
                  </a:ext>
                </a:extLst>
              </p:cNvPr>
              <p:cNvSpPr/>
              <p:nvPr/>
            </p:nvSpPr>
            <p:spPr>
              <a:xfrm>
                <a:off x="6678520" y="5750028"/>
                <a:ext cx="80151" cy="81438"/>
              </a:xfrm>
              <a:custGeom>
                <a:avLst/>
                <a:gdLst>
                  <a:gd name="csX0" fmla="*/ 80151 w 80151"/>
                  <a:gd name="csY0" fmla="*/ 81439 h 81438"/>
                  <a:gd name="csX1" fmla="*/ 0 w 80151"/>
                  <a:gd name="csY1" fmla="*/ 52578 h 81438"/>
                  <a:gd name="csX2" fmla="*/ 40742 w 80151"/>
                  <a:gd name="csY2" fmla="*/ 40100 h 81438"/>
                  <a:gd name="csX3" fmla="*/ 55116 w 80151"/>
                  <a:gd name="csY3" fmla="*/ 0 h 814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0151" h="81438">
                    <a:moveTo>
                      <a:pt x="80151" y="81439"/>
                    </a:moveTo>
                    <a:lnTo>
                      <a:pt x="0" y="52578"/>
                    </a:lnTo>
                    <a:lnTo>
                      <a:pt x="40742" y="40100"/>
                    </a:lnTo>
                    <a:lnTo>
                      <a:pt x="551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4" name="Graphic 18">
              <a:extLst>
                <a:ext uri="{FF2B5EF4-FFF2-40B4-BE49-F238E27FC236}">
                  <a16:creationId xmlns:a16="http://schemas.microsoft.com/office/drawing/2014/main" id="{BABEFC80-44C7-1C69-FAFD-5C1BCD391E7C}"/>
                </a:ext>
              </a:extLst>
            </p:cNvPr>
            <p:cNvGrpSpPr/>
            <p:nvPr/>
          </p:nvGrpSpPr>
          <p:grpSpPr>
            <a:xfrm>
              <a:off x="5631033" y="6227898"/>
              <a:ext cx="187146" cy="922019"/>
              <a:chOff x="5631033" y="6227898"/>
              <a:chExt cx="187146" cy="922019"/>
            </a:xfrm>
          </p:grpSpPr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2E221B19-441B-1CB0-69CB-3EA2A0F124EF}"/>
                  </a:ext>
                </a:extLst>
              </p:cNvPr>
              <p:cNvSpPr/>
              <p:nvPr/>
            </p:nvSpPr>
            <p:spPr>
              <a:xfrm>
                <a:off x="5631033" y="6227898"/>
                <a:ext cx="152972" cy="865727"/>
              </a:xfrm>
              <a:custGeom>
                <a:avLst/>
                <a:gdLst>
                  <a:gd name="csX0" fmla="*/ 0 w 152972"/>
                  <a:gd name="csY0" fmla="*/ 0 h 865727"/>
                  <a:gd name="csX1" fmla="*/ 152973 w 152972"/>
                  <a:gd name="csY1" fmla="*/ 865727 h 865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972" h="865727">
                    <a:moveTo>
                      <a:pt x="0" y="0"/>
                    </a:moveTo>
                    <a:lnTo>
                      <a:pt x="152973" y="865727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651FA590-3369-65B5-759E-3911DCBB4AA0}"/>
                  </a:ext>
                </a:extLst>
              </p:cNvPr>
              <p:cNvSpPr/>
              <p:nvPr/>
            </p:nvSpPr>
            <p:spPr>
              <a:xfrm>
                <a:off x="5743168" y="7068193"/>
                <a:ext cx="75010" cy="81724"/>
              </a:xfrm>
              <a:custGeom>
                <a:avLst/>
                <a:gdLst>
                  <a:gd name="csX0" fmla="*/ 50737 w 75010"/>
                  <a:gd name="csY0" fmla="*/ 81725 h 81724"/>
                  <a:gd name="csX1" fmla="*/ 0 w 75010"/>
                  <a:gd name="csY1" fmla="*/ 13335 h 81724"/>
                  <a:gd name="csX2" fmla="*/ 40837 w 75010"/>
                  <a:gd name="csY2" fmla="*/ 25432 h 81724"/>
                  <a:gd name="csX3" fmla="*/ 75011 w 75010"/>
                  <a:gd name="csY3" fmla="*/ 0 h 8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010" h="81724">
                    <a:moveTo>
                      <a:pt x="50737" y="81725"/>
                    </a:moveTo>
                    <a:lnTo>
                      <a:pt x="0" y="13335"/>
                    </a:lnTo>
                    <a:lnTo>
                      <a:pt x="40837" y="25432"/>
                    </a:lnTo>
                    <a:lnTo>
                      <a:pt x="750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7" name="Graphic 18">
              <a:extLst>
                <a:ext uri="{FF2B5EF4-FFF2-40B4-BE49-F238E27FC236}">
                  <a16:creationId xmlns:a16="http://schemas.microsoft.com/office/drawing/2014/main" id="{7ED7BD3B-C8CD-BD48-82FF-0D845B508D2E}"/>
                </a:ext>
              </a:extLst>
            </p:cNvPr>
            <p:cNvGrpSpPr/>
            <p:nvPr/>
          </p:nvGrpSpPr>
          <p:grpSpPr>
            <a:xfrm>
              <a:off x="5726224" y="7170873"/>
              <a:ext cx="285574" cy="290512"/>
              <a:chOff x="5726224" y="7170873"/>
              <a:chExt cx="285574" cy="290512"/>
            </a:xfrm>
            <a:solidFill>
              <a:srgbClr val="FFFFFF"/>
            </a:solidFill>
          </p:grpSpPr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5641F69C-B8EB-4A97-CA17-329611D8824D}"/>
                  </a:ext>
                </a:extLst>
              </p:cNvPr>
              <p:cNvSpPr/>
              <p:nvPr/>
            </p:nvSpPr>
            <p:spPr>
              <a:xfrm>
                <a:off x="5726224" y="7170873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9" name="Picture 238">
                <a:extLst>
                  <a:ext uri="{FF2B5EF4-FFF2-40B4-BE49-F238E27FC236}">
                    <a16:creationId xmlns:a16="http://schemas.microsoft.com/office/drawing/2014/main" id="{0AAEE94B-A460-8515-FA5D-CE1C379153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35743" y="7204210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0" name="Graphic 18">
              <a:extLst>
                <a:ext uri="{FF2B5EF4-FFF2-40B4-BE49-F238E27FC236}">
                  <a16:creationId xmlns:a16="http://schemas.microsoft.com/office/drawing/2014/main" id="{CC78DF15-7FEE-E6A3-B524-BE6A53C03D24}"/>
                </a:ext>
              </a:extLst>
            </p:cNvPr>
            <p:cNvGrpSpPr/>
            <p:nvPr/>
          </p:nvGrpSpPr>
          <p:grpSpPr>
            <a:xfrm>
              <a:off x="6487756" y="7170873"/>
              <a:ext cx="285574" cy="290512"/>
              <a:chOff x="6487756" y="7170873"/>
              <a:chExt cx="285574" cy="290512"/>
            </a:xfrm>
            <a:solidFill>
              <a:srgbClr val="FFFFFF"/>
            </a:solidFill>
          </p:grpSpPr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94C512A0-0EDF-17C4-D184-8703FAA6A849}"/>
                  </a:ext>
                </a:extLst>
              </p:cNvPr>
              <p:cNvSpPr/>
              <p:nvPr/>
            </p:nvSpPr>
            <p:spPr>
              <a:xfrm>
                <a:off x="6487756" y="7170873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2" name="Picture 241">
                <a:extLst>
                  <a:ext uri="{FF2B5EF4-FFF2-40B4-BE49-F238E27FC236}">
                    <a16:creationId xmlns:a16="http://schemas.microsoft.com/office/drawing/2014/main" id="{FF878EF8-29C2-8297-3FD6-4ACC30935B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7276" y="7204210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45" name="Graphic 18">
              <a:extLst>
                <a:ext uri="{FF2B5EF4-FFF2-40B4-BE49-F238E27FC236}">
                  <a16:creationId xmlns:a16="http://schemas.microsoft.com/office/drawing/2014/main" id="{5214BC14-8D0B-A8C4-3D3A-C7D799C840F0}"/>
                </a:ext>
              </a:extLst>
            </p:cNvPr>
            <p:cNvGrpSpPr/>
            <p:nvPr/>
          </p:nvGrpSpPr>
          <p:grpSpPr>
            <a:xfrm>
              <a:off x="6671286" y="6227898"/>
              <a:ext cx="102045" cy="921734"/>
              <a:chOff x="6671286" y="6227898"/>
              <a:chExt cx="102045" cy="921734"/>
            </a:xfrm>
          </p:grpSpPr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E043DEFE-8C98-B362-7756-58D4894AA495}"/>
                  </a:ext>
                </a:extLst>
              </p:cNvPr>
              <p:cNvSpPr/>
              <p:nvPr/>
            </p:nvSpPr>
            <p:spPr>
              <a:xfrm>
                <a:off x="6707839" y="6227898"/>
                <a:ext cx="65491" cy="864774"/>
              </a:xfrm>
              <a:custGeom>
                <a:avLst/>
                <a:gdLst>
                  <a:gd name="csX0" fmla="*/ 65492 w 65491"/>
                  <a:gd name="csY0" fmla="*/ 0 h 864774"/>
                  <a:gd name="csX1" fmla="*/ 0 w 65491"/>
                  <a:gd name="csY1" fmla="*/ 864775 h 864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491" h="864774">
                    <a:moveTo>
                      <a:pt x="65492" y="0"/>
                    </a:moveTo>
                    <a:lnTo>
                      <a:pt x="0" y="864775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96AC720D-A0BD-FD47-C204-90A649C5D0E9}"/>
                  </a:ext>
                </a:extLst>
              </p:cNvPr>
              <p:cNvSpPr/>
              <p:nvPr/>
            </p:nvSpPr>
            <p:spPr>
              <a:xfrm>
                <a:off x="6671286" y="7070765"/>
                <a:ext cx="75962" cy="78867"/>
              </a:xfrm>
              <a:custGeom>
                <a:avLst/>
                <a:gdLst>
                  <a:gd name="csX0" fmla="*/ 32270 w 75962"/>
                  <a:gd name="csY0" fmla="*/ 78867 h 78867"/>
                  <a:gd name="csX1" fmla="*/ 0 w 75962"/>
                  <a:gd name="csY1" fmla="*/ 0 h 78867"/>
                  <a:gd name="csX2" fmla="*/ 36554 w 75962"/>
                  <a:gd name="csY2" fmla="*/ 21907 h 78867"/>
                  <a:gd name="csX3" fmla="*/ 75963 w 75962"/>
                  <a:gd name="csY3" fmla="*/ 5810 h 78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62" h="78867">
                    <a:moveTo>
                      <a:pt x="32270" y="78867"/>
                    </a:moveTo>
                    <a:lnTo>
                      <a:pt x="0" y="0"/>
                    </a:lnTo>
                    <a:lnTo>
                      <a:pt x="36554" y="21907"/>
                    </a:lnTo>
                    <a:lnTo>
                      <a:pt x="75963" y="581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8" name="Graphic 18">
              <a:extLst>
                <a:ext uri="{FF2B5EF4-FFF2-40B4-BE49-F238E27FC236}">
                  <a16:creationId xmlns:a16="http://schemas.microsoft.com/office/drawing/2014/main" id="{2386E110-A079-F677-8352-46114FC62C18}"/>
                </a:ext>
              </a:extLst>
            </p:cNvPr>
            <p:cNvGrpSpPr/>
            <p:nvPr/>
          </p:nvGrpSpPr>
          <p:grpSpPr>
            <a:xfrm>
              <a:off x="5952590" y="6172081"/>
              <a:ext cx="686140" cy="981360"/>
              <a:chOff x="5952590" y="6172081"/>
              <a:chExt cx="686140" cy="981360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81E9AFE2-A609-4F83-18BE-A05CF1D04B3E}"/>
                  </a:ext>
                </a:extLst>
              </p:cNvPr>
              <p:cNvSpPr/>
              <p:nvPr/>
            </p:nvSpPr>
            <p:spPr>
              <a:xfrm>
                <a:off x="5985336" y="6172081"/>
                <a:ext cx="653394" cy="934497"/>
              </a:xfrm>
              <a:custGeom>
                <a:avLst/>
                <a:gdLst>
                  <a:gd name="csX0" fmla="*/ 653395 w 653394"/>
                  <a:gd name="csY0" fmla="*/ 0 h 934497"/>
                  <a:gd name="csX1" fmla="*/ 0 w 653394"/>
                  <a:gd name="csY1" fmla="*/ 934498 h 9344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3394" h="934497">
                    <a:moveTo>
                      <a:pt x="653395" y="0"/>
                    </a:moveTo>
                    <a:lnTo>
                      <a:pt x="0" y="934498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9B39F9D7-634E-01CD-311B-603E7B1BD00D}"/>
                  </a:ext>
                </a:extLst>
              </p:cNvPr>
              <p:cNvSpPr/>
              <p:nvPr/>
            </p:nvSpPr>
            <p:spPr>
              <a:xfrm>
                <a:off x="5952590" y="7069146"/>
                <a:ext cx="74915" cy="84296"/>
              </a:xfrm>
              <a:custGeom>
                <a:avLst/>
                <a:gdLst>
                  <a:gd name="csX0" fmla="*/ 0 w 74915"/>
                  <a:gd name="csY0" fmla="*/ 84296 h 84296"/>
                  <a:gd name="csX1" fmla="*/ 12470 w 74915"/>
                  <a:gd name="csY1" fmla="*/ 0 h 84296"/>
                  <a:gd name="csX2" fmla="*/ 32746 w 74915"/>
                  <a:gd name="csY2" fmla="*/ 37433 h 84296"/>
                  <a:gd name="csX3" fmla="*/ 74916 w 74915"/>
                  <a:gd name="csY3" fmla="*/ 43719 h 84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915" h="84296">
                    <a:moveTo>
                      <a:pt x="0" y="84296"/>
                    </a:moveTo>
                    <a:lnTo>
                      <a:pt x="12470" y="0"/>
                    </a:lnTo>
                    <a:lnTo>
                      <a:pt x="32746" y="37433"/>
                    </a:lnTo>
                    <a:lnTo>
                      <a:pt x="74916" y="43719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1" name="Graphic 18">
              <a:extLst>
                <a:ext uri="{FF2B5EF4-FFF2-40B4-BE49-F238E27FC236}">
                  <a16:creationId xmlns:a16="http://schemas.microsoft.com/office/drawing/2014/main" id="{AA16DD71-FC97-CCC3-C2B8-C38588C80B95}"/>
                </a:ext>
              </a:extLst>
            </p:cNvPr>
            <p:cNvGrpSpPr/>
            <p:nvPr/>
          </p:nvGrpSpPr>
          <p:grpSpPr>
            <a:xfrm>
              <a:off x="6582948" y="5846898"/>
              <a:ext cx="380766" cy="381000"/>
              <a:chOff x="6582948" y="5846898"/>
              <a:chExt cx="380766" cy="381000"/>
            </a:xfrm>
            <a:solidFill>
              <a:srgbClr val="FFFFFF"/>
            </a:solidFill>
          </p:grpSpPr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480689E9-CEDB-4A6D-B8E8-CEB533E6A222}"/>
                  </a:ext>
                </a:extLst>
              </p:cNvPr>
              <p:cNvSpPr/>
              <p:nvPr/>
            </p:nvSpPr>
            <p:spPr>
              <a:xfrm>
                <a:off x="6582948" y="58468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53" name="Picture 352">
                <a:extLst>
                  <a:ext uri="{FF2B5EF4-FFF2-40B4-BE49-F238E27FC236}">
                    <a16:creationId xmlns:a16="http://schemas.microsoft.com/office/drawing/2014/main" id="{BBDDB36A-934D-1950-21C5-314C22FE7C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92467" y="5932623"/>
                <a:ext cx="361727" cy="247650"/>
              </a:xfrm>
              <a:custGeom>
                <a:avLst/>
                <a:gdLst>
                  <a:gd name="csX0" fmla="*/ 0 w 361727"/>
                  <a:gd name="csY0" fmla="*/ 0 h 247650"/>
                  <a:gd name="csX1" fmla="*/ 361728 w 361727"/>
                  <a:gd name="csY1" fmla="*/ 0 h 247650"/>
                  <a:gd name="csX2" fmla="*/ 361728 w 361727"/>
                  <a:gd name="csY2" fmla="*/ 247650 h 247650"/>
                  <a:gd name="csX3" fmla="*/ 0 w 361727"/>
                  <a:gd name="csY3" fmla="*/ 247650 h 247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47650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47650"/>
                    </a:lnTo>
                    <a:lnTo>
                      <a:pt x="0" y="24765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F03B34AE-0F59-AD60-68A7-C033F2B322D8}"/>
              </a:ext>
            </a:extLst>
          </p:cNvPr>
          <p:cNvGrpSpPr/>
          <p:nvPr/>
        </p:nvGrpSpPr>
        <p:grpSpPr>
          <a:xfrm>
            <a:off x="6660297" y="3715880"/>
            <a:ext cx="2836707" cy="2150364"/>
            <a:chOff x="7763323" y="5199198"/>
            <a:chExt cx="2836707" cy="2150364"/>
          </a:xfrm>
        </p:grpSpPr>
        <p:grpSp>
          <p:nvGrpSpPr>
            <p:cNvPr id="342" name="Graphic 18">
              <a:extLst>
                <a:ext uri="{FF2B5EF4-FFF2-40B4-BE49-F238E27FC236}">
                  <a16:creationId xmlns:a16="http://schemas.microsoft.com/office/drawing/2014/main" id="{9D593A88-6CA4-E839-0C7E-2C6115F50C2F}"/>
                </a:ext>
              </a:extLst>
            </p:cNvPr>
            <p:cNvGrpSpPr/>
            <p:nvPr/>
          </p:nvGrpSpPr>
          <p:grpSpPr>
            <a:xfrm>
              <a:off x="9743307" y="5884998"/>
              <a:ext cx="856723" cy="390525"/>
              <a:chOff x="9743307" y="5884998"/>
              <a:chExt cx="856723" cy="390525"/>
            </a:xfrm>
            <a:noFill/>
          </p:grpSpPr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D94A746A-8927-E9D0-51BE-CF1EC412B8E8}"/>
                  </a:ext>
                </a:extLst>
              </p:cNvPr>
              <p:cNvSpPr/>
              <p:nvPr/>
            </p:nvSpPr>
            <p:spPr>
              <a:xfrm>
                <a:off x="9743307" y="588499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4" name="Picture 343">
                <a:extLst>
                  <a:ext uri="{FF2B5EF4-FFF2-40B4-BE49-F238E27FC236}">
                    <a16:creationId xmlns:a16="http://schemas.microsoft.com/office/drawing/2014/main" id="{C9FA360C-BBEF-F1A9-F088-F67D95D7B2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71718" y="594214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3" name="Graphic 18">
              <a:extLst>
                <a:ext uri="{FF2B5EF4-FFF2-40B4-BE49-F238E27FC236}">
                  <a16:creationId xmlns:a16="http://schemas.microsoft.com/office/drawing/2014/main" id="{C633DEE7-6474-9BE8-4071-77F9727347CF}"/>
                </a:ext>
              </a:extLst>
            </p:cNvPr>
            <p:cNvGrpSpPr/>
            <p:nvPr/>
          </p:nvGrpSpPr>
          <p:grpSpPr>
            <a:xfrm>
              <a:off x="8191685" y="6685098"/>
              <a:ext cx="951915" cy="381000"/>
              <a:chOff x="8191685" y="6685098"/>
              <a:chExt cx="951915" cy="381000"/>
            </a:xfrm>
            <a:solidFill>
              <a:srgbClr val="DAE8FC"/>
            </a:solidFill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BB34D2D7-F653-C28A-1DB0-F3D34DAAC1BF}"/>
                  </a:ext>
                </a:extLst>
              </p:cNvPr>
              <p:cNvSpPr/>
              <p:nvPr/>
            </p:nvSpPr>
            <p:spPr>
              <a:xfrm>
                <a:off x="8191685" y="66850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5" name="Picture 244">
                <a:extLst>
                  <a:ext uri="{FF2B5EF4-FFF2-40B4-BE49-F238E27FC236}">
                    <a16:creationId xmlns:a16="http://schemas.microsoft.com/office/drawing/2014/main" id="{373283B2-706F-BBB7-2CBF-4CDE34190F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1204" y="67660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6" name="Graphic 18">
              <a:extLst>
                <a:ext uri="{FF2B5EF4-FFF2-40B4-BE49-F238E27FC236}">
                  <a16:creationId xmlns:a16="http://schemas.microsoft.com/office/drawing/2014/main" id="{4A69C877-E174-4FB2-0906-6D5576BCC3BC}"/>
                </a:ext>
              </a:extLst>
            </p:cNvPr>
            <p:cNvGrpSpPr/>
            <p:nvPr/>
          </p:nvGrpSpPr>
          <p:grpSpPr>
            <a:xfrm>
              <a:off x="8924660" y="6285048"/>
              <a:ext cx="76153" cy="369189"/>
              <a:chOff x="8924660" y="6285048"/>
              <a:chExt cx="76153" cy="369189"/>
            </a:xfrm>
          </p:grpSpPr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2A2443BA-2542-C4EC-7FD9-70AC6C2B76F3}"/>
                  </a:ext>
                </a:extLst>
              </p:cNvPr>
              <p:cNvSpPr/>
              <p:nvPr/>
            </p:nvSpPr>
            <p:spPr>
              <a:xfrm>
                <a:off x="8962736" y="62850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0B7EB1FA-EB4A-057E-1F5D-95EBE565721C}"/>
                  </a:ext>
                </a:extLst>
              </p:cNvPr>
              <p:cNvSpPr/>
              <p:nvPr/>
            </p:nvSpPr>
            <p:spPr>
              <a:xfrm>
                <a:off x="8924660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9" name="Graphic 18">
              <a:extLst>
                <a:ext uri="{FF2B5EF4-FFF2-40B4-BE49-F238E27FC236}">
                  <a16:creationId xmlns:a16="http://schemas.microsoft.com/office/drawing/2014/main" id="{E4861353-107B-3D5D-C01F-22CFE061EEAB}"/>
                </a:ext>
              </a:extLst>
            </p:cNvPr>
            <p:cNvGrpSpPr/>
            <p:nvPr/>
          </p:nvGrpSpPr>
          <p:grpSpPr>
            <a:xfrm>
              <a:off x="8762834" y="5913573"/>
              <a:ext cx="951915" cy="381000"/>
              <a:chOff x="8762834" y="5913573"/>
              <a:chExt cx="951915" cy="381000"/>
            </a:xfrm>
            <a:solidFill>
              <a:srgbClr val="DAE8FC"/>
            </a:solidFill>
          </p:grpSpPr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B6DCACD4-E43A-46F5-C3B8-65A405AD1C01}"/>
                  </a:ext>
                </a:extLst>
              </p:cNvPr>
              <p:cNvSpPr/>
              <p:nvPr/>
            </p:nvSpPr>
            <p:spPr>
              <a:xfrm>
                <a:off x="8762834" y="591357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1" name="Picture 250">
                <a:extLst>
                  <a:ext uri="{FF2B5EF4-FFF2-40B4-BE49-F238E27FC236}">
                    <a16:creationId xmlns:a16="http://schemas.microsoft.com/office/drawing/2014/main" id="{4600B283-A9AE-FD36-5E04-9D30052A13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72353" y="599453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52" name="Graphic 18">
              <a:extLst>
                <a:ext uri="{FF2B5EF4-FFF2-40B4-BE49-F238E27FC236}">
                  <a16:creationId xmlns:a16="http://schemas.microsoft.com/office/drawing/2014/main" id="{AB7CC273-AC5D-1D30-BBE3-36F8BF14FD60}"/>
                </a:ext>
              </a:extLst>
            </p:cNvPr>
            <p:cNvGrpSpPr/>
            <p:nvPr/>
          </p:nvGrpSpPr>
          <p:grpSpPr>
            <a:xfrm>
              <a:off x="8629566" y="7066098"/>
              <a:ext cx="76153" cy="283464"/>
              <a:chOff x="8629566" y="7066098"/>
              <a:chExt cx="76153" cy="283464"/>
            </a:xfrm>
          </p:grpSpPr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712D7391-6267-E15D-43E6-A63CD2A2854B}"/>
                  </a:ext>
                </a:extLst>
              </p:cNvPr>
              <p:cNvSpPr/>
              <p:nvPr/>
            </p:nvSpPr>
            <p:spPr>
              <a:xfrm>
                <a:off x="8667642" y="7066098"/>
                <a:ext cx="9519" cy="226314"/>
              </a:xfrm>
              <a:custGeom>
                <a:avLst/>
                <a:gdLst>
                  <a:gd name="csX0" fmla="*/ 0 w 9519"/>
                  <a:gd name="csY0" fmla="*/ 0 h 226314"/>
                  <a:gd name="csX1" fmla="*/ 0 w 9519"/>
                  <a:gd name="csY1" fmla="*/ 226314 h 2263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4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C05D696F-BE90-A945-4770-824379EC128C}"/>
                  </a:ext>
                </a:extLst>
              </p:cNvPr>
              <p:cNvSpPr/>
              <p:nvPr/>
            </p:nvSpPr>
            <p:spPr>
              <a:xfrm>
                <a:off x="8629566" y="727336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5" name="Graphic 18">
              <a:extLst>
                <a:ext uri="{FF2B5EF4-FFF2-40B4-BE49-F238E27FC236}">
                  <a16:creationId xmlns:a16="http://schemas.microsoft.com/office/drawing/2014/main" id="{3BEDD437-E7AB-793A-CFE4-00DB0ADF2AE6}"/>
                </a:ext>
              </a:extLst>
            </p:cNvPr>
            <p:cNvGrpSpPr/>
            <p:nvPr/>
          </p:nvGrpSpPr>
          <p:grpSpPr>
            <a:xfrm>
              <a:off x="9174442" y="6842260"/>
              <a:ext cx="264251" cy="76200"/>
              <a:chOff x="9174442" y="6842260"/>
              <a:chExt cx="264251" cy="76200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1A0EE687-2B34-4C46-3B16-1139D86CE7CF}"/>
                  </a:ext>
                </a:extLst>
              </p:cNvPr>
              <p:cNvSpPr/>
              <p:nvPr/>
            </p:nvSpPr>
            <p:spPr>
              <a:xfrm>
                <a:off x="9231557" y="68803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72CD9A51-5C06-A098-D8A7-97457FB26592}"/>
                  </a:ext>
                </a:extLst>
              </p:cNvPr>
              <p:cNvSpPr/>
              <p:nvPr/>
            </p:nvSpPr>
            <p:spPr>
              <a:xfrm>
                <a:off x="9174442" y="68422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8" name="Graphic 18">
              <a:extLst>
                <a:ext uri="{FF2B5EF4-FFF2-40B4-BE49-F238E27FC236}">
                  <a16:creationId xmlns:a16="http://schemas.microsoft.com/office/drawing/2014/main" id="{DFC26B27-1067-4CF1-942B-82BA02B9A7A7}"/>
                </a:ext>
              </a:extLst>
            </p:cNvPr>
            <p:cNvGrpSpPr/>
            <p:nvPr/>
          </p:nvGrpSpPr>
          <p:grpSpPr>
            <a:xfrm>
              <a:off x="8106012" y="6427923"/>
              <a:ext cx="285574" cy="285750"/>
              <a:chOff x="8106012" y="6427923"/>
              <a:chExt cx="285574" cy="285750"/>
            </a:xfrm>
            <a:noFill/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32339280-9ACD-E854-A6F2-32D010FB6732}"/>
                  </a:ext>
                </a:extLst>
              </p:cNvPr>
              <p:cNvSpPr/>
              <p:nvPr/>
            </p:nvSpPr>
            <p:spPr>
              <a:xfrm>
                <a:off x="8106012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0" name="Picture 259">
                <a:extLst>
                  <a:ext uri="{FF2B5EF4-FFF2-40B4-BE49-F238E27FC236}">
                    <a16:creationId xmlns:a16="http://schemas.microsoft.com/office/drawing/2014/main" id="{06336C90-6660-16AF-9E3F-FDEC91F73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01204" y="64850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1" name="Graphic 18">
              <a:extLst>
                <a:ext uri="{FF2B5EF4-FFF2-40B4-BE49-F238E27FC236}">
                  <a16:creationId xmlns:a16="http://schemas.microsoft.com/office/drawing/2014/main" id="{1D34B8FE-5F41-A0BB-C969-DAE3DCB62EEA}"/>
                </a:ext>
              </a:extLst>
            </p:cNvPr>
            <p:cNvGrpSpPr/>
            <p:nvPr/>
          </p:nvGrpSpPr>
          <p:grpSpPr>
            <a:xfrm>
              <a:off x="8343991" y="6304098"/>
              <a:ext cx="76153" cy="350139"/>
              <a:chOff x="8343991" y="6304098"/>
              <a:chExt cx="76153" cy="350139"/>
            </a:xfrm>
          </p:grpSpPr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A6651931-145F-CCCB-1C82-8B9522080839}"/>
                  </a:ext>
                </a:extLst>
              </p:cNvPr>
              <p:cNvSpPr/>
              <p:nvPr/>
            </p:nvSpPr>
            <p:spPr>
              <a:xfrm>
                <a:off x="8382068" y="63040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E6767B7E-C478-47DE-922F-358104347BB9}"/>
                  </a:ext>
                </a:extLst>
              </p:cNvPr>
              <p:cNvSpPr/>
              <p:nvPr/>
            </p:nvSpPr>
            <p:spPr>
              <a:xfrm>
                <a:off x="8343991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64" name="Graphic 18">
              <a:extLst>
                <a:ext uri="{FF2B5EF4-FFF2-40B4-BE49-F238E27FC236}">
                  <a16:creationId xmlns:a16="http://schemas.microsoft.com/office/drawing/2014/main" id="{7EFB3618-69F8-DAA9-985B-F39694885EAF}"/>
                </a:ext>
              </a:extLst>
            </p:cNvPr>
            <p:cNvGrpSpPr/>
            <p:nvPr/>
          </p:nvGrpSpPr>
          <p:grpSpPr>
            <a:xfrm>
              <a:off x="8934179" y="6427923"/>
              <a:ext cx="285574" cy="285750"/>
              <a:chOff x="8934179" y="6427923"/>
              <a:chExt cx="285574" cy="285750"/>
            </a:xfrm>
            <a:noFill/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1D8E57DB-1B07-D0D9-AADB-55A6035E7A9A}"/>
                  </a:ext>
                </a:extLst>
              </p:cNvPr>
              <p:cNvSpPr/>
              <p:nvPr/>
            </p:nvSpPr>
            <p:spPr>
              <a:xfrm>
                <a:off x="8934179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5A3EFA42-71C2-5C33-6A9A-1191680022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34130" y="64850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7" name="Graphic 18">
              <a:extLst>
                <a:ext uri="{FF2B5EF4-FFF2-40B4-BE49-F238E27FC236}">
                  <a16:creationId xmlns:a16="http://schemas.microsoft.com/office/drawing/2014/main" id="{F9A5569E-A440-B361-1D9D-90586053265F}"/>
                </a:ext>
              </a:extLst>
            </p:cNvPr>
            <p:cNvGrpSpPr/>
            <p:nvPr/>
          </p:nvGrpSpPr>
          <p:grpSpPr>
            <a:xfrm>
              <a:off x="9495809" y="5513523"/>
              <a:ext cx="76153" cy="369189"/>
              <a:chOff x="9495809" y="5513523"/>
              <a:chExt cx="76153" cy="369189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03B1077F-3417-EC42-1B87-CC0547250FCC}"/>
                  </a:ext>
                </a:extLst>
              </p:cNvPr>
              <p:cNvSpPr/>
              <p:nvPr/>
            </p:nvSpPr>
            <p:spPr>
              <a:xfrm>
                <a:off x="9533885" y="5513523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6A9EA3CD-40B4-CCD9-0864-B77D3FBAAA2C}"/>
                  </a:ext>
                </a:extLst>
              </p:cNvPr>
              <p:cNvSpPr/>
              <p:nvPr/>
            </p:nvSpPr>
            <p:spPr>
              <a:xfrm>
                <a:off x="9495809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0" name="Graphic 18">
              <a:extLst>
                <a:ext uri="{FF2B5EF4-FFF2-40B4-BE49-F238E27FC236}">
                  <a16:creationId xmlns:a16="http://schemas.microsoft.com/office/drawing/2014/main" id="{2B3B5F9D-80FA-6D03-3494-F314130ED394}"/>
                </a:ext>
              </a:extLst>
            </p:cNvPr>
            <p:cNvGrpSpPr/>
            <p:nvPr/>
          </p:nvGrpSpPr>
          <p:grpSpPr>
            <a:xfrm>
              <a:off x="9745591" y="6070735"/>
              <a:ext cx="264251" cy="76200"/>
              <a:chOff x="9745591" y="6070735"/>
              <a:chExt cx="264251" cy="76200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460A033C-D57C-1FFB-B90F-1A6C497F337C}"/>
                  </a:ext>
                </a:extLst>
              </p:cNvPr>
              <p:cNvSpPr/>
              <p:nvPr/>
            </p:nvSpPr>
            <p:spPr>
              <a:xfrm>
                <a:off x="9802706" y="610883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E67270BD-60B2-3C58-FA0E-7FAC7192078C}"/>
                  </a:ext>
                </a:extLst>
              </p:cNvPr>
              <p:cNvSpPr/>
              <p:nvPr/>
            </p:nvSpPr>
            <p:spPr>
              <a:xfrm>
                <a:off x="9745591" y="607073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3" name="Graphic 18">
              <a:extLst>
                <a:ext uri="{FF2B5EF4-FFF2-40B4-BE49-F238E27FC236}">
                  <a16:creationId xmlns:a16="http://schemas.microsoft.com/office/drawing/2014/main" id="{CAAE8F73-6CDB-671C-F957-17885170397A}"/>
                </a:ext>
              </a:extLst>
            </p:cNvPr>
            <p:cNvGrpSpPr/>
            <p:nvPr/>
          </p:nvGrpSpPr>
          <p:grpSpPr>
            <a:xfrm>
              <a:off x="8677162" y="5656398"/>
              <a:ext cx="285574" cy="285750"/>
              <a:chOff x="8677162" y="5656398"/>
              <a:chExt cx="285574" cy="285750"/>
            </a:xfrm>
            <a:noFill/>
          </p:grpSpPr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03A4F1E7-B9E5-9FFD-3112-790A6BDD29D6}"/>
                  </a:ext>
                </a:extLst>
              </p:cNvPr>
              <p:cNvSpPr/>
              <p:nvPr/>
            </p:nvSpPr>
            <p:spPr>
              <a:xfrm>
                <a:off x="8677162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1" name="Picture 310">
                <a:extLst>
                  <a:ext uri="{FF2B5EF4-FFF2-40B4-BE49-F238E27FC236}">
                    <a16:creationId xmlns:a16="http://schemas.microsoft.com/office/drawing/2014/main" id="{F8F4922C-07E1-7EF5-8027-879A702F1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72353" y="571354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12" name="Graphic 18">
              <a:extLst>
                <a:ext uri="{FF2B5EF4-FFF2-40B4-BE49-F238E27FC236}">
                  <a16:creationId xmlns:a16="http://schemas.microsoft.com/office/drawing/2014/main" id="{060B6C18-EB2A-4EB5-EF5A-635E3D51741C}"/>
                </a:ext>
              </a:extLst>
            </p:cNvPr>
            <p:cNvGrpSpPr/>
            <p:nvPr/>
          </p:nvGrpSpPr>
          <p:grpSpPr>
            <a:xfrm>
              <a:off x="8915140" y="5532573"/>
              <a:ext cx="76153" cy="350139"/>
              <a:chOff x="8915140" y="5532573"/>
              <a:chExt cx="76153" cy="350139"/>
            </a:xfrm>
          </p:grpSpPr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F5D0D09A-D585-027A-41A7-B0F4E8D9A6C2}"/>
                  </a:ext>
                </a:extLst>
              </p:cNvPr>
              <p:cNvSpPr/>
              <p:nvPr/>
            </p:nvSpPr>
            <p:spPr>
              <a:xfrm>
                <a:off x="8953217" y="5532573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55879CE5-58A9-BBB0-CE0A-ED3AC0435F0D}"/>
                  </a:ext>
                </a:extLst>
              </p:cNvPr>
              <p:cNvSpPr/>
              <p:nvPr/>
            </p:nvSpPr>
            <p:spPr>
              <a:xfrm>
                <a:off x="8915140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21" name="Graphic 18">
              <a:extLst>
                <a:ext uri="{FF2B5EF4-FFF2-40B4-BE49-F238E27FC236}">
                  <a16:creationId xmlns:a16="http://schemas.microsoft.com/office/drawing/2014/main" id="{9E742B0D-7AB1-B931-D607-6E8736B4C99E}"/>
                </a:ext>
              </a:extLst>
            </p:cNvPr>
            <p:cNvGrpSpPr/>
            <p:nvPr/>
          </p:nvGrpSpPr>
          <p:grpSpPr>
            <a:xfrm>
              <a:off x="9505328" y="5656398"/>
              <a:ext cx="285574" cy="285750"/>
              <a:chOff x="9505328" y="5656398"/>
              <a:chExt cx="285574" cy="285750"/>
            </a:xfrm>
            <a:noFill/>
          </p:grpSpPr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7FA93833-720E-6F03-B6FB-24D2BAAC91CD}"/>
                  </a:ext>
                </a:extLst>
              </p:cNvPr>
              <p:cNvSpPr/>
              <p:nvPr/>
            </p:nvSpPr>
            <p:spPr>
              <a:xfrm>
                <a:off x="9505328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D9B8DC17-6805-795E-683B-C4BA6B7E91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05279" y="571354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28" name="Graphic 18">
              <a:extLst>
                <a:ext uri="{FF2B5EF4-FFF2-40B4-BE49-F238E27FC236}">
                  <a16:creationId xmlns:a16="http://schemas.microsoft.com/office/drawing/2014/main" id="{F3D010EF-3AE7-1FE6-8A2E-B97DA7B5A3F1}"/>
                </a:ext>
              </a:extLst>
            </p:cNvPr>
            <p:cNvGrpSpPr/>
            <p:nvPr/>
          </p:nvGrpSpPr>
          <p:grpSpPr>
            <a:xfrm>
              <a:off x="7763323" y="5253165"/>
              <a:ext cx="1350710" cy="1089033"/>
              <a:chOff x="7763323" y="5253165"/>
              <a:chExt cx="1350710" cy="1089033"/>
            </a:xfrm>
            <a:noFill/>
          </p:grpSpPr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6886C43E-3FD3-4049-8FC7-4A771D5F1ACB}"/>
                  </a:ext>
                </a:extLst>
              </p:cNvPr>
              <p:cNvSpPr/>
              <p:nvPr/>
            </p:nvSpPr>
            <p:spPr>
              <a:xfrm>
                <a:off x="7763323" y="5961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201C8B96-D0C9-B41A-6AA3-8D23930E7F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90382" y="5253165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1" name="Graphic 18">
              <a:extLst>
                <a:ext uri="{FF2B5EF4-FFF2-40B4-BE49-F238E27FC236}">
                  <a16:creationId xmlns:a16="http://schemas.microsoft.com/office/drawing/2014/main" id="{65B7571D-6954-8BDF-DCB1-6962A3E4AB74}"/>
                </a:ext>
              </a:extLst>
            </p:cNvPr>
            <p:cNvGrpSpPr/>
            <p:nvPr/>
          </p:nvGrpSpPr>
          <p:grpSpPr>
            <a:xfrm>
              <a:off x="8232671" y="5199198"/>
              <a:ext cx="1339290" cy="1153194"/>
              <a:chOff x="8232671" y="5199198"/>
              <a:chExt cx="1339290" cy="1153194"/>
            </a:xfrm>
            <a:noFill/>
          </p:grpSpPr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A697B794-6F08-713A-769B-71DEEEACCC92}"/>
                  </a:ext>
                </a:extLst>
              </p:cNvPr>
              <p:cNvSpPr/>
              <p:nvPr/>
            </p:nvSpPr>
            <p:spPr>
              <a:xfrm>
                <a:off x="8334472" y="5199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5" name="Picture 334">
                <a:extLst>
                  <a:ext uri="{FF2B5EF4-FFF2-40B4-BE49-F238E27FC236}">
                    <a16:creationId xmlns:a16="http://schemas.microsoft.com/office/drawing/2014/main" id="{DDE01FBA-077F-36DE-AD94-88144EA356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32671" y="6019017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9" name="Graphic 18">
              <a:extLst>
                <a:ext uri="{FF2B5EF4-FFF2-40B4-BE49-F238E27FC236}">
                  <a16:creationId xmlns:a16="http://schemas.microsoft.com/office/drawing/2014/main" id="{9ADE0EE6-3B40-6228-4873-079278D5DF8A}"/>
                </a:ext>
              </a:extLst>
            </p:cNvPr>
            <p:cNvGrpSpPr/>
            <p:nvPr/>
          </p:nvGrpSpPr>
          <p:grpSpPr>
            <a:xfrm>
              <a:off x="9172158" y="6666048"/>
              <a:ext cx="856723" cy="390525"/>
              <a:chOff x="9172158" y="6666048"/>
              <a:chExt cx="856723" cy="390525"/>
            </a:xfrm>
            <a:noFill/>
          </p:grpSpPr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08360E05-7221-4FF8-CD45-45D40FBE4B68}"/>
                  </a:ext>
                </a:extLst>
              </p:cNvPr>
              <p:cNvSpPr/>
              <p:nvPr/>
            </p:nvSpPr>
            <p:spPr>
              <a:xfrm>
                <a:off x="9172158" y="66660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1" name="Picture 340">
                <a:extLst>
                  <a:ext uri="{FF2B5EF4-FFF2-40B4-BE49-F238E27FC236}">
                    <a16:creationId xmlns:a16="http://schemas.microsoft.com/office/drawing/2014/main" id="{F9900D2F-5F5C-1AA7-A247-507BCAD674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00568" y="67231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7" name="Picture 356">
              <a:extLst>
                <a:ext uri="{FF2B5EF4-FFF2-40B4-BE49-F238E27FC236}">
                  <a16:creationId xmlns:a16="http://schemas.microsoft.com/office/drawing/2014/main" id="{FC48A290-EBDA-DC57-A7FF-3C0FCFDBB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486326" y="5280396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9CE5FA-5967-D4E3-8598-CEC781FF6D19}"/>
                  </a:ext>
                </a:extLst>
              </p:cNvPr>
              <p:cNvSpPr txBox="1"/>
              <p:nvPr/>
            </p:nvSpPr>
            <p:spPr>
              <a:xfrm>
                <a:off x="1910231" y="1827585"/>
                <a:ext cx="3681777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sSub>
                        <m:sSubPr>
                          <m:ctrlPr>
                            <a:rPr lang="ar-AE" altLang="zh-CN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b="0" i="1" dirty="0" smtClean="0">
                          <a:solidFill>
                            <a:srgbClr val="62731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b="0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9CE5FA-5967-D4E3-8598-CEC781FF6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231" y="1827585"/>
                <a:ext cx="3681777" cy="369909"/>
              </a:xfrm>
              <a:prstGeom prst="rect">
                <a:avLst/>
              </a:prstGeom>
              <a:blipFill>
                <a:blip r:embed="rId17"/>
                <a:stretch>
                  <a:fillRect t="-10345" r="-1031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F703E8-718D-F874-8EC6-AC16E5502B96}"/>
              </a:ext>
            </a:extLst>
          </p:cNvPr>
          <p:cNvCxnSpPr>
            <a:cxnSpLocks/>
          </p:cNvCxnSpPr>
          <p:nvPr/>
        </p:nvCxnSpPr>
        <p:spPr>
          <a:xfrm>
            <a:off x="7189319" y="3221134"/>
            <a:ext cx="81057" cy="1339363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001B8C-E42E-FC48-E771-6F021A58BCF4}"/>
              </a:ext>
            </a:extLst>
          </p:cNvPr>
          <p:cNvCxnSpPr>
            <a:cxnSpLocks/>
          </p:cNvCxnSpPr>
          <p:nvPr/>
        </p:nvCxnSpPr>
        <p:spPr>
          <a:xfrm>
            <a:off x="7677845" y="3221134"/>
            <a:ext cx="138677" cy="575944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680EA74-F999-79D4-B979-E9178E58AD1A}"/>
              </a:ext>
            </a:extLst>
          </p:cNvPr>
          <p:cNvGrpSpPr/>
          <p:nvPr/>
        </p:nvGrpSpPr>
        <p:grpSpPr>
          <a:xfrm>
            <a:off x="6906521" y="1407057"/>
            <a:ext cx="1293159" cy="1814077"/>
            <a:chOff x="6906521" y="1721788"/>
            <a:chExt cx="1293159" cy="1814077"/>
          </a:xfrm>
        </p:grpSpPr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EE807CF5-5611-460D-BD81-B5E2E7F644AE}"/>
                </a:ext>
              </a:extLst>
            </p:cNvPr>
            <p:cNvGrpSpPr/>
            <p:nvPr/>
          </p:nvGrpSpPr>
          <p:grpSpPr>
            <a:xfrm>
              <a:off x="7933769" y="2641262"/>
              <a:ext cx="265911" cy="76622"/>
              <a:chOff x="2514156" y="3483464"/>
              <a:chExt cx="191617" cy="55214"/>
            </a:xfrm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486DECD6-6C28-1EE9-AFBB-5AC826E4C42B}"/>
                  </a:ext>
                </a:extLst>
              </p:cNvPr>
              <p:cNvSpPr/>
              <p:nvPr/>
            </p:nvSpPr>
            <p:spPr>
              <a:xfrm>
                <a:off x="2555572" y="3511072"/>
                <a:ext cx="150201" cy="6901"/>
              </a:xfrm>
              <a:custGeom>
                <a:avLst/>
                <a:gdLst>
                  <a:gd name="csX0" fmla="*/ 150202 w 150201"/>
                  <a:gd name="csY0" fmla="*/ 0 h 6901"/>
                  <a:gd name="csX1" fmla="*/ 0 w 150201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1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80E3326-F0D1-D25D-50AC-BAD9B7945275}"/>
                  </a:ext>
                </a:extLst>
              </p:cNvPr>
              <p:cNvSpPr/>
              <p:nvPr/>
            </p:nvSpPr>
            <p:spPr>
              <a:xfrm>
                <a:off x="2514156" y="3483464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2807A251-3288-021A-1C2C-71E2AB333B3C}"/>
                </a:ext>
              </a:extLst>
            </p:cNvPr>
            <p:cNvGrpSpPr/>
            <p:nvPr/>
          </p:nvGrpSpPr>
          <p:grpSpPr>
            <a:xfrm>
              <a:off x="7635000" y="2871131"/>
              <a:ext cx="76631" cy="361659"/>
              <a:chOff x="2298861" y="3649109"/>
              <a:chExt cx="55221" cy="260614"/>
            </a:xfrm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366DE79F-FFAE-4604-7EF8-4B8681CD32C4}"/>
                  </a:ext>
                </a:extLst>
              </p:cNvPr>
              <p:cNvSpPr/>
              <p:nvPr/>
            </p:nvSpPr>
            <p:spPr>
              <a:xfrm>
                <a:off x="2326127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AE7F9AA-543F-365A-9DD0-FA7BBC73B2E8}"/>
                  </a:ext>
                </a:extLst>
              </p:cNvPr>
              <p:cNvSpPr/>
              <p:nvPr/>
            </p:nvSpPr>
            <p:spPr>
              <a:xfrm>
                <a:off x="2298861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3D1831D1-AD87-F355-CAB8-324925DFDEA0}"/>
                </a:ext>
              </a:extLst>
            </p:cNvPr>
            <p:cNvGrpSpPr/>
            <p:nvPr/>
          </p:nvGrpSpPr>
          <p:grpSpPr>
            <a:xfrm>
              <a:off x="7156052" y="2871131"/>
              <a:ext cx="76631" cy="361659"/>
              <a:chOff x="1953728" y="3649109"/>
              <a:chExt cx="55221" cy="260614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0EB2C9A4-9CCC-2A3E-7A75-AA0A9E0A7C73}"/>
                  </a:ext>
                </a:extLst>
              </p:cNvPr>
              <p:cNvSpPr/>
              <p:nvPr/>
            </p:nvSpPr>
            <p:spPr>
              <a:xfrm>
                <a:off x="1980994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35C8E9B-C179-A421-39E9-6B0A05E85E56}"/>
                  </a:ext>
                </a:extLst>
              </p:cNvPr>
              <p:cNvSpPr/>
              <p:nvPr/>
            </p:nvSpPr>
            <p:spPr>
              <a:xfrm>
                <a:off x="1953728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5BA6A72-5B03-A655-87DB-8835110E57F5}"/>
                </a:ext>
              </a:extLst>
            </p:cNvPr>
            <p:cNvSpPr/>
            <p:nvPr/>
          </p:nvSpPr>
          <p:spPr>
            <a:xfrm>
              <a:off x="6954415" y="2488016"/>
              <a:ext cx="957896" cy="383113"/>
            </a:xfrm>
            <a:prstGeom prst="rect">
              <a:avLst/>
            </a:prstGeom>
            <a:solidFill>
              <a:srgbClr val="D5E8D4"/>
            </a:solidFill>
            <a:ln w="13805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7" name="Graphic 4">
              <a:extLst>
                <a:ext uri="{FF2B5EF4-FFF2-40B4-BE49-F238E27FC236}">
                  <a16:creationId xmlns:a16="http://schemas.microsoft.com/office/drawing/2014/main" id="{6C64A513-435D-D82A-AEBE-E4441CB97520}"/>
                </a:ext>
              </a:extLst>
            </p:cNvPr>
            <p:cNvGrpSpPr/>
            <p:nvPr/>
          </p:nvGrpSpPr>
          <p:grpSpPr>
            <a:xfrm>
              <a:off x="6906521" y="2804086"/>
              <a:ext cx="287368" cy="383113"/>
              <a:chOff x="1773914" y="3600796"/>
              <a:chExt cx="207079" cy="276074"/>
            </a:xfrm>
            <a:noFill/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155A908-DBF4-91A4-0D06-2122A166C3BF}"/>
                  </a:ext>
                </a:extLst>
              </p:cNvPr>
              <p:cNvSpPr/>
              <p:nvPr/>
            </p:nvSpPr>
            <p:spPr>
              <a:xfrm>
                <a:off x="1773914" y="3600796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BB8DDC07-B2B0-4047-94EB-6DB7FA182E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39489" y="3666363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43A2281E-2EB5-9712-A969-C4B7A1EDE618}"/>
                </a:ext>
              </a:extLst>
            </p:cNvPr>
            <p:cNvGrpSpPr/>
            <p:nvPr/>
          </p:nvGrpSpPr>
          <p:grpSpPr>
            <a:xfrm>
              <a:off x="7663258" y="2813664"/>
              <a:ext cx="287368" cy="383113"/>
              <a:chOff x="2319224" y="3607698"/>
              <a:chExt cx="207079" cy="276074"/>
            </a:xfrm>
            <a:noFill/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DA6BE4B-0988-B954-69FB-E0CA212F3B89}"/>
                  </a:ext>
                </a:extLst>
              </p:cNvPr>
              <p:cNvSpPr/>
              <p:nvPr/>
            </p:nvSpPr>
            <p:spPr>
              <a:xfrm>
                <a:off x="2319224" y="3607698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75088DD5-7DAC-2A27-3172-5BA6C7B671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84800" y="3673265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90222D5-2588-3A1A-03B3-8E51D1034EBA}"/>
                </a:ext>
              </a:extLst>
            </p:cNvPr>
            <p:cNvSpPr/>
            <p:nvPr/>
          </p:nvSpPr>
          <p:spPr>
            <a:xfrm>
              <a:off x="7050205" y="1721788"/>
              <a:ext cx="766317" cy="383113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30" name="Graphic 4">
              <a:extLst>
                <a:ext uri="{FF2B5EF4-FFF2-40B4-BE49-F238E27FC236}">
                  <a16:creationId xmlns:a16="http://schemas.microsoft.com/office/drawing/2014/main" id="{FC7B8813-4E26-155E-8546-05ABD3E10858}"/>
                </a:ext>
              </a:extLst>
            </p:cNvPr>
            <p:cNvGrpSpPr/>
            <p:nvPr/>
          </p:nvGrpSpPr>
          <p:grpSpPr>
            <a:xfrm>
              <a:off x="7395240" y="2104903"/>
              <a:ext cx="76631" cy="361659"/>
              <a:chOff x="2126088" y="3096960"/>
              <a:chExt cx="55221" cy="260614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70BF6E9A-CCF9-AD54-F729-C8162CCD2B63}"/>
                  </a:ext>
                </a:extLst>
              </p:cNvPr>
              <p:cNvSpPr/>
              <p:nvPr/>
            </p:nvSpPr>
            <p:spPr>
              <a:xfrm>
                <a:off x="2151559" y="3096960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4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4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E9DAE16E-16A1-988D-71FF-3824D9639F65}"/>
                  </a:ext>
                </a:extLst>
              </p:cNvPr>
              <p:cNvSpPr/>
              <p:nvPr/>
            </p:nvSpPr>
            <p:spPr>
              <a:xfrm>
                <a:off x="2126088" y="3301807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5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5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1CEEED31-078E-59EC-F05E-AF1D8F09D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333412" y="1844485"/>
              <a:ext cx="199902" cy="333375"/>
            </a:xfrm>
            <a:custGeom>
              <a:avLst/>
              <a:gdLst>
                <a:gd name="csX0" fmla="*/ 0 w 199902"/>
                <a:gd name="csY0" fmla="*/ 0 h 333375"/>
                <a:gd name="csX1" fmla="*/ 199902 w 199902"/>
                <a:gd name="csY1" fmla="*/ 0 h 333375"/>
                <a:gd name="csX2" fmla="*/ 199902 w 199902"/>
                <a:gd name="csY2" fmla="*/ 333375 h 333375"/>
                <a:gd name="csX3" fmla="*/ 0 w 199902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902" h="333375">
                  <a:moveTo>
                    <a:pt x="0" y="0"/>
                  </a:moveTo>
                  <a:lnTo>
                    <a:pt x="199902" y="0"/>
                  </a:lnTo>
                  <a:lnTo>
                    <a:pt x="199902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D79052CD-A31B-5E48-6FA1-E71F5F768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030651" y="3202490"/>
              <a:ext cx="323651" cy="333375"/>
            </a:xfrm>
            <a:custGeom>
              <a:avLst/>
              <a:gdLst>
                <a:gd name="csX0" fmla="*/ 0 w 323651"/>
                <a:gd name="csY0" fmla="*/ 0 h 333375"/>
                <a:gd name="csX1" fmla="*/ 323651 w 323651"/>
                <a:gd name="csY1" fmla="*/ 0 h 333375"/>
                <a:gd name="csX2" fmla="*/ 323651 w 323651"/>
                <a:gd name="csY2" fmla="*/ 333375 h 333375"/>
                <a:gd name="csX3" fmla="*/ 0 w 323651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3651" h="333375">
                  <a:moveTo>
                    <a:pt x="0" y="0"/>
                  </a:moveTo>
                  <a:lnTo>
                    <a:pt x="323651" y="0"/>
                  </a:lnTo>
                  <a:lnTo>
                    <a:pt x="323651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66F6AA6-EAE2-16B8-0BCB-7360F18A5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492871" y="3202490"/>
              <a:ext cx="323651" cy="333375"/>
            </a:xfrm>
            <a:custGeom>
              <a:avLst/>
              <a:gdLst>
                <a:gd name="csX0" fmla="*/ 0 w 323651"/>
                <a:gd name="csY0" fmla="*/ 0 h 333375"/>
                <a:gd name="csX1" fmla="*/ 323651 w 323651"/>
                <a:gd name="csY1" fmla="*/ 0 h 333375"/>
                <a:gd name="csX2" fmla="*/ 323651 w 323651"/>
                <a:gd name="csY2" fmla="*/ 333375 h 333375"/>
                <a:gd name="csX3" fmla="*/ 0 w 323651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3651" h="333375">
                  <a:moveTo>
                    <a:pt x="0" y="0"/>
                  </a:moveTo>
                  <a:lnTo>
                    <a:pt x="323651" y="0"/>
                  </a:lnTo>
                  <a:lnTo>
                    <a:pt x="323651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2C658A5-55CC-AAE1-2176-D621FE967046}"/>
              </a:ext>
            </a:extLst>
          </p:cNvPr>
          <p:cNvSpPr/>
          <p:nvPr/>
        </p:nvSpPr>
        <p:spPr>
          <a:xfrm>
            <a:off x="7087891" y="5202701"/>
            <a:ext cx="948277" cy="3831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37" name="Graphic 14">
            <a:extLst>
              <a:ext uri="{FF2B5EF4-FFF2-40B4-BE49-F238E27FC236}">
                <a16:creationId xmlns:a16="http://schemas.microsoft.com/office/drawing/2014/main" id="{89038902-8CDB-17EB-3C5D-1AA2C596C6F7}"/>
              </a:ext>
            </a:extLst>
          </p:cNvPr>
          <p:cNvGrpSpPr/>
          <p:nvPr/>
        </p:nvGrpSpPr>
        <p:grpSpPr>
          <a:xfrm>
            <a:off x="7129645" y="1762519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44C96B1-1BF0-7EB9-086C-D482A218322F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39D8BCE6-3D2B-03A5-A339-5FA3A0F70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grpSp>
        <p:nvGrpSpPr>
          <p:cNvPr id="140" name="Graphic 14">
            <a:extLst>
              <a:ext uri="{FF2B5EF4-FFF2-40B4-BE49-F238E27FC236}">
                <a16:creationId xmlns:a16="http://schemas.microsoft.com/office/drawing/2014/main" id="{599D99CF-5957-3124-6FE5-D1246A5659F2}"/>
              </a:ext>
            </a:extLst>
          </p:cNvPr>
          <p:cNvGrpSpPr/>
          <p:nvPr/>
        </p:nvGrpSpPr>
        <p:grpSpPr>
          <a:xfrm>
            <a:off x="8490250" y="2273968"/>
            <a:ext cx="249468" cy="311888"/>
            <a:chOff x="4310359" y="2721245"/>
            <a:chExt cx="136238" cy="170326"/>
          </a:xfrm>
          <a:solidFill>
            <a:srgbClr val="FFE6CC"/>
          </a:solidFill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C73B7F2A-5A20-71C6-EFD9-947F5902ED25}"/>
                </a:ext>
              </a:extLst>
            </p:cNvPr>
            <p:cNvSpPr/>
            <p:nvPr/>
          </p:nvSpPr>
          <p:spPr>
            <a:xfrm>
              <a:off x="4310359" y="2724652"/>
              <a:ext cx="136238" cy="136261"/>
            </a:xfrm>
            <a:prstGeom prst="ellipse">
              <a:avLst/>
            </a:prstGeom>
            <a:solidFill>
              <a:srgbClr val="FFE6CC"/>
            </a:solidFill>
            <a:ln w="6812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86332776-A8ED-1987-5F01-0BA5600B7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317171" y="2721245"/>
              <a:ext cx="122614" cy="170326"/>
            </a:xfrm>
            <a:custGeom>
              <a:avLst/>
              <a:gdLst>
                <a:gd name="csX0" fmla="*/ 0 w 122614"/>
                <a:gd name="csY0" fmla="*/ 0 h 170326"/>
                <a:gd name="csX1" fmla="*/ 122615 w 122614"/>
                <a:gd name="csY1" fmla="*/ 0 h 170326"/>
                <a:gd name="csX2" fmla="*/ 122615 w 122614"/>
                <a:gd name="csY2" fmla="*/ 170327 h 170326"/>
                <a:gd name="csX3" fmla="*/ 0 w 122614"/>
                <a:gd name="csY3" fmla="*/ 170327 h 17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614" h="170326">
                  <a:moveTo>
                    <a:pt x="0" y="0"/>
                  </a:moveTo>
                  <a:lnTo>
                    <a:pt x="122615" y="0"/>
                  </a:lnTo>
                  <a:lnTo>
                    <a:pt x="122615" y="170327"/>
                  </a:lnTo>
                  <a:lnTo>
                    <a:pt x="0" y="170327"/>
                  </a:lnTo>
                  <a:close/>
                </a:path>
              </a:pathLst>
            </a:custGeom>
          </p:spPr>
        </p:pic>
      </p:grp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9792D9BC-EBFA-2BF7-3FDC-454224BC475A}"/>
              </a:ext>
            </a:extLst>
          </p:cNvPr>
          <p:cNvCxnSpPr>
            <a:cxnSpLocks/>
          </p:cNvCxnSpPr>
          <p:nvPr/>
        </p:nvCxnSpPr>
        <p:spPr>
          <a:xfrm flipH="1">
            <a:off x="2908897" y="2822752"/>
            <a:ext cx="460268" cy="398124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15FC5A0-637E-E641-9EBF-6DA1BFAA8406}"/>
              </a:ext>
            </a:extLst>
          </p:cNvPr>
          <p:cNvCxnSpPr>
            <a:cxnSpLocks/>
          </p:cNvCxnSpPr>
          <p:nvPr/>
        </p:nvCxnSpPr>
        <p:spPr>
          <a:xfrm>
            <a:off x="2865120" y="3737380"/>
            <a:ext cx="166515" cy="923127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Left Arrow 149">
            <a:extLst>
              <a:ext uri="{FF2B5EF4-FFF2-40B4-BE49-F238E27FC236}">
                <a16:creationId xmlns:a16="http://schemas.microsoft.com/office/drawing/2014/main" id="{2FE0BBFD-1FC6-4CAC-5D38-90151C6475A5}"/>
              </a:ext>
            </a:extLst>
          </p:cNvPr>
          <p:cNvSpPr/>
          <p:nvPr/>
        </p:nvSpPr>
        <p:spPr>
          <a:xfrm>
            <a:off x="8952951" y="2267856"/>
            <a:ext cx="293188" cy="213192"/>
          </a:xfrm>
          <a:prstGeom prst="leftArrow">
            <a:avLst>
              <a:gd name="adj1" fmla="val 40305"/>
              <a:gd name="adj2" fmla="val 51969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C287750-99B1-FF10-33BC-77544757688E}"/>
              </a:ext>
            </a:extLst>
          </p:cNvPr>
          <p:cNvSpPr/>
          <p:nvPr/>
        </p:nvSpPr>
        <p:spPr>
          <a:xfrm>
            <a:off x="9246138" y="2177893"/>
            <a:ext cx="1357853" cy="3823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</a:rPr>
              <a:t>Suppression</a:t>
            </a:r>
            <a:endParaRPr lang="en-CN" sz="1600" dirty="0">
              <a:solidFill>
                <a:schemeClr val="tx2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C7B0553-17A1-003E-F416-DF3D74CA257E}"/>
              </a:ext>
            </a:extLst>
          </p:cNvPr>
          <p:cNvSpPr/>
          <p:nvPr/>
        </p:nvSpPr>
        <p:spPr>
          <a:xfrm>
            <a:off x="9026055" y="2336800"/>
            <a:ext cx="309418" cy="73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99982C3-A62E-62A0-2D41-3816B1AC8CB5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74" name="Text 13">
              <a:extLst>
                <a:ext uri="{FF2B5EF4-FFF2-40B4-BE49-F238E27FC236}">
                  <a16:creationId xmlns:a16="http://schemas.microsoft.com/office/drawing/2014/main" id="{863A3D36-0907-42AE-EEDD-244B89DD7C2E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F87389F9-C61F-F876-855D-FF47C274A553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A6FF540-C8F1-91E7-59A5-097CAED15E61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9CEF2B21-2ACF-F8DF-E316-7CCFE58BB739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93C007D-CD48-0E32-4397-57D184CB5978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293917E-A618-8C93-C668-FFFAB66F36B5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Text 13">
              <a:extLst>
                <a:ext uri="{FF2B5EF4-FFF2-40B4-BE49-F238E27FC236}">
                  <a16:creationId xmlns:a16="http://schemas.microsoft.com/office/drawing/2014/main" id="{95D98153-0929-C5B1-0A1A-1BDBA7AA0977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1" name="Text 13">
              <a:extLst>
                <a:ext uri="{FF2B5EF4-FFF2-40B4-BE49-F238E27FC236}">
                  <a16:creationId xmlns:a16="http://schemas.microsoft.com/office/drawing/2014/main" id="{2F7C5D0B-4163-EA2B-2707-F767AB2DD17F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2" name="Text 13">
              <a:extLst>
                <a:ext uri="{FF2B5EF4-FFF2-40B4-BE49-F238E27FC236}">
                  <a16:creationId xmlns:a16="http://schemas.microsoft.com/office/drawing/2014/main" id="{BE2D4D7C-121C-9657-60D9-8E8D17903EE6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8EE6910-FCF3-C104-753D-71C8CBC9C114}"/>
              </a:ext>
            </a:extLst>
          </p:cNvPr>
          <p:cNvSpPr/>
          <p:nvPr/>
        </p:nvSpPr>
        <p:spPr>
          <a:xfrm>
            <a:off x="1823241" y="933225"/>
            <a:ext cx="674117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95" name="Picture 194">
            <a:extLst>
              <a:ext uri="{FF2B5EF4-FFF2-40B4-BE49-F238E27FC236}">
                <a16:creationId xmlns:a16="http://schemas.microsoft.com/office/drawing/2014/main" id="{FFFEB44C-CBF8-F593-4928-70C5BE0B2B4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57393" y="2258001"/>
            <a:ext cx="952827" cy="262409"/>
          </a:xfrm>
          <a:custGeom>
            <a:avLst/>
            <a:gdLst>
              <a:gd name="csX0" fmla="*/ 0 w 932063"/>
              <a:gd name="csY0" fmla="*/ 0 h 256690"/>
              <a:gd name="csX1" fmla="*/ 932063 w 932063"/>
              <a:gd name="csY1" fmla="*/ 0 h 256690"/>
              <a:gd name="csX2" fmla="*/ 932063 w 932063"/>
              <a:gd name="csY2" fmla="*/ 256691 h 256690"/>
              <a:gd name="csX3" fmla="*/ 0 w 932063"/>
              <a:gd name="csY3" fmla="*/ 256691 h 25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2063" h="256690">
                <a:moveTo>
                  <a:pt x="0" y="0"/>
                </a:moveTo>
                <a:lnTo>
                  <a:pt x="932063" y="0"/>
                </a:lnTo>
                <a:lnTo>
                  <a:pt x="932063" y="256691"/>
                </a:lnTo>
                <a:lnTo>
                  <a:pt x="0" y="256691"/>
                </a:lnTo>
                <a:close/>
              </a:path>
            </a:pathLst>
          </a:cu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4E2FC9-1F7A-1350-212C-94B26D96BF4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32729" y="2206624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3271772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50" grpId="0" animBg="1"/>
      <p:bldP spid="151" grpId="0" animBg="1"/>
      <p:bldP spid="15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CA05-09AD-3B66-8A04-7A631D864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3DE3DE-3DC6-EB1C-0589-BAC325A9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33C38A-D92B-9DBC-D310-C3B5700F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60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5CE1D289-8894-7ABA-4F50-A9776D894423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F5A92758-6716-0581-95B5-8AA01AA0E2EE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E5933537-A015-5090-C3C8-18EE196D0CF0}"/>
              </a:ext>
            </a:extLst>
          </p:cNvPr>
          <p:cNvGrpSpPr/>
          <p:nvPr/>
        </p:nvGrpSpPr>
        <p:grpSpPr>
          <a:xfrm>
            <a:off x="2826208" y="2592895"/>
            <a:ext cx="1523064" cy="2347912"/>
            <a:chOff x="5440650" y="5113473"/>
            <a:chExt cx="1523064" cy="2347912"/>
          </a:xfrm>
        </p:grpSpPr>
        <p:grpSp>
          <p:nvGrpSpPr>
            <p:cNvPr id="183" name="Graphic 18">
              <a:extLst>
                <a:ext uri="{FF2B5EF4-FFF2-40B4-BE49-F238E27FC236}">
                  <a16:creationId xmlns:a16="http://schemas.microsoft.com/office/drawing/2014/main" id="{ED944157-21CA-065C-FD08-BCF470E5F58E}"/>
                </a:ext>
              </a:extLst>
            </p:cNvPr>
            <p:cNvGrpSpPr/>
            <p:nvPr/>
          </p:nvGrpSpPr>
          <p:grpSpPr>
            <a:xfrm>
              <a:off x="5647310" y="5438656"/>
              <a:ext cx="467866" cy="394525"/>
              <a:chOff x="5647310" y="5438656"/>
              <a:chExt cx="467866" cy="394525"/>
            </a:xfrm>
          </p:grpSpPr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980A6E4A-8572-6E1A-3194-78BCA1776EFD}"/>
                  </a:ext>
                </a:extLst>
              </p:cNvPr>
              <p:cNvSpPr/>
              <p:nvPr/>
            </p:nvSpPr>
            <p:spPr>
              <a:xfrm>
                <a:off x="5691003" y="5438656"/>
                <a:ext cx="424173" cy="357663"/>
              </a:xfrm>
              <a:custGeom>
                <a:avLst/>
                <a:gdLst>
                  <a:gd name="csX0" fmla="*/ 424173 w 424173"/>
                  <a:gd name="csY0" fmla="*/ 0 h 357663"/>
                  <a:gd name="csX1" fmla="*/ 0 w 424173"/>
                  <a:gd name="csY1" fmla="*/ 357664 h 357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4173" h="357663">
                    <a:moveTo>
                      <a:pt x="424173" y="0"/>
                    </a:moveTo>
                    <a:lnTo>
                      <a:pt x="0" y="35766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3B2E26D6-AF04-7F70-9A78-BC0F54A10DF1}"/>
                  </a:ext>
                </a:extLst>
              </p:cNvPr>
              <p:cNvSpPr/>
              <p:nvPr/>
            </p:nvSpPr>
            <p:spPr>
              <a:xfrm>
                <a:off x="5647310" y="5754981"/>
                <a:ext cx="82721" cy="78200"/>
              </a:xfrm>
              <a:custGeom>
                <a:avLst/>
                <a:gdLst>
                  <a:gd name="csX0" fmla="*/ 0 w 82721"/>
                  <a:gd name="csY0" fmla="*/ 78200 h 78200"/>
                  <a:gd name="csX1" fmla="*/ 33698 w 82721"/>
                  <a:gd name="csY1" fmla="*/ 0 h 78200"/>
                  <a:gd name="csX2" fmla="*/ 43693 w 82721"/>
                  <a:gd name="csY2" fmla="*/ 41338 h 78200"/>
                  <a:gd name="csX3" fmla="*/ 82721 w 82721"/>
                  <a:gd name="csY3" fmla="*/ 58198 h 7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721" h="78200">
                    <a:moveTo>
                      <a:pt x="0" y="78200"/>
                    </a:moveTo>
                    <a:lnTo>
                      <a:pt x="33698" y="0"/>
                    </a:lnTo>
                    <a:lnTo>
                      <a:pt x="43693" y="41338"/>
                    </a:lnTo>
                    <a:lnTo>
                      <a:pt x="82721" y="58198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6" name="Graphic 18">
              <a:extLst>
                <a:ext uri="{FF2B5EF4-FFF2-40B4-BE49-F238E27FC236}">
                  <a16:creationId xmlns:a16="http://schemas.microsoft.com/office/drawing/2014/main" id="{7DBFC0DB-A037-2602-54C8-E1303CA66304}"/>
                </a:ext>
              </a:extLst>
            </p:cNvPr>
            <p:cNvGrpSpPr/>
            <p:nvPr/>
          </p:nvGrpSpPr>
          <p:grpSpPr>
            <a:xfrm>
              <a:off x="6059395" y="5113473"/>
              <a:ext cx="380766" cy="381000"/>
              <a:chOff x="6059395" y="5113473"/>
              <a:chExt cx="380766" cy="381000"/>
            </a:xfrm>
            <a:solidFill>
              <a:srgbClr val="FFFFFF"/>
            </a:solidFill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99F2599E-3F24-DAF3-6380-F2FEFBCB116A}"/>
                  </a:ext>
                </a:extLst>
              </p:cNvPr>
              <p:cNvSpPr/>
              <p:nvPr/>
            </p:nvSpPr>
            <p:spPr>
              <a:xfrm>
                <a:off x="6059395" y="511347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7F5C71F7-3BE7-B3DA-6C67-CCF7A5335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8914" y="520396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89" name="Graphic 18">
              <a:extLst>
                <a:ext uri="{FF2B5EF4-FFF2-40B4-BE49-F238E27FC236}">
                  <a16:creationId xmlns:a16="http://schemas.microsoft.com/office/drawing/2014/main" id="{1FB2F54D-BD70-CCB2-41C4-A2DE8E9BD234}"/>
                </a:ext>
              </a:extLst>
            </p:cNvPr>
            <p:cNvGrpSpPr/>
            <p:nvPr/>
          </p:nvGrpSpPr>
          <p:grpSpPr>
            <a:xfrm>
              <a:off x="5765634" y="6172081"/>
              <a:ext cx="189526" cy="137254"/>
              <a:chOff x="5765634" y="6172081"/>
              <a:chExt cx="189526" cy="137254"/>
            </a:xfrm>
          </p:grpSpPr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F4C75F6C-F71A-C94F-B49A-D584F40B7176}"/>
                  </a:ext>
                </a:extLst>
              </p:cNvPr>
              <p:cNvSpPr/>
              <p:nvPr/>
            </p:nvSpPr>
            <p:spPr>
              <a:xfrm>
                <a:off x="5765634" y="6172081"/>
                <a:ext cx="143263" cy="103727"/>
              </a:xfrm>
              <a:custGeom>
                <a:avLst/>
                <a:gdLst>
                  <a:gd name="csX0" fmla="*/ 0 w 143263"/>
                  <a:gd name="csY0" fmla="*/ 0 h 103727"/>
                  <a:gd name="csX1" fmla="*/ 143263 w 143263"/>
                  <a:gd name="csY1" fmla="*/ 103727 h 103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3263" h="103727">
                    <a:moveTo>
                      <a:pt x="0" y="0"/>
                    </a:moveTo>
                    <a:lnTo>
                      <a:pt x="143263" y="103727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ECF97105-D9D8-A8AF-4C22-D400F90A0DA0}"/>
                  </a:ext>
                </a:extLst>
              </p:cNvPr>
              <p:cNvSpPr/>
              <p:nvPr/>
            </p:nvSpPr>
            <p:spPr>
              <a:xfrm>
                <a:off x="5871106" y="6233803"/>
                <a:ext cx="84054" cy="75533"/>
              </a:xfrm>
              <a:custGeom>
                <a:avLst/>
                <a:gdLst>
                  <a:gd name="csX0" fmla="*/ 84054 w 84054"/>
                  <a:gd name="csY0" fmla="*/ 75533 h 75533"/>
                  <a:gd name="csX1" fmla="*/ 0 w 84054"/>
                  <a:gd name="csY1" fmla="*/ 61722 h 75533"/>
                  <a:gd name="csX2" fmla="*/ 37791 w 84054"/>
                  <a:gd name="csY2" fmla="*/ 42005 h 75533"/>
                  <a:gd name="csX3" fmla="*/ 44645 w 84054"/>
                  <a:gd name="csY3" fmla="*/ 0 h 755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54" h="75533">
                    <a:moveTo>
                      <a:pt x="84054" y="75533"/>
                    </a:moveTo>
                    <a:lnTo>
                      <a:pt x="0" y="61722"/>
                    </a:lnTo>
                    <a:lnTo>
                      <a:pt x="37791" y="42005"/>
                    </a:lnTo>
                    <a:lnTo>
                      <a:pt x="4464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2" name="Graphic 18">
              <a:extLst>
                <a:ext uri="{FF2B5EF4-FFF2-40B4-BE49-F238E27FC236}">
                  <a16:creationId xmlns:a16="http://schemas.microsoft.com/office/drawing/2014/main" id="{2E105433-32A4-A588-F2D2-B15F7F5FC3FC}"/>
                </a:ext>
              </a:extLst>
            </p:cNvPr>
            <p:cNvGrpSpPr/>
            <p:nvPr/>
          </p:nvGrpSpPr>
          <p:grpSpPr>
            <a:xfrm>
              <a:off x="5440650" y="5846898"/>
              <a:ext cx="380766" cy="381000"/>
              <a:chOff x="5440650" y="5846898"/>
              <a:chExt cx="380766" cy="381000"/>
            </a:xfrm>
            <a:solidFill>
              <a:srgbClr val="FFFFFF"/>
            </a:solidFill>
          </p:grpSpPr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E6DA9B7A-B6EE-D6F3-B7BF-239E0152103E}"/>
                  </a:ext>
                </a:extLst>
              </p:cNvPr>
              <p:cNvSpPr/>
              <p:nvPr/>
            </p:nvSpPr>
            <p:spPr>
              <a:xfrm>
                <a:off x="5440650" y="58468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1" name="Picture 220">
                <a:extLst>
                  <a:ext uri="{FF2B5EF4-FFF2-40B4-BE49-F238E27FC236}">
                    <a16:creationId xmlns:a16="http://schemas.microsoft.com/office/drawing/2014/main" id="{1390EE6B-D0CE-AB40-DA2F-5B21878446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169" y="5937385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2" name="Graphic 18">
              <a:extLst>
                <a:ext uri="{FF2B5EF4-FFF2-40B4-BE49-F238E27FC236}">
                  <a16:creationId xmlns:a16="http://schemas.microsoft.com/office/drawing/2014/main" id="{F711E999-00AA-08DE-4EF7-5205F6CCB5EC}"/>
                </a:ext>
              </a:extLst>
            </p:cNvPr>
            <p:cNvGrpSpPr/>
            <p:nvPr/>
          </p:nvGrpSpPr>
          <p:grpSpPr>
            <a:xfrm>
              <a:off x="6241591" y="6591181"/>
              <a:ext cx="377053" cy="561975"/>
              <a:chOff x="6241591" y="6591181"/>
              <a:chExt cx="377053" cy="561975"/>
            </a:xfrm>
          </p:grpSpPr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653A1B18-BC3F-8EA1-877C-569C742FE2C9}"/>
                  </a:ext>
                </a:extLst>
              </p:cNvPr>
              <p:cNvSpPr/>
              <p:nvPr/>
            </p:nvSpPr>
            <p:spPr>
              <a:xfrm>
                <a:off x="6241591" y="6591181"/>
                <a:ext cx="345259" cy="514540"/>
              </a:xfrm>
              <a:custGeom>
                <a:avLst/>
                <a:gdLst>
                  <a:gd name="csX0" fmla="*/ 0 w 345259"/>
                  <a:gd name="csY0" fmla="*/ 0 h 514540"/>
                  <a:gd name="csX1" fmla="*/ 345260 w 345259"/>
                  <a:gd name="csY1" fmla="*/ 514540 h 5145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5259" h="514540">
                    <a:moveTo>
                      <a:pt x="0" y="0"/>
                    </a:moveTo>
                    <a:lnTo>
                      <a:pt x="345260" y="51454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8EA90980-D74A-E7E5-6A98-71EB68B7A6A5}"/>
                  </a:ext>
                </a:extLst>
              </p:cNvPr>
              <p:cNvSpPr/>
              <p:nvPr/>
            </p:nvSpPr>
            <p:spPr>
              <a:xfrm>
                <a:off x="6544586" y="7068669"/>
                <a:ext cx="74058" cy="84486"/>
              </a:xfrm>
              <a:custGeom>
                <a:avLst/>
                <a:gdLst>
                  <a:gd name="csX0" fmla="*/ 74059 w 74058"/>
                  <a:gd name="csY0" fmla="*/ 84487 h 84486"/>
                  <a:gd name="csX1" fmla="*/ 0 w 74058"/>
                  <a:gd name="csY1" fmla="*/ 42481 h 84486"/>
                  <a:gd name="csX2" fmla="*/ 42265 w 74058"/>
                  <a:gd name="csY2" fmla="*/ 37052 h 84486"/>
                  <a:gd name="csX3" fmla="*/ 63302 w 74058"/>
                  <a:gd name="csY3" fmla="*/ 0 h 844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058" h="84486">
                    <a:moveTo>
                      <a:pt x="74059" y="84487"/>
                    </a:moveTo>
                    <a:lnTo>
                      <a:pt x="0" y="42481"/>
                    </a:lnTo>
                    <a:lnTo>
                      <a:pt x="42265" y="37052"/>
                    </a:lnTo>
                    <a:lnTo>
                      <a:pt x="6330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5" name="Graphic 18">
              <a:extLst>
                <a:ext uri="{FF2B5EF4-FFF2-40B4-BE49-F238E27FC236}">
                  <a16:creationId xmlns:a16="http://schemas.microsoft.com/office/drawing/2014/main" id="{5C2AE44B-6B5A-1814-7928-3A941648C46D}"/>
                </a:ext>
              </a:extLst>
            </p:cNvPr>
            <p:cNvGrpSpPr/>
            <p:nvPr/>
          </p:nvGrpSpPr>
          <p:grpSpPr>
            <a:xfrm>
              <a:off x="5848641" y="6591181"/>
              <a:ext cx="123748" cy="558736"/>
              <a:chOff x="5848641" y="6591181"/>
              <a:chExt cx="123748" cy="558736"/>
            </a:xfrm>
          </p:grpSpPr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1628C91E-8425-3606-531B-4FBDB1B2CAF8}"/>
                  </a:ext>
                </a:extLst>
              </p:cNvPr>
              <p:cNvSpPr/>
              <p:nvPr/>
            </p:nvSpPr>
            <p:spPr>
              <a:xfrm>
                <a:off x="5882814" y="6591181"/>
                <a:ext cx="89575" cy="502443"/>
              </a:xfrm>
              <a:custGeom>
                <a:avLst/>
                <a:gdLst>
                  <a:gd name="csX0" fmla="*/ 89575 w 89575"/>
                  <a:gd name="csY0" fmla="*/ 0 h 502443"/>
                  <a:gd name="csX1" fmla="*/ 0 w 89575"/>
                  <a:gd name="csY1" fmla="*/ 502444 h 5024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9575" h="502443">
                    <a:moveTo>
                      <a:pt x="89575" y="0"/>
                    </a:moveTo>
                    <a:lnTo>
                      <a:pt x="0" y="50244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2322B20-1B3E-CD09-28CA-BC57FD79CD61}"/>
                  </a:ext>
                </a:extLst>
              </p:cNvPr>
              <p:cNvSpPr/>
              <p:nvPr/>
            </p:nvSpPr>
            <p:spPr>
              <a:xfrm>
                <a:off x="5848641" y="7068193"/>
                <a:ext cx="75010" cy="81724"/>
              </a:xfrm>
              <a:custGeom>
                <a:avLst/>
                <a:gdLst>
                  <a:gd name="csX0" fmla="*/ 24083 w 75010"/>
                  <a:gd name="csY0" fmla="*/ 81725 h 81724"/>
                  <a:gd name="csX1" fmla="*/ 0 w 75010"/>
                  <a:gd name="csY1" fmla="*/ 0 h 81724"/>
                  <a:gd name="csX2" fmla="*/ 34174 w 75010"/>
                  <a:gd name="csY2" fmla="*/ 25432 h 81724"/>
                  <a:gd name="csX3" fmla="*/ 75011 w 75010"/>
                  <a:gd name="csY3" fmla="*/ 13431 h 8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010" h="81724">
                    <a:moveTo>
                      <a:pt x="24083" y="81725"/>
                    </a:moveTo>
                    <a:lnTo>
                      <a:pt x="0" y="0"/>
                    </a:lnTo>
                    <a:lnTo>
                      <a:pt x="34174" y="25432"/>
                    </a:lnTo>
                    <a:lnTo>
                      <a:pt x="75011" y="13431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8" name="Graphic 18">
              <a:extLst>
                <a:ext uri="{FF2B5EF4-FFF2-40B4-BE49-F238E27FC236}">
                  <a16:creationId xmlns:a16="http://schemas.microsoft.com/office/drawing/2014/main" id="{9F83D192-31A4-A9D0-740B-F53294061BD5}"/>
                </a:ext>
              </a:extLst>
            </p:cNvPr>
            <p:cNvGrpSpPr/>
            <p:nvPr/>
          </p:nvGrpSpPr>
          <p:grpSpPr>
            <a:xfrm>
              <a:off x="5916607" y="6265998"/>
              <a:ext cx="380766" cy="381000"/>
              <a:chOff x="5916607" y="6265998"/>
              <a:chExt cx="380766" cy="381000"/>
            </a:xfrm>
            <a:solidFill>
              <a:srgbClr val="FFFFFF"/>
            </a:solidFill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1BE9D335-15D0-FE42-BF5C-F5ECE93B6CC3}"/>
                  </a:ext>
                </a:extLst>
              </p:cNvPr>
              <p:cNvSpPr/>
              <p:nvPr/>
            </p:nvSpPr>
            <p:spPr>
              <a:xfrm>
                <a:off x="5916607" y="62659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0" name="Picture 229">
                <a:extLst>
                  <a:ext uri="{FF2B5EF4-FFF2-40B4-BE49-F238E27FC236}">
                    <a16:creationId xmlns:a16="http://schemas.microsoft.com/office/drawing/2014/main" id="{06B474E1-1ACF-FED2-1494-D9921C917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26126" y="6351723"/>
                <a:ext cx="361727" cy="247650"/>
              </a:xfrm>
              <a:custGeom>
                <a:avLst/>
                <a:gdLst>
                  <a:gd name="csX0" fmla="*/ 0 w 361727"/>
                  <a:gd name="csY0" fmla="*/ 0 h 247650"/>
                  <a:gd name="csX1" fmla="*/ 361728 w 361727"/>
                  <a:gd name="csY1" fmla="*/ 0 h 247650"/>
                  <a:gd name="csX2" fmla="*/ 361728 w 361727"/>
                  <a:gd name="csY2" fmla="*/ 247650 h 247650"/>
                  <a:gd name="csX3" fmla="*/ 0 w 361727"/>
                  <a:gd name="csY3" fmla="*/ 247650 h 247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47650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47650"/>
                    </a:lnTo>
                    <a:lnTo>
                      <a:pt x="0" y="2476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1" name="Graphic 18">
              <a:extLst>
                <a:ext uri="{FF2B5EF4-FFF2-40B4-BE49-F238E27FC236}">
                  <a16:creationId xmlns:a16="http://schemas.microsoft.com/office/drawing/2014/main" id="{F8C94259-7756-155A-9D49-8661062AA6A2}"/>
                </a:ext>
              </a:extLst>
            </p:cNvPr>
            <p:cNvGrpSpPr/>
            <p:nvPr/>
          </p:nvGrpSpPr>
          <p:grpSpPr>
            <a:xfrm>
              <a:off x="6384378" y="5438656"/>
              <a:ext cx="374293" cy="392810"/>
              <a:chOff x="6384378" y="5438656"/>
              <a:chExt cx="374293" cy="392810"/>
            </a:xfrm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82F44C80-66B8-312E-5F4F-9B86EE449204}"/>
                  </a:ext>
                </a:extLst>
              </p:cNvPr>
              <p:cNvSpPr/>
              <p:nvPr/>
            </p:nvSpPr>
            <p:spPr>
              <a:xfrm>
                <a:off x="6384378" y="5438656"/>
                <a:ext cx="334883" cy="351472"/>
              </a:xfrm>
              <a:custGeom>
                <a:avLst/>
                <a:gdLst>
                  <a:gd name="csX0" fmla="*/ 0 w 334883"/>
                  <a:gd name="csY0" fmla="*/ 0 h 351472"/>
                  <a:gd name="csX1" fmla="*/ 334884 w 334883"/>
                  <a:gd name="csY1" fmla="*/ 351472 h 351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4883" h="351472">
                    <a:moveTo>
                      <a:pt x="0" y="0"/>
                    </a:moveTo>
                    <a:lnTo>
                      <a:pt x="334884" y="351472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7BB142D2-AAE3-23D6-5AA4-B48A5DCA65B5}"/>
                  </a:ext>
                </a:extLst>
              </p:cNvPr>
              <p:cNvSpPr/>
              <p:nvPr/>
            </p:nvSpPr>
            <p:spPr>
              <a:xfrm>
                <a:off x="6678520" y="5750028"/>
                <a:ext cx="80151" cy="81438"/>
              </a:xfrm>
              <a:custGeom>
                <a:avLst/>
                <a:gdLst>
                  <a:gd name="csX0" fmla="*/ 80151 w 80151"/>
                  <a:gd name="csY0" fmla="*/ 81439 h 81438"/>
                  <a:gd name="csX1" fmla="*/ 0 w 80151"/>
                  <a:gd name="csY1" fmla="*/ 52578 h 81438"/>
                  <a:gd name="csX2" fmla="*/ 40742 w 80151"/>
                  <a:gd name="csY2" fmla="*/ 40100 h 81438"/>
                  <a:gd name="csX3" fmla="*/ 55116 w 80151"/>
                  <a:gd name="csY3" fmla="*/ 0 h 814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0151" h="81438">
                    <a:moveTo>
                      <a:pt x="80151" y="81439"/>
                    </a:moveTo>
                    <a:lnTo>
                      <a:pt x="0" y="52578"/>
                    </a:lnTo>
                    <a:lnTo>
                      <a:pt x="40742" y="40100"/>
                    </a:lnTo>
                    <a:lnTo>
                      <a:pt x="551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4" name="Graphic 18">
              <a:extLst>
                <a:ext uri="{FF2B5EF4-FFF2-40B4-BE49-F238E27FC236}">
                  <a16:creationId xmlns:a16="http://schemas.microsoft.com/office/drawing/2014/main" id="{DF578098-8BB1-9FD1-0779-DA1924F2B7A8}"/>
                </a:ext>
              </a:extLst>
            </p:cNvPr>
            <p:cNvGrpSpPr/>
            <p:nvPr/>
          </p:nvGrpSpPr>
          <p:grpSpPr>
            <a:xfrm>
              <a:off x="5631033" y="6227898"/>
              <a:ext cx="187146" cy="922019"/>
              <a:chOff x="5631033" y="6227898"/>
              <a:chExt cx="187146" cy="922019"/>
            </a:xfrm>
          </p:grpSpPr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AA499D2E-AF88-3E67-184D-DB72ECE19359}"/>
                  </a:ext>
                </a:extLst>
              </p:cNvPr>
              <p:cNvSpPr/>
              <p:nvPr/>
            </p:nvSpPr>
            <p:spPr>
              <a:xfrm>
                <a:off x="5631033" y="6227898"/>
                <a:ext cx="152972" cy="865727"/>
              </a:xfrm>
              <a:custGeom>
                <a:avLst/>
                <a:gdLst>
                  <a:gd name="csX0" fmla="*/ 0 w 152972"/>
                  <a:gd name="csY0" fmla="*/ 0 h 865727"/>
                  <a:gd name="csX1" fmla="*/ 152973 w 152972"/>
                  <a:gd name="csY1" fmla="*/ 865727 h 865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972" h="865727">
                    <a:moveTo>
                      <a:pt x="0" y="0"/>
                    </a:moveTo>
                    <a:lnTo>
                      <a:pt x="152973" y="865727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8BD9215F-53A8-F0A4-1AA3-5721ED367239}"/>
                  </a:ext>
                </a:extLst>
              </p:cNvPr>
              <p:cNvSpPr/>
              <p:nvPr/>
            </p:nvSpPr>
            <p:spPr>
              <a:xfrm>
                <a:off x="5743168" y="7068193"/>
                <a:ext cx="75010" cy="81724"/>
              </a:xfrm>
              <a:custGeom>
                <a:avLst/>
                <a:gdLst>
                  <a:gd name="csX0" fmla="*/ 50737 w 75010"/>
                  <a:gd name="csY0" fmla="*/ 81725 h 81724"/>
                  <a:gd name="csX1" fmla="*/ 0 w 75010"/>
                  <a:gd name="csY1" fmla="*/ 13335 h 81724"/>
                  <a:gd name="csX2" fmla="*/ 40837 w 75010"/>
                  <a:gd name="csY2" fmla="*/ 25432 h 81724"/>
                  <a:gd name="csX3" fmla="*/ 75011 w 75010"/>
                  <a:gd name="csY3" fmla="*/ 0 h 8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010" h="81724">
                    <a:moveTo>
                      <a:pt x="50737" y="81725"/>
                    </a:moveTo>
                    <a:lnTo>
                      <a:pt x="0" y="13335"/>
                    </a:lnTo>
                    <a:lnTo>
                      <a:pt x="40837" y="25432"/>
                    </a:lnTo>
                    <a:lnTo>
                      <a:pt x="750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7" name="Graphic 18">
              <a:extLst>
                <a:ext uri="{FF2B5EF4-FFF2-40B4-BE49-F238E27FC236}">
                  <a16:creationId xmlns:a16="http://schemas.microsoft.com/office/drawing/2014/main" id="{C956B05A-BDD7-8713-06E1-5C2EE5BE17DE}"/>
                </a:ext>
              </a:extLst>
            </p:cNvPr>
            <p:cNvGrpSpPr/>
            <p:nvPr/>
          </p:nvGrpSpPr>
          <p:grpSpPr>
            <a:xfrm>
              <a:off x="5726224" y="7170873"/>
              <a:ext cx="285574" cy="290512"/>
              <a:chOff x="5726224" y="7170873"/>
              <a:chExt cx="285574" cy="290512"/>
            </a:xfrm>
            <a:solidFill>
              <a:srgbClr val="FFFFFF"/>
            </a:solidFill>
          </p:grpSpPr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D9975B04-7A0C-9738-3027-E40A79843224}"/>
                  </a:ext>
                </a:extLst>
              </p:cNvPr>
              <p:cNvSpPr/>
              <p:nvPr/>
            </p:nvSpPr>
            <p:spPr>
              <a:xfrm>
                <a:off x="5726224" y="7170873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9" name="Picture 238">
                <a:extLst>
                  <a:ext uri="{FF2B5EF4-FFF2-40B4-BE49-F238E27FC236}">
                    <a16:creationId xmlns:a16="http://schemas.microsoft.com/office/drawing/2014/main" id="{A23F40C6-1E71-DE32-0D06-2D446D8F5E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35743" y="7204210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0" name="Graphic 18">
              <a:extLst>
                <a:ext uri="{FF2B5EF4-FFF2-40B4-BE49-F238E27FC236}">
                  <a16:creationId xmlns:a16="http://schemas.microsoft.com/office/drawing/2014/main" id="{5E08EF53-7815-7CF6-2C90-7153FC379265}"/>
                </a:ext>
              </a:extLst>
            </p:cNvPr>
            <p:cNvGrpSpPr/>
            <p:nvPr/>
          </p:nvGrpSpPr>
          <p:grpSpPr>
            <a:xfrm>
              <a:off x="6487756" y="7170873"/>
              <a:ext cx="285574" cy="290512"/>
              <a:chOff x="6487756" y="7170873"/>
              <a:chExt cx="285574" cy="290512"/>
            </a:xfrm>
            <a:solidFill>
              <a:srgbClr val="FFFFFF"/>
            </a:solidFill>
          </p:grpSpPr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22C8A6DB-391F-E5BB-9153-0B4A3B6A1769}"/>
                  </a:ext>
                </a:extLst>
              </p:cNvPr>
              <p:cNvSpPr/>
              <p:nvPr/>
            </p:nvSpPr>
            <p:spPr>
              <a:xfrm>
                <a:off x="6487756" y="7170873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2" name="Picture 241">
                <a:extLst>
                  <a:ext uri="{FF2B5EF4-FFF2-40B4-BE49-F238E27FC236}">
                    <a16:creationId xmlns:a16="http://schemas.microsoft.com/office/drawing/2014/main" id="{EB5C779C-478B-1C78-9375-29D4F2D3E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7276" y="7204210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45" name="Graphic 18">
              <a:extLst>
                <a:ext uri="{FF2B5EF4-FFF2-40B4-BE49-F238E27FC236}">
                  <a16:creationId xmlns:a16="http://schemas.microsoft.com/office/drawing/2014/main" id="{EE185189-93E0-EE65-DD67-2451D1163812}"/>
                </a:ext>
              </a:extLst>
            </p:cNvPr>
            <p:cNvGrpSpPr/>
            <p:nvPr/>
          </p:nvGrpSpPr>
          <p:grpSpPr>
            <a:xfrm>
              <a:off x="6671286" y="6227898"/>
              <a:ext cx="102045" cy="921734"/>
              <a:chOff x="6671286" y="6227898"/>
              <a:chExt cx="102045" cy="921734"/>
            </a:xfrm>
          </p:grpSpPr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27FCF249-D562-70A1-C61B-225F74FD5A51}"/>
                  </a:ext>
                </a:extLst>
              </p:cNvPr>
              <p:cNvSpPr/>
              <p:nvPr/>
            </p:nvSpPr>
            <p:spPr>
              <a:xfrm>
                <a:off x="6707839" y="6227898"/>
                <a:ext cx="65491" cy="864774"/>
              </a:xfrm>
              <a:custGeom>
                <a:avLst/>
                <a:gdLst>
                  <a:gd name="csX0" fmla="*/ 65492 w 65491"/>
                  <a:gd name="csY0" fmla="*/ 0 h 864774"/>
                  <a:gd name="csX1" fmla="*/ 0 w 65491"/>
                  <a:gd name="csY1" fmla="*/ 864775 h 864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491" h="864774">
                    <a:moveTo>
                      <a:pt x="65492" y="0"/>
                    </a:moveTo>
                    <a:lnTo>
                      <a:pt x="0" y="864775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89E3F47D-0FDE-D6F2-E97F-F6B55828FC0C}"/>
                  </a:ext>
                </a:extLst>
              </p:cNvPr>
              <p:cNvSpPr/>
              <p:nvPr/>
            </p:nvSpPr>
            <p:spPr>
              <a:xfrm>
                <a:off x="6671286" y="7070765"/>
                <a:ext cx="75962" cy="78867"/>
              </a:xfrm>
              <a:custGeom>
                <a:avLst/>
                <a:gdLst>
                  <a:gd name="csX0" fmla="*/ 32270 w 75962"/>
                  <a:gd name="csY0" fmla="*/ 78867 h 78867"/>
                  <a:gd name="csX1" fmla="*/ 0 w 75962"/>
                  <a:gd name="csY1" fmla="*/ 0 h 78867"/>
                  <a:gd name="csX2" fmla="*/ 36554 w 75962"/>
                  <a:gd name="csY2" fmla="*/ 21907 h 78867"/>
                  <a:gd name="csX3" fmla="*/ 75963 w 75962"/>
                  <a:gd name="csY3" fmla="*/ 5810 h 78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62" h="78867">
                    <a:moveTo>
                      <a:pt x="32270" y="78867"/>
                    </a:moveTo>
                    <a:lnTo>
                      <a:pt x="0" y="0"/>
                    </a:lnTo>
                    <a:lnTo>
                      <a:pt x="36554" y="21907"/>
                    </a:lnTo>
                    <a:lnTo>
                      <a:pt x="75963" y="581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8" name="Graphic 18">
              <a:extLst>
                <a:ext uri="{FF2B5EF4-FFF2-40B4-BE49-F238E27FC236}">
                  <a16:creationId xmlns:a16="http://schemas.microsoft.com/office/drawing/2014/main" id="{F27B9D9A-0A5E-DE43-FDAD-7217E10FE15B}"/>
                </a:ext>
              </a:extLst>
            </p:cNvPr>
            <p:cNvGrpSpPr/>
            <p:nvPr/>
          </p:nvGrpSpPr>
          <p:grpSpPr>
            <a:xfrm>
              <a:off x="5952590" y="6172081"/>
              <a:ext cx="686140" cy="981360"/>
              <a:chOff x="5952590" y="6172081"/>
              <a:chExt cx="686140" cy="981360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BAEE86E0-3C38-881F-6936-92DDE0C6AF2A}"/>
                  </a:ext>
                </a:extLst>
              </p:cNvPr>
              <p:cNvSpPr/>
              <p:nvPr/>
            </p:nvSpPr>
            <p:spPr>
              <a:xfrm>
                <a:off x="5985336" y="6172081"/>
                <a:ext cx="653394" cy="934497"/>
              </a:xfrm>
              <a:custGeom>
                <a:avLst/>
                <a:gdLst>
                  <a:gd name="csX0" fmla="*/ 653395 w 653394"/>
                  <a:gd name="csY0" fmla="*/ 0 h 934497"/>
                  <a:gd name="csX1" fmla="*/ 0 w 653394"/>
                  <a:gd name="csY1" fmla="*/ 934498 h 9344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3394" h="934497">
                    <a:moveTo>
                      <a:pt x="653395" y="0"/>
                    </a:moveTo>
                    <a:lnTo>
                      <a:pt x="0" y="934498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A158220A-7B20-5503-DACE-C63BB3ADCF53}"/>
                  </a:ext>
                </a:extLst>
              </p:cNvPr>
              <p:cNvSpPr/>
              <p:nvPr/>
            </p:nvSpPr>
            <p:spPr>
              <a:xfrm>
                <a:off x="5952590" y="7069146"/>
                <a:ext cx="74915" cy="84296"/>
              </a:xfrm>
              <a:custGeom>
                <a:avLst/>
                <a:gdLst>
                  <a:gd name="csX0" fmla="*/ 0 w 74915"/>
                  <a:gd name="csY0" fmla="*/ 84296 h 84296"/>
                  <a:gd name="csX1" fmla="*/ 12470 w 74915"/>
                  <a:gd name="csY1" fmla="*/ 0 h 84296"/>
                  <a:gd name="csX2" fmla="*/ 32746 w 74915"/>
                  <a:gd name="csY2" fmla="*/ 37433 h 84296"/>
                  <a:gd name="csX3" fmla="*/ 74916 w 74915"/>
                  <a:gd name="csY3" fmla="*/ 43719 h 84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915" h="84296">
                    <a:moveTo>
                      <a:pt x="0" y="84296"/>
                    </a:moveTo>
                    <a:lnTo>
                      <a:pt x="12470" y="0"/>
                    </a:lnTo>
                    <a:lnTo>
                      <a:pt x="32746" y="37433"/>
                    </a:lnTo>
                    <a:lnTo>
                      <a:pt x="74916" y="43719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1" name="Graphic 18">
              <a:extLst>
                <a:ext uri="{FF2B5EF4-FFF2-40B4-BE49-F238E27FC236}">
                  <a16:creationId xmlns:a16="http://schemas.microsoft.com/office/drawing/2014/main" id="{6B43E7B8-4DA2-2308-2343-22F76DA69272}"/>
                </a:ext>
              </a:extLst>
            </p:cNvPr>
            <p:cNvGrpSpPr/>
            <p:nvPr/>
          </p:nvGrpSpPr>
          <p:grpSpPr>
            <a:xfrm>
              <a:off x="6582948" y="5846898"/>
              <a:ext cx="380766" cy="381000"/>
              <a:chOff x="6582948" y="5846898"/>
              <a:chExt cx="380766" cy="381000"/>
            </a:xfrm>
            <a:solidFill>
              <a:srgbClr val="FFFFFF"/>
            </a:solidFill>
          </p:grpSpPr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6FE0767B-063E-E38D-0038-831566AA5F8B}"/>
                  </a:ext>
                </a:extLst>
              </p:cNvPr>
              <p:cNvSpPr/>
              <p:nvPr/>
            </p:nvSpPr>
            <p:spPr>
              <a:xfrm>
                <a:off x="6582948" y="58468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53" name="Picture 352">
                <a:extLst>
                  <a:ext uri="{FF2B5EF4-FFF2-40B4-BE49-F238E27FC236}">
                    <a16:creationId xmlns:a16="http://schemas.microsoft.com/office/drawing/2014/main" id="{7D6A4F79-99B9-E773-C5C9-0CD635D69C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92467" y="5932623"/>
                <a:ext cx="361727" cy="247650"/>
              </a:xfrm>
              <a:custGeom>
                <a:avLst/>
                <a:gdLst>
                  <a:gd name="csX0" fmla="*/ 0 w 361727"/>
                  <a:gd name="csY0" fmla="*/ 0 h 247650"/>
                  <a:gd name="csX1" fmla="*/ 361728 w 361727"/>
                  <a:gd name="csY1" fmla="*/ 0 h 247650"/>
                  <a:gd name="csX2" fmla="*/ 361728 w 361727"/>
                  <a:gd name="csY2" fmla="*/ 247650 h 247650"/>
                  <a:gd name="csX3" fmla="*/ 0 w 361727"/>
                  <a:gd name="csY3" fmla="*/ 247650 h 247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47650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47650"/>
                    </a:lnTo>
                    <a:lnTo>
                      <a:pt x="0" y="24765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D2CC5E38-9D6D-F609-830C-EE558A0B8A59}"/>
              </a:ext>
            </a:extLst>
          </p:cNvPr>
          <p:cNvGrpSpPr/>
          <p:nvPr/>
        </p:nvGrpSpPr>
        <p:grpSpPr>
          <a:xfrm>
            <a:off x="5192340" y="2592895"/>
            <a:ext cx="1516761" cy="2339189"/>
            <a:chOff x="5192340" y="2592895"/>
            <a:chExt cx="1516761" cy="2339189"/>
          </a:xfrm>
        </p:grpSpPr>
        <p:grpSp>
          <p:nvGrpSpPr>
            <p:cNvPr id="162" name="Graphic 25">
              <a:extLst>
                <a:ext uri="{FF2B5EF4-FFF2-40B4-BE49-F238E27FC236}">
                  <a16:creationId xmlns:a16="http://schemas.microsoft.com/office/drawing/2014/main" id="{B1C2E6EF-5B33-7C0C-D631-ADF3D9A5AC3E}"/>
                </a:ext>
              </a:extLst>
            </p:cNvPr>
            <p:cNvGrpSpPr/>
            <p:nvPr/>
          </p:nvGrpSpPr>
          <p:grpSpPr>
            <a:xfrm>
              <a:off x="5398146" y="2916870"/>
              <a:ext cx="465929" cy="393059"/>
              <a:chOff x="6515259" y="2924263"/>
              <a:chExt cx="465929" cy="393059"/>
            </a:xfrm>
          </p:grpSpPr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A6CF3986-B2FF-A89E-19F8-ECDC1259E2F8}"/>
                  </a:ext>
                </a:extLst>
              </p:cNvPr>
              <p:cNvSpPr/>
              <p:nvPr/>
            </p:nvSpPr>
            <p:spPr>
              <a:xfrm>
                <a:off x="6558771" y="2924263"/>
                <a:ext cx="422417" cy="356334"/>
              </a:xfrm>
              <a:custGeom>
                <a:avLst/>
                <a:gdLst>
                  <a:gd name="csX0" fmla="*/ 422418 w 422417"/>
                  <a:gd name="csY0" fmla="*/ 0 h 356334"/>
                  <a:gd name="csX1" fmla="*/ 0 w 422417"/>
                  <a:gd name="csY1" fmla="*/ 356335 h 3563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417" h="356334">
                    <a:moveTo>
                      <a:pt x="422418" y="0"/>
                    </a:moveTo>
                    <a:lnTo>
                      <a:pt x="0" y="356335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4CC9A82B-66D8-1C3E-4C6D-78B13C3797C4}"/>
                  </a:ext>
                </a:extLst>
              </p:cNvPr>
              <p:cNvSpPr/>
              <p:nvPr/>
            </p:nvSpPr>
            <p:spPr>
              <a:xfrm>
                <a:off x="6515259" y="3239413"/>
                <a:ext cx="82379" cy="77909"/>
              </a:xfrm>
              <a:custGeom>
                <a:avLst/>
                <a:gdLst>
                  <a:gd name="csX0" fmla="*/ 0 w 82379"/>
                  <a:gd name="csY0" fmla="*/ 77910 h 77909"/>
                  <a:gd name="csX1" fmla="*/ 33558 w 82379"/>
                  <a:gd name="csY1" fmla="*/ 0 h 77909"/>
                  <a:gd name="csX2" fmla="*/ 43512 w 82379"/>
                  <a:gd name="csY2" fmla="*/ 41185 h 77909"/>
                  <a:gd name="csX3" fmla="*/ 82379 w 82379"/>
                  <a:gd name="csY3" fmla="*/ 57982 h 77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379" h="77909">
                    <a:moveTo>
                      <a:pt x="0" y="77910"/>
                    </a:moveTo>
                    <a:lnTo>
                      <a:pt x="33558" y="0"/>
                    </a:lnTo>
                    <a:lnTo>
                      <a:pt x="43512" y="41185"/>
                    </a:lnTo>
                    <a:lnTo>
                      <a:pt x="82379" y="57982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5" name="Graphic 25">
              <a:extLst>
                <a:ext uri="{FF2B5EF4-FFF2-40B4-BE49-F238E27FC236}">
                  <a16:creationId xmlns:a16="http://schemas.microsoft.com/office/drawing/2014/main" id="{4C1C4607-3D58-1E1C-6044-F4915408909A}"/>
                </a:ext>
              </a:extLst>
            </p:cNvPr>
            <p:cNvGrpSpPr/>
            <p:nvPr/>
          </p:nvGrpSpPr>
          <p:grpSpPr>
            <a:xfrm>
              <a:off x="5808524" y="2592895"/>
              <a:ext cx="379190" cy="379584"/>
              <a:chOff x="6925637" y="2600288"/>
              <a:chExt cx="379190" cy="379584"/>
            </a:xfrm>
            <a:solidFill>
              <a:srgbClr val="FFFFFF"/>
            </a:solidFill>
          </p:grpSpPr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5696FF0C-FAB2-F861-F19A-5761492C885E}"/>
                  </a:ext>
                </a:extLst>
              </p:cNvPr>
              <p:cNvSpPr/>
              <p:nvPr/>
            </p:nvSpPr>
            <p:spPr>
              <a:xfrm>
                <a:off x="6925637" y="26002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7" name="Picture 166">
                <a:extLst>
                  <a:ext uri="{FF2B5EF4-FFF2-40B4-BE49-F238E27FC236}">
                    <a16:creationId xmlns:a16="http://schemas.microsoft.com/office/drawing/2014/main" id="{1103F4E4-2303-E132-6845-991F061D17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5117" y="26904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168" name="Graphic 25">
              <a:extLst>
                <a:ext uri="{FF2B5EF4-FFF2-40B4-BE49-F238E27FC236}">
                  <a16:creationId xmlns:a16="http://schemas.microsoft.com/office/drawing/2014/main" id="{E50C7952-C9A0-5FF5-C690-A7D90BE4655D}"/>
                </a:ext>
              </a:extLst>
            </p:cNvPr>
            <p:cNvGrpSpPr/>
            <p:nvPr/>
          </p:nvGrpSpPr>
          <p:grpSpPr>
            <a:xfrm>
              <a:off x="5515979" y="3647570"/>
              <a:ext cx="188741" cy="136745"/>
              <a:chOff x="6633092" y="3654963"/>
              <a:chExt cx="188741" cy="136745"/>
            </a:xfrm>
          </p:grpSpPr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EFDBBB6E-2FD2-1BA6-65D7-FBA86EDAC8F9}"/>
                  </a:ext>
                </a:extLst>
              </p:cNvPr>
              <p:cNvSpPr/>
              <p:nvPr/>
            </p:nvSpPr>
            <p:spPr>
              <a:xfrm>
                <a:off x="6633092" y="3654963"/>
                <a:ext cx="142670" cy="103341"/>
              </a:xfrm>
              <a:custGeom>
                <a:avLst/>
                <a:gdLst>
                  <a:gd name="csX0" fmla="*/ 0 w 142670"/>
                  <a:gd name="csY0" fmla="*/ 0 h 103341"/>
                  <a:gd name="csX1" fmla="*/ 142670 w 142670"/>
                  <a:gd name="csY1" fmla="*/ 103342 h 103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2670" h="103341">
                    <a:moveTo>
                      <a:pt x="0" y="0"/>
                    </a:moveTo>
                    <a:lnTo>
                      <a:pt x="142670" y="103342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49E3479B-FD0F-9C44-AD8D-2439EFE26E38}"/>
                  </a:ext>
                </a:extLst>
              </p:cNvPr>
              <p:cNvSpPr/>
              <p:nvPr/>
            </p:nvSpPr>
            <p:spPr>
              <a:xfrm>
                <a:off x="6738128" y="3716456"/>
                <a:ext cx="83706" cy="75252"/>
              </a:xfrm>
              <a:custGeom>
                <a:avLst/>
                <a:gdLst>
                  <a:gd name="csX0" fmla="*/ 83706 w 83706"/>
                  <a:gd name="csY0" fmla="*/ 75253 h 75252"/>
                  <a:gd name="csX1" fmla="*/ 0 w 83706"/>
                  <a:gd name="csY1" fmla="*/ 61493 h 75252"/>
                  <a:gd name="csX2" fmla="*/ 37635 w 83706"/>
                  <a:gd name="csY2" fmla="*/ 41849 h 75252"/>
                  <a:gd name="csX3" fmla="*/ 44460 w 83706"/>
                  <a:gd name="csY3" fmla="*/ 0 h 752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06" h="75252">
                    <a:moveTo>
                      <a:pt x="83706" y="75253"/>
                    </a:moveTo>
                    <a:lnTo>
                      <a:pt x="0" y="61493"/>
                    </a:lnTo>
                    <a:lnTo>
                      <a:pt x="37635" y="41849"/>
                    </a:lnTo>
                    <a:lnTo>
                      <a:pt x="44460" y="0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1" name="Graphic 25">
              <a:extLst>
                <a:ext uri="{FF2B5EF4-FFF2-40B4-BE49-F238E27FC236}">
                  <a16:creationId xmlns:a16="http://schemas.microsoft.com/office/drawing/2014/main" id="{E0C3EAB5-C4AF-EADE-C571-E26EF1612466}"/>
                </a:ext>
              </a:extLst>
            </p:cNvPr>
            <p:cNvGrpSpPr/>
            <p:nvPr/>
          </p:nvGrpSpPr>
          <p:grpSpPr>
            <a:xfrm>
              <a:off x="5192340" y="3323595"/>
              <a:ext cx="379190" cy="379584"/>
              <a:chOff x="6309453" y="3330988"/>
              <a:chExt cx="379190" cy="379584"/>
            </a:xfrm>
            <a:solidFill>
              <a:srgbClr val="FFFFFF"/>
            </a:solidFill>
          </p:grpSpPr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CADF80BE-068A-BFD3-66E1-24764C1DD1D7}"/>
                  </a:ext>
                </a:extLst>
              </p:cNvPr>
              <p:cNvSpPr/>
              <p:nvPr/>
            </p:nvSpPr>
            <p:spPr>
              <a:xfrm>
                <a:off x="6309453" y="33309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37921E29-EA5F-CF43-BF2C-F0CB127709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8933" y="34211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174" name="Graphic 25">
              <a:extLst>
                <a:ext uri="{FF2B5EF4-FFF2-40B4-BE49-F238E27FC236}">
                  <a16:creationId xmlns:a16="http://schemas.microsoft.com/office/drawing/2014/main" id="{E5D0B87A-C3F1-7E06-D1D2-2094920C53CD}"/>
                </a:ext>
              </a:extLst>
            </p:cNvPr>
            <p:cNvGrpSpPr/>
            <p:nvPr/>
          </p:nvGrpSpPr>
          <p:grpSpPr>
            <a:xfrm>
              <a:off x="5989967" y="4065113"/>
              <a:ext cx="375492" cy="559886"/>
              <a:chOff x="7107080" y="4072506"/>
              <a:chExt cx="375492" cy="559886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35C05449-8D57-A71C-6F3B-98EF2EA8467E}"/>
                  </a:ext>
                </a:extLst>
              </p:cNvPr>
              <p:cNvSpPr/>
              <p:nvPr/>
            </p:nvSpPr>
            <p:spPr>
              <a:xfrm>
                <a:off x="7107080" y="4072506"/>
                <a:ext cx="343830" cy="512628"/>
              </a:xfrm>
              <a:custGeom>
                <a:avLst/>
                <a:gdLst>
                  <a:gd name="csX0" fmla="*/ 0 w 343830"/>
                  <a:gd name="csY0" fmla="*/ 0 h 512628"/>
                  <a:gd name="csX1" fmla="*/ 343831 w 343830"/>
                  <a:gd name="csY1" fmla="*/ 512629 h 512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3830" h="512628">
                    <a:moveTo>
                      <a:pt x="0" y="0"/>
                    </a:moveTo>
                    <a:lnTo>
                      <a:pt x="343831" y="512629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4043C65E-3D71-912E-5721-61F63698447B}"/>
                  </a:ext>
                </a:extLst>
              </p:cNvPr>
              <p:cNvSpPr/>
              <p:nvPr/>
            </p:nvSpPr>
            <p:spPr>
              <a:xfrm>
                <a:off x="7408820" y="4548220"/>
                <a:ext cx="73752" cy="84172"/>
              </a:xfrm>
              <a:custGeom>
                <a:avLst/>
                <a:gdLst>
                  <a:gd name="csX0" fmla="*/ 73752 w 73752"/>
                  <a:gd name="csY0" fmla="*/ 84173 h 84172"/>
                  <a:gd name="csX1" fmla="*/ 0 w 73752"/>
                  <a:gd name="csY1" fmla="*/ 42324 h 84172"/>
                  <a:gd name="csX2" fmla="*/ 42090 w 73752"/>
                  <a:gd name="csY2" fmla="*/ 36915 h 84172"/>
                  <a:gd name="csX3" fmla="*/ 63040 w 73752"/>
                  <a:gd name="csY3" fmla="*/ 0 h 84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752" h="84172">
                    <a:moveTo>
                      <a:pt x="73752" y="84173"/>
                    </a:moveTo>
                    <a:lnTo>
                      <a:pt x="0" y="42324"/>
                    </a:lnTo>
                    <a:lnTo>
                      <a:pt x="42090" y="36915"/>
                    </a:lnTo>
                    <a:lnTo>
                      <a:pt x="6304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7" name="Graphic 25">
              <a:extLst>
                <a:ext uri="{FF2B5EF4-FFF2-40B4-BE49-F238E27FC236}">
                  <a16:creationId xmlns:a16="http://schemas.microsoft.com/office/drawing/2014/main" id="{3953D4A8-2F26-6D4B-E6DE-6A55CD92D59D}"/>
                </a:ext>
              </a:extLst>
            </p:cNvPr>
            <p:cNvGrpSpPr/>
            <p:nvPr/>
          </p:nvGrpSpPr>
          <p:grpSpPr>
            <a:xfrm>
              <a:off x="5598642" y="4065113"/>
              <a:ext cx="123236" cy="556660"/>
              <a:chOff x="6715755" y="4072506"/>
              <a:chExt cx="123236" cy="556660"/>
            </a:xfrm>
          </p:grpSpPr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64C94C6A-0389-E316-8AD4-F50B5401BAE5}"/>
                  </a:ext>
                </a:extLst>
              </p:cNvPr>
              <p:cNvSpPr/>
              <p:nvPr/>
            </p:nvSpPr>
            <p:spPr>
              <a:xfrm>
                <a:off x="6749788" y="4072506"/>
                <a:ext cx="89204" cy="500576"/>
              </a:xfrm>
              <a:custGeom>
                <a:avLst/>
                <a:gdLst>
                  <a:gd name="csX0" fmla="*/ 89204 w 89204"/>
                  <a:gd name="csY0" fmla="*/ 0 h 500576"/>
                  <a:gd name="csX1" fmla="*/ 0 w 89204"/>
                  <a:gd name="csY1" fmla="*/ 500577 h 500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9204" h="500576">
                    <a:moveTo>
                      <a:pt x="89204" y="0"/>
                    </a:moveTo>
                    <a:lnTo>
                      <a:pt x="0" y="500577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D87BE452-D02F-01CC-4B33-64C6C6BA2D5A}"/>
                  </a:ext>
                </a:extLst>
              </p:cNvPr>
              <p:cNvSpPr/>
              <p:nvPr/>
            </p:nvSpPr>
            <p:spPr>
              <a:xfrm>
                <a:off x="6715755" y="4547746"/>
                <a:ext cx="74700" cy="81420"/>
              </a:xfrm>
              <a:custGeom>
                <a:avLst/>
                <a:gdLst>
                  <a:gd name="csX0" fmla="*/ 23984 w 74700"/>
                  <a:gd name="csY0" fmla="*/ 81421 h 81420"/>
                  <a:gd name="csX1" fmla="*/ 0 w 74700"/>
                  <a:gd name="csY1" fmla="*/ 0 h 81420"/>
                  <a:gd name="csX2" fmla="*/ 34033 w 74700"/>
                  <a:gd name="csY2" fmla="*/ 25337 h 81420"/>
                  <a:gd name="csX3" fmla="*/ 74701 w 74700"/>
                  <a:gd name="csY3" fmla="*/ 13380 h 81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0" h="81420">
                    <a:moveTo>
                      <a:pt x="23984" y="81421"/>
                    </a:moveTo>
                    <a:lnTo>
                      <a:pt x="0" y="0"/>
                    </a:lnTo>
                    <a:lnTo>
                      <a:pt x="34033" y="25337"/>
                    </a:lnTo>
                    <a:lnTo>
                      <a:pt x="74701" y="13380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0" name="Graphic 25">
              <a:extLst>
                <a:ext uri="{FF2B5EF4-FFF2-40B4-BE49-F238E27FC236}">
                  <a16:creationId xmlns:a16="http://schemas.microsoft.com/office/drawing/2014/main" id="{260B4BF0-9518-DD26-9E25-59FA0093ADB2}"/>
                </a:ext>
              </a:extLst>
            </p:cNvPr>
            <p:cNvGrpSpPr/>
            <p:nvPr/>
          </p:nvGrpSpPr>
          <p:grpSpPr>
            <a:xfrm>
              <a:off x="5666328" y="3741138"/>
              <a:ext cx="379190" cy="379584"/>
              <a:chOff x="6783441" y="3748531"/>
              <a:chExt cx="379190" cy="379584"/>
            </a:xfrm>
            <a:solidFill>
              <a:srgbClr val="FFFFFF"/>
            </a:solidFill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392E24F1-FBA9-095A-2CB0-0486ECD546F6}"/>
                  </a:ext>
                </a:extLst>
              </p:cNvPr>
              <p:cNvSpPr/>
              <p:nvPr/>
            </p:nvSpPr>
            <p:spPr>
              <a:xfrm>
                <a:off x="6783441" y="3748531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2" name="Picture 181">
                <a:extLst>
                  <a:ext uri="{FF2B5EF4-FFF2-40B4-BE49-F238E27FC236}">
                    <a16:creationId xmlns:a16="http://schemas.microsoft.com/office/drawing/2014/main" id="{A02F5627-DF95-5108-0BC2-B99A1162C7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92921" y="3833937"/>
                <a:ext cx="360230" cy="246729"/>
              </a:xfrm>
              <a:custGeom>
                <a:avLst/>
                <a:gdLst>
                  <a:gd name="csX0" fmla="*/ 0 w 360230"/>
                  <a:gd name="csY0" fmla="*/ 0 h 246729"/>
                  <a:gd name="csX1" fmla="*/ 360231 w 360230"/>
                  <a:gd name="csY1" fmla="*/ 0 h 246729"/>
                  <a:gd name="csX2" fmla="*/ 360231 w 360230"/>
                  <a:gd name="csY2" fmla="*/ 246730 h 246729"/>
                  <a:gd name="csX3" fmla="*/ 0 w 360230"/>
                  <a:gd name="csY3" fmla="*/ 246730 h 2467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46729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46730"/>
                    </a:lnTo>
                    <a:lnTo>
                      <a:pt x="0" y="246730"/>
                    </a:lnTo>
                    <a:close/>
                  </a:path>
                </a:pathLst>
              </a:custGeom>
            </p:spPr>
          </p:pic>
        </p:grpSp>
        <p:grpSp>
          <p:nvGrpSpPr>
            <p:cNvPr id="193" name="Graphic 25">
              <a:extLst>
                <a:ext uri="{FF2B5EF4-FFF2-40B4-BE49-F238E27FC236}">
                  <a16:creationId xmlns:a16="http://schemas.microsoft.com/office/drawing/2014/main" id="{5470634B-AF16-FDB9-9E21-B29E51432A17}"/>
                </a:ext>
              </a:extLst>
            </p:cNvPr>
            <p:cNvGrpSpPr/>
            <p:nvPr/>
          </p:nvGrpSpPr>
          <p:grpSpPr>
            <a:xfrm>
              <a:off x="6132163" y="2916870"/>
              <a:ext cx="372743" cy="391351"/>
              <a:chOff x="7249276" y="2924263"/>
              <a:chExt cx="372743" cy="391351"/>
            </a:xfrm>
          </p:grpSpPr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D804E3BE-6236-B5DB-6F1B-CFA2CF3A609F}"/>
                  </a:ext>
                </a:extLst>
              </p:cNvPr>
              <p:cNvSpPr/>
              <p:nvPr/>
            </p:nvSpPr>
            <p:spPr>
              <a:xfrm>
                <a:off x="7249276" y="2924263"/>
                <a:ext cx="333497" cy="350166"/>
              </a:xfrm>
              <a:custGeom>
                <a:avLst/>
                <a:gdLst>
                  <a:gd name="csX0" fmla="*/ 0 w 333497"/>
                  <a:gd name="csY0" fmla="*/ 0 h 350166"/>
                  <a:gd name="csX1" fmla="*/ 333498 w 333497"/>
                  <a:gd name="csY1" fmla="*/ 350167 h 3501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3497" h="350166">
                    <a:moveTo>
                      <a:pt x="0" y="0"/>
                    </a:moveTo>
                    <a:lnTo>
                      <a:pt x="333498" y="350167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1AE7AA98-6C0B-47D7-3148-9AB9C66D153F}"/>
                  </a:ext>
                </a:extLst>
              </p:cNvPr>
              <p:cNvSpPr/>
              <p:nvPr/>
            </p:nvSpPr>
            <p:spPr>
              <a:xfrm>
                <a:off x="7542201" y="3234479"/>
                <a:ext cx="79819" cy="81136"/>
              </a:xfrm>
              <a:custGeom>
                <a:avLst/>
                <a:gdLst>
                  <a:gd name="csX0" fmla="*/ 79819 w 79819"/>
                  <a:gd name="csY0" fmla="*/ 81136 h 81136"/>
                  <a:gd name="csX1" fmla="*/ 0 w 79819"/>
                  <a:gd name="csY1" fmla="*/ 52383 h 81136"/>
                  <a:gd name="csX2" fmla="*/ 40573 w 79819"/>
                  <a:gd name="csY2" fmla="*/ 39951 h 81136"/>
                  <a:gd name="csX3" fmla="*/ 54888 w 79819"/>
                  <a:gd name="csY3" fmla="*/ 0 h 811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819" h="81136">
                    <a:moveTo>
                      <a:pt x="79819" y="81136"/>
                    </a:moveTo>
                    <a:lnTo>
                      <a:pt x="0" y="52383"/>
                    </a:lnTo>
                    <a:lnTo>
                      <a:pt x="40573" y="39951"/>
                    </a:lnTo>
                    <a:lnTo>
                      <a:pt x="54888" y="0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6" name="Graphic 25">
              <a:extLst>
                <a:ext uri="{FF2B5EF4-FFF2-40B4-BE49-F238E27FC236}">
                  <a16:creationId xmlns:a16="http://schemas.microsoft.com/office/drawing/2014/main" id="{6ADAC94E-E67D-0B43-71F7-964E9D2FF13D}"/>
                </a:ext>
              </a:extLst>
            </p:cNvPr>
            <p:cNvGrpSpPr/>
            <p:nvPr/>
          </p:nvGrpSpPr>
          <p:grpSpPr>
            <a:xfrm>
              <a:off x="5381935" y="3703179"/>
              <a:ext cx="186371" cy="918594"/>
              <a:chOff x="6499048" y="3710572"/>
              <a:chExt cx="186371" cy="918594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2239F446-D2E6-541B-0C19-13F306E67A57}"/>
                  </a:ext>
                </a:extLst>
              </p:cNvPr>
              <p:cNvSpPr/>
              <p:nvPr/>
            </p:nvSpPr>
            <p:spPr>
              <a:xfrm>
                <a:off x="6499048" y="3710572"/>
                <a:ext cx="152339" cy="862510"/>
              </a:xfrm>
              <a:custGeom>
                <a:avLst/>
                <a:gdLst>
                  <a:gd name="csX0" fmla="*/ 0 w 152339"/>
                  <a:gd name="csY0" fmla="*/ 0 h 862510"/>
                  <a:gd name="csX1" fmla="*/ 152340 w 152339"/>
                  <a:gd name="csY1" fmla="*/ 862511 h 862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339" h="862510">
                    <a:moveTo>
                      <a:pt x="0" y="0"/>
                    </a:moveTo>
                    <a:lnTo>
                      <a:pt x="152340" y="862511"/>
                    </a:lnTo>
                  </a:path>
                </a:pathLst>
              </a:custGeom>
              <a:noFill/>
              <a:ln w="18931" cap="flat">
                <a:solidFill>
                  <a:srgbClr val="EB0A0A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210D3D6C-D43B-231C-07CD-2447A28A8919}"/>
                  </a:ext>
                </a:extLst>
              </p:cNvPr>
              <p:cNvSpPr/>
              <p:nvPr/>
            </p:nvSpPr>
            <p:spPr>
              <a:xfrm>
                <a:off x="6610720" y="4547746"/>
                <a:ext cx="74700" cy="81420"/>
              </a:xfrm>
              <a:custGeom>
                <a:avLst/>
                <a:gdLst>
                  <a:gd name="csX0" fmla="*/ 50527 w 74700"/>
                  <a:gd name="csY0" fmla="*/ 81421 h 81420"/>
                  <a:gd name="csX1" fmla="*/ 0 w 74700"/>
                  <a:gd name="csY1" fmla="*/ 13285 h 81420"/>
                  <a:gd name="csX2" fmla="*/ 40668 w 74700"/>
                  <a:gd name="csY2" fmla="*/ 25337 h 81420"/>
                  <a:gd name="csX3" fmla="*/ 74701 w 74700"/>
                  <a:gd name="csY3" fmla="*/ 0 h 81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0" h="81420">
                    <a:moveTo>
                      <a:pt x="50527" y="81421"/>
                    </a:moveTo>
                    <a:lnTo>
                      <a:pt x="0" y="13285"/>
                    </a:lnTo>
                    <a:lnTo>
                      <a:pt x="40668" y="25337"/>
                    </a:lnTo>
                    <a:lnTo>
                      <a:pt x="74701" y="0"/>
                    </a:lnTo>
                    <a:close/>
                  </a:path>
                </a:pathLst>
              </a:custGeom>
              <a:solidFill>
                <a:srgbClr val="EB0A0A"/>
              </a:solidFill>
              <a:ln w="18931" cap="flat">
                <a:solidFill>
                  <a:srgbClr val="EB0A0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9" name="Graphic 25">
              <a:extLst>
                <a:ext uri="{FF2B5EF4-FFF2-40B4-BE49-F238E27FC236}">
                  <a16:creationId xmlns:a16="http://schemas.microsoft.com/office/drawing/2014/main" id="{59933103-68D1-A392-1A2A-B707E68D7CFF}"/>
                </a:ext>
              </a:extLst>
            </p:cNvPr>
            <p:cNvGrpSpPr/>
            <p:nvPr/>
          </p:nvGrpSpPr>
          <p:grpSpPr>
            <a:xfrm>
              <a:off x="5476733" y="4642651"/>
              <a:ext cx="284392" cy="289433"/>
              <a:chOff x="6593846" y="4650044"/>
              <a:chExt cx="284392" cy="289433"/>
            </a:xfrm>
            <a:solidFill>
              <a:srgbClr val="FFFFFF"/>
            </a:solidFill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E862AD1F-A31E-538C-8478-55EE62095AAD}"/>
                  </a:ext>
                </a:extLst>
              </p:cNvPr>
              <p:cNvSpPr/>
              <p:nvPr/>
            </p:nvSpPr>
            <p:spPr>
              <a:xfrm>
                <a:off x="6593846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1" name="Picture 200">
                <a:extLst>
                  <a:ext uri="{FF2B5EF4-FFF2-40B4-BE49-F238E27FC236}">
                    <a16:creationId xmlns:a16="http://schemas.microsoft.com/office/drawing/2014/main" id="{FA99FE5F-88B6-17B0-7607-192C5E78C2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3326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02" name="Graphic 25">
              <a:extLst>
                <a:ext uri="{FF2B5EF4-FFF2-40B4-BE49-F238E27FC236}">
                  <a16:creationId xmlns:a16="http://schemas.microsoft.com/office/drawing/2014/main" id="{468BC443-635B-8B85-9912-5A68FF6BC7EE}"/>
                </a:ext>
              </a:extLst>
            </p:cNvPr>
            <p:cNvGrpSpPr/>
            <p:nvPr/>
          </p:nvGrpSpPr>
          <p:grpSpPr>
            <a:xfrm>
              <a:off x="6235113" y="4642651"/>
              <a:ext cx="284392" cy="289433"/>
              <a:chOff x="7352226" y="4650044"/>
              <a:chExt cx="284392" cy="289433"/>
            </a:xfrm>
            <a:solidFill>
              <a:srgbClr val="FFFFFF"/>
            </a:solidFill>
          </p:grpSpPr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B9C7B294-6828-572B-2167-EF1CB421DA52}"/>
                  </a:ext>
                </a:extLst>
              </p:cNvPr>
              <p:cNvSpPr/>
              <p:nvPr/>
            </p:nvSpPr>
            <p:spPr>
              <a:xfrm>
                <a:off x="7352226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4" name="Picture 203">
                <a:extLst>
                  <a:ext uri="{FF2B5EF4-FFF2-40B4-BE49-F238E27FC236}">
                    <a16:creationId xmlns:a16="http://schemas.microsoft.com/office/drawing/2014/main" id="{2F4E2BA3-DC15-1C8D-0804-718D2A9422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61706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05" name="Graphic 25">
              <a:extLst>
                <a:ext uri="{FF2B5EF4-FFF2-40B4-BE49-F238E27FC236}">
                  <a16:creationId xmlns:a16="http://schemas.microsoft.com/office/drawing/2014/main" id="{1D2CC987-A8C5-6DE9-292D-7DB12EB836DA}"/>
                </a:ext>
              </a:extLst>
            </p:cNvPr>
            <p:cNvGrpSpPr/>
            <p:nvPr/>
          </p:nvGrpSpPr>
          <p:grpSpPr>
            <a:xfrm>
              <a:off x="6417883" y="3703179"/>
              <a:ext cx="101622" cy="918309"/>
              <a:chOff x="7534996" y="3710572"/>
              <a:chExt cx="101622" cy="918309"/>
            </a:xfrm>
          </p:grpSpPr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CC06FE0A-C8FB-06CE-F427-005099A219B1}"/>
                  </a:ext>
                </a:extLst>
              </p:cNvPr>
              <p:cNvSpPr/>
              <p:nvPr/>
            </p:nvSpPr>
            <p:spPr>
              <a:xfrm>
                <a:off x="7571398" y="3710572"/>
                <a:ext cx="65220" cy="861561"/>
              </a:xfrm>
              <a:custGeom>
                <a:avLst/>
                <a:gdLst>
                  <a:gd name="csX0" fmla="*/ 65221 w 65220"/>
                  <a:gd name="csY0" fmla="*/ 0 h 861561"/>
                  <a:gd name="csX1" fmla="*/ 0 w 65220"/>
                  <a:gd name="csY1" fmla="*/ 861562 h 8615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220" h="861561">
                    <a:moveTo>
                      <a:pt x="65221" y="0"/>
                    </a:moveTo>
                    <a:lnTo>
                      <a:pt x="0" y="861562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E9A41CA0-E7BF-7374-D9B1-D47996122FD1}"/>
                  </a:ext>
                </a:extLst>
              </p:cNvPr>
              <p:cNvSpPr/>
              <p:nvPr/>
            </p:nvSpPr>
            <p:spPr>
              <a:xfrm>
                <a:off x="7534996" y="4550308"/>
                <a:ext cx="75648" cy="78573"/>
              </a:xfrm>
              <a:custGeom>
                <a:avLst/>
                <a:gdLst>
                  <a:gd name="csX0" fmla="*/ 32137 w 75648"/>
                  <a:gd name="csY0" fmla="*/ 78574 h 78573"/>
                  <a:gd name="csX1" fmla="*/ 0 w 75648"/>
                  <a:gd name="csY1" fmla="*/ 0 h 78573"/>
                  <a:gd name="csX2" fmla="*/ 36402 w 75648"/>
                  <a:gd name="csY2" fmla="*/ 21826 h 78573"/>
                  <a:gd name="csX3" fmla="*/ 75649 w 75648"/>
                  <a:gd name="csY3" fmla="*/ 5789 h 7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648" h="78573">
                    <a:moveTo>
                      <a:pt x="32137" y="78574"/>
                    </a:moveTo>
                    <a:lnTo>
                      <a:pt x="0" y="0"/>
                    </a:lnTo>
                    <a:lnTo>
                      <a:pt x="36402" y="21826"/>
                    </a:lnTo>
                    <a:lnTo>
                      <a:pt x="75649" y="5789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8" name="Graphic 25">
              <a:extLst>
                <a:ext uri="{FF2B5EF4-FFF2-40B4-BE49-F238E27FC236}">
                  <a16:creationId xmlns:a16="http://schemas.microsoft.com/office/drawing/2014/main" id="{5B8DFAE7-F42E-C3CB-C9F1-410160C39E08}"/>
                </a:ext>
              </a:extLst>
            </p:cNvPr>
            <p:cNvGrpSpPr/>
            <p:nvPr/>
          </p:nvGrpSpPr>
          <p:grpSpPr>
            <a:xfrm>
              <a:off x="5702161" y="3647570"/>
              <a:ext cx="683300" cy="977714"/>
              <a:chOff x="6819274" y="3654963"/>
              <a:chExt cx="683300" cy="977714"/>
            </a:xfrm>
          </p:grpSpPr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906CB1CA-1482-E79A-97B0-ED44FEFD7679}"/>
                  </a:ext>
                </a:extLst>
              </p:cNvPr>
              <p:cNvSpPr/>
              <p:nvPr/>
            </p:nvSpPr>
            <p:spPr>
              <a:xfrm>
                <a:off x="6851885" y="3654963"/>
                <a:ext cx="650690" cy="931025"/>
              </a:xfrm>
              <a:custGeom>
                <a:avLst/>
                <a:gdLst>
                  <a:gd name="csX0" fmla="*/ 650690 w 650690"/>
                  <a:gd name="csY0" fmla="*/ 0 h 931025"/>
                  <a:gd name="csX1" fmla="*/ 0 w 650690"/>
                  <a:gd name="csY1" fmla="*/ 931026 h 9310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0690" h="931025">
                    <a:moveTo>
                      <a:pt x="650690" y="0"/>
                    </a:moveTo>
                    <a:lnTo>
                      <a:pt x="0" y="931026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A443FBF9-014C-04D2-D27C-0E01A431C584}"/>
                  </a:ext>
                </a:extLst>
              </p:cNvPr>
              <p:cNvSpPr/>
              <p:nvPr/>
            </p:nvSpPr>
            <p:spPr>
              <a:xfrm>
                <a:off x="6819274" y="4548695"/>
                <a:ext cx="74605" cy="83982"/>
              </a:xfrm>
              <a:custGeom>
                <a:avLst/>
                <a:gdLst>
                  <a:gd name="csX0" fmla="*/ 0 w 74605"/>
                  <a:gd name="csY0" fmla="*/ 83983 h 83982"/>
                  <a:gd name="csX1" fmla="*/ 12418 w 74605"/>
                  <a:gd name="csY1" fmla="*/ 0 h 83982"/>
                  <a:gd name="csX2" fmla="*/ 32610 w 74605"/>
                  <a:gd name="csY2" fmla="*/ 37294 h 83982"/>
                  <a:gd name="csX3" fmla="*/ 74606 w 74605"/>
                  <a:gd name="csY3" fmla="*/ 43557 h 839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05" h="83982">
                    <a:moveTo>
                      <a:pt x="0" y="83983"/>
                    </a:moveTo>
                    <a:lnTo>
                      <a:pt x="12418" y="0"/>
                    </a:lnTo>
                    <a:lnTo>
                      <a:pt x="32610" y="37294"/>
                    </a:lnTo>
                    <a:lnTo>
                      <a:pt x="74606" y="43557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1" name="Graphic 25">
              <a:extLst>
                <a:ext uri="{FF2B5EF4-FFF2-40B4-BE49-F238E27FC236}">
                  <a16:creationId xmlns:a16="http://schemas.microsoft.com/office/drawing/2014/main" id="{3F35565D-1300-5625-A3C3-9CE92D0FEDA2}"/>
                </a:ext>
              </a:extLst>
            </p:cNvPr>
            <p:cNvGrpSpPr/>
            <p:nvPr/>
          </p:nvGrpSpPr>
          <p:grpSpPr>
            <a:xfrm>
              <a:off x="6329911" y="3323595"/>
              <a:ext cx="379190" cy="379584"/>
              <a:chOff x="7447024" y="3330988"/>
              <a:chExt cx="379190" cy="379584"/>
            </a:xfrm>
            <a:solidFill>
              <a:srgbClr val="FFFFFF"/>
            </a:solidFill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975A558C-9B54-2E8A-B040-A9AD61D4A6DE}"/>
                  </a:ext>
                </a:extLst>
              </p:cNvPr>
              <p:cNvSpPr/>
              <p:nvPr/>
            </p:nvSpPr>
            <p:spPr>
              <a:xfrm>
                <a:off x="7447024" y="33309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3" name="Picture 212">
                <a:extLst>
                  <a:ext uri="{FF2B5EF4-FFF2-40B4-BE49-F238E27FC236}">
                    <a16:creationId xmlns:a16="http://schemas.microsoft.com/office/drawing/2014/main" id="{F9E44056-EBA6-EE41-704C-94216A192C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56503" y="3416394"/>
                <a:ext cx="360230" cy="246729"/>
              </a:xfrm>
              <a:custGeom>
                <a:avLst/>
                <a:gdLst>
                  <a:gd name="csX0" fmla="*/ 0 w 360230"/>
                  <a:gd name="csY0" fmla="*/ 0 h 246729"/>
                  <a:gd name="csX1" fmla="*/ 360231 w 360230"/>
                  <a:gd name="csY1" fmla="*/ 0 h 246729"/>
                  <a:gd name="csX2" fmla="*/ 360231 w 360230"/>
                  <a:gd name="csY2" fmla="*/ 246730 h 246729"/>
                  <a:gd name="csX3" fmla="*/ 0 w 360230"/>
                  <a:gd name="csY3" fmla="*/ 246730 h 2467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46729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46730"/>
                    </a:lnTo>
                    <a:lnTo>
                      <a:pt x="0" y="24673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5FED1729-5897-4254-4AF9-4BF577065C7E}"/>
              </a:ext>
            </a:extLst>
          </p:cNvPr>
          <p:cNvGrpSpPr/>
          <p:nvPr/>
        </p:nvGrpSpPr>
        <p:grpSpPr>
          <a:xfrm>
            <a:off x="7613651" y="2592895"/>
            <a:ext cx="1327165" cy="2339189"/>
            <a:chOff x="7613651" y="2592895"/>
            <a:chExt cx="1327165" cy="2339189"/>
          </a:xfrm>
        </p:grpSpPr>
        <p:grpSp>
          <p:nvGrpSpPr>
            <p:cNvPr id="214" name="Graphic 25">
              <a:extLst>
                <a:ext uri="{FF2B5EF4-FFF2-40B4-BE49-F238E27FC236}">
                  <a16:creationId xmlns:a16="http://schemas.microsoft.com/office/drawing/2014/main" id="{D7C4A4E7-39DA-2BF6-A3D3-819CE7A591F5}"/>
                </a:ext>
              </a:extLst>
            </p:cNvPr>
            <p:cNvGrpSpPr/>
            <p:nvPr/>
          </p:nvGrpSpPr>
          <p:grpSpPr>
            <a:xfrm>
              <a:off x="7819457" y="2916870"/>
              <a:ext cx="465929" cy="393059"/>
              <a:chOff x="8790400" y="2924263"/>
              <a:chExt cx="465929" cy="393059"/>
            </a:xfrm>
          </p:grpSpPr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7D9E653B-DFDF-03E4-8CD3-7430C88F08B7}"/>
                  </a:ext>
                </a:extLst>
              </p:cNvPr>
              <p:cNvSpPr/>
              <p:nvPr/>
            </p:nvSpPr>
            <p:spPr>
              <a:xfrm>
                <a:off x="8833912" y="2924263"/>
                <a:ext cx="422417" cy="356334"/>
              </a:xfrm>
              <a:custGeom>
                <a:avLst/>
                <a:gdLst>
                  <a:gd name="csX0" fmla="*/ 422418 w 422417"/>
                  <a:gd name="csY0" fmla="*/ 0 h 356334"/>
                  <a:gd name="csX1" fmla="*/ 0 w 422417"/>
                  <a:gd name="csY1" fmla="*/ 356335 h 3563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417" h="356334">
                    <a:moveTo>
                      <a:pt x="422418" y="0"/>
                    </a:moveTo>
                    <a:lnTo>
                      <a:pt x="0" y="356335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31FFABDE-31CA-1497-9FE6-A32B041ABDFF}"/>
                  </a:ext>
                </a:extLst>
              </p:cNvPr>
              <p:cNvSpPr/>
              <p:nvPr/>
            </p:nvSpPr>
            <p:spPr>
              <a:xfrm>
                <a:off x="8790400" y="3239413"/>
                <a:ext cx="82379" cy="77909"/>
              </a:xfrm>
              <a:custGeom>
                <a:avLst/>
                <a:gdLst>
                  <a:gd name="csX0" fmla="*/ 0 w 82379"/>
                  <a:gd name="csY0" fmla="*/ 77910 h 77909"/>
                  <a:gd name="csX1" fmla="*/ 33558 w 82379"/>
                  <a:gd name="csY1" fmla="*/ 0 h 77909"/>
                  <a:gd name="csX2" fmla="*/ 43512 w 82379"/>
                  <a:gd name="csY2" fmla="*/ 41185 h 77909"/>
                  <a:gd name="csX3" fmla="*/ 82379 w 82379"/>
                  <a:gd name="csY3" fmla="*/ 57982 h 77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379" h="77909">
                    <a:moveTo>
                      <a:pt x="0" y="77910"/>
                    </a:moveTo>
                    <a:lnTo>
                      <a:pt x="33558" y="0"/>
                    </a:lnTo>
                    <a:lnTo>
                      <a:pt x="43512" y="41185"/>
                    </a:lnTo>
                    <a:lnTo>
                      <a:pt x="82379" y="57982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7" name="Graphic 25">
              <a:extLst>
                <a:ext uri="{FF2B5EF4-FFF2-40B4-BE49-F238E27FC236}">
                  <a16:creationId xmlns:a16="http://schemas.microsoft.com/office/drawing/2014/main" id="{5C41913D-6BB8-EAB4-82D8-0458DA11A3FA}"/>
                </a:ext>
              </a:extLst>
            </p:cNvPr>
            <p:cNvGrpSpPr/>
            <p:nvPr/>
          </p:nvGrpSpPr>
          <p:grpSpPr>
            <a:xfrm>
              <a:off x="8229835" y="2592895"/>
              <a:ext cx="379190" cy="379584"/>
              <a:chOff x="9200778" y="2600288"/>
              <a:chExt cx="379190" cy="379584"/>
            </a:xfrm>
            <a:solidFill>
              <a:srgbClr val="FFFFFF"/>
            </a:solidFill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B74E35EE-8F6D-3A88-1CB4-EFF8846E0D95}"/>
                  </a:ext>
                </a:extLst>
              </p:cNvPr>
              <p:cNvSpPr/>
              <p:nvPr/>
            </p:nvSpPr>
            <p:spPr>
              <a:xfrm>
                <a:off x="9200778" y="26002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9" name="Picture 218">
                <a:extLst>
                  <a:ext uri="{FF2B5EF4-FFF2-40B4-BE49-F238E27FC236}">
                    <a16:creationId xmlns:a16="http://schemas.microsoft.com/office/drawing/2014/main" id="{F463C32C-67F9-3220-FBFC-AD46C79297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0258" y="26904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75" name="Graphic 25">
              <a:extLst>
                <a:ext uri="{FF2B5EF4-FFF2-40B4-BE49-F238E27FC236}">
                  <a16:creationId xmlns:a16="http://schemas.microsoft.com/office/drawing/2014/main" id="{F0CF8DB6-0E33-75AE-DD77-98DCD62C54F2}"/>
                </a:ext>
              </a:extLst>
            </p:cNvPr>
            <p:cNvGrpSpPr/>
            <p:nvPr/>
          </p:nvGrpSpPr>
          <p:grpSpPr>
            <a:xfrm>
              <a:off x="7803246" y="3703179"/>
              <a:ext cx="186371" cy="918594"/>
              <a:chOff x="8774189" y="3710572"/>
              <a:chExt cx="186371" cy="918594"/>
            </a:xfrm>
          </p:grpSpPr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48B97EE9-3B1D-5D22-0639-D4C5C01ED010}"/>
                  </a:ext>
                </a:extLst>
              </p:cNvPr>
              <p:cNvSpPr/>
              <p:nvPr/>
            </p:nvSpPr>
            <p:spPr>
              <a:xfrm>
                <a:off x="8774189" y="3710572"/>
                <a:ext cx="152339" cy="862510"/>
              </a:xfrm>
              <a:custGeom>
                <a:avLst/>
                <a:gdLst>
                  <a:gd name="csX0" fmla="*/ 0 w 152339"/>
                  <a:gd name="csY0" fmla="*/ 0 h 862510"/>
                  <a:gd name="csX1" fmla="*/ 152340 w 152339"/>
                  <a:gd name="csY1" fmla="*/ 862511 h 862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339" h="862510">
                    <a:moveTo>
                      <a:pt x="0" y="0"/>
                    </a:moveTo>
                    <a:lnTo>
                      <a:pt x="152340" y="862511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42279FA2-725F-CD41-6037-E9B5EC2AAC6D}"/>
                  </a:ext>
                </a:extLst>
              </p:cNvPr>
              <p:cNvSpPr/>
              <p:nvPr/>
            </p:nvSpPr>
            <p:spPr>
              <a:xfrm>
                <a:off x="8885861" y="4547746"/>
                <a:ext cx="74699" cy="81420"/>
              </a:xfrm>
              <a:custGeom>
                <a:avLst/>
                <a:gdLst>
                  <a:gd name="csX0" fmla="*/ 50527 w 74699"/>
                  <a:gd name="csY0" fmla="*/ 81421 h 81420"/>
                  <a:gd name="csX1" fmla="*/ 0 w 74699"/>
                  <a:gd name="csY1" fmla="*/ 13285 h 81420"/>
                  <a:gd name="csX2" fmla="*/ 40668 w 74699"/>
                  <a:gd name="csY2" fmla="*/ 25337 h 81420"/>
                  <a:gd name="csX3" fmla="*/ 74700 w 74699"/>
                  <a:gd name="csY3" fmla="*/ 0 h 81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99" h="81420">
                    <a:moveTo>
                      <a:pt x="50527" y="81421"/>
                    </a:moveTo>
                    <a:lnTo>
                      <a:pt x="0" y="13285"/>
                    </a:lnTo>
                    <a:lnTo>
                      <a:pt x="40668" y="25337"/>
                    </a:lnTo>
                    <a:lnTo>
                      <a:pt x="74700" y="0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8" name="Graphic 25">
              <a:extLst>
                <a:ext uri="{FF2B5EF4-FFF2-40B4-BE49-F238E27FC236}">
                  <a16:creationId xmlns:a16="http://schemas.microsoft.com/office/drawing/2014/main" id="{89045B1D-462F-8B7E-4776-06159766BA2F}"/>
                </a:ext>
              </a:extLst>
            </p:cNvPr>
            <p:cNvGrpSpPr/>
            <p:nvPr/>
          </p:nvGrpSpPr>
          <p:grpSpPr>
            <a:xfrm>
              <a:off x="7613651" y="3323595"/>
              <a:ext cx="379190" cy="379584"/>
              <a:chOff x="8584594" y="3330988"/>
              <a:chExt cx="379190" cy="379584"/>
            </a:xfrm>
            <a:solidFill>
              <a:srgbClr val="FFFFFF"/>
            </a:solidFill>
          </p:grpSpPr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4A5E7A2E-6803-4853-5D00-42A33DB68E4B}"/>
                  </a:ext>
                </a:extLst>
              </p:cNvPr>
              <p:cNvSpPr/>
              <p:nvPr/>
            </p:nvSpPr>
            <p:spPr>
              <a:xfrm>
                <a:off x="8584594" y="33309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0" name="Picture 279">
                <a:extLst>
                  <a:ext uri="{FF2B5EF4-FFF2-40B4-BE49-F238E27FC236}">
                    <a16:creationId xmlns:a16="http://schemas.microsoft.com/office/drawing/2014/main" id="{02EB97BC-8BEC-3452-61DD-C4738DF20E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94074" y="34211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81" name="Graphic 25">
              <a:extLst>
                <a:ext uri="{FF2B5EF4-FFF2-40B4-BE49-F238E27FC236}">
                  <a16:creationId xmlns:a16="http://schemas.microsoft.com/office/drawing/2014/main" id="{0A416757-82C6-C1BC-0813-FD0B369928E4}"/>
                </a:ext>
              </a:extLst>
            </p:cNvPr>
            <p:cNvGrpSpPr/>
            <p:nvPr/>
          </p:nvGrpSpPr>
          <p:grpSpPr>
            <a:xfrm>
              <a:off x="8098730" y="2916870"/>
              <a:ext cx="454744" cy="1705187"/>
              <a:chOff x="9069673" y="2924263"/>
              <a:chExt cx="454744" cy="1705187"/>
            </a:xfrm>
          </p:grpSpPr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C25450D1-57AE-932E-3CA0-7BE55527843D}"/>
                  </a:ext>
                </a:extLst>
              </p:cNvPr>
              <p:cNvSpPr/>
              <p:nvPr/>
            </p:nvSpPr>
            <p:spPr>
              <a:xfrm>
                <a:off x="9101715" y="2924263"/>
                <a:ext cx="422702" cy="1650053"/>
              </a:xfrm>
              <a:custGeom>
                <a:avLst/>
                <a:gdLst>
                  <a:gd name="csX0" fmla="*/ 422702 w 422702"/>
                  <a:gd name="csY0" fmla="*/ 0 h 1650053"/>
                  <a:gd name="csX1" fmla="*/ 0 w 422702"/>
                  <a:gd name="csY1" fmla="*/ 1650053 h 16500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702" h="1650053">
                    <a:moveTo>
                      <a:pt x="422702" y="0"/>
                    </a:moveTo>
                    <a:lnTo>
                      <a:pt x="0" y="1650053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C207EEFE-1CEF-B3ED-058F-F2EEF883A09C}"/>
                  </a:ext>
                </a:extLst>
              </p:cNvPr>
              <p:cNvSpPr/>
              <p:nvPr/>
            </p:nvSpPr>
            <p:spPr>
              <a:xfrm>
                <a:off x="9069673" y="4546512"/>
                <a:ext cx="73468" cy="82939"/>
              </a:xfrm>
              <a:custGeom>
                <a:avLst/>
                <a:gdLst>
                  <a:gd name="csX0" fmla="*/ 17917 w 73468"/>
                  <a:gd name="csY0" fmla="*/ 82939 h 82939"/>
                  <a:gd name="csX1" fmla="*/ 0 w 73468"/>
                  <a:gd name="csY1" fmla="*/ 0 h 82939"/>
                  <a:gd name="csX2" fmla="*/ 32042 w 73468"/>
                  <a:gd name="csY2" fmla="*/ 27805 h 82939"/>
                  <a:gd name="csX3" fmla="*/ 73468 w 73468"/>
                  <a:gd name="csY3" fmla="*/ 18884 h 829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468" h="82939">
                    <a:moveTo>
                      <a:pt x="17917" y="82939"/>
                    </a:moveTo>
                    <a:lnTo>
                      <a:pt x="0" y="0"/>
                    </a:lnTo>
                    <a:lnTo>
                      <a:pt x="32042" y="27805"/>
                    </a:lnTo>
                    <a:lnTo>
                      <a:pt x="73468" y="18884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4" name="Graphic 25">
              <a:extLst>
                <a:ext uri="{FF2B5EF4-FFF2-40B4-BE49-F238E27FC236}">
                  <a16:creationId xmlns:a16="http://schemas.microsoft.com/office/drawing/2014/main" id="{9CAC3CB9-540C-4781-6CAC-ADE4A6EC4E16}"/>
                </a:ext>
              </a:extLst>
            </p:cNvPr>
            <p:cNvGrpSpPr/>
            <p:nvPr/>
          </p:nvGrpSpPr>
          <p:grpSpPr>
            <a:xfrm>
              <a:off x="7937290" y="3647570"/>
              <a:ext cx="847489" cy="979042"/>
              <a:chOff x="8908233" y="3654963"/>
              <a:chExt cx="847489" cy="979042"/>
            </a:xfrm>
          </p:grpSpPr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9CA6CCB2-CF0D-AB2F-4FB6-5D0C7A30E747}"/>
                  </a:ext>
                </a:extLst>
              </p:cNvPr>
              <p:cNvSpPr/>
              <p:nvPr/>
            </p:nvSpPr>
            <p:spPr>
              <a:xfrm>
                <a:off x="8908233" y="3654963"/>
                <a:ext cx="810234" cy="936055"/>
              </a:xfrm>
              <a:custGeom>
                <a:avLst/>
                <a:gdLst>
                  <a:gd name="csX0" fmla="*/ 0 w 810234"/>
                  <a:gd name="csY0" fmla="*/ 0 h 936055"/>
                  <a:gd name="csX1" fmla="*/ 810234 w 810234"/>
                  <a:gd name="csY1" fmla="*/ 936055 h 936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0234" h="936055">
                    <a:moveTo>
                      <a:pt x="0" y="0"/>
                    </a:moveTo>
                    <a:lnTo>
                      <a:pt x="810234" y="936055"/>
                    </a:lnTo>
                  </a:path>
                </a:pathLst>
              </a:custGeom>
              <a:noFill/>
              <a:ln w="18931" cap="flat">
                <a:solidFill>
                  <a:srgbClr val="EB0A0A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5CE6ECEB-CEB4-E236-060D-9EBB357A731D}"/>
                  </a:ext>
                </a:extLst>
              </p:cNvPr>
              <p:cNvSpPr/>
              <p:nvPr/>
            </p:nvSpPr>
            <p:spPr>
              <a:xfrm>
                <a:off x="9677326" y="4551731"/>
                <a:ext cx="78397" cy="82274"/>
              </a:xfrm>
              <a:custGeom>
                <a:avLst/>
                <a:gdLst>
                  <a:gd name="csX0" fmla="*/ 78397 w 78397"/>
                  <a:gd name="csY0" fmla="*/ 82275 h 82274"/>
                  <a:gd name="csX1" fmla="*/ 0 w 78397"/>
                  <a:gd name="csY1" fmla="*/ 49726 h 82274"/>
                  <a:gd name="csX2" fmla="*/ 41142 w 78397"/>
                  <a:gd name="csY2" fmla="*/ 39287 h 82274"/>
                  <a:gd name="csX3" fmla="*/ 57352 w 78397"/>
                  <a:gd name="csY3" fmla="*/ 0 h 82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8397" h="82274">
                    <a:moveTo>
                      <a:pt x="78397" y="82275"/>
                    </a:moveTo>
                    <a:lnTo>
                      <a:pt x="0" y="49726"/>
                    </a:lnTo>
                    <a:lnTo>
                      <a:pt x="41142" y="39287"/>
                    </a:lnTo>
                    <a:lnTo>
                      <a:pt x="57352" y="0"/>
                    </a:lnTo>
                    <a:close/>
                  </a:path>
                </a:pathLst>
              </a:custGeom>
              <a:solidFill>
                <a:srgbClr val="EB0A0A"/>
              </a:solidFill>
              <a:ln w="18931" cap="flat">
                <a:solidFill>
                  <a:srgbClr val="EB0A0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7" name="Graphic 25">
              <a:extLst>
                <a:ext uri="{FF2B5EF4-FFF2-40B4-BE49-F238E27FC236}">
                  <a16:creationId xmlns:a16="http://schemas.microsoft.com/office/drawing/2014/main" id="{06102076-4E2F-7298-6CF4-87C74681E863}"/>
                </a:ext>
              </a:extLst>
            </p:cNvPr>
            <p:cNvGrpSpPr/>
            <p:nvPr/>
          </p:nvGrpSpPr>
          <p:grpSpPr>
            <a:xfrm>
              <a:off x="7898044" y="4642651"/>
              <a:ext cx="284392" cy="289433"/>
              <a:chOff x="8868987" y="4650044"/>
              <a:chExt cx="284392" cy="289433"/>
            </a:xfrm>
            <a:solidFill>
              <a:srgbClr val="FFFFFF"/>
            </a:solidFill>
          </p:grpSpPr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8BE41413-1E98-BA02-2E32-977D3F1F33E0}"/>
                  </a:ext>
                </a:extLst>
              </p:cNvPr>
              <p:cNvSpPr/>
              <p:nvPr/>
            </p:nvSpPr>
            <p:spPr>
              <a:xfrm>
                <a:off x="8868987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9" name="Picture 288">
                <a:extLst>
                  <a:ext uri="{FF2B5EF4-FFF2-40B4-BE49-F238E27FC236}">
                    <a16:creationId xmlns:a16="http://schemas.microsoft.com/office/drawing/2014/main" id="{D3DDF02D-ABE6-618E-85CB-3A63BF2BE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78467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90" name="Graphic 25">
              <a:extLst>
                <a:ext uri="{FF2B5EF4-FFF2-40B4-BE49-F238E27FC236}">
                  <a16:creationId xmlns:a16="http://schemas.microsoft.com/office/drawing/2014/main" id="{09CCC04A-FB2C-BA37-4757-B378D274C07A}"/>
                </a:ext>
              </a:extLst>
            </p:cNvPr>
            <p:cNvGrpSpPr/>
            <p:nvPr/>
          </p:nvGrpSpPr>
          <p:grpSpPr>
            <a:xfrm>
              <a:off x="8656424" y="4642651"/>
              <a:ext cx="284392" cy="289433"/>
              <a:chOff x="9627367" y="4650044"/>
              <a:chExt cx="284392" cy="289433"/>
            </a:xfrm>
            <a:solidFill>
              <a:srgbClr val="FFFFFF"/>
            </a:solidFill>
          </p:grpSpPr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D72775FF-1C2E-7533-FEDE-E2366E5D2428}"/>
                  </a:ext>
                </a:extLst>
              </p:cNvPr>
              <p:cNvSpPr/>
              <p:nvPr/>
            </p:nvSpPr>
            <p:spPr>
              <a:xfrm>
                <a:off x="9627367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2" name="Picture 291">
                <a:extLst>
                  <a:ext uri="{FF2B5EF4-FFF2-40B4-BE49-F238E27FC236}">
                    <a16:creationId xmlns:a16="http://schemas.microsoft.com/office/drawing/2014/main" id="{39EECC15-1C6D-D25E-F6C7-8D5050AAFE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36847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296" name="Rectangle 295">
            <a:extLst>
              <a:ext uri="{FF2B5EF4-FFF2-40B4-BE49-F238E27FC236}">
                <a16:creationId xmlns:a16="http://schemas.microsoft.com/office/drawing/2014/main" id="{BD1EB1C8-035E-526E-17CD-BC7ED5DB496A}"/>
              </a:ext>
            </a:extLst>
          </p:cNvPr>
          <p:cNvSpPr/>
          <p:nvPr/>
        </p:nvSpPr>
        <p:spPr>
          <a:xfrm>
            <a:off x="4868027" y="2041657"/>
            <a:ext cx="2275198" cy="3424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4D4A0038-260A-AF33-8A82-80CDA3E7E7E7}"/>
              </a:ext>
            </a:extLst>
          </p:cNvPr>
          <p:cNvSpPr/>
          <p:nvPr/>
        </p:nvSpPr>
        <p:spPr>
          <a:xfrm>
            <a:off x="7514261" y="1716741"/>
            <a:ext cx="2275198" cy="3424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62DF631-F0BC-7A6F-C8D1-C0D42805F471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6E55210D-E07B-9D77-FC46-E0D4A4E59D35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343A420-E195-1731-2486-44674AE809B9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523C1D-9936-F75D-65D9-17D5A46A5EB0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9C832D-3561-4BE8-B66A-E39E3C4D525B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4752548-4F07-0D2C-B63C-E828CACD81E1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1E3371-4179-5992-BC00-B2FBA96F12A4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6B567DB0-FE38-4196-6FB1-FF4A43B62CFE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E2FF28BE-82B3-9944-14F8-9DA8E7B576D5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A833D106-F653-C95D-D711-860E90750278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BAF2A1C-DC83-CC59-C9FB-B0F84A4EF6C3}"/>
              </a:ext>
            </a:extLst>
          </p:cNvPr>
          <p:cNvSpPr/>
          <p:nvPr/>
        </p:nvSpPr>
        <p:spPr>
          <a:xfrm>
            <a:off x="1823241" y="933225"/>
            <a:ext cx="674117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C75834-095D-1AF9-FC53-A2AE98EA5043}"/>
                  </a:ext>
                </a:extLst>
              </p:cNvPr>
              <p:cNvSpPr txBox="1"/>
              <p:nvPr/>
            </p:nvSpPr>
            <p:spPr>
              <a:xfrm>
                <a:off x="1825895" y="1716741"/>
                <a:ext cx="19461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reach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C75834-095D-1AF9-FC53-A2AE98EA5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895" y="1716741"/>
                <a:ext cx="1946174" cy="369332"/>
              </a:xfrm>
              <a:prstGeom prst="rect">
                <a:avLst/>
              </a:prstGeom>
              <a:blipFill>
                <a:blip r:embed="rId9"/>
                <a:stretch>
                  <a:fillRect l="-3247" t="-10000" r="-1299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17384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 animBg="1"/>
      <p:bldP spid="29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972C-911F-FF5E-F9D5-DFEEC788B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CB9C3C-FA5F-EED0-02FA-A37DB695A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B8C016-6B1F-2326-FDB6-9D7BF561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61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2083BEE4-94C4-7CBB-1590-A83253F2F7A5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39AB000A-0D40-F56F-03C5-626355E601B8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639C0382-5334-5D38-05CE-AFCD49D0FC66}"/>
              </a:ext>
            </a:extLst>
          </p:cNvPr>
          <p:cNvGrpSpPr/>
          <p:nvPr/>
        </p:nvGrpSpPr>
        <p:grpSpPr>
          <a:xfrm>
            <a:off x="6217577" y="4058965"/>
            <a:ext cx="2836707" cy="2150364"/>
            <a:chOff x="7763323" y="5199198"/>
            <a:chExt cx="2836707" cy="2150364"/>
          </a:xfrm>
        </p:grpSpPr>
        <p:grpSp>
          <p:nvGrpSpPr>
            <p:cNvPr id="342" name="Graphic 18">
              <a:extLst>
                <a:ext uri="{FF2B5EF4-FFF2-40B4-BE49-F238E27FC236}">
                  <a16:creationId xmlns:a16="http://schemas.microsoft.com/office/drawing/2014/main" id="{D4FF4BF7-89F5-7959-9FB6-537193F3C891}"/>
                </a:ext>
              </a:extLst>
            </p:cNvPr>
            <p:cNvGrpSpPr/>
            <p:nvPr/>
          </p:nvGrpSpPr>
          <p:grpSpPr>
            <a:xfrm>
              <a:off x="9743307" y="5884998"/>
              <a:ext cx="856723" cy="390525"/>
              <a:chOff x="9743307" y="5884998"/>
              <a:chExt cx="856723" cy="390525"/>
            </a:xfrm>
            <a:noFill/>
          </p:grpSpPr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09E41DE1-D6A4-7F55-4921-558FB8792BF6}"/>
                  </a:ext>
                </a:extLst>
              </p:cNvPr>
              <p:cNvSpPr/>
              <p:nvPr/>
            </p:nvSpPr>
            <p:spPr>
              <a:xfrm>
                <a:off x="9743307" y="588499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4" name="Picture 343">
                <a:extLst>
                  <a:ext uri="{FF2B5EF4-FFF2-40B4-BE49-F238E27FC236}">
                    <a16:creationId xmlns:a16="http://schemas.microsoft.com/office/drawing/2014/main" id="{82593894-D513-B482-FB2A-14DFAD0A60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71718" y="594214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3" name="Graphic 18">
              <a:extLst>
                <a:ext uri="{FF2B5EF4-FFF2-40B4-BE49-F238E27FC236}">
                  <a16:creationId xmlns:a16="http://schemas.microsoft.com/office/drawing/2014/main" id="{F78B7134-A0E4-A75E-9F45-359B635BAA48}"/>
                </a:ext>
              </a:extLst>
            </p:cNvPr>
            <p:cNvGrpSpPr/>
            <p:nvPr/>
          </p:nvGrpSpPr>
          <p:grpSpPr>
            <a:xfrm>
              <a:off x="8191685" y="6685098"/>
              <a:ext cx="951915" cy="381000"/>
              <a:chOff x="8191685" y="6685098"/>
              <a:chExt cx="951915" cy="381000"/>
            </a:xfrm>
            <a:solidFill>
              <a:srgbClr val="DAE8FC"/>
            </a:solidFill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B3D7E5C4-BBD4-FA95-47CC-5562AD8081AC}"/>
                  </a:ext>
                </a:extLst>
              </p:cNvPr>
              <p:cNvSpPr/>
              <p:nvPr/>
            </p:nvSpPr>
            <p:spPr>
              <a:xfrm>
                <a:off x="8191685" y="66850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5" name="Picture 244">
                <a:extLst>
                  <a:ext uri="{FF2B5EF4-FFF2-40B4-BE49-F238E27FC236}">
                    <a16:creationId xmlns:a16="http://schemas.microsoft.com/office/drawing/2014/main" id="{502BFBB8-479B-F240-7DA9-75CB0BA1FF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01204" y="67660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6" name="Graphic 18">
              <a:extLst>
                <a:ext uri="{FF2B5EF4-FFF2-40B4-BE49-F238E27FC236}">
                  <a16:creationId xmlns:a16="http://schemas.microsoft.com/office/drawing/2014/main" id="{5D5AFF98-E7D0-10AA-013A-87F4A67CE1F4}"/>
                </a:ext>
              </a:extLst>
            </p:cNvPr>
            <p:cNvGrpSpPr/>
            <p:nvPr/>
          </p:nvGrpSpPr>
          <p:grpSpPr>
            <a:xfrm>
              <a:off x="8924660" y="6285048"/>
              <a:ext cx="76153" cy="369189"/>
              <a:chOff x="8924660" y="6285048"/>
              <a:chExt cx="76153" cy="369189"/>
            </a:xfrm>
          </p:grpSpPr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B60CDE3-1056-B145-090D-A9B4D6789E7C}"/>
                  </a:ext>
                </a:extLst>
              </p:cNvPr>
              <p:cNvSpPr/>
              <p:nvPr/>
            </p:nvSpPr>
            <p:spPr>
              <a:xfrm>
                <a:off x="8962736" y="62850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DBE3B4BE-65CD-CAAC-0A5F-0FE628186416}"/>
                  </a:ext>
                </a:extLst>
              </p:cNvPr>
              <p:cNvSpPr/>
              <p:nvPr/>
            </p:nvSpPr>
            <p:spPr>
              <a:xfrm>
                <a:off x="8924660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9" name="Graphic 18">
              <a:extLst>
                <a:ext uri="{FF2B5EF4-FFF2-40B4-BE49-F238E27FC236}">
                  <a16:creationId xmlns:a16="http://schemas.microsoft.com/office/drawing/2014/main" id="{B00FD5CE-8D63-FB23-0B6C-5CEE9A739F53}"/>
                </a:ext>
              </a:extLst>
            </p:cNvPr>
            <p:cNvGrpSpPr/>
            <p:nvPr/>
          </p:nvGrpSpPr>
          <p:grpSpPr>
            <a:xfrm>
              <a:off x="8762834" y="5913573"/>
              <a:ext cx="951915" cy="381000"/>
              <a:chOff x="8762834" y="5913573"/>
              <a:chExt cx="951915" cy="381000"/>
            </a:xfrm>
            <a:solidFill>
              <a:srgbClr val="DAE8FC"/>
            </a:solidFill>
          </p:grpSpPr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6444175A-30C2-7C6C-7CDE-1389D0DE39A0}"/>
                  </a:ext>
                </a:extLst>
              </p:cNvPr>
              <p:cNvSpPr/>
              <p:nvPr/>
            </p:nvSpPr>
            <p:spPr>
              <a:xfrm>
                <a:off x="8762834" y="591357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1" name="Picture 250">
                <a:extLst>
                  <a:ext uri="{FF2B5EF4-FFF2-40B4-BE49-F238E27FC236}">
                    <a16:creationId xmlns:a16="http://schemas.microsoft.com/office/drawing/2014/main" id="{C5340136-E6E8-4D50-953E-06D1AE6C63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72353" y="599453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52" name="Graphic 18">
              <a:extLst>
                <a:ext uri="{FF2B5EF4-FFF2-40B4-BE49-F238E27FC236}">
                  <a16:creationId xmlns:a16="http://schemas.microsoft.com/office/drawing/2014/main" id="{17AE1EDA-FF45-F90A-2F6D-9ECBF150857A}"/>
                </a:ext>
              </a:extLst>
            </p:cNvPr>
            <p:cNvGrpSpPr/>
            <p:nvPr/>
          </p:nvGrpSpPr>
          <p:grpSpPr>
            <a:xfrm>
              <a:off x="8629566" y="7066098"/>
              <a:ext cx="76153" cy="283464"/>
              <a:chOff x="8629566" y="7066098"/>
              <a:chExt cx="76153" cy="283464"/>
            </a:xfrm>
          </p:grpSpPr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6C8EDE9C-0605-B063-2EAC-1D792A71A0A2}"/>
                  </a:ext>
                </a:extLst>
              </p:cNvPr>
              <p:cNvSpPr/>
              <p:nvPr/>
            </p:nvSpPr>
            <p:spPr>
              <a:xfrm>
                <a:off x="8667642" y="7066098"/>
                <a:ext cx="9519" cy="226314"/>
              </a:xfrm>
              <a:custGeom>
                <a:avLst/>
                <a:gdLst>
                  <a:gd name="csX0" fmla="*/ 0 w 9519"/>
                  <a:gd name="csY0" fmla="*/ 0 h 226314"/>
                  <a:gd name="csX1" fmla="*/ 0 w 9519"/>
                  <a:gd name="csY1" fmla="*/ 226314 h 2263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4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98F4C8B1-2D6F-B65B-6129-61443AC47E82}"/>
                  </a:ext>
                </a:extLst>
              </p:cNvPr>
              <p:cNvSpPr/>
              <p:nvPr/>
            </p:nvSpPr>
            <p:spPr>
              <a:xfrm>
                <a:off x="8629566" y="727336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5" name="Graphic 18">
              <a:extLst>
                <a:ext uri="{FF2B5EF4-FFF2-40B4-BE49-F238E27FC236}">
                  <a16:creationId xmlns:a16="http://schemas.microsoft.com/office/drawing/2014/main" id="{1F4C21C0-F73C-2D4F-05C3-7D2810CE3015}"/>
                </a:ext>
              </a:extLst>
            </p:cNvPr>
            <p:cNvGrpSpPr/>
            <p:nvPr/>
          </p:nvGrpSpPr>
          <p:grpSpPr>
            <a:xfrm>
              <a:off x="9174442" y="6842260"/>
              <a:ext cx="264251" cy="76200"/>
              <a:chOff x="9174442" y="6842260"/>
              <a:chExt cx="264251" cy="76200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538BED60-E448-CF58-33D8-D197750FCB52}"/>
                  </a:ext>
                </a:extLst>
              </p:cNvPr>
              <p:cNvSpPr/>
              <p:nvPr/>
            </p:nvSpPr>
            <p:spPr>
              <a:xfrm>
                <a:off x="9231557" y="68803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B3706675-1E23-0B99-3700-2DB3D803AF1B}"/>
                  </a:ext>
                </a:extLst>
              </p:cNvPr>
              <p:cNvSpPr/>
              <p:nvPr/>
            </p:nvSpPr>
            <p:spPr>
              <a:xfrm>
                <a:off x="9174442" y="68422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8" name="Graphic 18">
              <a:extLst>
                <a:ext uri="{FF2B5EF4-FFF2-40B4-BE49-F238E27FC236}">
                  <a16:creationId xmlns:a16="http://schemas.microsoft.com/office/drawing/2014/main" id="{7E66D6BE-1D5F-1F4C-86ED-88F0E85819E2}"/>
                </a:ext>
              </a:extLst>
            </p:cNvPr>
            <p:cNvGrpSpPr/>
            <p:nvPr/>
          </p:nvGrpSpPr>
          <p:grpSpPr>
            <a:xfrm>
              <a:off x="8106012" y="6427923"/>
              <a:ext cx="285574" cy="285750"/>
              <a:chOff x="8106012" y="6427923"/>
              <a:chExt cx="285574" cy="285750"/>
            </a:xfrm>
            <a:noFill/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318009BF-51DF-4F76-C064-4057D673D104}"/>
                  </a:ext>
                </a:extLst>
              </p:cNvPr>
              <p:cNvSpPr/>
              <p:nvPr/>
            </p:nvSpPr>
            <p:spPr>
              <a:xfrm>
                <a:off x="8106012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0" name="Picture 259">
                <a:extLst>
                  <a:ext uri="{FF2B5EF4-FFF2-40B4-BE49-F238E27FC236}">
                    <a16:creationId xmlns:a16="http://schemas.microsoft.com/office/drawing/2014/main" id="{777B7FB5-F4B2-6FC3-3A74-7CEFD98C68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01204" y="64850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1" name="Graphic 18">
              <a:extLst>
                <a:ext uri="{FF2B5EF4-FFF2-40B4-BE49-F238E27FC236}">
                  <a16:creationId xmlns:a16="http://schemas.microsoft.com/office/drawing/2014/main" id="{04F81C7C-1FBD-FFAA-33C1-CBF076F92945}"/>
                </a:ext>
              </a:extLst>
            </p:cNvPr>
            <p:cNvGrpSpPr/>
            <p:nvPr/>
          </p:nvGrpSpPr>
          <p:grpSpPr>
            <a:xfrm>
              <a:off x="8343991" y="6304098"/>
              <a:ext cx="76153" cy="350139"/>
              <a:chOff x="8343991" y="6304098"/>
              <a:chExt cx="76153" cy="350139"/>
            </a:xfrm>
          </p:grpSpPr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ED1A9244-AF91-1A52-7FD0-13329F4A2018}"/>
                  </a:ext>
                </a:extLst>
              </p:cNvPr>
              <p:cNvSpPr/>
              <p:nvPr/>
            </p:nvSpPr>
            <p:spPr>
              <a:xfrm>
                <a:off x="8382068" y="63040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2AF876E0-270B-BED6-4E3E-EB9D5E1D3757}"/>
                  </a:ext>
                </a:extLst>
              </p:cNvPr>
              <p:cNvSpPr/>
              <p:nvPr/>
            </p:nvSpPr>
            <p:spPr>
              <a:xfrm>
                <a:off x="8343991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64" name="Graphic 18">
              <a:extLst>
                <a:ext uri="{FF2B5EF4-FFF2-40B4-BE49-F238E27FC236}">
                  <a16:creationId xmlns:a16="http://schemas.microsoft.com/office/drawing/2014/main" id="{AB3A0EA0-54A2-566A-0F80-2FD97B63A223}"/>
                </a:ext>
              </a:extLst>
            </p:cNvPr>
            <p:cNvGrpSpPr/>
            <p:nvPr/>
          </p:nvGrpSpPr>
          <p:grpSpPr>
            <a:xfrm>
              <a:off x="8934179" y="6427923"/>
              <a:ext cx="285574" cy="285750"/>
              <a:chOff x="8934179" y="6427923"/>
              <a:chExt cx="285574" cy="285750"/>
            </a:xfrm>
            <a:noFill/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BBDCF21A-944A-158D-15B9-09011157FE33}"/>
                  </a:ext>
                </a:extLst>
              </p:cNvPr>
              <p:cNvSpPr/>
              <p:nvPr/>
            </p:nvSpPr>
            <p:spPr>
              <a:xfrm>
                <a:off x="8934179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B0406467-6DF1-46FB-A0A7-26F6A43C2F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34130" y="64850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7" name="Graphic 18">
              <a:extLst>
                <a:ext uri="{FF2B5EF4-FFF2-40B4-BE49-F238E27FC236}">
                  <a16:creationId xmlns:a16="http://schemas.microsoft.com/office/drawing/2014/main" id="{DFF41EB0-46E0-3D97-9405-A8454371D17A}"/>
                </a:ext>
              </a:extLst>
            </p:cNvPr>
            <p:cNvGrpSpPr/>
            <p:nvPr/>
          </p:nvGrpSpPr>
          <p:grpSpPr>
            <a:xfrm>
              <a:off x="9495809" y="5513523"/>
              <a:ext cx="76153" cy="369189"/>
              <a:chOff x="9495809" y="5513523"/>
              <a:chExt cx="76153" cy="369189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78297C8A-BD2B-212D-E793-9E08B71D7CE2}"/>
                  </a:ext>
                </a:extLst>
              </p:cNvPr>
              <p:cNvSpPr/>
              <p:nvPr/>
            </p:nvSpPr>
            <p:spPr>
              <a:xfrm>
                <a:off x="9533885" y="5513523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F442EA65-4DBB-C746-5CBC-3CEF7ECCCC5D}"/>
                  </a:ext>
                </a:extLst>
              </p:cNvPr>
              <p:cNvSpPr/>
              <p:nvPr/>
            </p:nvSpPr>
            <p:spPr>
              <a:xfrm>
                <a:off x="9495809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0" name="Graphic 18">
              <a:extLst>
                <a:ext uri="{FF2B5EF4-FFF2-40B4-BE49-F238E27FC236}">
                  <a16:creationId xmlns:a16="http://schemas.microsoft.com/office/drawing/2014/main" id="{C5464A1D-37BA-8EAE-9169-5DDCA9FF6D7F}"/>
                </a:ext>
              </a:extLst>
            </p:cNvPr>
            <p:cNvGrpSpPr/>
            <p:nvPr/>
          </p:nvGrpSpPr>
          <p:grpSpPr>
            <a:xfrm>
              <a:off x="9745591" y="6070735"/>
              <a:ext cx="264251" cy="76200"/>
              <a:chOff x="9745591" y="6070735"/>
              <a:chExt cx="264251" cy="76200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B5234D7D-0655-E5C7-3CA3-D75C8388265D}"/>
                  </a:ext>
                </a:extLst>
              </p:cNvPr>
              <p:cNvSpPr/>
              <p:nvPr/>
            </p:nvSpPr>
            <p:spPr>
              <a:xfrm>
                <a:off x="9802706" y="610883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4396F5FC-B27F-56FD-81BB-EE0707C2E5F7}"/>
                  </a:ext>
                </a:extLst>
              </p:cNvPr>
              <p:cNvSpPr/>
              <p:nvPr/>
            </p:nvSpPr>
            <p:spPr>
              <a:xfrm>
                <a:off x="9745591" y="607073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3" name="Graphic 18">
              <a:extLst>
                <a:ext uri="{FF2B5EF4-FFF2-40B4-BE49-F238E27FC236}">
                  <a16:creationId xmlns:a16="http://schemas.microsoft.com/office/drawing/2014/main" id="{85F0A58C-09A1-BA60-914A-86389C6AF42B}"/>
                </a:ext>
              </a:extLst>
            </p:cNvPr>
            <p:cNvGrpSpPr/>
            <p:nvPr/>
          </p:nvGrpSpPr>
          <p:grpSpPr>
            <a:xfrm>
              <a:off x="8677162" y="5656398"/>
              <a:ext cx="285574" cy="285750"/>
              <a:chOff x="8677162" y="5656398"/>
              <a:chExt cx="285574" cy="285750"/>
            </a:xfrm>
            <a:noFill/>
          </p:grpSpPr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4E404531-C9F3-148A-EBC4-1B6E1999B2C2}"/>
                  </a:ext>
                </a:extLst>
              </p:cNvPr>
              <p:cNvSpPr/>
              <p:nvPr/>
            </p:nvSpPr>
            <p:spPr>
              <a:xfrm>
                <a:off x="8677162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1" name="Picture 310">
                <a:extLst>
                  <a:ext uri="{FF2B5EF4-FFF2-40B4-BE49-F238E27FC236}">
                    <a16:creationId xmlns:a16="http://schemas.microsoft.com/office/drawing/2014/main" id="{6CC3FAE4-1D0C-E937-4B0D-907EAF6069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72353" y="571354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12" name="Graphic 18">
              <a:extLst>
                <a:ext uri="{FF2B5EF4-FFF2-40B4-BE49-F238E27FC236}">
                  <a16:creationId xmlns:a16="http://schemas.microsoft.com/office/drawing/2014/main" id="{6FEF2520-894C-299B-84AD-CAF0DEF58231}"/>
                </a:ext>
              </a:extLst>
            </p:cNvPr>
            <p:cNvGrpSpPr/>
            <p:nvPr/>
          </p:nvGrpSpPr>
          <p:grpSpPr>
            <a:xfrm>
              <a:off x="8915140" y="5532573"/>
              <a:ext cx="76153" cy="350139"/>
              <a:chOff x="8915140" y="5532573"/>
              <a:chExt cx="76153" cy="350139"/>
            </a:xfrm>
          </p:grpSpPr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C31FA6A4-C4A8-C686-08BB-11CD9933B40B}"/>
                  </a:ext>
                </a:extLst>
              </p:cNvPr>
              <p:cNvSpPr/>
              <p:nvPr/>
            </p:nvSpPr>
            <p:spPr>
              <a:xfrm>
                <a:off x="8953217" y="5532573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8D154974-833E-69EF-2A1B-8DAAD1DE7424}"/>
                  </a:ext>
                </a:extLst>
              </p:cNvPr>
              <p:cNvSpPr/>
              <p:nvPr/>
            </p:nvSpPr>
            <p:spPr>
              <a:xfrm>
                <a:off x="8915140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21" name="Graphic 18">
              <a:extLst>
                <a:ext uri="{FF2B5EF4-FFF2-40B4-BE49-F238E27FC236}">
                  <a16:creationId xmlns:a16="http://schemas.microsoft.com/office/drawing/2014/main" id="{FB502C6B-58CB-D4E6-20A8-3EF73343A627}"/>
                </a:ext>
              </a:extLst>
            </p:cNvPr>
            <p:cNvGrpSpPr/>
            <p:nvPr/>
          </p:nvGrpSpPr>
          <p:grpSpPr>
            <a:xfrm>
              <a:off x="9505328" y="5656398"/>
              <a:ext cx="285574" cy="285750"/>
              <a:chOff x="9505328" y="5656398"/>
              <a:chExt cx="285574" cy="285750"/>
            </a:xfrm>
            <a:noFill/>
          </p:grpSpPr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53625917-52BB-4A1E-1203-327AFD19BD4F}"/>
                  </a:ext>
                </a:extLst>
              </p:cNvPr>
              <p:cNvSpPr/>
              <p:nvPr/>
            </p:nvSpPr>
            <p:spPr>
              <a:xfrm>
                <a:off x="9505328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BEB32F4F-6517-C95B-8EC6-FEE58B7F9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05279" y="571354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28" name="Graphic 18">
              <a:extLst>
                <a:ext uri="{FF2B5EF4-FFF2-40B4-BE49-F238E27FC236}">
                  <a16:creationId xmlns:a16="http://schemas.microsoft.com/office/drawing/2014/main" id="{B6815EF9-D136-B73D-3D27-3CA5A91102EA}"/>
                </a:ext>
              </a:extLst>
            </p:cNvPr>
            <p:cNvGrpSpPr/>
            <p:nvPr/>
          </p:nvGrpSpPr>
          <p:grpSpPr>
            <a:xfrm>
              <a:off x="7763323" y="5253165"/>
              <a:ext cx="1350710" cy="1089033"/>
              <a:chOff x="7763323" y="5253165"/>
              <a:chExt cx="1350710" cy="1089033"/>
            </a:xfrm>
            <a:noFill/>
          </p:grpSpPr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BD9EA021-1209-4D40-666F-345FF439F4A0}"/>
                  </a:ext>
                </a:extLst>
              </p:cNvPr>
              <p:cNvSpPr/>
              <p:nvPr/>
            </p:nvSpPr>
            <p:spPr>
              <a:xfrm>
                <a:off x="7763323" y="5961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02FD57D2-AACB-66E3-BA1A-A0C2E7F5E4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90382" y="5253165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1" name="Graphic 18">
              <a:extLst>
                <a:ext uri="{FF2B5EF4-FFF2-40B4-BE49-F238E27FC236}">
                  <a16:creationId xmlns:a16="http://schemas.microsoft.com/office/drawing/2014/main" id="{DE93059A-A2F3-91BE-942B-8AB9C334F7A6}"/>
                </a:ext>
              </a:extLst>
            </p:cNvPr>
            <p:cNvGrpSpPr/>
            <p:nvPr/>
          </p:nvGrpSpPr>
          <p:grpSpPr>
            <a:xfrm>
              <a:off x="8232671" y="5199198"/>
              <a:ext cx="1339290" cy="1153194"/>
              <a:chOff x="8232671" y="5199198"/>
              <a:chExt cx="1339290" cy="1153194"/>
            </a:xfrm>
            <a:noFill/>
          </p:grpSpPr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F4AA3BF3-5427-9D1E-6E04-27057E4251F9}"/>
                  </a:ext>
                </a:extLst>
              </p:cNvPr>
              <p:cNvSpPr/>
              <p:nvPr/>
            </p:nvSpPr>
            <p:spPr>
              <a:xfrm>
                <a:off x="8334472" y="5199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5" name="Picture 334">
                <a:extLst>
                  <a:ext uri="{FF2B5EF4-FFF2-40B4-BE49-F238E27FC236}">
                    <a16:creationId xmlns:a16="http://schemas.microsoft.com/office/drawing/2014/main" id="{86D4FF61-4EC0-5915-9D81-FEDA1B4127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32671" y="6019017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9" name="Graphic 18">
              <a:extLst>
                <a:ext uri="{FF2B5EF4-FFF2-40B4-BE49-F238E27FC236}">
                  <a16:creationId xmlns:a16="http://schemas.microsoft.com/office/drawing/2014/main" id="{BE0FDC0C-4F6D-D2E6-BC8C-FA536E14AE75}"/>
                </a:ext>
              </a:extLst>
            </p:cNvPr>
            <p:cNvGrpSpPr/>
            <p:nvPr/>
          </p:nvGrpSpPr>
          <p:grpSpPr>
            <a:xfrm>
              <a:off x="9172158" y="6666048"/>
              <a:ext cx="856723" cy="390525"/>
              <a:chOff x="9172158" y="6666048"/>
              <a:chExt cx="856723" cy="390525"/>
            </a:xfrm>
            <a:noFill/>
          </p:grpSpPr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4B06F4F3-FFF8-36D2-E272-FE0E9DCA08AE}"/>
                  </a:ext>
                </a:extLst>
              </p:cNvPr>
              <p:cNvSpPr/>
              <p:nvPr/>
            </p:nvSpPr>
            <p:spPr>
              <a:xfrm>
                <a:off x="9172158" y="66660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1" name="Picture 340">
                <a:extLst>
                  <a:ext uri="{FF2B5EF4-FFF2-40B4-BE49-F238E27FC236}">
                    <a16:creationId xmlns:a16="http://schemas.microsoft.com/office/drawing/2014/main" id="{0FC9B0F6-9C4D-CF16-3667-C717570466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00568" y="67231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7" name="Picture 356">
              <a:extLst>
                <a:ext uri="{FF2B5EF4-FFF2-40B4-BE49-F238E27FC236}">
                  <a16:creationId xmlns:a16="http://schemas.microsoft.com/office/drawing/2014/main" id="{3FA9F1C5-CD12-5D11-0F0F-860C268D1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86326" y="5280396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B67A42-D8ED-234D-98C0-938672B724A5}"/>
              </a:ext>
            </a:extLst>
          </p:cNvPr>
          <p:cNvCxnSpPr>
            <a:cxnSpLocks/>
          </p:cNvCxnSpPr>
          <p:nvPr/>
        </p:nvCxnSpPr>
        <p:spPr>
          <a:xfrm>
            <a:off x="6746599" y="3564219"/>
            <a:ext cx="81057" cy="1339363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2852A4-27DB-1CE0-12EA-6B08F40139E7}"/>
              </a:ext>
            </a:extLst>
          </p:cNvPr>
          <p:cNvCxnSpPr>
            <a:cxnSpLocks/>
          </p:cNvCxnSpPr>
          <p:nvPr/>
        </p:nvCxnSpPr>
        <p:spPr>
          <a:xfrm>
            <a:off x="7235125" y="3564219"/>
            <a:ext cx="138677" cy="575944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39506AE-4BEC-E55E-D0DD-7B4F80C117A4}"/>
              </a:ext>
            </a:extLst>
          </p:cNvPr>
          <p:cNvGrpSpPr/>
          <p:nvPr/>
        </p:nvGrpSpPr>
        <p:grpSpPr>
          <a:xfrm>
            <a:off x="6463801" y="1750142"/>
            <a:ext cx="1293159" cy="1814077"/>
            <a:chOff x="6906521" y="1721788"/>
            <a:chExt cx="1293159" cy="1814077"/>
          </a:xfrm>
        </p:grpSpPr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384D2C53-85E4-6501-C877-19C4F602EE5F}"/>
                </a:ext>
              </a:extLst>
            </p:cNvPr>
            <p:cNvGrpSpPr/>
            <p:nvPr/>
          </p:nvGrpSpPr>
          <p:grpSpPr>
            <a:xfrm>
              <a:off x="7933769" y="2641262"/>
              <a:ext cx="265911" cy="76622"/>
              <a:chOff x="2514156" y="3483464"/>
              <a:chExt cx="191617" cy="55214"/>
            </a:xfrm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1F69A557-3026-8822-0578-8C1F4152F2E7}"/>
                  </a:ext>
                </a:extLst>
              </p:cNvPr>
              <p:cNvSpPr/>
              <p:nvPr/>
            </p:nvSpPr>
            <p:spPr>
              <a:xfrm>
                <a:off x="2555572" y="3511072"/>
                <a:ext cx="150201" cy="6901"/>
              </a:xfrm>
              <a:custGeom>
                <a:avLst/>
                <a:gdLst>
                  <a:gd name="csX0" fmla="*/ 150202 w 150201"/>
                  <a:gd name="csY0" fmla="*/ 0 h 6901"/>
                  <a:gd name="csX1" fmla="*/ 0 w 150201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1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E9107BE-6DE0-46CC-65B6-446D0FAD7973}"/>
                  </a:ext>
                </a:extLst>
              </p:cNvPr>
              <p:cNvSpPr/>
              <p:nvPr/>
            </p:nvSpPr>
            <p:spPr>
              <a:xfrm>
                <a:off x="2514156" y="3483464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A3015D7D-EA5B-2195-2B0A-99F5E30A5B92}"/>
                </a:ext>
              </a:extLst>
            </p:cNvPr>
            <p:cNvGrpSpPr/>
            <p:nvPr/>
          </p:nvGrpSpPr>
          <p:grpSpPr>
            <a:xfrm>
              <a:off x="7635000" y="2871131"/>
              <a:ext cx="76631" cy="361659"/>
              <a:chOff x="2298861" y="3649109"/>
              <a:chExt cx="55221" cy="260614"/>
            </a:xfrm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5CEBC009-8C79-6794-6B72-51EA844783B1}"/>
                  </a:ext>
                </a:extLst>
              </p:cNvPr>
              <p:cNvSpPr/>
              <p:nvPr/>
            </p:nvSpPr>
            <p:spPr>
              <a:xfrm>
                <a:off x="2326127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207F8CE7-0A57-678E-F9E2-104FDCD030E3}"/>
                  </a:ext>
                </a:extLst>
              </p:cNvPr>
              <p:cNvSpPr/>
              <p:nvPr/>
            </p:nvSpPr>
            <p:spPr>
              <a:xfrm>
                <a:off x="2298861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340C8CD4-C93A-F2B2-2BD9-0E5ACD8AE6C1}"/>
                </a:ext>
              </a:extLst>
            </p:cNvPr>
            <p:cNvGrpSpPr/>
            <p:nvPr/>
          </p:nvGrpSpPr>
          <p:grpSpPr>
            <a:xfrm>
              <a:off x="7156052" y="2871131"/>
              <a:ext cx="76631" cy="361659"/>
              <a:chOff x="1953728" y="3649109"/>
              <a:chExt cx="55221" cy="260614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B19B9D63-9FB8-FE28-A4AE-94F14D1D45A0}"/>
                  </a:ext>
                </a:extLst>
              </p:cNvPr>
              <p:cNvSpPr/>
              <p:nvPr/>
            </p:nvSpPr>
            <p:spPr>
              <a:xfrm>
                <a:off x="1980994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7A93062C-6443-92C9-9B1B-FCD515D1FFA3}"/>
                  </a:ext>
                </a:extLst>
              </p:cNvPr>
              <p:cNvSpPr/>
              <p:nvPr/>
            </p:nvSpPr>
            <p:spPr>
              <a:xfrm>
                <a:off x="1953728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2F6C9D5-9D5D-19A8-F8C1-FB46AB35FE3C}"/>
                </a:ext>
              </a:extLst>
            </p:cNvPr>
            <p:cNvSpPr/>
            <p:nvPr/>
          </p:nvSpPr>
          <p:spPr>
            <a:xfrm>
              <a:off x="6954415" y="2488016"/>
              <a:ext cx="957896" cy="383113"/>
            </a:xfrm>
            <a:prstGeom prst="rect">
              <a:avLst/>
            </a:prstGeom>
            <a:solidFill>
              <a:srgbClr val="D5E8D4"/>
            </a:solidFill>
            <a:ln w="13805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7" name="Graphic 4">
              <a:extLst>
                <a:ext uri="{FF2B5EF4-FFF2-40B4-BE49-F238E27FC236}">
                  <a16:creationId xmlns:a16="http://schemas.microsoft.com/office/drawing/2014/main" id="{DC14CA4E-D85F-0D63-ABC5-B821C365E2B8}"/>
                </a:ext>
              </a:extLst>
            </p:cNvPr>
            <p:cNvGrpSpPr/>
            <p:nvPr/>
          </p:nvGrpSpPr>
          <p:grpSpPr>
            <a:xfrm>
              <a:off x="6906521" y="2804086"/>
              <a:ext cx="287368" cy="383113"/>
              <a:chOff x="1773914" y="3600796"/>
              <a:chExt cx="207079" cy="276074"/>
            </a:xfrm>
            <a:noFill/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B5004A8-CF4E-6535-3364-5698B60E6751}"/>
                  </a:ext>
                </a:extLst>
              </p:cNvPr>
              <p:cNvSpPr/>
              <p:nvPr/>
            </p:nvSpPr>
            <p:spPr>
              <a:xfrm>
                <a:off x="1773914" y="3600796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CBF02842-D557-D435-51B2-C6DEBCE687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39489" y="3666363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14419F22-5D5A-1890-2757-FE0F33385098}"/>
                </a:ext>
              </a:extLst>
            </p:cNvPr>
            <p:cNvGrpSpPr/>
            <p:nvPr/>
          </p:nvGrpSpPr>
          <p:grpSpPr>
            <a:xfrm>
              <a:off x="7663258" y="2813664"/>
              <a:ext cx="287368" cy="383113"/>
              <a:chOff x="2319224" y="3607698"/>
              <a:chExt cx="207079" cy="276074"/>
            </a:xfrm>
            <a:noFill/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19346F2-2C57-C9DA-6298-A187BF38DB0D}"/>
                  </a:ext>
                </a:extLst>
              </p:cNvPr>
              <p:cNvSpPr/>
              <p:nvPr/>
            </p:nvSpPr>
            <p:spPr>
              <a:xfrm>
                <a:off x="2319224" y="3607698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36B9D4C8-0627-5013-7B57-3C4B8BA4C2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84800" y="3673265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78D7803-5A84-DFA2-15F5-4D7028037D1B}"/>
                </a:ext>
              </a:extLst>
            </p:cNvPr>
            <p:cNvSpPr/>
            <p:nvPr/>
          </p:nvSpPr>
          <p:spPr>
            <a:xfrm>
              <a:off x="7050205" y="1721788"/>
              <a:ext cx="766317" cy="383113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30" name="Graphic 4">
              <a:extLst>
                <a:ext uri="{FF2B5EF4-FFF2-40B4-BE49-F238E27FC236}">
                  <a16:creationId xmlns:a16="http://schemas.microsoft.com/office/drawing/2014/main" id="{08092F22-06FA-5C95-51A9-614C460F7856}"/>
                </a:ext>
              </a:extLst>
            </p:cNvPr>
            <p:cNvGrpSpPr/>
            <p:nvPr/>
          </p:nvGrpSpPr>
          <p:grpSpPr>
            <a:xfrm>
              <a:off x="7395240" y="2104903"/>
              <a:ext cx="76631" cy="361659"/>
              <a:chOff x="2126088" y="3096960"/>
              <a:chExt cx="55221" cy="260614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C8C988EB-5720-937C-5066-A3717B673B5D}"/>
                  </a:ext>
                </a:extLst>
              </p:cNvPr>
              <p:cNvSpPr/>
              <p:nvPr/>
            </p:nvSpPr>
            <p:spPr>
              <a:xfrm>
                <a:off x="2151559" y="3096960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4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4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8A95E7FA-2DDF-AF71-61FD-0617F093005B}"/>
                  </a:ext>
                </a:extLst>
              </p:cNvPr>
              <p:cNvSpPr/>
              <p:nvPr/>
            </p:nvSpPr>
            <p:spPr>
              <a:xfrm>
                <a:off x="2126088" y="3301807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5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5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9727DB43-9337-A0E1-BD0C-8C25AE582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33412" y="1844485"/>
              <a:ext cx="199902" cy="333375"/>
            </a:xfrm>
            <a:custGeom>
              <a:avLst/>
              <a:gdLst>
                <a:gd name="csX0" fmla="*/ 0 w 199902"/>
                <a:gd name="csY0" fmla="*/ 0 h 333375"/>
                <a:gd name="csX1" fmla="*/ 199902 w 199902"/>
                <a:gd name="csY1" fmla="*/ 0 h 333375"/>
                <a:gd name="csX2" fmla="*/ 199902 w 199902"/>
                <a:gd name="csY2" fmla="*/ 333375 h 333375"/>
                <a:gd name="csX3" fmla="*/ 0 w 199902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902" h="333375">
                  <a:moveTo>
                    <a:pt x="0" y="0"/>
                  </a:moveTo>
                  <a:lnTo>
                    <a:pt x="199902" y="0"/>
                  </a:lnTo>
                  <a:lnTo>
                    <a:pt x="199902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9E0667F3-81D9-FECD-2E16-BA964EBB4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30651" y="3202490"/>
              <a:ext cx="323651" cy="333375"/>
            </a:xfrm>
            <a:custGeom>
              <a:avLst/>
              <a:gdLst>
                <a:gd name="csX0" fmla="*/ 0 w 323651"/>
                <a:gd name="csY0" fmla="*/ 0 h 333375"/>
                <a:gd name="csX1" fmla="*/ 323651 w 323651"/>
                <a:gd name="csY1" fmla="*/ 0 h 333375"/>
                <a:gd name="csX2" fmla="*/ 323651 w 323651"/>
                <a:gd name="csY2" fmla="*/ 333375 h 333375"/>
                <a:gd name="csX3" fmla="*/ 0 w 323651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3651" h="333375">
                  <a:moveTo>
                    <a:pt x="0" y="0"/>
                  </a:moveTo>
                  <a:lnTo>
                    <a:pt x="323651" y="0"/>
                  </a:lnTo>
                  <a:lnTo>
                    <a:pt x="323651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1D78DAC-AE95-80A6-7E1E-C54D10975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2871" y="3202490"/>
              <a:ext cx="323651" cy="333375"/>
            </a:xfrm>
            <a:custGeom>
              <a:avLst/>
              <a:gdLst>
                <a:gd name="csX0" fmla="*/ 0 w 323651"/>
                <a:gd name="csY0" fmla="*/ 0 h 333375"/>
                <a:gd name="csX1" fmla="*/ 323651 w 323651"/>
                <a:gd name="csY1" fmla="*/ 0 h 333375"/>
                <a:gd name="csX2" fmla="*/ 323651 w 323651"/>
                <a:gd name="csY2" fmla="*/ 333375 h 333375"/>
                <a:gd name="csX3" fmla="*/ 0 w 323651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3651" h="333375">
                  <a:moveTo>
                    <a:pt x="0" y="0"/>
                  </a:moveTo>
                  <a:lnTo>
                    <a:pt x="323651" y="0"/>
                  </a:lnTo>
                  <a:lnTo>
                    <a:pt x="323651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</p:grpSp>
      <p:pic>
        <p:nvPicPr>
          <p:cNvPr id="135" name="Picture 134">
            <a:extLst>
              <a:ext uri="{FF2B5EF4-FFF2-40B4-BE49-F238E27FC236}">
                <a16:creationId xmlns:a16="http://schemas.microsoft.com/office/drawing/2014/main" id="{118F7F46-1EE4-67A5-68C6-6728001179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2335" y="2544420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C86203F-7674-D9A8-C64A-57EACC82FE8E}"/>
              </a:ext>
            </a:extLst>
          </p:cNvPr>
          <p:cNvGrpSpPr/>
          <p:nvPr/>
        </p:nvGrpSpPr>
        <p:grpSpPr>
          <a:xfrm>
            <a:off x="2960066" y="2415203"/>
            <a:ext cx="1327165" cy="2339189"/>
            <a:chOff x="7613651" y="2592895"/>
            <a:chExt cx="1327165" cy="2339189"/>
          </a:xfrm>
        </p:grpSpPr>
        <p:grpSp>
          <p:nvGrpSpPr>
            <p:cNvPr id="26" name="Graphic 25">
              <a:extLst>
                <a:ext uri="{FF2B5EF4-FFF2-40B4-BE49-F238E27FC236}">
                  <a16:creationId xmlns:a16="http://schemas.microsoft.com/office/drawing/2014/main" id="{D68C4682-140E-94F0-052C-BE4CBAA027F2}"/>
                </a:ext>
              </a:extLst>
            </p:cNvPr>
            <p:cNvGrpSpPr/>
            <p:nvPr/>
          </p:nvGrpSpPr>
          <p:grpSpPr>
            <a:xfrm>
              <a:off x="7819457" y="2916870"/>
              <a:ext cx="465929" cy="393059"/>
              <a:chOff x="8790400" y="2924263"/>
              <a:chExt cx="465929" cy="39305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CE69E631-B927-4494-9B6A-68E82C1F76AE}"/>
                  </a:ext>
                </a:extLst>
              </p:cNvPr>
              <p:cNvSpPr/>
              <p:nvPr/>
            </p:nvSpPr>
            <p:spPr>
              <a:xfrm>
                <a:off x="8833912" y="2924263"/>
                <a:ext cx="422417" cy="356334"/>
              </a:xfrm>
              <a:custGeom>
                <a:avLst/>
                <a:gdLst>
                  <a:gd name="csX0" fmla="*/ 422418 w 422417"/>
                  <a:gd name="csY0" fmla="*/ 0 h 356334"/>
                  <a:gd name="csX1" fmla="*/ 0 w 422417"/>
                  <a:gd name="csY1" fmla="*/ 356335 h 3563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417" h="356334">
                    <a:moveTo>
                      <a:pt x="422418" y="0"/>
                    </a:moveTo>
                    <a:lnTo>
                      <a:pt x="0" y="356335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B7673F0E-9C0F-D709-3997-0484F9281ABD}"/>
                  </a:ext>
                </a:extLst>
              </p:cNvPr>
              <p:cNvSpPr/>
              <p:nvPr/>
            </p:nvSpPr>
            <p:spPr>
              <a:xfrm>
                <a:off x="8790400" y="3239413"/>
                <a:ext cx="82379" cy="77909"/>
              </a:xfrm>
              <a:custGeom>
                <a:avLst/>
                <a:gdLst>
                  <a:gd name="csX0" fmla="*/ 0 w 82379"/>
                  <a:gd name="csY0" fmla="*/ 77910 h 77909"/>
                  <a:gd name="csX1" fmla="*/ 33558 w 82379"/>
                  <a:gd name="csY1" fmla="*/ 0 h 77909"/>
                  <a:gd name="csX2" fmla="*/ 43512 w 82379"/>
                  <a:gd name="csY2" fmla="*/ 41185 h 77909"/>
                  <a:gd name="csX3" fmla="*/ 82379 w 82379"/>
                  <a:gd name="csY3" fmla="*/ 57982 h 77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379" h="77909">
                    <a:moveTo>
                      <a:pt x="0" y="77910"/>
                    </a:moveTo>
                    <a:lnTo>
                      <a:pt x="33558" y="0"/>
                    </a:lnTo>
                    <a:lnTo>
                      <a:pt x="43512" y="41185"/>
                    </a:lnTo>
                    <a:lnTo>
                      <a:pt x="82379" y="57982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9" name="Graphic 25">
              <a:extLst>
                <a:ext uri="{FF2B5EF4-FFF2-40B4-BE49-F238E27FC236}">
                  <a16:creationId xmlns:a16="http://schemas.microsoft.com/office/drawing/2014/main" id="{A73AA722-5BEB-94C9-28B0-848A3A0B4DA9}"/>
                </a:ext>
              </a:extLst>
            </p:cNvPr>
            <p:cNvGrpSpPr/>
            <p:nvPr/>
          </p:nvGrpSpPr>
          <p:grpSpPr>
            <a:xfrm>
              <a:off x="8229835" y="2592895"/>
              <a:ext cx="379190" cy="379584"/>
              <a:chOff x="9200778" y="2600288"/>
              <a:chExt cx="379190" cy="379584"/>
            </a:xfrm>
            <a:solidFill>
              <a:srgbClr val="FFFFFF"/>
            </a:solidFill>
          </p:grpSpPr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471D65CB-1B7B-1811-6A16-61F49276AF1F}"/>
                  </a:ext>
                </a:extLst>
              </p:cNvPr>
              <p:cNvSpPr/>
              <p:nvPr/>
            </p:nvSpPr>
            <p:spPr>
              <a:xfrm>
                <a:off x="9200778" y="26002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5" name="Picture 144">
                <a:extLst>
                  <a:ext uri="{FF2B5EF4-FFF2-40B4-BE49-F238E27FC236}">
                    <a16:creationId xmlns:a16="http://schemas.microsoft.com/office/drawing/2014/main" id="{61F1A4EF-C6D2-FDF6-AC78-EC7E54B7D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10258" y="26904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25">
              <a:extLst>
                <a:ext uri="{FF2B5EF4-FFF2-40B4-BE49-F238E27FC236}">
                  <a16:creationId xmlns:a16="http://schemas.microsoft.com/office/drawing/2014/main" id="{E2D6B494-2198-6AA6-6EB4-7E4BF2A4C4F9}"/>
                </a:ext>
              </a:extLst>
            </p:cNvPr>
            <p:cNvGrpSpPr/>
            <p:nvPr/>
          </p:nvGrpSpPr>
          <p:grpSpPr>
            <a:xfrm>
              <a:off x="7803246" y="3703179"/>
              <a:ext cx="186371" cy="918594"/>
              <a:chOff x="8774189" y="3710572"/>
              <a:chExt cx="186371" cy="918594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4E37D56A-6493-6197-D404-479E88F12187}"/>
                  </a:ext>
                </a:extLst>
              </p:cNvPr>
              <p:cNvSpPr/>
              <p:nvPr/>
            </p:nvSpPr>
            <p:spPr>
              <a:xfrm>
                <a:off x="8774189" y="3710572"/>
                <a:ext cx="152339" cy="862510"/>
              </a:xfrm>
              <a:custGeom>
                <a:avLst/>
                <a:gdLst>
                  <a:gd name="csX0" fmla="*/ 0 w 152339"/>
                  <a:gd name="csY0" fmla="*/ 0 h 862510"/>
                  <a:gd name="csX1" fmla="*/ 152340 w 152339"/>
                  <a:gd name="csY1" fmla="*/ 862511 h 862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339" h="862510">
                    <a:moveTo>
                      <a:pt x="0" y="0"/>
                    </a:moveTo>
                    <a:lnTo>
                      <a:pt x="152340" y="862511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EC914BD1-12BA-DC15-FF17-4BCEADA4A62E}"/>
                  </a:ext>
                </a:extLst>
              </p:cNvPr>
              <p:cNvSpPr/>
              <p:nvPr/>
            </p:nvSpPr>
            <p:spPr>
              <a:xfrm>
                <a:off x="8885861" y="4547746"/>
                <a:ext cx="74699" cy="81420"/>
              </a:xfrm>
              <a:custGeom>
                <a:avLst/>
                <a:gdLst>
                  <a:gd name="csX0" fmla="*/ 50527 w 74699"/>
                  <a:gd name="csY0" fmla="*/ 81421 h 81420"/>
                  <a:gd name="csX1" fmla="*/ 0 w 74699"/>
                  <a:gd name="csY1" fmla="*/ 13285 h 81420"/>
                  <a:gd name="csX2" fmla="*/ 40668 w 74699"/>
                  <a:gd name="csY2" fmla="*/ 25337 h 81420"/>
                  <a:gd name="csX3" fmla="*/ 74700 w 74699"/>
                  <a:gd name="csY3" fmla="*/ 0 h 81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99" h="81420">
                    <a:moveTo>
                      <a:pt x="50527" y="81421"/>
                    </a:moveTo>
                    <a:lnTo>
                      <a:pt x="0" y="13285"/>
                    </a:lnTo>
                    <a:lnTo>
                      <a:pt x="40668" y="25337"/>
                    </a:lnTo>
                    <a:lnTo>
                      <a:pt x="74700" y="0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" name="Graphic 25">
              <a:extLst>
                <a:ext uri="{FF2B5EF4-FFF2-40B4-BE49-F238E27FC236}">
                  <a16:creationId xmlns:a16="http://schemas.microsoft.com/office/drawing/2014/main" id="{DEDCB286-E760-098C-4A7D-A09FB0A8F53D}"/>
                </a:ext>
              </a:extLst>
            </p:cNvPr>
            <p:cNvGrpSpPr/>
            <p:nvPr/>
          </p:nvGrpSpPr>
          <p:grpSpPr>
            <a:xfrm>
              <a:off x="7613651" y="3323595"/>
              <a:ext cx="379190" cy="379584"/>
              <a:chOff x="8584594" y="3330988"/>
              <a:chExt cx="379190" cy="379584"/>
            </a:xfrm>
            <a:solidFill>
              <a:srgbClr val="FFFFFF"/>
            </a:solidFill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2323748E-ABDA-F88A-3396-5517FFA6450D}"/>
                  </a:ext>
                </a:extLst>
              </p:cNvPr>
              <p:cNvSpPr/>
              <p:nvPr/>
            </p:nvSpPr>
            <p:spPr>
              <a:xfrm>
                <a:off x="8584594" y="33309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746B7CA8-FC04-0BD8-0583-CDB9922C7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594074" y="34211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5" name="Graphic 25">
              <a:extLst>
                <a:ext uri="{FF2B5EF4-FFF2-40B4-BE49-F238E27FC236}">
                  <a16:creationId xmlns:a16="http://schemas.microsoft.com/office/drawing/2014/main" id="{52E51737-4201-C632-0BDB-B8307C0E8636}"/>
                </a:ext>
              </a:extLst>
            </p:cNvPr>
            <p:cNvGrpSpPr/>
            <p:nvPr/>
          </p:nvGrpSpPr>
          <p:grpSpPr>
            <a:xfrm>
              <a:off x="8098730" y="2916870"/>
              <a:ext cx="454744" cy="1705187"/>
              <a:chOff x="9069673" y="2924263"/>
              <a:chExt cx="454744" cy="1705187"/>
            </a:xfrm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13944326-0D08-1CD9-31AE-1233B5FAFC45}"/>
                  </a:ext>
                </a:extLst>
              </p:cNvPr>
              <p:cNvSpPr/>
              <p:nvPr/>
            </p:nvSpPr>
            <p:spPr>
              <a:xfrm>
                <a:off x="9101715" y="2924263"/>
                <a:ext cx="422702" cy="1650053"/>
              </a:xfrm>
              <a:custGeom>
                <a:avLst/>
                <a:gdLst>
                  <a:gd name="csX0" fmla="*/ 422702 w 422702"/>
                  <a:gd name="csY0" fmla="*/ 0 h 1650053"/>
                  <a:gd name="csX1" fmla="*/ 0 w 422702"/>
                  <a:gd name="csY1" fmla="*/ 1650053 h 16500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702" h="1650053">
                    <a:moveTo>
                      <a:pt x="422702" y="0"/>
                    </a:moveTo>
                    <a:lnTo>
                      <a:pt x="0" y="1650053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1F323E37-64EF-E346-E831-2B7D2C621025}"/>
                  </a:ext>
                </a:extLst>
              </p:cNvPr>
              <p:cNvSpPr/>
              <p:nvPr/>
            </p:nvSpPr>
            <p:spPr>
              <a:xfrm>
                <a:off x="9069673" y="4546512"/>
                <a:ext cx="73468" cy="82939"/>
              </a:xfrm>
              <a:custGeom>
                <a:avLst/>
                <a:gdLst>
                  <a:gd name="csX0" fmla="*/ 17917 w 73468"/>
                  <a:gd name="csY0" fmla="*/ 82939 h 82939"/>
                  <a:gd name="csX1" fmla="*/ 0 w 73468"/>
                  <a:gd name="csY1" fmla="*/ 0 h 82939"/>
                  <a:gd name="csX2" fmla="*/ 32042 w 73468"/>
                  <a:gd name="csY2" fmla="*/ 27805 h 82939"/>
                  <a:gd name="csX3" fmla="*/ 73468 w 73468"/>
                  <a:gd name="csY3" fmla="*/ 18884 h 829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468" h="82939">
                    <a:moveTo>
                      <a:pt x="17917" y="82939"/>
                    </a:moveTo>
                    <a:lnTo>
                      <a:pt x="0" y="0"/>
                    </a:lnTo>
                    <a:lnTo>
                      <a:pt x="32042" y="27805"/>
                    </a:lnTo>
                    <a:lnTo>
                      <a:pt x="73468" y="18884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6" name="Graphic 25">
              <a:extLst>
                <a:ext uri="{FF2B5EF4-FFF2-40B4-BE49-F238E27FC236}">
                  <a16:creationId xmlns:a16="http://schemas.microsoft.com/office/drawing/2014/main" id="{53400B63-81D0-41CF-4628-0650145ABB03}"/>
                </a:ext>
              </a:extLst>
            </p:cNvPr>
            <p:cNvGrpSpPr/>
            <p:nvPr/>
          </p:nvGrpSpPr>
          <p:grpSpPr>
            <a:xfrm>
              <a:off x="7937290" y="3647570"/>
              <a:ext cx="847489" cy="979042"/>
              <a:chOff x="8908233" y="3654963"/>
              <a:chExt cx="847489" cy="979042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FFC3D91C-5F37-5A5D-7164-83B468CC61E7}"/>
                  </a:ext>
                </a:extLst>
              </p:cNvPr>
              <p:cNvSpPr/>
              <p:nvPr/>
            </p:nvSpPr>
            <p:spPr>
              <a:xfrm>
                <a:off x="8908233" y="3654963"/>
                <a:ext cx="810234" cy="936055"/>
              </a:xfrm>
              <a:custGeom>
                <a:avLst/>
                <a:gdLst>
                  <a:gd name="csX0" fmla="*/ 0 w 810234"/>
                  <a:gd name="csY0" fmla="*/ 0 h 936055"/>
                  <a:gd name="csX1" fmla="*/ 810234 w 810234"/>
                  <a:gd name="csY1" fmla="*/ 936055 h 936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0234" h="936055">
                    <a:moveTo>
                      <a:pt x="0" y="0"/>
                    </a:moveTo>
                    <a:lnTo>
                      <a:pt x="810234" y="936055"/>
                    </a:lnTo>
                  </a:path>
                </a:pathLst>
              </a:custGeom>
              <a:noFill/>
              <a:ln w="18931" cap="flat">
                <a:solidFill>
                  <a:srgbClr val="EB0A0A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86913802-D250-34D9-A095-8A76A7D13DEF}"/>
                  </a:ext>
                </a:extLst>
              </p:cNvPr>
              <p:cNvSpPr/>
              <p:nvPr/>
            </p:nvSpPr>
            <p:spPr>
              <a:xfrm>
                <a:off x="9677326" y="4551731"/>
                <a:ext cx="78397" cy="82274"/>
              </a:xfrm>
              <a:custGeom>
                <a:avLst/>
                <a:gdLst>
                  <a:gd name="csX0" fmla="*/ 78397 w 78397"/>
                  <a:gd name="csY0" fmla="*/ 82275 h 82274"/>
                  <a:gd name="csX1" fmla="*/ 0 w 78397"/>
                  <a:gd name="csY1" fmla="*/ 49726 h 82274"/>
                  <a:gd name="csX2" fmla="*/ 41142 w 78397"/>
                  <a:gd name="csY2" fmla="*/ 39287 h 82274"/>
                  <a:gd name="csX3" fmla="*/ 57352 w 78397"/>
                  <a:gd name="csY3" fmla="*/ 0 h 82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8397" h="82274">
                    <a:moveTo>
                      <a:pt x="78397" y="82275"/>
                    </a:moveTo>
                    <a:lnTo>
                      <a:pt x="0" y="49726"/>
                    </a:lnTo>
                    <a:lnTo>
                      <a:pt x="41142" y="39287"/>
                    </a:lnTo>
                    <a:lnTo>
                      <a:pt x="57352" y="0"/>
                    </a:lnTo>
                    <a:close/>
                  </a:path>
                </a:pathLst>
              </a:custGeom>
              <a:solidFill>
                <a:srgbClr val="EB0A0A"/>
              </a:solidFill>
              <a:ln w="18931" cap="flat">
                <a:solidFill>
                  <a:srgbClr val="EB0A0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7" name="Graphic 25">
              <a:extLst>
                <a:ext uri="{FF2B5EF4-FFF2-40B4-BE49-F238E27FC236}">
                  <a16:creationId xmlns:a16="http://schemas.microsoft.com/office/drawing/2014/main" id="{4DBDCCF7-766E-5430-3C03-D6A2649C43E4}"/>
                </a:ext>
              </a:extLst>
            </p:cNvPr>
            <p:cNvGrpSpPr/>
            <p:nvPr/>
          </p:nvGrpSpPr>
          <p:grpSpPr>
            <a:xfrm>
              <a:off x="7898044" y="4642651"/>
              <a:ext cx="284392" cy="289433"/>
              <a:chOff x="8868987" y="4650044"/>
              <a:chExt cx="284392" cy="289433"/>
            </a:xfrm>
            <a:solidFill>
              <a:srgbClr val="FFFFFF"/>
            </a:solidFill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0E6809C-F2A4-4148-22CC-21758B72E8BC}"/>
                  </a:ext>
                </a:extLst>
              </p:cNvPr>
              <p:cNvSpPr/>
              <p:nvPr/>
            </p:nvSpPr>
            <p:spPr>
              <a:xfrm>
                <a:off x="8868987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6814DF61-D71A-97A1-BB15-BDB49B5A63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78467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38" name="Graphic 25">
              <a:extLst>
                <a:ext uri="{FF2B5EF4-FFF2-40B4-BE49-F238E27FC236}">
                  <a16:creationId xmlns:a16="http://schemas.microsoft.com/office/drawing/2014/main" id="{B8CB9405-4C71-7DAF-1AA2-487FDD6F445D}"/>
                </a:ext>
              </a:extLst>
            </p:cNvPr>
            <p:cNvGrpSpPr/>
            <p:nvPr/>
          </p:nvGrpSpPr>
          <p:grpSpPr>
            <a:xfrm>
              <a:off x="8656424" y="4642651"/>
              <a:ext cx="284392" cy="289433"/>
              <a:chOff x="9627367" y="4650044"/>
              <a:chExt cx="284392" cy="289433"/>
            </a:xfrm>
            <a:solidFill>
              <a:srgbClr val="FFFFFF"/>
            </a:solidFill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90F88C1-2AD7-7C9D-2F43-5CE1D4524F3A}"/>
                  </a:ext>
                </a:extLst>
              </p:cNvPr>
              <p:cNvSpPr/>
              <p:nvPr/>
            </p:nvSpPr>
            <p:spPr>
              <a:xfrm>
                <a:off x="9627367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3B5B865E-A0BE-9E06-43A1-970A7156D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36847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4B4EA2D-C506-F730-3EC2-9D09B21FAC87}"/>
                  </a:ext>
                </a:extLst>
              </p:cNvPr>
              <p:cNvSpPr txBox="1"/>
              <p:nvPr/>
            </p:nvSpPr>
            <p:spPr>
              <a:xfrm>
                <a:off x="2750979" y="4973246"/>
                <a:ext cx="1912823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 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4B4EA2D-C506-F730-3EC2-9D09B21FA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79" y="4973246"/>
                <a:ext cx="1912823" cy="369909"/>
              </a:xfrm>
              <a:prstGeom prst="rect">
                <a:avLst/>
              </a:prstGeom>
              <a:blipFill>
                <a:blip r:embed="rId1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Graphic 4">
            <a:extLst>
              <a:ext uri="{FF2B5EF4-FFF2-40B4-BE49-F238E27FC236}">
                <a16:creationId xmlns:a16="http://schemas.microsoft.com/office/drawing/2014/main" id="{D5FA3A5B-5158-A552-C7E5-44E1A2AB2E0D}"/>
              </a:ext>
            </a:extLst>
          </p:cNvPr>
          <p:cNvGrpSpPr/>
          <p:nvPr/>
        </p:nvGrpSpPr>
        <p:grpSpPr>
          <a:xfrm>
            <a:off x="8113568" y="2518732"/>
            <a:ext cx="308963" cy="234663"/>
            <a:chOff x="2949023" y="3304016"/>
            <a:chExt cx="308963" cy="234663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EDBBDB70-012E-79E5-5150-56E6899BBF08}"/>
                </a:ext>
              </a:extLst>
            </p:cNvPr>
            <p:cNvSpPr/>
            <p:nvPr/>
          </p:nvSpPr>
          <p:spPr>
            <a:xfrm>
              <a:off x="2990439" y="3304016"/>
              <a:ext cx="267547" cy="207055"/>
            </a:xfrm>
            <a:custGeom>
              <a:avLst/>
              <a:gdLst>
                <a:gd name="csX0" fmla="*/ 267547 w 267547"/>
                <a:gd name="csY0" fmla="*/ 0 h 207055"/>
                <a:gd name="csX1" fmla="*/ 267547 w 267547"/>
                <a:gd name="csY1" fmla="*/ 207056 h 207055"/>
                <a:gd name="csX2" fmla="*/ 0 w 267547"/>
                <a:gd name="csY2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7547" h="207055">
                  <a:moveTo>
                    <a:pt x="267547" y="0"/>
                  </a:moveTo>
                  <a:lnTo>
                    <a:pt x="267547" y="207056"/>
                  </a:lnTo>
                  <a:lnTo>
                    <a:pt x="0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04025B62-E552-EF9A-3C49-0D7B4522FB06}"/>
                </a:ext>
              </a:extLst>
            </p:cNvPr>
            <p:cNvSpPr/>
            <p:nvPr/>
          </p:nvSpPr>
          <p:spPr>
            <a:xfrm>
              <a:off x="2949023" y="3483464"/>
              <a:ext cx="55221" cy="55214"/>
            </a:xfrm>
            <a:custGeom>
              <a:avLst/>
              <a:gdLst>
                <a:gd name="csX0" fmla="*/ 0 w 55221"/>
                <a:gd name="csY0" fmla="*/ 27607 h 55214"/>
                <a:gd name="csX1" fmla="*/ 55221 w 55221"/>
                <a:gd name="csY1" fmla="*/ 0 h 55214"/>
                <a:gd name="csX2" fmla="*/ 41416 w 55221"/>
                <a:gd name="csY2" fmla="*/ 27607 h 55214"/>
                <a:gd name="csX3" fmla="*/ 55221 w 55221"/>
                <a:gd name="csY3" fmla="*/ 55215 h 55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21" h="55214">
                  <a:moveTo>
                    <a:pt x="0" y="27607"/>
                  </a:moveTo>
                  <a:lnTo>
                    <a:pt x="55221" y="0"/>
                  </a:lnTo>
                  <a:lnTo>
                    <a:pt x="41416" y="27607"/>
                  </a:lnTo>
                  <a:lnTo>
                    <a:pt x="55221" y="55215"/>
                  </a:lnTo>
                  <a:close/>
                </a:path>
              </a:pathLst>
            </a:custGeom>
            <a:solidFill>
              <a:srgbClr val="000000"/>
            </a:solidFill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156" name="Freeform 155">
            <a:extLst>
              <a:ext uri="{FF2B5EF4-FFF2-40B4-BE49-F238E27FC236}">
                <a16:creationId xmlns:a16="http://schemas.microsoft.com/office/drawing/2014/main" id="{A8F93C1C-EFBC-272B-6252-85B9C705CE08}"/>
              </a:ext>
            </a:extLst>
          </p:cNvPr>
          <p:cNvSpPr/>
          <p:nvPr/>
        </p:nvSpPr>
        <p:spPr>
          <a:xfrm>
            <a:off x="8767665" y="2518732"/>
            <a:ext cx="483" cy="207055"/>
          </a:xfrm>
          <a:custGeom>
            <a:avLst/>
            <a:gdLst>
              <a:gd name="csX0" fmla="*/ 0 w 483"/>
              <a:gd name="csY0" fmla="*/ 0 h 207055"/>
              <a:gd name="csX1" fmla="*/ 483 w 483"/>
              <a:gd name="csY1" fmla="*/ 207056 h 207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83" h="207055">
                <a:moveTo>
                  <a:pt x="0" y="0"/>
                </a:moveTo>
                <a:lnTo>
                  <a:pt x="483" y="207056"/>
                </a:lnTo>
              </a:path>
            </a:pathLst>
          </a:custGeom>
          <a:noFill/>
          <a:ln w="1380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B90E4A38-9D94-9A2B-07FE-0005C6B144EA}"/>
              </a:ext>
            </a:extLst>
          </p:cNvPr>
          <p:cNvSpPr/>
          <p:nvPr/>
        </p:nvSpPr>
        <p:spPr>
          <a:xfrm>
            <a:off x="8249965" y="2242657"/>
            <a:ext cx="690266" cy="276074"/>
          </a:xfrm>
          <a:prstGeom prst="rect">
            <a:avLst/>
          </a:prstGeom>
          <a:solidFill>
            <a:srgbClr val="FFE6CC"/>
          </a:solidFill>
          <a:ln w="13805" cap="flat">
            <a:solidFill>
              <a:srgbClr val="D79B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60" name="Graphic 4">
            <a:extLst>
              <a:ext uri="{FF2B5EF4-FFF2-40B4-BE49-F238E27FC236}">
                <a16:creationId xmlns:a16="http://schemas.microsoft.com/office/drawing/2014/main" id="{EC50D92D-65B7-0A9B-BA58-0332FE1B1855}"/>
              </a:ext>
            </a:extLst>
          </p:cNvPr>
          <p:cNvGrpSpPr/>
          <p:nvPr/>
        </p:nvGrpSpPr>
        <p:grpSpPr>
          <a:xfrm>
            <a:off x="8218903" y="2456615"/>
            <a:ext cx="207079" cy="276074"/>
            <a:chOff x="3054358" y="3241899"/>
            <a:chExt cx="207079" cy="276074"/>
          </a:xfrm>
          <a:noFill/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218FC095-8A7E-ABFE-3B33-B796F5997F85}"/>
                </a:ext>
              </a:extLst>
            </p:cNvPr>
            <p:cNvSpPr/>
            <p:nvPr/>
          </p:nvSpPr>
          <p:spPr>
            <a:xfrm>
              <a:off x="3054358" y="3241899"/>
              <a:ext cx="207079" cy="276074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CBF53F4A-563A-8728-DAD7-0CBFA7637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123385" y="3307467"/>
              <a:ext cx="75929" cy="172546"/>
            </a:xfrm>
            <a:custGeom>
              <a:avLst/>
              <a:gdLst>
                <a:gd name="csX0" fmla="*/ 0 w 75929"/>
                <a:gd name="csY0" fmla="*/ 0 h 172546"/>
                <a:gd name="csX1" fmla="*/ 75929 w 75929"/>
                <a:gd name="csY1" fmla="*/ 0 h 172546"/>
                <a:gd name="csX2" fmla="*/ 75929 w 75929"/>
                <a:gd name="csY2" fmla="*/ 172547 h 172546"/>
                <a:gd name="csX3" fmla="*/ 0 w 75929"/>
                <a:gd name="csY3" fmla="*/ 172547 h 172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929" h="172546">
                  <a:moveTo>
                    <a:pt x="0" y="0"/>
                  </a:moveTo>
                  <a:lnTo>
                    <a:pt x="75929" y="0"/>
                  </a:lnTo>
                  <a:lnTo>
                    <a:pt x="75929" y="172547"/>
                  </a:lnTo>
                  <a:lnTo>
                    <a:pt x="0" y="172547"/>
                  </a:lnTo>
                  <a:close/>
                </a:path>
              </a:pathLst>
            </a:custGeom>
          </p:spPr>
        </p:pic>
      </p:grpSp>
      <p:grpSp>
        <p:nvGrpSpPr>
          <p:cNvPr id="163" name="Graphic 4">
            <a:extLst>
              <a:ext uri="{FF2B5EF4-FFF2-40B4-BE49-F238E27FC236}">
                <a16:creationId xmlns:a16="http://schemas.microsoft.com/office/drawing/2014/main" id="{12173B1C-2ABF-8EE8-FC51-6CBD6148A332}"/>
              </a:ext>
            </a:extLst>
          </p:cNvPr>
          <p:cNvGrpSpPr/>
          <p:nvPr/>
        </p:nvGrpSpPr>
        <p:grpSpPr>
          <a:xfrm>
            <a:off x="8764213" y="2463517"/>
            <a:ext cx="207079" cy="276074"/>
            <a:chOff x="3599668" y="3248801"/>
            <a:chExt cx="207079" cy="276074"/>
          </a:xfrm>
          <a:noFill/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21CB19E-6131-37FA-06EA-0E6317445836}"/>
                </a:ext>
              </a:extLst>
            </p:cNvPr>
            <p:cNvSpPr/>
            <p:nvPr/>
          </p:nvSpPr>
          <p:spPr>
            <a:xfrm>
              <a:off x="3599668" y="3248801"/>
              <a:ext cx="207079" cy="276074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A423644A-BEFE-597C-09E5-F6FEDFB99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68695" y="3314368"/>
              <a:ext cx="75929" cy="172546"/>
            </a:xfrm>
            <a:custGeom>
              <a:avLst/>
              <a:gdLst>
                <a:gd name="csX0" fmla="*/ 0 w 75929"/>
                <a:gd name="csY0" fmla="*/ 0 h 172546"/>
                <a:gd name="csX1" fmla="*/ 75929 w 75929"/>
                <a:gd name="csY1" fmla="*/ 0 h 172546"/>
                <a:gd name="csX2" fmla="*/ 75929 w 75929"/>
                <a:gd name="csY2" fmla="*/ 172547 h 172546"/>
                <a:gd name="csX3" fmla="*/ 0 w 75929"/>
                <a:gd name="csY3" fmla="*/ 172547 h 172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929" h="172546">
                  <a:moveTo>
                    <a:pt x="0" y="0"/>
                  </a:moveTo>
                  <a:lnTo>
                    <a:pt x="75929" y="0"/>
                  </a:lnTo>
                  <a:lnTo>
                    <a:pt x="75929" y="172547"/>
                  </a:lnTo>
                  <a:lnTo>
                    <a:pt x="0" y="172547"/>
                  </a:lnTo>
                  <a:close/>
                </a:path>
              </a:pathLst>
            </a:custGeom>
          </p:spPr>
        </p:pic>
      </p:grpSp>
      <p:sp>
        <p:nvSpPr>
          <p:cNvPr id="166" name="Freeform 165">
            <a:extLst>
              <a:ext uri="{FF2B5EF4-FFF2-40B4-BE49-F238E27FC236}">
                <a16:creationId xmlns:a16="http://schemas.microsoft.com/office/drawing/2014/main" id="{62F9C0FF-21C2-F495-3166-20E58EE0A5CF}"/>
              </a:ext>
            </a:extLst>
          </p:cNvPr>
          <p:cNvSpPr/>
          <p:nvPr/>
        </p:nvSpPr>
        <p:spPr>
          <a:xfrm>
            <a:off x="8698638" y="2725788"/>
            <a:ext cx="138053" cy="6901"/>
          </a:xfrm>
          <a:custGeom>
            <a:avLst/>
            <a:gdLst>
              <a:gd name="csX0" fmla="*/ 0 w 138053"/>
              <a:gd name="csY0" fmla="*/ 0 h 6901"/>
              <a:gd name="csX1" fmla="*/ 138053 w 138053"/>
              <a:gd name="csY1" fmla="*/ 0 h 6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8053" h="6901">
                <a:moveTo>
                  <a:pt x="0" y="0"/>
                </a:moveTo>
                <a:lnTo>
                  <a:pt x="138053" y="0"/>
                </a:lnTo>
              </a:path>
            </a:pathLst>
          </a:custGeom>
          <a:noFill/>
          <a:ln w="1380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70" name="Graphic 4">
            <a:extLst>
              <a:ext uri="{FF2B5EF4-FFF2-40B4-BE49-F238E27FC236}">
                <a16:creationId xmlns:a16="http://schemas.microsoft.com/office/drawing/2014/main" id="{75EF3A6A-31E7-DABD-B706-0D484E91E57F}"/>
              </a:ext>
            </a:extLst>
          </p:cNvPr>
          <p:cNvGrpSpPr/>
          <p:nvPr/>
        </p:nvGrpSpPr>
        <p:grpSpPr>
          <a:xfrm>
            <a:off x="8567626" y="1966582"/>
            <a:ext cx="55221" cy="260614"/>
            <a:chOff x="3403081" y="2751866"/>
            <a:chExt cx="55221" cy="260614"/>
          </a:xfrm>
        </p:grpSpPr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F9AD6D00-366B-A7A3-AF44-473FFA2AC20D}"/>
                </a:ext>
              </a:extLst>
            </p:cNvPr>
            <p:cNvSpPr/>
            <p:nvPr/>
          </p:nvSpPr>
          <p:spPr>
            <a:xfrm>
              <a:off x="3428551" y="2751866"/>
              <a:ext cx="3382" cy="219272"/>
            </a:xfrm>
            <a:custGeom>
              <a:avLst/>
              <a:gdLst>
                <a:gd name="csX0" fmla="*/ 0 w 3382"/>
                <a:gd name="csY0" fmla="*/ 0 h 219272"/>
                <a:gd name="csX1" fmla="*/ 3382 w 3382"/>
                <a:gd name="csY1" fmla="*/ 144939 h 219272"/>
                <a:gd name="csX2" fmla="*/ 1864 w 3382"/>
                <a:gd name="csY2" fmla="*/ 219272 h 219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382" h="219272">
                  <a:moveTo>
                    <a:pt x="0" y="0"/>
                  </a:moveTo>
                  <a:lnTo>
                    <a:pt x="3382" y="144939"/>
                  </a:lnTo>
                  <a:lnTo>
                    <a:pt x="1864" y="219272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85ED0AB6-223A-A754-C0CD-34EFC078C914}"/>
                </a:ext>
              </a:extLst>
            </p:cNvPr>
            <p:cNvSpPr/>
            <p:nvPr/>
          </p:nvSpPr>
          <p:spPr>
            <a:xfrm>
              <a:off x="3403081" y="2956714"/>
              <a:ext cx="55221" cy="55767"/>
            </a:xfrm>
            <a:custGeom>
              <a:avLst/>
              <a:gdLst>
                <a:gd name="csX0" fmla="*/ 26506 w 55221"/>
                <a:gd name="csY0" fmla="*/ 55767 h 55767"/>
                <a:gd name="csX1" fmla="*/ 0 w 55221"/>
                <a:gd name="csY1" fmla="*/ 0 h 55767"/>
                <a:gd name="csX2" fmla="*/ 27335 w 55221"/>
                <a:gd name="csY2" fmla="*/ 14425 h 55767"/>
                <a:gd name="csX3" fmla="*/ 55221 w 55221"/>
                <a:gd name="csY3" fmla="*/ 1173 h 55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21" h="55767">
                  <a:moveTo>
                    <a:pt x="26506" y="55767"/>
                  </a:moveTo>
                  <a:lnTo>
                    <a:pt x="0" y="0"/>
                  </a:lnTo>
                  <a:lnTo>
                    <a:pt x="27335" y="14425"/>
                  </a:lnTo>
                  <a:lnTo>
                    <a:pt x="55221" y="1173"/>
                  </a:lnTo>
                  <a:close/>
                </a:path>
              </a:pathLst>
            </a:custGeom>
            <a:solidFill>
              <a:srgbClr val="000000"/>
            </a:solidFill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73" name="Graphic 4">
            <a:extLst>
              <a:ext uri="{FF2B5EF4-FFF2-40B4-BE49-F238E27FC236}">
                <a16:creationId xmlns:a16="http://schemas.microsoft.com/office/drawing/2014/main" id="{C9B813B7-5655-F42D-6C95-647FEBF005ED}"/>
              </a:ext>
            </a:extLst>
          </p:cNvPr>
          <p:cNvGrpSpPr/>
          <p:nvPr/>
        </p:nvGrpSpPr>
        <p:grpSpPr>
          <a:xfrm>
            <a:off x="8955693" y="2359989"/>
            <a:ext cx="191618" cy="55214"/>
            <a:chOff x="3791148" y="3145273"/>
            <a:chExt cx="191618" cy="55214"/>
          </a:xfrm>
        </p:grpSpPr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DBC632CD-402E-493B-476D-27F1F87BA163}"/>
                </a:ext>
              </a:extLst>
            </p:cNvPr>
            <p:cNvSpPr/>
            <p:nvPr/>
          </p:nvSpPr>
          <p:spPr>
            <a:xfrm>
              <a:off x="3832564" y="3172880"/>
              <a:ext cx="150202" cy="6901"/>
            </a:xfrm>
            <a:custGeom>
              <a:avLst/>
              <a:gdLst>
                <a:gd name="csX0" fmla="*/ 150202 w 150202"/>
                <a:gd name="csY0" fmla="*/ 0 h 6901"/>
                <a:gd name="csX1" fmla="*/ 0 w 150202"/>
                <a:gd name="csY1" fmla="*/ 0 h 6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02" h="6901">
                  <a:moveTo>
                    <a:pt x="150202" y="0"/>
                  </a:moveTo>
                  <a:lnTo>
                    <a:pt x="0" y="0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E00455B0-0573-971E-88E8-272E74C4BCDE}"/>
                </a:ext>
              </a:extLst>
            </p:cNvPr>
            <p:cNvSpPr/>
            <p:nvPr/>
          </p:nvSpPr>
          <p:spPr>
            <a:xfrm>
              <a:off x="3791148" y="3145273"/>
              <a:ext cx="55221" cy="55214"/>
            </a:xfrm>
            <a:custGeom>
              <a:avLst/>
              <a:gdLst>
                <a:gd name="csX0" fmla="*/ 0 w 55221"/>
                <a:gd name="csY0" fmla="*/ 27607 h 55214"/>
                <a:gd name="csX1" fmla="*/ 55221 w 55221"/>
                <a:gd name="csY1" fmla="*/ 0 h 55214"/>
                <a:gd name="csX2" fmla="*/ 41416 w 55221"/>
                <a:gd name="csY2" fmla="*/ 27607 h 55214"/>
                <a:gd name="csX3" fmla="*/ 55221 w 55221"/>
                <a:gd name="csY3" fmla="*/ 55215 h 55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21" h="55214">
                  <a:moveTo>
                    <a:pt x="0" y="27607"/>
                  </a:moveTo>
                  <a:lnTo>
                    <a:pt x="55221" y="0"/>
                  </a:lnTo>
                  <a:lnTo>
                    <a:pt x="41416" y="27607"/>
                  </a:lnTo>
                  <a:lnTo>
                    <a:pt x="55221" y="55215"/>
                  </a:lnTo>
                  <a:close/>
                </a:path>
              </a:pathLst>
            </a:custGeom>
            <a:solidFill>
              <a:srgbClr val="000000"/>
            </a:solidFill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pic>
        <p:nvPicPr>
          <p:cNvPr id="176" name="Picture 175">
            <a:extLst>
              <a:ext uri="{FF2B5EF4-FFF2-40B4-BE49-F238E27FC236}">
                <a16:creationId xmlns:a16="http://schemas.microsoft.com/office/drawing/2014/main" id="{6343B7D7-611B-9A6D-5CB0-A0C964478D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3145" y="1676359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C330D0B7-612C-DF00-2900-2F4FF9DC5B0F}"/>
                  </a:ext>
                </a:extLst>
              </p:cNvPr>
              <p:cNvSpPr txBox="1"/>
              <p:nvPr/>
            </p:nvSpPr>
            <p:spPr>
              <a:xfrm>
                <a:off x="8693047" y="2212521"/>
                <a:ext cx="1912823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zh-CN" sz="14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sz="14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 +</m:t>
                      </m:r>
                      <m:acc>
                        <m:accPr>
                          <m:chr m:val="̅"/>
                          <m:ctrlPr>
                            <a:rPr lang="ar-AE" altLang="zh-CN" sz="140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sz="14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sz="14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sz="14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sz="14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sz="14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</m:oMath>
                  </m:oMathPara>
                </a14:m>
                <a:endParaRPr lang="en-CN" sz="1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C330D0B7-612C-DF00-2900-2F4FF9DC5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047" y="2212521"/>
                <a:ext cx="1912823" cy="308226"/>
              </a:xfrm>
              <a:prstGeom prst="rect">
                <a:avLst/>
              </a:prstGeom>
              <a:blipFill>
                <a:blip r:embed="rId21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5F8DEDE0-3001-1CCC-E1FA-233FB05F9622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36" name="Text 13">
              <a:extLst>
                <a:ext uri="{FF2B5EF4-FFF2-40B4-BE49-F238E27FC236}">
                  <a16:creationId xmlns:a16="http://schemas.microsoft.com/office/drawing/2014/main" id="{2AE851C1-AC05-75C2-7398-B99C763E58FD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C75CF70-F910-CB56-DAB5-406D91A87ABD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5FAC5A0-6C90-0C05-FBC9-86BA078D5A6F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1F1F5BC6-26F3-7860-EFC6-E7EEC841E523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8F5AD79-66FE-3B6C-1EB6-30466225E92E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CA16D29-3772-EAC8-73E7-2901935F2138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Text 13">
              <a:extLst>
                <a:ext uri="{FF2B5EF4-FFF2-40B4-BE49-F238E27FC236}">
                  <a16:creationId xmlns:a16="http://schemas.microsoft.com/office/drawing/2014/main" id="{53EC097C-3F77-DD27-67BC-0E24FD03BDA5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3" name="Text 13">
              <a:extLst>
                <a:ext uri="{FF2B5EF4-FFF2-40B4-BE49-F238E27FC236}">
                  <a16:creationId xmlns:a16="http://schemas.microsoft.com/office/drawing/2014/main" id="{977ADB29-0F4B-EB5D-7226-8D7A8E12F860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4" name="Text 13">
              <a:extLst>
                <a:ext uri="{FF2B5EF4-FFF2-40B4-BE49-F238E27FC236}">
                  <a16:creationId xmlns:a16="http://schemas.microsoft.com/office/drawing/2014/main" id="{C11E0931-570D-98E9-0C40-E6555FA15AEA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72A9E60-1EC2-5C95-7AFC-81F2DEA9654A}"/>
              </a:ext>
            </a:extLst>
          </p:cNvPr>
          <p:cNvSpPr/>
          <p:nvPr/>
        </p:nvSpPr>
        <p:spPr>
          <a:xfrm>
            <a:off x="1823241" y="933225"/>
            <a:ext cx="674117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BB01C329-8BDD-B50D-9541-AE09086D60C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21533" y="2601484"/>
            <a:ext cx="952827" cy="262409"/>
          </a:xfrm>
          <a:custGeom>
            <a:avLst/>
            <a:gdLst>
              <a:gd name="csX0" fmla="*/ 0 w 932063"/>
              <a:gd name="csY0" fmla="*/ 0 h 256690"/>
              <a:gd name="csX1" fmla="*/ 932063 w 932063"/>
              <a:gd name="csY1" fmla="*/ 0 h 256690"/>
              <a:gd name="csX2" fmla="*/ 932063 w 932063"/>
              <a:gd name="csY2" fmla="*/ 256691 h 256690"/>
              <a:gd name="csX3" fmla="*/ 0 w 932063"/>
              <a:gd name="csY3" fmla="*/ 256691 h 25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2063" h="256690">
                <a:moveTo>
                  <a:pt x="0" y="0"/>
                </a:moveTo>
                <a:lnTo>
                  <a:pt x="932063" y="0"/>
                </a:lnTo>
                <a:lnTo>
                  <a:pt x="932063" y="256691"/>
                </a:lnTo>
                <a:lnTo>
                  <a:pt x="0" y="256691"/>
                </a:lnTo>
                <a:close/>
              </a:path>
            </a:pathLst>
          </a:cu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EE18C475-51B5-0C4B-92FC-DC740439A49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14688" y="2303753"/>
            <a:ext cx="784312" cy="216000"/>
          </a:xfrm>
          <a:custGeom>
            <a:avLst/>
            <a:gdLst>
              <a:gd name="csX0" fmla="*/ 0 w 932063"/>
              <a:gd name="csY0" fmla="*/ 0 h 256690"/>
              <a:gd name="csX1" fmla="*/ 932063 w 932063"/>
              <a:gd name="csY1" fmla="*/ 0 h 256690"/>
              <a:gd name="csX2" fmla="*/ 932063 w 932063"/>
              <a:gd name="csY2" fmla="*/ 256691 h 256690"/>
              <a:gd name="csX3" fmla="*/ 0 w 932063"/>
              <a:gd name="csY3" fmla="*/ 256691 h 25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2063" h="256690">
                <a:moveTo>
                  <a:pt x="0" y="0"/>
                </a:moveTo>
                <a:lnTo>
                  <a:pt x="932063" y="0"/>
                </a:lnTo>
                <a:lnTo>
                  <a:pt x="932063" y="256691"/>
                </a:lnTo>
                <a:lnTo>
                  <a:pt x="0" y="25669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31978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F5C9F-10EF-ECD6-43A0-46F89B5A9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4BC4A3-8DB7-EDFE-ACB6-3BDA8864B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C6A97F-DD43-735F-57FB-1F27FCC5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62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4A657F8B-1D7F-4CF5-F557-7621C55E0BD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2FC5F6AA-5533-3010-10AE-DE48593CC399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562EC2E6-5338-F8AC-4F5F-A2B8A8339659}"/>
              </a:ext>
            </a:extLst>
          </p:cNvPr>
          <p:cNvGrpSpPr/>
          <p:nvPr/>
        </p:nvGrpSpPr>
        <p:grpSpPr>
          <a:xfrm>
            <a:off x="6217577" y="4058965"/>
            <a:ext cx="2836707" cy="2150364"/>
            <a:chOff x="7763323" y="5199198"/>
            <a:chExt cx="2836707" cy="2150364"/>
          </a:xfrm>
        </p:grpSpPr>
        <p:grpSp>
          <p:nvGrpSpPr>
            <p:cNvPr id="342" name="Graphic 18">
              <a:extLst>
                <a:ext uri="{FF2B5EF4-FFF2-40B4-BE49-F238E27FC236}">
                  <a16:creationId xmlns:a16="http://schemas.microsoft.com/office/drawing/2014/main" id="{972FA9E7-00C6-70A8-A829-B826380399EE}"/>
                </a:ext>
              </a:extLst>
            </p:cNvPr>
            <p:cNvGrpSpPr/>
            <p:nvPr/>
          </p:nvGrpSpPr>
          <p:grpSpPr>
            <a:xfrm>
              <a:off x="9743307" y="5884998"/>
              <a:ext cx="856723" cy="390525"/>
              <a:chOff x="9743307" y="5884998"/>
              <a:chExt cx="856723" cy="390525"/>
            </a:xfrm>
            <a:noFill/>
          </p:grpSpPr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209E270B-E5EB-798C-7ACD-D168E282BFA4}"/>
                  </a:ext>
                </a:extLst>
              </p:cNvPr>
              <p:cNvSpPr/>
              <p:nvPr/>
            </p:nvSpPr>
            <p:spPr>
              <a:xfrm>
                <a:off x="9743307" y="588499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4" name="Picture 343">
                <a:extLst>
                  <a:ext uri="{FF2B5EF4-FFF2-40B4-BE49-F238E27FC236}">
                    <a16:creationId xmlns:a16="http://schemas.microsoft.com/office/drawing/2014/main" id="{2BE789B3-DA4C-0245-0D0F-816A45C44B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71718" y="594214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3" name="Graphic 18">
              <a:extLst>
                <a:ext uri="{FF2B5EF4-FFF2-40B4-BE49-F238E27FC236}">
                  <a16:creationId xmlns:a16="http://schemas.microsoft.com/office/drawing/2014/main" id="{ED470A33-61CA-66C3-4704-C03F629419C2}"/>
                </a:ext>
              </a:extLst>
            </p:cNvPr>
            <p:cNvGrpSpPr/>
            <p:nvPr/>
          </p:nvGrpSpPr>
          <p:grpSpPr>
            <a:xfrm>
              <a:off x="8191685" y="6685098"/>
              <a:ext cx="951915" cy="381000"/>
              <a:chOff x="8191685" y="6685098"/>
              <a:chExt cx="951915" cy="381000"/>
            </a:xfrm>
            <a:solidFill>
              <a:srgbClr val="DAE8FC"/>
            </a:solidFill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AA2E767-6ECA-F9F6-EA8A-8C527CA7155B}"/>
                  </a:ext>
                </a:extLst>
              </p:cNvPr>
              <p:cNvSpPr/>
              <p:nvPr/>
            </p:nvSpPr>
            <p:spPr>
              <a:xfrm>
                <a:off x="8191685" y="66850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5" name="Picture 244">
                <a:extLst>
                  <a:ext uri="{FF2B5EF4-FFF2-40B4-BE49-F238E27FC236}">
                    <a16:creationId xmlns:a16="http://schemas.microsoft.com/office/drawing/2014/main" id="{BC14CAD8-23B6-1D7D-9EC3-0BBBEDD27F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01204" y="67660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6" name="Graphic 18">
              <a:extLst>
                <a:ext uri="{FF2B5EF4-FFF2-40B4-BE49-F238E27FC236}">
                  <a16:creationId xmlns:a16="http://schemas.microsoft.com/office/drawing/2014/main" id="{058DB672-17A2-3418-80F6-3A65AC117A06}"/>
                </a:ext>
              </a:extLst>
            </p:cNvPr>
            <p:cNvGrpSpPr/>
            <p:nvPr/>
          </p:nvGrpSpPr>
          <p:grpSpPr>
            <a:xfrm>
              <a:off x="8924660" y="6285048"/>
              <a:ext cx="76153" cy="369189"/>
              <a:chOff x="8924660" y="6285048"/>
              <a:chExt cx="76153" cy="369189"/>
            </a:xfrm>
          </p:grpSpPr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5AEE1CB-2B18-2DD6-9BE7-DA55D7D32909}"/>
                  </a:ext>
                </a:extLst>
              </p:cNvPr>
              <p:cNvSpPr/>
              <p:nvPr/>
            </p:nvSpPr>
            <p:spPr>
              <a:xfrm>
                <a:off x="8962736" y="62850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88594767-07AB-3341-B4CB-2A5B4F7C37FE}"/>
                  </a:ext>
                </a:extLst>
              </p:cNvPr>
              <p:cNvSpPr/>
              <p:nvPr/>
            </p:nvSpPr>
            <p:spPr>
              <a:xfrm>
                <a:off x="8924660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9" name="Graphic 18">
              <a:extLst>
                <a:ext uri="{FF2B5EF4-FFF2-40B4-BE49-F238E27FC236}">
                  <a16:creationId xmlns:a16="http://schemas.microsoft.com/office/drawing/2014/main" id="{FCE0174D-2FE5-761D-C944-0AF8363D9F41}"/>
                </a:ext>
              </a:extLst>
            </p:cNvPr>
            <p:cNvGrpSpPr/>
            <p:nvPr/>
          </p:nvGrpSpPr>
          <p:grpSpPr>
            <a:xfrm>
              <a:off x="8762834" y="5913573"/>
              <a:ext cx="951915" cy="381000"/>
              <a:chOff x="8762834" y="5913573"/>
              <a:chExt cx="951915" cy="381000"/>
            </a:xfrm>
            <a:solidFill>
              <a:srgbClr val="DAE8FC"/>
            </a:solidFill>
          </p:grpSpPr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05648639-3D57-090E-5C5D-A50C37A34B8D}"/>
                  </a:ext>
                </a:extLst>
              </p:cNvPr>
              <p:cNvSpPr/>
              <p:nvPr/>
            </p:nvSpPr>
            <p:spPr>
              <a:xfrm>
                <a:off x="8762834" y="591357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1" name="Picture 250">
                <a:extLst>
                  <a:ext uri="{FF2B5EF4-FFF2-40B4-BE49-F238E27FC236}">
                    <a16:creationId xmlns:a16="http://schemas.microsoft.com/office/drawing/2014/main" id="{59720972-FB73-1016-35CD-00D41A07D9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72353" y="599453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52" name="Graphic 18">
              <a:extLst>
                <a:ext uri="{FF2B5EF4-FFF2-40B4-BE49-F238E27FC236}">
                  <a16:creationId xmlns:a16="http://schemas.microsoft.com/office/drawing/2014/main" id="{012144B8-0A83-E315-3F82-C68AADA4E2B0}"/>
                </a:ext>
              </a:extLst>
            </p:cNvPr>
            <p:cNvGrpSpPr/>
            <p:nvPr/>
          </p:nvGrpSpPr>
          <p:grpSpPr>
            <a:xfrm>
              <a:off x="8629566" y="7066098"/>
              <a:ext cx="76153" cy="283464"/>
              <a:chOff x="8629566" y="7066098"/>
              <a:chExt cx="76153" cy="283464"/>
            </a:xfrm>
          </p:grpSpPr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42487DD0-9BFF-F1DC-A28A-6289033A41E9}"/>
                  </a:ext>
                </a:extLst>
              </p:cNvPr>
              <p:cNvSpPr/>
              <p:nvPr/>
            </p:nvSpPr>
            <p:spPr>
              <a:xfrm>
                <a:off x="8667642" y="7066098"/>
                <a:ext cx="9519" cy="226314"/>
              </a:xfrm>
              <a:custGeom>
                <a:avLst/>
                <a:gdLst>
                  <a:gd name="csX0" fmla="*/ 0 w 9519"/>
                  <a:gd name="csY0" fmla="*/ 0 h 226314"/>
                  <a:gd name="csX1" fmla="*/ 0 w 9519"/>
                  <a:gd name="csY1" fmla="*/ 226314 h 2263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4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4C82D82C-9857-FB94-BCF4-116187D0A9DF}"/>
                  </a:ext>
                </a:extLst>
              </p:cNvPr>
              <p:cNvSpPr/>
              <p:nvPr/>
            </p:nvSpPr>
            <p:spPr>
              <a:xfrm>
                <a:off x="8629566" y="727336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5" name="Graphic 18">
              <a:extLst>
                <a:ext uri="{FF2B5EF4-FFF2-40B4-BE49-F238E27FC236}">
                  <a16:creationId xmlns:a16="http://schemas.microsoft.com/office/drawing/2014/main" id="{786EE88D-071D-5C06-70EE-D325C52053E1}"/>
                </a:ext>
              </a:extLst>
            </p:cNvPr>
            <p:cNvGrpSpPr/>
            <p:nvPr/>
          </p:nvGrpSpPr>
          <p:grpSpPr>
            <a:xfrm>
              <a:off x="9174442" y="6842260"/>
              <a:ext cx="264251" cy="76200"/>
              <a:chOff x="9174442" y="6842260"/>
              <a:chExt cx="264251" cy="76200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D10C8962-E8A8-B12E-E109-5A8D69E38228}"/>
                  </a:ext>
                </a:extLst>
              </p:cNvPr>
              <p:cNvSpPr/>
              <p:nvPr/>
            </p:nvSpPr>
            <p:spPr>
              <a:xfrm>
                <a:off x="9231557" y="68803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7F3CF1FF-CC9C-C416-A8E4-5A2E34DD89F6}"/>
                  </a:ext>
                </a:extLst>
              </p:cNvPr>
              <p:cNvSpPr/>
              <p:nvPr/>
            </p:nvSpPr>
            <p:spPr>
              <a:xfrm>
                <a:off x="9174442" y="68422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8" name="Graphic 18">
              <a:extLst>
                <a:ext uri="{FF2B5EF4-FFF2-40B4-BE49-F238E27FC236}">
                  <a16:creationId xmlns:a16="http://schemas.microsoft.com/office/drawing/2014/main" id="{40E41D8A-6207-82E3-B4B0-9B6ECA9B36D3}"/>
                </a:ext>
              </a:extLst>
            </p:cNvPr>
            <p:cNvGrpSpPr/>
            <p:nvPr/>
          </p:nvGrpSpPr>
          <p:grpSpPr>
            <a:xfrm>
              <a:off x="8106012" y="6427923"/>
              <a:ext cx="285574" cy="285750"/>
              <a:chOff x="8106012" y="6427923"/>
              <a:chExt cx="285574" cy="285750"/>
            </a:xfrm>
            <a:noFill/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F7C0576A-80BB-6BDF-F7F3-D4F12A758F36}"/>
                  </a:ext>
                </a:extLst>
              </p:cNvPr>
              <p:cNvSpPr/>
              <p:nvPr/>
            </p:nvSpPr>
            <p:spPr>
              <a:xfrm>
                <a:off x="8106012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0" name="Picture 259">
                <a:extLst>
                  <a:ext uri="{FF2B5EF4-FFF2-40B4-BE49-F238E27FC236}">
                    <a16:creationId xmlns:a16="http://schemas.microsoft.com/office/drawing/2014/main" id="{014DA427-B83E-1EFB-504A-CCD1341076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01204" y="64850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1" name="Graphic 18">
              <a:extLst>
                <a:ext uri="{FF2B5EF4-FFF2-40B4-BE49-F238E27FC236}">
                  <a16:creationId xmlns:a16="http://schemas.microsoft.com/office/drawing/2014/main" id="{24BCAC35-D0C9-623D-FB1B-7DED5BC0370B}"/>
                </a:ext>
              </a:extLst>
            </p:cNvPr>
            <p:cNvGrpSpPr/>
            <p:nvPr/>
          </p:nvGrpSpPr>
          <p:grpSpPr>
            <a:xfrm>
              <a:off x="8343991" y="6304098"/>
              <a:ext cx="76153" cy="350139"/>
              <a:chOff x="8343991" y="6304098"/>
              <a:chExt cx="76153" cy="350139"/>
            </a:xfrm>
          </p:grpSpPr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8B702E25-C685-B337-E27A-EADF8C52EFB7}"/>
                  </a:ext>
                </a:extLst>
              </p:cNvPr>
              <p:cNvSpPr/>
              <p:nvPr/>
            </p:nvSpPr>
            <p:spPr>
              <a:xfrm>
                <a:off x="8382068" y="63040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A641A92D-4DCD-DD99-DBCF-DD1AEE1C69D5}"/>
                  </a:ext>
                </a:extLst>
              </p:cNvPr>
              <p:cNvSpPr/>
              <p:nvPr/>
            </p:nvSpPr>
            <p:spPr>
              <a:xfrm>
                <a:off x="8343991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64" name="Graphic 18">
              <a:extLst>
                <a:ext uri="{FF2B5EF4-FFF2-40B4-BE49-F238E27FC236}">
                  <a16:creationId xmlns:a16="http://schemas.microsoft.com/office/drawing/2014/main" id="{BBC54BB1-9E9F-2661-91F4-19B924C5EFFB}"/>
                </a:ext>
              </a:extLst>
            </p:cNvPr>
            <p:cNvGrpSpPr/>
            <p:nvPr/>
          </p:nvGrpSpPr>
          <p:grpSpPr>
            <a:xfrm>
              <a:off x="8934179" y="6427923"/>
              <a:ext cx="285574" cy="285750"/>
              <a:chOff x="8934179" y="6427923"/>
              <a:chExt cx="285574" cy="285750"/>
            </a:xfrm>
            <a:noFill/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23D672FA-169E-5DF1-267A-35145BCD7AFC}"/>
                  </a:ext>
                </a:extLst>
              </p:cNvPr>
              <p:cNvSpPr/>
              <p:nvPr/>
            </p:nvSpPr>
            <p:spPr>
              <a:xfrm>
                <a:off x="8934179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287A0559-2DDB-569E-F282-A96F9FB352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34130" y="64850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7" name="Graphic 18">
              <a:extLst>
                <a:ext uri="{FF2B5EF4-FFF2-40B4-BE49-F238E27FC236}">
                  <a16:creationId xmlns:a16="http://schemas.microsoft.com/office/drawing/2014/main" id="{A9553D4A-82F2-607F-74ED-8CD0A1B02D20}"/>
                </a:ext>
              </a:extLst>
            </p:cNvPr>
            <p:cNvGrpSpPr/>
            <p:nvPr/>
          </p:nvGrpSpPr>
          <p:grpSpPr>
            <a:xfrm>
              <a:off x="9495809" y="5513523"/>
              <a:ext cx="76153" cy="369189"/>
              <a:chOff x="9495809" y="5513523"/>
              <a:chExt cx="76153" cy="369189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7F114AD8-F86A-60F3-21E0-B046DDEA6845}"/>
                  </a:ext>
                </a:extLst>
              </p:cNvPr>
              <p:cNvSpPr/>
              <p:nvPr/>
            </p:nvSpPr>
            <p:spPr>
              <a:xfrm>
                <a:off x="9533885" y="5513523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39BB8A46-DE33-A2A0-F063-3E699E18D0DA}"/>
                  </a:ext>
                </a:extLst>
              </p:cNvPr>
              <p:cNvSpPr/>
              <p:nvPr/>
            </p:nvSpPr>
            <p:spPr>
              <a:xfrm>
                <a:off x="9495809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0" name="Graphic 18">
              <a:extLst>
                <a:ext uri="{FF2B5EF4-FFF2-40B4-BE49-F238E27FC236}">
                  <a16:creationId xmlns:a16="http://schemas.microsoft.com/office/drawing/2014/main" id="{BE2F3A44-B568-6B2A-0A80-59C95005FBC8}"/>
                </a:ext>
              </a:extLst>
            </p:cNvPr>
            <p:cNvGrpSpPr/>
            <p:nvPr/>
          </p:nvGrpSpPr>
          <p:grpSpPr>
            <a:xfrm>
              <a:off x="9745591" y="6070735"/>
              <a:ext cx="264251" cy="76200"/>
              <a:chOff x="9745591" y="6070735"/>
              <a:chExt cx="264251" cy="76200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3005DBF9-3DBD-7991-4D03-7668E1B834E9}"/>
                  </a:ext>
                </a:extLst>
              </p:cNvPr>
              <p:cNvSpPr/>
              <p:nvPr/>
            </p:nvSpPr>
            <p:spPr>
              <a:xfrm>
                <a:off x="9802706" y="610883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DAC7DDBA-29E9-0A37-1F41-D8BA7888F443}"/>
                  </a:ext>
                </a:extLst>
              </p:cNvPr>
              <p:cNvSpPr/>
              <p:nvPr/>
            </p:nvSpPr>
            <p:spPr>
              <a:xfrm>
                <a:off x="9745591" y="607073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3" name="Graphic 18">
              <a:extLst>
                <a:ext uri="{FF2B5EF4-FFF2-40B4-BE49-F238E27FC236}">
                  <a16:creationId xmlns:a16="http://schemas.microsoft.com/office/drawing/2014/main" id="{8BAC6D3C-F1F7-E563-8983-F302B7747042}"/>
                </a:ext>
              </a:extLst>
            </p:cNvPr>
            <p:cNvGrpSpPr/>
            <p:nvPr/>
          </p:nvGrpSpPr>
          <p:grpSpPr>
            <a:xfrm>
              <a:off x="8677162" y="5656398"/>
              <a:ext cx="285574" cy="285750"/>
              <a:chOff x="8677162" y="5656398"/>
              <a:chExt cx="285574" cy="285750"/>
            </a:xfrm>
            <a:noFill/>
          </p:grpSpPr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4EEBDF8C-E9EE-BD24-DB78-4DF3F7ECA0F1}"/>
                  </a:ext>
                </a:extLst>
              </p:cNvPr>
              <p:cNvSpPr/>
              <p:nvPr/>
            </p:nvSpPr>
            <p:spPr>
              <a:xfrm>
                <a:off x="8677162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1" name="Picture 310">
                <a:extLst>
                  <a:ext uri="{FF2B5EF4-FFF2-40B4-BE49-F238E27FC236}">
                    <a16:creationId xmlns:a16="http://schemas.microsoft.com/office/drawing/2014/main" id="{1BD3613E-D2E2-797D-7816-3A813E4FC7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72353" y="571354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12" name="Graphic 18">
              <a:extLst>
                <a:ext uri="{FF2B5EF4-FFF2-40B4-BE49-F238E27FC236}">
                  <a16:creationId xmlns:a16="http://schemas.microsoft.com/office/drawing/2014/main" id="{A9A2B452-2C2B-CACE-30A0-C61DB0333B69}"/>
                </a:ext>
              </a:extLst>
            </p:cNvPr>
            <p:cNvGrpSpPr/>
            <p:nvPr/>
          </p:nvGrpSpPr>
          <p:grpSpPr>
            <a:xfrm>
              <a:off x="8915140" y="5532573"/>
              <a:ext cx="76153" cy="350139"/>
              <a:chOff x="8915140" y="5532573"/>
              <a:chExt cx="76153" cy="350139"/>
            </a:xfrm>
          </p:grpSpPr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A5535983-DA44-4C72-1D73-0C4C10A74277}"/>
                  </a:ext>
                </a:extLst>
              </p:cNvPr>
              <p:cNvSpPr/>
              <p:nvPr/>
            </p:nvSpPr>
            <p:spPr>
              <a:xfrm>
                <a:off x="8953217" y="5532573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4AD4FBE5-E084-782D-E74C-473090E9B210}"/>
                  </a:ext>
                </a:extLst>
              </p:cNvPr>
              <p:cNvSpPr/>
              <p:nvPr/>
            </p:nvSpPr>
            <p:spPr>
              <a:xfrm>
                <a:off x="8915140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21" name="Graphic 18">
              <a:extLst>
                <a:ext uri="{FF2B5EF4-FFF2-40B4-BE49-F238E27FC236}">
                  <a16:creationId xmlns:a16="http://schemas.microsoft.com/office/drawing/2014/main" id="{834C3DDD-E454-EB76-6C62-6AE71B175C8B}"/>
                </a:ext>
              </a:extLst>
            </p:cNvPr>
            <p:cNvGrpSpPr/>
            <p:nvPr/>
          </p:nvGrpSpPr>
          <p:grpSpPr>
            <a:xfrm>
              <a:off x="9505328" y="5656398"/>
              <a:ext cx="285574" cy="285750"/>
              <a:chOff x="9505328" y="5656398"/>
              <a:chExt cx="285574" cy="285750"/>
            </a:xfrm>
            <a:noFill/>
          </p:grpSpPr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50EA5E99-9B0C-66C3-4F41-36AE3F42AE05}"/>
                  </a:ext>
                </a:extLst>
              </p:cNvPr>
              <p:cNvSpPr/>
              <p:nvPr/>
            </p:nvSpPr>
            <p:spPr>
              <a:xfrm>
                <a:off x="9505328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90F9D25B-9D87-ECC1-AF31-15DF156004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05279" y="571354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28" name="Graphic 18">
              <a:extLst>
                <a:ext uri="{FF2B5EF4-FFF2-40B4-BE49-F238E27FC236}">
                  <a16:creationId xmlns:a16="http://schemas.microsoft.com/office/drawing/2014/main" id="{96EB48DF-720F-6C65-BF9D-2872B91CD71B}"/>
                </a:ext>
              </a:extLst>
            </p:cNvPr>
            <p:cNvGrpSpPr/>
            <p:nvPr/>
          </p:nvGrpSpPr>
          <p:grpSpPr>
            <a:xfrm>
              <a:off x="7763323" y="5253165"/>
              <a:ext cx="1350710" cy="1089033"/>
              <a:chOff x="7763323" y="5253165"/>
              <a:chExt cx="1350710" cy="1089033"/>
            </a:xfrm>
            <a:noFill/>
          </p:grpSpPr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12DA03E4-03B9-651B-6857-230968932A6F}"/>
                  </a:ext>
                </a:extLst>
              </p:cNvPr>
              <p:cNvSpPr/>
              <p:nvPr/>
            </p:nvSpPr>
            <p:spPr>
              <a:xfrm>
                <a:off x="7763323" y="5961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84A02880-42C3-D13C-1F7F-16D4FB32A6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90382" y="5253165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1" name="Graphic 18">
              <a:extLst>
                <a:ext uri="{FF2B5EF4-FFF2-40B4-BE49-F238E27FC236}">
                  <a16:creationId xmlns:a16="http://schemas.microsoft.com/office/drawing/2014/main" id="{CD57D6AF-C103-8CD3-7165-C1795388B18B}"/>
                </a:ext>
              </a:extLst>
            </p:cNvPr>
            <p:cNvGrpSpPr/>
            <p:nvPr/>
          </p:nvGrpSpPr>
          <p:grpSpPr>
            <a:xfrm>
              <a:off x="8232671" y="5199198"/>
              <a:ext cx="1339290" cy="1153194"/>
              <a:chOff x="8232671" y="5199198"/>
              <a:chExt cx="1339290" cy="1153194"/>
            </a:xfrm>
            <a:noFill/>
          </p:grpSpPr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66B3885-E2B2-B2D2-048A-92CEA35D7BC6}"/>
                  </a:ext>
                </a:extLst>
              </p:cNvPr>
              <p:cNvSpPr/>
              <p:nvPr/>
            </p:nvSpPr>
            <p:spPr>
              <a:xfrm>
                <a:off x="8334472" y="5199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5" name="Picture 334">
                <a:extLst>
                  <a:ext uri="{FF2B5EF4-FFF2-40B4-BE49-F238E27FC236}">
                    <a16:creationId xmlns:a16="http://schemas.microsoft.com/office/drawing/2014/main" id="{97D52109-189E-E8D2-F659-FBAB70B271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32671" y="6019017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9" name="Graphic 18">
              <a:extLst>
                <a:ext uri="{FF2B5EF4-FFF2-40B4-BE49-F238E27FC236}">
                  <a16:creationId xmlns:a16="http://schemas.microsoft.com/office/drawing/2014/main" id="{B395B8C7-59F0-AA3B-2F01-3C425A34B919}"/>
                </a:ext>
              </a:extLst>
            </p:cNvPr>
            <p:cNvGrpSpPr/>
            <p:nvPr/>
          </p:nvGrpSpPr>
          <p:grpSpPr>
            <a:xfrm>
              <a:off x="9172158" y="6666048"/>
              <a:ext cx="856723" cy="390525"/>
              <a:chOff x="9172158" y="6666048"/>
              <a:chExt cx="856723" cy="390525"/>
            </a:xfrm>
            <a:noFill/>
          </p:grpSpPr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E9B2AEC3-E27F-CF9B-7144-84A008085AD8}"/>
                  </a:ext>
                </a:extLst>
              </p:cNvPr>
              <p:cNvSpPr/>
              <p:nvPr/>
            </p:nvSpPr>
            <p:spPr>
              <a:xfrm>
                <a:off x="9172158" y="66660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1" name="Picture 340">
                <a:extLst>
                  <a:ext uri="{FF2B5EF4-FFF2-40B4-BE49-F238E27FC236}">
                    <a16:creationId xmlns:a16="http://schemas.microsoft.com/office/drawing/2014/main" id="{C08EA852-06B9-F7F7-20EF-45B7F0649B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00568" y="67231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7" name="Picture 356">
              <a:extLst>
                <a:ext uri="{FF2B5EF4-FFF2-40B4-BE49-F238E27FC236}">
                  <a16:creationId xmlns:a16="http://schemas.microsoft.com/office/drawing/2014/main" id="{79A5C5AF-A0B6-7C67-8C75-2684A819A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86326" y="5280396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9C572BB-3FEF-CE3D-3F92-DF9BE9B4D9DB}"/>
              </a:ext>
            </a:extLst>
          </p:cNvPr>
          <p:cNvCxnSpPr>
            <a:cxnSpLocks/>
          </p:cNvCxnSpPr>
          <p:nvPr/>
        </p:nvCxnSpPr>
        <p:spPr>
          <a:xfrm>
            <a:off x="6746599" y="3564219"/>
            <a:ext cx="81057" cy="1339363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C3008F-2E8E-A8C9-47E6-A7ED58966110}"/>
              </a:ext>
            </a:extLst>
          </p:cNvPr>
          <p:cNvCxnSpPr>
            <a:cxnSpLocks/>
          </p:cNvCxnSpPr>
          <p:nvPr/>
        </p:nvCxnSpPr>
        <p:spPr>
          <a:xfrm>
            <a:off x="7235125" y="3564219"/>
            <a:ext cx="138677" cy="575944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777FA0A-6574-4A9A-C59D-5C8959DE50D1}"/>
              </a:ext>
            </a:extLst>
          </p:cNvPr>
          <p:cNvGrpSpPr/>
          <p:nvPr/>
        </p:nvGrpSpPr>
        <p:grpSpPr>
          <a:xfrm>
            <a:off x="6463801" y="1750142"/>
            <a:ext cx="1293159" cy="1814077"/>
            <a:chOff x="6906521" y="1721788"/>
            <a:chExt cx="1293159" cy="1814077"/>
          </a:xfrm>
        </p:grpSpPr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B29785E5-3215-9D82-0FD2-F0FAC6566D6E}"/>
                </a:ext>
              </a:extLst>
            </p:cNvPr>
            <p:cNvGrpSpPr/>
            <p:nvPr/>
          </p:nvGrpSpPr>
          <p:grpSpPr>
            <a:xfrm>
              <a:off x="7933769" y="2641262"/>
              <a:ext cx="265911" cy="76622"/>
              <a:chOff x="2514156" y="3483464"/>
              <a:chExt cx="191617" cy="55214"/>
            </a:xfrm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8B529AD0-F874-F2C3-0833-00A429DB2037}"/>
                  </a:ext>
                </a:extLst>
              </p:cNvPr>
              <p:cNvSpPr/>
              <p:nvPr/>
            </p:nvSpPr>
            <p:spPr>
              <a:xfrm>
                <a:off x="2555572" y="3511072"/>
                <a:ext cx="150201" cy="6901"/>
              </a:xfrm>
              <a:custGeom>
                <a:avLst/>
                <a:gdLst>
                  <a:gd name="csX0" fmla="*/ 150202 w 150201"/>
                  <a:gd name="csY0" fmla="*/ 0 h 6901"/>
                  <a:gd name="csX1" fmla="*/ 0 w 150201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1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2ADB50A9-3B38-D3B5-6732-D1786AAC3840}"/>
                  </a:ext>
                </a:extLst>
              </p:cNvPr>
              <p:cNvSpPr/>
              <p:nvPr/>
            </p:nvSpPr>
            <p:spPr>
              <a:xfrm>
                <a:off x="2514156" y="3483464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BA59C4ED-0996-7F8A-69E2-2CD648966906}"/>
                </a:ext>
              </a:extLst>
            </p:cNvPr>
            <p:cNvGrpSpPr/>
            <p:nvPr/>
          </p:nvGrpSpPr>
          <p:grpSpPr>
            <a:xfrm>
              <a:off x="7635000" y="2871131"/>
              <a:ext cx="76631" cy="361659"/>
              <a:chOff x="2298861" y="3649109"/>
              <a:chExt cx="55221" cy="260614"/>
            </a:xfrm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F8A96BC-EBD7-06A4-8FCC-CCCEA7EFD444}"/>
                  </a:ext>
                </a:extLst>
              </p:cNvPr>
              <p:cNvSpPr/>
              <p:nvPr/>
            </p:nvSpPr>
            <p:spPr>
              <a:xfrm>
                <a:off x="2326127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F9CEC930-D310-D681-94B0-D09774C87112}"/>
                  </a:ext>
                </a:extLst>
              </p:cNvPr>
              <p:cNvSpPr/>
              <p:nvPr/>
            </p:nvSpPr>
            <p:spPr>
              <a:xfrm>
                <a:off x="2298861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08595D96-389D-D0CA-E1C0-E93C8E1469B8}"/>
                </a:ext>
              </a:extLst>
            </p:cNvPr>
            <p:cNvGrpSpPr/>
            <p:nvPr/>
          </p:nvGrpSpPr>
          <p:grpSpPr>
            <a:xfrm>
              <a:off x="7156052" y="2871131"/>
              <a:ext cx="76631" cy="361659"/>
              <a:chOff x="1953728" y="3649109"/>
              <a:chExt cx="55221" cy="260614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258DEBFA-E66A-6518-9FDA-3E3E5727813F}"/>
                  </a:ext>
                </a:extLst>
              </p:cNvPr>
              <p:cNvSpPr/>
              <p:nvPr/>
            </p:nvSpPr>
            <p:spPr>
              <a:xfrm>
                <a:off x="1980994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3CB9B469-88AA-C25A-73AE-BE0B489AECB8}"/>
                  </a:ext>
                </a:extLst>
              </p:cNvPr>
              <p:cNvSpPr/>
              <p:nvPr/>
            </p:nvSpPr>
            <p:spPr>
              <a:xfrm>
                <a:off x="1953728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D48108F-3026-2BFD-7867-14EF56A7EC16}"/>
                </a:ext>
              </a:extLst>
            </p:cNvPr>
            <p:cNvSpPr/>
            <p:nvPr/>
          </p:nvSpPr>
          <p:spPr>
            <a:xfrm>
              <a:off x="6954415" y="2488016"/>
              <a:ext cx="957896" cy="383113"/>
            </a:xfrm>
            <a:prstGeom prst="rect">
              <a:avLst/>
            </a:prstGeom>
            <a:solidFill>
              <a:srgbClr val="D5E8D4"/>
            </a:solidFill>
            <a:ln w="13805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7" name="Graphic 4">
              <a:extLst>
                <a:ext uri="{FF2B5EF4-FFF2-40B4-BE49-F238E27FC236}">
                  <a16:creationId xmlns:a16="http://schemas.microsoft.com/office/drawing/2014/main" id="{0EE34294-3854-B4B0-0D9A-AB369D2D2F29}"/>
                </a:ext>
              </a:extLst>
            </p:cNvPr>
            <p:cNvGrpSpPr/>
            <p:nvPr/>
          </p:nvGrpSpPr>
          <p:grpSpPr>
            <a:xfrm>
              <a:off x="6906521" y="2804086"/>
              <a:ext cx="287368" cy="383113"/>
              <a:chOff x="1773914" y="3600796"/>
              <a:chExt cx="207079" cy="276074"/>
            </a:xfrm>
            <a:noFill/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D94F6F9-FD03-1F05-2434-3F23F3EB52AE}"/>
                  </a:ext>
                </a:extLst>
              </p:cNvPr>
              <p:cNvSpPr/>
              <p:nvPr/>
            </p:nvSpPr>
            <p:spPr>
              <a:xfrm>
                <a:off x="1773914" y="3600796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34B48242-36C7-C3A6-7D5A-C7976777B7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39489" y="3666363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CD4B79F8-22C4-D435-EB5A-2A31FDAAF126}"/>
                </a:ext>
              </a:extLst>
            </p:cNvPr>
            <p:cNvGrpSpPr/>
            <p:nvPr/>
          </p:nvGrpSpPr>
          <p:grpSpPr>
            <a:xfrm>
              <a:off x="7663258" y="2813664"/>
              <a:ext cx="287368" cy="383113"/>
              <a:chOff x="2319224" y="3607698"/>
              <a:chExt cx="207079" cy="276074"/>
            </a:xfrm>
            <a:noFill/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74DC4E7-C5AE-31DA-8AA5-9A4060BA2541}"/>
                  </a:ext>
                </a:extLst>
              </p:cNvPr>
              <p:cNvSpPr/>
              <p:nvPr/>
            </p:nvSpPr>
            <p:spPr>
              <a:xfrm>
                <a:off x="2319224" y="3607698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ACB4CF61-CCCA-7447-9C23-979E04D12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84800" y="3673265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1A95782-4093-434E-C14E-F9BD5EC94DE4}"/>
                </a:ext>
              </a:extLst>
            </p:cNvPr>
            <p:cNvSpPr/>
            <p:nvPr/>
          </p:nvSpPr>
          <p:spPr>
            <a:xfrm>
              <a:off x="7050205" y="1721788"/>
              <a:ext cx="766317" cy="383113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30" name="Graphic 4">
              <a:extLst>
                <a:ext uri="{FF2B5EF4-FFF2-40B4-BE49-F238E27FC236}">
                  <a16:creationId xmlns:a16="http://schemas.microsoft.com/office/drawing/2014/main" id="{604F558F-A761-49CC-D0D2-6F252374105F}"/>
                </a:ext>
              </a:extLst>
            </p:cNvPr>
            <p:cNvGrpSpPr/>
            <p:nvPr/>
          </p:nvGrpSpPr>
          <p:grpSpPr>
            <a:xfrm>
              <a:off x="7395240" y="2104903"/>
              <a:ext cx="76631" cy="361659"/>
              <a:chOff x="2126088" y="3096960"/>
              <a:chExt cx="55221" cy="260614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0F4E37C4-74C7-AFFB-8FB2-5EA4C52DE9F5}"/>
                  </a:ext>
                </a:extLst>
              </p:cNvPr>
              <p:cNvSpPr/>
              <p:nvPr/>
            </p:nvSpPr>
            <p:spPr>
              <a:xfrm>
                <a:off x="2151559" y="3096960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4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4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534956BD-1389-4B95-E1E4-EF422765C375}"/>
                  </a:ext>
                </a:extLst>
              </p:cNvPr>
              <p:cNvSpPr/>
              <p:nvPr/>
            </p:nvSpPr>
            <p:spPr>
              <a:xfrm>
                <a:off x="2126088" y="3301807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5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5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CF9DB8F-CD70-2C30-9475-0462921A3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33412" y="1844485"/>
              <a:ext cx="199902" cy="333375"/>
            </a:xfrm>
            <a:custGeom>
              <a:avLst/>
              <a:gdLst>
                <a:gd name="csX0" fmla="*/ 0 w 199902"/>
                <a:gd name="csY0" fmla="*/ 0 h 333375"/>
                <a:gd name="csX1" fmla="*/ 199902 w 199902"/>
                <a:gd name="csY1" fmla="*/ 0 h 333375"/>
                <a:gd name="csX2" fmla="*/ 199902 w 199902"/>
                <a:gd name="csY2" fmla="*/ 333375 h 333375"/>
                <a:gd name="csX3" fmla="*/ 0 w 199902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902" h="333375">
                  <a:moveTo>
                    <a:pt x="0" y="0"/>
                  </a:moveTo>
                  <a:lnTo>
                    <a:pt x="199902" y="0"/>
                  </a:lnTo>
                  <a:lnTo>
                    <a:pt x="199902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56E002D6-CCD3-84C3-645E-C9F035D0D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30651" y="3202490"/>
              <a:ext cx="323651" cy="333375"/>
            </a:xfrm>
            <a:custGeom>
              <a:avLst/>
              <a:gdLst>
                <a:gd name="csX0" fmla="*/ 0 w 323651"/>
                <a:gd name="csY0" fmla="*/ 0 h 333375"/>
                <a:gd name="csX1" fmla="*/ 323651 w 323651"/>
                <a:gd name="csY1" fmla="*/ 0 h 333375"/>
                <a:gd name="csX2" fmla="*/ 323651 w 323651"/>
                <a:gd name="csY2" fmla="*/ 333375 h 333375"/>
                <a:gd name="csX3" fmla="*/ 0 w 323651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3651" h="333375">
                  <a:moveTo>
                    <a:pt x="0" y="0"/>
                  </a:moveTo>
                  <a:lnTo>
                    <a:pt x="323651" y="0"/>
                  </a:lnTo>
                  <a:lnTo>
                    <a:pt x="323651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F90981F2-F04A-AFDC-CF70-8440CAAF8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2871" y="3202490"/>
              <a:ext cx="323651" cy="333375"/>
            </a:xfrm>
            <a:custGeom>
              <a:avLst/>
              <a:gdLst>
                <a:gd name="csX0" fmla="*/ 0 w 323651"/>
                <a:gd name="csY0" fmla="*/ 0 h 333375"/>
                <a:gd name="csX1" fmla="*/ 323651 w 323651"/>
                <a:gd name="csY1" fmla="*/ 0 h 333375"/>
                <a:gd name="csX2" fmla="*/ 323651 w 323651"/>
                <a:gd name="csY2" fmla="*/ 333375 h 333375"/>
                <a:gd name="csX3" fmla="*/ 0 w 323651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3651" h="333375">
                  <a:moveTo>
                    <a:pt x="0" y="0"/>
                  </a:moveTo>
                  <a:lnTo>
                    <a:pt x="323651" y="0"/>
                  </a:lnTo>
                  <a:lnTo>
                    <a:pt x="323651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</p:grpSp>
      <p:pic>
        <p:nvPicPr>
          <p:cNvPr id="135" name="Picture 134">
            <a:extLst>
              <a:ext uri="{FF2B5EF4-FFF2-40B4-BE49-F238E27FC236}">
                <a16:creationId xmlns:a16="http://schemas.microsoft.com/office/drawing/2014/main" id="{F22D555F-A290-DCC2-6BE4-F769BFFA12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2335" y="2544420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02DB8EC-F222-4F63-9460-212A5AB7D152}"/>
              </a:ext>
            </a:extLst>
          </p:cNvPr>
          <p:cNvGrpSpPr/>
          <p:nvPr/>
        </p:nvGrpSpPr>
        <p:grpSpPr>
          <a:xfrm>
            <a:off x="2960066" y="2415203"/>
            <a:ext cx="1327165" cy="2339189"/>
            <a:chOff x="7613651" y="2592895"/>
            <a:chExt cx="1327165" cy="2339189"/>
          </a:xfrm>
        </p:grpSpPr>
        <p:grpSp>
          <p:nvGrpSpPr>
            <p:cNvPr id="26" name="Graphic 25">
              <a:extLst>
                <a:ext uri="{FF2B5EF4-FFF2-40B4-BE49-F238E27FC236}">
                  <a16:creationId xmlns:a16="http://schemas.microsoft.com/office/drawing/2014/main" id="{04535DCC-321E-C0D5-93D0-465C12B55B47}"/>
                </a:ext>
              </a:extLst>
            </p:cNvPr>
            <p:cNvGrpSpPr/>
            <p:nvPr/>
          </p:nvGrpSpPr>
          <p:grpSpPr>
            <a:xfrm>
              <a:off x="7819457" y="2916870"/>
              <a:ext cx="465929" cy="393059"/>
              <a:chOff x="8790400" y="2924263"/>
              <a:chExt cx="465929" cy="39305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1CB3F1A5-B638-ED00-B402-7F2220D0F0AB}"/>
                  </a:ext>
                </a:extLst>
              </p:cNvPr>
              <p:cNvSpPr/>
              <p:nvPr/>
            </p:nvSpPr>
            <p:spPr>
              <a:xfrm>
                <a:off x="8833912" y="2924263"/>
                <a:ext cx="422417" cy="356334"/>
              </a:xfrm>
              <a:custGeom>
                <a:avLst/>
                <a:gdLst>
                  <a:gd name="csX0" fmla="*/ 422418 w 422417"/>
                  <a:gd name="csY0" fmla="*/ 0 h 356334"/>
                  <a:gd name="csX1" fmla="*/ 0 w 422417"/>
                  <a:gd name="csY1" fmla="*/ 356335 h 3563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417" h="356334">
                    <a:moveTo>
                      <a:pt x="422418" y="0"/>
                    </a:moveTo>
                    <a:lnTo>
                      <a:pt x="0" y="356335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251F6C8E-0112-7705-74B3-1C099E832A43}"/>
                  </a:ext>
                </a:extLst>
              </p:cNvPr>
              <p:cNvSpPr/>
              <p:nvPr/>
            </p:nvSpPr>
            <p:spPr>
              <a:xfrm>
                <a:off x="8790400" y="3239413"/>
                <a:ext cx="82379" cy="77909"/>
              </a:xfrm>
              <a:custGeom>
                <a:avLst/>
                <a:gdLst>
                  <a:gd name="csX0" fmla="*/ 0 w 82379"/>
                  <a:gd name="csY0" fmla="*/ 77910 h 77909"/>
                  <a:gd name="csX1" fmla="*/ 33558 w 82379"/>
                  <a:gd name="csY1" fmla="*/ 0 h 77909"/>
                  <a:gd name="csX2" fmla="*/ 43512 w 82379"/>
                  <a:gd name="csY2" fmla="*/ 41185 h 77909"/>
                  <a:gd name="csX3" fmla="*/ 82379 w 82379"/>
                  <a:gd name="csY3" fmla="*/ 57982 h 77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379" h="77909">
                    <a:moveTo>
                      <a:pt x="0" y="77910"/>
                    </a:moveTo>
                    <a:lnTo>
                      <a:pt x="33558" y="0"/>
                    </a:lnTo>
                    <a:lnTo>
                      <a:pt x="43512" y="41185"/>
                    </a:lnTo>
                    <a:lnTo>
                      <a:pt x="82379" y="57982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9" name="Graphic 25">
              <a:extLst>
                <a:ext uri="{FF2B5EF4-FFF2-40B4-BE49-F238E27FC236}">
                  <a16:creationId xmlns:a16="http://schemas.microsoft.com/office/drawing/2014/main" id="{41F4175B-B0F2-E5FF-E380-D33D4172D6DC}"/>
                </a:ext>
              </a:extLst>
            </p:cNvPr>
            <p:cNvGrpSpPr/>
            <p:nvPr/>
          </p:nvGrpSpPr>
          <p:grpSpPr>
            <a:xfrm>
              <a:off x="8229835" y="2592895"/>
              <a:ext cx="379190" cy="379584"/>
              <a:chOff x="9200778" y="2600288"/>
              <a:chExt cx="379190" cy="379584"/>
            </a:xfrm>
            <a:solidFill>
              <a:srgbClr val="FFFFFF"/>
            </a:solidFill>
          </p:grpSpPr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0D7C41F2-D003-7056-38A4-1CE11FADE9A4}"/>
                  </a:ext>
                </a:extLst>
              </p:cNvPr>
              <p:cNvSpPr/>
              <p:nvPr/>
            </p:nvSpPr>
            <p:spPr>
              <a:xfrm>
                <a:off x="9200778" y="26002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5" name="Picture 144">
                <a:extLst>
                  <a:ext uri="{FF2B5EF4-FFF2-40B4-BE49-F238E27FC236}">
                    <a16:creationId xmlns:a16="http://schemas.microsoft.com/office/drawing/2014/main" id="{E5816EBE-7A5A-056B-B7BD-7D71D8D12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10258" y="26904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25">
              <a:extLst>
                <a:ext uri="{FF2B5EF4-FFF2-40B4-BE49-F238E27FC236}">
                  <a16:creationId xmlns:a16="http://schemas.microsoft.com/office/drawing/2014/main" id="{7AB02DC7-D1F1-2834-86D0-4BEED0821997}"/>
                </a:ext>
              </a:extLst>
            </p:cNvPr>
            <p:cNvGrpSpPr/>
            <p:nvPr/>
          </p:nvGrpSpPr>
          <p:grpSpPr>
            <a:xfrm>
              <a:off x="7803246" y="3703179"/>
              <a:ext cx="186371" cy="918594"/>
              <a:chOff x="8774189" y="3710572"/>
              <a:chExt cx="186371" cy="918594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F096035A-32F0-D98D-0F66-D4EF71BBE156}"/>
                  </a:ext>
                </a:extLst>
              </p:cNvPr>
              <p:cNvSpPr/>
              <p:nvPr/>
            </p:nvSpPr>
            <p:spPr>
              <a:xfrm>
                <a:off x="8774189" y="3710572"/>
                <a:ext cx="152339" cy="862510"/>
              </a:xfrm>
              <a:custGeom>
                <a:avLst/>
                <a:gdLst>
                  <a:gd name="csX0" fmla="*/ 0 w 152339"/>
                  <a:gd name="csY0" fmla="*/ 0 h 862510"/>
                  <a:gd name="csX1" fmla="*/ 152340 w 152339"/>
                  <a:gd name="csY1" fmla="*/ 862511 h 862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339" h="862510">
                    <a:moveTo>
                      <a:pt x="0" y="0"/>
                    </a:moveTo>
                    <a:lnTo>
                      <a:pt x="152340" y="862511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761DF5CB-0E9B-DAF1-ADE7-37A2EE61176A}"/>
                  </a:ext>
                </a:extLst>
              </p:cNvPr>
              <p:cNvSpPr/>
              <p:nvPr/>
            </p:nvSpPr>
            <p:spPr>
              <a:xfrm>
                <a:off x="8885861" y="4547746"/>
                <a:ext cx="74699" cy="81420"/>
              </a:xfrm>
              <a:custGeom>
                <a:avLst/>
                <a:gdLst>
                  <a:gd name="csX0" fmla="*/ 50527 w 74699"/>
                  <a:gd name="csY0" fmla="*/ 81421 h 81420"/>
                  <a:gd name="csX1" fmla="*/ 0 w 74699"/>
                  <a:gd name="csY1" fmla="*/ 13285 h 81420"/>
                  <a:gd name="csX2" fmla="*/ 40668 w 74699"/>
                  <a:gd name="csY2" fmla="*/ 25337 h 81420"/>
                  <a:gd name="csX3" fmla="*/ 74700 w 74699"/>
                  <a:gd name="csY3" fmla="*/ 0 h 81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99" h="81420">
                    <a:moveTo>
                      <a:pt x="50527" y="81421"/>
                    </a:moveTo>
                    <a:lnTo>
                      <a:pt x="0" y="13285"/>
                    </a:lnTo>
                    <a:lnTo>
                      <a:pt x="40668" y="25337"/>
                    </a:lnTo>
                    <a:lnTo>
                      <a:pt x="74700" y="0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" name="Graphic 25">
              <a:extLst>
                <a:ext uri="{FF2B5EF4-FFF2-40B4-BE49-F238E27FC236}">
                  <a16:creationId xmlns:a16="http://schemas.microsoft.com/office/drawing/2014/main" id="{9EA34A8B-87A9-1677-AEBF-A27636FAD6A0}"/>
                </a:ext>
              </a:extLst>
            </p:cNvPr>
            <p:cNvGrpSpPr/>
            <p:nvPr/>
          </p:nvGrpSpPr>
          <p:grpSpPr>
            <a:xfrm>
              <a:off x="7613651" y="3323595"/>
              <a:ext cx="379190" cy="379584"/>
              <a:chOff x="8584594" y="3330988"/>
              <a:chExt cx="379190" cy="379584"/>
            </a:xfrm>
            <a:solidFill>
              <a:srgbClr val="FFFFFF"/>
            </a:solidFill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C9D94027-C75E-5D3E-53D0-D30466367CCA}"/>
                  </a:ext>
                </a:extLst>
              </p:cNvPr>
              <p:cNvSpPr/>
              <p:nvPr/>
            </p:nvSpPr>
            <p:spPr>
              <a:xfrm>
                <a:off x="8584594" y="33309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9D976124-FDD0-4666-74BE-A6A902235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594074" y="34211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5" name="Graphic 25">
              <a:extLst>
                <a:ext uri="{FF2B5EF4-FFF2-40B4-BE49-F238E27FC236}">
                  <a16:creationId xmlns:a16="http://schemas.microsoft.com/office/drawing/2014/main" id="{5E82152F-22CD-8298-01C0-F7E191E9A131}"/>
                </a:ext>
              </a:extLst>
            </p:cNvPr>
            <p:cNvGrpSpPr/>
            <p:nvPr/>
          </p:nvGrpSpPr>
          <p:grpSpPr>
            <a:xfrm>
              <a:off x="8098730" y="2916870"/>
              <a:ext cx="454744" cy="1705187"/>
              <a:chOff x="9069673" y="2924263"/>
              <a:chExt cx="454744" cy="1705187"/>
            </a:xfrm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B2DAB27A-4B0B-4712-30E2-C15A32E1F4E6}"/>
                  </a:ext>
                </a:extLst>
              </p:cNvPr>
              <p:cNvSpPr/>
              <p:nvPr/>
            </p:nvSpPr>
            <p:spPr>
              <a:xfrm>
                <a:off x="9101715" y="2924263"/>
                <a:ext cx="422702" cy="1650053"/>
              </a:xfrm>
              <a:custGeom>
                <a:avLst/>
                <a:gdLst>
                  <a:gd name="csX0" fmla="*/ 422702 w 422702"/>
                  <a:gd name="csY0" fmla="*/ 0 h 1650053"/>
                  <a:gd name="csX1" fmla="*/ 0 w 422702"/>
                  <a:gd name="csY1" fmla="*/ 1650053 h 16500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702" h="1650053">
                    <a:moveTo>
                      <a:pt x="422702" y="0"/>
                    </a:moveTo>
                    <a:lnTo>
                      <a:pt x="0" y="1650053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3F7FD0FE-81A4-5D9C-95B0-1DD29DFE8349}"/>
                  </a:ext>
                </a:extLst>
              </p:cNvPr>
              <p:cNvSpPr/>
              <p:nvPr/>
            </p:nvSpPr>
            <p:spPr>
              <a:xfrm>
                <a:off x="9069673" y="4546512"/>
                <a:ext cx="73468" cy="82939"/>
              </a:xfrm>
              <a:custGeom>
                <a:avLst/>
                <a:gdLst>
                  <a:gd name="csX0" fmla="*/ 17917 w 73468"/>
                  <a:gd name="csY0" fmla="*/ 82939 h 82939"/>
                  <a:gd name="csX1" fmla="*/ 0 w 73468"/>
                  <a:gd name="csY1" fmla="*/ 0 h 82939"/>
                  <a:gd name="csX2" fmla="*/ 32042 w 73468"/>
                  <a:gd name="csY2" fmla="*/ 27805 h 82939"/>
                  <a:gd name="csX3" fmla="*/ 73468 w 73468"/>
                  <a:gd name="csY3" fmla="*/ 18884 h 829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468" h="82939">
                    <a:moveTo>
                      <a:pt x="17917" y="82939"/>
                    </a:moveTo>
                    <a:lnTo>
                      <a:pt x="0" y="0"/>
                    </a:lnTo>
                    <a:lnTo>
                      <a:pt x="32042" y="27805"/>
                    </a:lnTo>
                    <a:lnTo>
                      <a:pt x="73468" y="18884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6" name="Graphic 25">
              <a:extLst>
                <a:ext uri="{FF2B5EF4-FFF2-40B4-BE49-F238E27FC236}">
                  <a16:creationId xmlns:a16="http://schemas.microsoft.com/office/drawing/2014/main" id="{C03803C3-B220-B2CC-59A4-8FF24E3E800C}"/>
                </a:ext>
              </a:extLst>
            </p:cNvPr>
            <p:cNvGrpSpPr/>
            <p:nvPr/>
          </p:nvGrpSpPr>
          <p:grpSpPr>
            <a:xfrm>
              <a:off x="7937290" y="3647570"/>
              <a:ext cx="847489" cy="979042"/>
              <a:chOff x="8908233" y="3654963"/>
              <a:chExt cx="847489" cy="979042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FE2881A9-E976-40C2-8EB9-43E9C7377A6B}"/>
                  </a:ext>
                </a:extLst>
              </p:cNvPr>
              <p:cNvSpPr/>
              <p:nvPr/>
            </p:nvSpPr>
            <p:spPr>
              <a:xfrm>
                <a:off x="8908233" y="3654963"/>
                <a:ext cx="810234" cy="936055"/>
              </a:xfrm>
              <a:custGeom>
                <a:avLst/>
                <a:gdLst>
                  <a:gd name="csX0" fmla="*/ 0 w 810234"/>
                  <a:gd name="csY0" fmla="*/ 0 h 936055"/>
                  <a:gd name="csX1" fmla="*/ 810234 w 810234"/>
                  <a:gd name="csY1" fmla="*/ 936055 h 936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0234" h="936055">
                    <a:moveTo>
                      <a:pt x="0" y="0"/>
                    </a:moveTo>
                    <a:lnTo>
                      <a:pt x="810234" y="936055"/>
                    </a:lnTo>
                  </a:path>
                </a:pathLst>
              </a:custGeom>
              <a:noFill/>
              <a:ln w="18931" cap="flat">
                <a:solidFill>
                  <a:srgbClr val="EB0A0A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2AD5CFB3-25AC-8299-6C28-732EF542C861}"/>
                  </a:ext>
                </a:extLst>
              </p:cNvPr>
              <p:cNvSpPr/>
              <p:nvPr/>
            </p:nvSpPr>
            <p:spPr>
              <a:xfrm>
                <a:off x="9677326" y="4551731"/>
                <a:ext cx="78397" cy="82274"/>
              </a:xfrm>
              <a:custGeom>
                <a:avLst/>
                <a:gdLst>
                  <a:gd name="csX0" fmla="*/ 78397 w 78397"/>
                  <a:gd name="csY0" fmla="*/ 82275 h 82274"/>
                  <a:gd name="csX1" fmla="*/ 0 w 78397"/>
                  <a:gd name="csY1" fmla="*/ 49726 h 82274"/>
                  <a:gd name="csX2" fmla="*/ 41142 w 78397"/>
                  <a:gd name="csY2" fmla="*/ 39287 h 82274"/>
                  <a:gd name="csX3" fmla="*/ 57352 w 78397"/>
                  <a:gd name="csY3" fmla="*/ 0 h 82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8397" h="82274">
                    <a:moveTo>
                      <a:pt x="78397" y="82275"/>
                    </a:moveTo>
                    <a:lnTo>
                      <a:pt x="0" y="49726"/>
                    </a:lnTo>
                    <a:lnTo>
                      <a:pt x="41142" y="39287"/>
                    </a:lnTo>
                    <a:lnTo>
                      <a:pt x="57352" y="0"/>
                    </a:lnTo>
                    <a:close/>
                  </a:path>
                </a:pathLst>
              </a:custGeom>
              <a:solidFill>
                <a:srgbClr val="EB0A0A"/>
              </a:solidFill>
              <a:ln w="18931" cap="flat">
                <a:solidFill>
                  <a:srgbClr val="EB0A0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7" name="Graphic 25">
              <a:extLst>
                <a:ext uri="{FF2B5EF4-FFF2-40B4-BE49-F238E27FC236}">
                  <a16:creationId xmlns:a16="http://schemas.microsoft.com/office/drawing/2014/main" id="{D27A2FB0-C820-CA93-5975-242CB46C5582}"/>
                </a:ext>
              </a:extLst>
            </p:cNvPr>
            <p:cNvGrpSpPr/>
            <p:nvPr/>
          </p:nvGrpSpPr>
          <p:grpSpPr>
            <a:xfrm>
              <a:off x="7898044" y="4642651"/>
              <a:ext cx="284392" cy="289433"/>
              <a:chOff x="8868987" y="4650044"/>
              <a:chExt cx="284392" cy="289433"/>
            </a:xfrm>
            <a:solidFill>
              <a:srgbClr val="FFFFFF"/>
            </a:solidFill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6243F6B-2458-5C17-43C0-59A37AF0A3C1}"/>
                  </a:ext>
                </a:extLst>
              </p:cNvPr>
              <p:cNvSpPr/>
              <p:nvPr/>
            </p:nvSpPr>
            <p:spPr>
              <a:xfrm>
                <a:off x="8868987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8639F475-DBD2-318C-F602-D5406C9B6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78467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38" name="Graphic 25">
              <a:extLst>
                <a:ext uri="{FF2B5EF4-FFF2-40B4-BE49-F238E27FC236}">
                  <a16:creationId xmlns:a16="http://schemas.microsoft.com/office/drawing/2014/main" id="{64305392-6BA0-C12B-7ABF-8695EDB5D41A}"/>
                </a:ext>
              </a:extLst>
            </p:cNvPr>
            <p:cNvGrpSpPr/>
            <p:nvPr/>
          </p:nvGrpSpPr>
          <p:grpSpPr>
            <a:xfrm>
              <a:off x="8656424" y="4642651"/>
              <a:ext cx="284392" cy="289433"/>
              <a:chOff x="9627367" y="4650044"/>
              <a:chExt cx="284392" cy="289433"/>
            </a:xfrm>
            <a:solidFill>
              <a:srgbClr val="FFFFFF"/>
            </a:solidFill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811796F-741C-5CDD-AFBF-A69C0E3EB2F0}"/>
                  </a:ext>
                </a:extLst>
              </p:cNvPr>
              <p:cNvSpPr/>
              <p:nvPr/>
            </p:nvSpPr>
            <p:spPr>
              <a:xfrm>
                <a:off x="9627367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0AFD7E7A-F47C-4CEC-A4F2-AE05946A5F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36847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722E4883-E92E-35C3-254C-67AD4467D92F}"/>
                  </a:ext>
                </a:extLst>
              </p:cNvPr>
              <p:cNvSpPr txBox="1"/>
              <p:nvPr/>
            </p:nvSpPr>
            <p:spPr>
              <a:xfrm>
                <a:off x="2750979" y="4973246"/>
                <a:ext cx="1912823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 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2949359-A65C-0F51-9B05-08FA46512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79" y="4973246"/>
                <a:ext cx="1912823" cy="369909"/>
              </a:xfrm>
              <a:prstGeom prst="rect">
                <a:avLst/>
              </a:prstGeom>
              <a:blipFill>
                <a:blip r:embed="rId1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Graphic 4">
            <a:extLst>
              <a:ext uri="{FF2B5EF4-FFF2-40B4-BE49-F238E27FC236}">
                <a16:creationId xmlns:a16="http://schemas.microsoft.com/office/drawing/2014/main" id="{F2D31B6C-B72D-3DF1-3E70-58A4D7F7AE8C}"/>
              </a:ext>
            </a:extLst>
          </p:cNvPr>
          <p:cNvGrpSpPr/>
          <p:nvPr/>
        </p:nvGrpSpPr>
        <p:grpSpPr>
          <a:xfrm>
            <a:off x="8113568" y="2518732"/>
            <a:ext cx="308963" cy="234663"/>
            <a:chOff x="2949023" y="3304016"/>
            <a:chExt cx="308963" cy="234663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ADAA2B30-729D-FABA-DC3D-5DF0CF201461}"/>
                </a:ext>
              </a:extLst>
            </p:cNvPr>
            <p:cNvSpPr/>
            <p:nvPr/>
          </p:nvSpPr>
          <p:spPr>
            <a:xfrm>
              <a:off x="2990439" y="3304016"/>
              <a:ext cx="267547" cy="207055"/>
            </a:xfrm>
            <a:custGeom>
              <a:avLst/>
              <a:gdLst>
                <a:gd name="csX0" fmla="*/ 267547 w 267547"/>
                <a:gd name="csY0" fmla="*/ 0 h 207055"/>
                <a:gd name="csX1" fmla="*/ 267547 w 267547"/>
                <a:gd name="csY1" fmla="*/ 207056 h 207055"/>
                <a:gd name="csX2" fmla="*/ 0 w 267547"/>
                <a:gd name="csY2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7547" h="207055">
                  <a:moveTo>
                    <a:pt x="267547" y="0"/>
                  </a:moveTo>
                  <a:lnTo>
                    <a:pt x="267547" y="207056"/>
                  </a:lnTo>
                  <a:lnTo>
                    <a:pt x="0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C2C1724A-0040-DB55-95C0-026EEA71C455}"/>
                </a:ext>
              </a:extLst>
            </p:cNvPr>
            <p:cNvSpPr/>
            <p:nvPr/>
          </p:nvSpPr>
          <p:spPr>
            <a:xfrm>
              <a:off x="2949023" y="3483464"/>
              <a:ext cx="55221" cy="55214"/>
            </a:xfrm>
            <a:custGeom>
              <a:avLst/>
              <a:gdLst>
                <a:gd name="csX0" fmla="*/ 0 w 55221"/>
                <a:gd name="csY0" fmla="*/ 27607 h 55214"/>
                <a:gd name="csX1" fmla="*/ 55221 w 55221"/>
                <a:gd name="csY1" fmla="*/ 0 h 55214"/>
                <a:gd name="csX2" fmla="*/ 41416 w 55221"/>
                <a:gd name="csY2" fmla="*/ 27607 h 55214"/>
                <a:gd name="csX3" fmla="*/ 55221 w 55221"/>
                <a:gd name="csY3" fmla="*/ 55215 h 55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21" h="55214">
                  <a:moveTo>
                    <a:pt x="0" y="27607"/>
                  </a:moveTo>
                  <a:lnTo>
                    <a:pt x="55221" y="0"/>
                  </a:lnTo>
                  <a:lnTo>
                    <a:pt x="41416" y="27607"/>
                  </a:lnTo>
                  <a:lnTo>
                    <a:pt x="55221" y="55215"/>
                  </a:lnTo>
                  <a:close/>
                </a:path>
              </a:pathLst>
            </a:custGeom>
            <a:solidFill>
              <a:srgbClr val="000000"/>
            </a:solidFill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156" name="Freeform 155">
            <a:extLst>
              <a:ext uri="{FF2B5EF4-FFF2-40B4-BE49-F238E27FC236}">
                <a16:creationId xmlns:a16="http://schemas.microsoft.com/office/drawing/2014/main" id="{2B2422F7-514D-816C-D7EE-1240B2ADCCFF}"/>
              </a:ext>
            </a:extLst>
          </p:cNvPr>
          <p:cNvSpPr/>
          <p:nvPr/>
        </p:nvSpPr>
        <p:spPr>
          <a:xfrm>
            <a:off x="8767665" y="2518732"/>
            <a:ext cx="483" cy="207055"/>
          </a:xfrm>
          <a:custGeom>
            <a:avLst/>
            <a:gdLst>
              <a:gd name="csX0" fmla="*/ 0 w 483"/>
              <a:gd name="csY0" fmla="*/ 0 h 207055"/>
              <a:gd name="csX1" fmla="*/ 483 w 483"/>
              <a:gd name="csY1" fmla="*/ 207056 h 207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83" h="207055">
                <a:moveTo>
                  <a:pt x="0" y="0"/>
                </a:moveTo>
                <a:lnTo>
                  <a:pt x="483" y="207056"/>
                </a:lnTo>
              </a:path>
            </a:pathLst>
          </a:custGeom>
          <a:noFill/>
          <a:ln w="1380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2017042-F69B-4389-4202-C210E0630C65}"/>
              </a:ext>
            </a:extLst>
          </p:cNvPr>
          <p:cNvSpPr/>
          <p:nvPr/>
        </p:nvSpPr>
        <p:spPr>
          <a:xfrm>
            <a:off x="8249965" y="2242657"/>
            <a:ext cx="690266" cy="276074"/>
          </a:xfrm>
          <a:prstGeom prst="rect">
            <a:avLst/>
          </a:prstGeom>
          <a:solidFill>
            <a:srgbClr val="FFE6CC"/>
          </a:solidFill>
          <a:ln w="13805" cap="flat">
            <a:solidFill>
              <a:srgbClr val="D79B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60" name="Graphic 4">
            <a:extLst>
              <a:ext uri="{FF2B5EF4-FFF2-40B4-BE49-F238E27FC236}">
                <a16:creationId xmlns:a16="http://schemas.microsoft.com/office/drawing/2014/main" id="{199931F5-7737-292C-D538-0D26F74847B0}"/>
              </a:ext>
            </a:extLst>
          </p:cNvPr>
          <p:cNvGrpSpPr/>
          <p:nvPr/>
        </p:nvGrpSpPr>
        <p:grpSpPr>
          <a:xfrm>
            <a:off x="8218903" y="2456615"/>
            <a:ext cx="207079" cy="276074"/>
            <a:chOff x="3054358" y="3241899"/>
            <a:chExt cx="207079" cy="276074"/>
          </a:xfrm>
          <a:noFill/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5DEB416-CF88-3FA6-B99D-7A9C7C35257A}"/>
                </a:ext>
              </a:extLst>
            </p:cNvPr>
            <p:cNvSpPr/>
            <p:nvPr/>
          </p:nvSpPr>
          <p:spPr>
            <a:xfrm>
              <a:off x="3054358" y="3241899"/>
              <a:ext cx="207079" cy="276074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BDE1A1B3-B17E-7F24-4556-20E719ED7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123385" y="3307467"/>
              <a:ext cx="75929" cy="172546"/>
            </a:xfrm>
            <a:custGeom>
              <a:avLst/>
              <a:gdLst>
                <a:gd name="csX0" fmla="*/ 0 w 75929"/>
                <a:gd name="csY0" fmla="*/ 0 h 172546"/>
                <a:gd name="csX1" fmla="*/ 75929 w 75929"/>
                <a:gd name="csY1" fmla="*/ 0 h 172546"/>
                <a:gd name="csX2" fmla="*/ 75929 w 75929"/>
                <a:gd name="csY2" fmla="*/ 172547 h 172546"/>
                <a:gd name="csX3" fmla="*/ 0 w 75929"/>
                <a:gd name="csY3" fmla="*/ 172547 h 172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929" h="172546">
                  <a:moveTo>
                    <a:pt x="0" y="0"/>
                  </a:moveTo>
                  <a:lnTo>
                    <a:pt x="75929" y="0"/>
                  </a:lnTo>
                  <a:lnTo>
                    <a:pt x="75929" y="172547"/>
                  </a:lnTo>
                  <a:lnTo>
                    <a:pt x="0" y="172547"/>
                  </a:lnTo>
                  <a:close/>
                </a:path>
              </a:pathLst>
            </a:custGeom>
          </p:spPr>
        </p:pic>
      </p:grpSp>
      <p:grpSp>
        <p:nvGrpSpPr>
          <p:cNvPr id="163" name="Graphic 4">
            <a:extLst>
              <a:ext uri="{FF2B5EF4-FFF2-40B4-BE49-F238E27FC236}">
                <a16:creationId xmlns:a16="http://schemas.microsoft.com/office/drawing/2014/main" id="{05FBD8E2-D0DF-7C77-ABB4-915608276753}"/>
              </a:ext>
            </a:extLst>
          </p:cNvPr>
          <p:cNvGrpSpPr/>
          <p:nvPr/>
        </p:nvGrpSpPr>
        <p:grpSpPr>
          <a:xfrm>
            <a:off x="8764213" y="2463517"/>
            <a:ext cx="207079" cy="276074"/>
            <a:chOff x="3599668" y="3248801"/>
            <a:chExt cx="207079" cy="276074"/>
          </a:xfrm>
          <a:noFill/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11717842-BD1D-B03D-F0C6-E8C46E7FC291}"/>
                </a:ext>
              </a:extLst>
            </p:cNvPr>
            <p:cNvSpPr/>
            <p:nvPr/>
          </p:nvSpPr>
          <p:spPr>
            <a:xfrm>
              <a:off x="3599668" y="3248801"/>
              <a:ext cx="207079" cy="276074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53619BE1-6151-4EA2-77C6-0D9113577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68695" y="3314368"/>
              <a:ext cx="75929" cy="172546"/>
            </a:xfrm>
            <a:custGeom>
              <a:avLst/>
              <a:gdLst>
                <a:gd name="csX0" fmla="*/ 0 w 75929"/>
                <a:gd name="csY0" fmla="*/ 0 h 172546"/>
                <a:gd name="csX1" fmla="*/ 75929 w 75929"/>
                <a:gd name="csY1" fmla="*/ 0 h 172546"/>
                <a:gd name="csX2" fmla="*/ 75929 w 75929"/>
                <a:gd name="csY2" fmla="*/ 172547 h 172546"/>
                <a:gd name="csX3" fmla="*/ 0 w 75929"/>
                <a:gd name="csY3" fmla="*/ 172547 h 172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929" h="172546">
                  <a:moveTo>
                    <a:pt x="0" y="0"/>
                  </a:moveTo>
                  <a:lnTo>
                    <a:pt x="75929" y="0"/>
                  </a:lnTo>
                  <a:lnTo>
                    <a:pt x="75929" y="172547"/>
                  </a:lnTo>
                  <a:lnTo>
                    <a:pt x="0" y="172547"/>
                  </a:lnTo>
                  <a:close/>
                </a:path>
              </a:pathLst>
            </a:custGeom>
          </p:spPr>
        </p:pic>
      </p:grpSp>
      <p:sp>
        <p:nvSpPr>
          <p:cNvPr id="166" name="Freeform 165">
            <a:extLst>
              <a:ext uri="{FF2B5EF4-FFF2-40B4-BE49-F238E27FC236}">
                <a16:creationId xmlns:a16="http://schemas.microsoft.com/office/drawing/2014/main" id="{359E521A-0396-8689-F160-3795C0064942}"/>
              </a:ext>
            </a:extLst>
          </p:cNvPr>
          <p:cNvSpPr/>
          <p:nvPr/>
        </p:nvSpPr>
        <p:spPr>
          <a:xfrm>
            <a:off x="8698638" y="2725788"/>
            <a:ext cx="138053" cy="6901"/>
          </a:xfrm>
          <a:custGeom>
            <a:avLst/>
            <a:gdLst>
              <a:gd name="csX0" fmla="*/ 0 w 138053"/>
              <a:gd name="csY0" fmla="*/ 0 h 6901"/>
              <a:gd name="csX1" fmla="*/ 138053 w 138053"/>
              <a:gd name="csY1" fmla="*/ 0 h 6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8053" h="6901">
                <a:moveTo>
                  <a:pt x="0" y="0"/>
                </a:moveTo>
                <a:lnTo>
                  <a:pt x="138053" y="0"/>
                </a:lnTo>
              </a:path>
            </a:pathLst>
          </a:custGeom>
          <a:noFill/>
          <a:ln w="1380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70" name="Graphic 4">
            <a:extLst>
              <a:ext uri="{FF2B5EF4-FFF2-40B4-BE49-F238E27FC236}">
                <a16:creationId xmlns:a16="http://schemas.microsoft.com/office/drawing/2014/main" id="{36328145-3814-173D-2311-02D4CA15F650}"/>
              </a:ext>
            </a:extLst>
          </p:cNvPr>
          <p:cNvGrpSpPr/>
          <p:nvPr/>
        </p:nvGrpSpPr>
        <p:grpSpPr>
          <a:xfrm>
            <a:off x="8567626" y="1966582"/>
            <a:ext cx="55221" cy="260614"/>
            <a:chOff x="3403081" y="2751866"/>
            <a:chExt cx="55221" cy="260614"/>
          </a:xfrm>
        </p:grpSpPr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3030E93B-97C8-8E00-0237-D3A941FD1984}"/>
                </a:ext>
              </a:extLst>
            </p:cNvPr>
            <p:cNvSpPr/>
            <p:nvPr/>
          </p:nvSpPr>
          <p:spPr>
            <a:xfrm>
              <a:off x="3428551" y="2751866"/>
              <a:ext cx="3382" cy="219272"/>
            </a:xfrm>
            <a:custGeom>
              <a:avLst/>
              <a:gdLst>
                <a:gd name="csX0" fmla="*/ 0 w 3382"/>
                <a:gd name="csY0" fmla="*/ 0 h 219272"/>
                <a:gd name="csX1" fmla="*/ 3382 w 3382"/>
                <a:gd name="csY1" fmla="*/ 144939 h 219272"/>
                <a:gd name="csX2" fmla="*/ 1864 w 3382"/>
                <a:gd name="csY2" fmla="*/ 219272 h 219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382" h="219272">
                  <a:moveTo>
                    <a:pt x="0" y="0"/>
                  </a:moveTo>
                  <a:lnTo>
                    <a:pt x="3382" y="144939"/>
                  </a:lnTo>
                  <a:lnTo>
                    <a:pt x="1864" y="219272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F896E094-E9DC-8658-093D-377FF5954807}"/>
                </a:ext>
              </a:extLst>
            </p:cNvPr>
            <p:cNvSpPr/>
            <p:nvPr/>
          </p:nvSpPr>
          <p:spPr>
            <a:xfrm>
              <a:off x="3403081" y="2956714"/>
              <a:ext cx="55221" cy="55767"/>
            </a:xfrm>
            <a:custGeom>
              <a:avLst/>
              <a:gdLst>
                <a:gd name="csX0" fmla="*/ 26506 w 55221"/>
                <a:gd name="csY0" fmla="*/ 55767 h 55767"/>
                <a:gd name="csX1" fmla="*/ 0 w 55221"/>
                <a:gd name="csY1" fmla="*/ 0 h 55767"/>
                <a:gd name="csX2" fmla="*/ 27335 w 55221"/>
                <a:gd name="csY2" fmla="*/ 14425 h 55767"/>
                <a:gd name="csX3" fmla="*/ 55221 w 55221"/>
                <a:gd name="csY3" fmla="*/ 1173 h 55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21" h="55767">
                  <a:moveTo>
                    <a:pt x="26506" y="55767"/>
                  </a:moveTo>
                  <a:lnTo>
                    <a:pt x="0" y="0"/>
                  </a:lnTo>
                  <a:lnTo>
                    <a:pt x="27335" y="14425"/>
                  </a:lnTo>
                  <a:lnTo>
                    <a:pt x="55221" y="1173"/>
                  </a:lnTo>
                  <a:close/>
                </a:path>
              </a:pathLst>
            </a:custGeom>
            <a:solidFill>
              <a:srgbClr val="000000"/>
            </a:solidFill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pic>
        <p:nvPicPr>
          <p:cNvPr id="176" name="Picture 175">
            <a:extLst>
              <a:ext uri="{FF2B5EF4-FFF2-40B4-BE49-F238E27FC236}">
                <a16:creationId xmlns:a16="http://schemas.microsoft.com/office/drawing/2014/main" id="{B36F92CB-9EF2-E789-01E9-1B8FD5BB89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3145" y="1676359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p:grpSp>
        <p:nvGrpSpPr>
          <p:cNvPr id="180" name="Graphic 18">
            <a:extLst>
              <a:ext uri="{FF2B5EF4-FFF2-40B4-BE49-F238E27FC236}">
                <a16:creationId xmlns:a16="http://schemas.microsoft.com/office/drawing/2014/main" id="{C14BE6F9-0ECD-06DD-926B-F350ABE1B29E}"/>
              </a:ext>
            </a:extLst>
          </p:cNvPr>
          <p:cNvGrpSpPr/>
          <p:nvPr/>
        </p:nvGrpSpPr>
        <p:grpSpPr>
          <a:xfrm>
            <a:off x="9705111" y="1351383"/>
            <a:ext cx="664188" cy="302761"/>
            <a:chOff x="9743307" y="5884998"/>
            <a:chExt cx="856723" cy="390525"/>
          </a:xfrm>
          <a:noFill/>
        </p:grpSpPr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102EA1DA-FE75-86F2-D0AD-898092F13E8A}"/>
                </a:ext>
              </a:extLst>
            </p:cNvPr>
            <p:cNvSpPr/>
            <p:nvPr/>
          </p:nvSpPr>
          <p:spPr>
            <a:xfrm>
              <a:off x="9743307" y="5884998"/>
              <a:ext cx="856723" cy="38100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96" name="Picture 295">
              <a:extLst>
                <a:ext uri="{FF2B5EF4-FFF2-40B4-BE49-F238E27FC236}">
                  <a16:creationId xmlns:a16="http://schemas.microsoft.com/office/drawing/2014/main" id="{40435CBD-0D8A-6690-BD74-85531BB0D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71718" y="5942148"/>
              <a:ext cx="199902" cy="333375"/>
            </a:xfrm>
            <a:custGeom>
              <a:avLst/>
              <a:gdLst>
                <a:gd name="csX0" fmla="*/ 0 w 199902"/>
                <a:gd name="csY0" fmla="*/ 0 h 333375"/>
                <a:gd name="csX1" fmla="*/ 199902 w 199902"/>
                <a:gd name="csY1" fmla="*/ 0 h 333375"/>
                <a:gd name="csX2" fmla="*/ 199902 w 199902"/>
                <a:gd name="csY2" fmla="*/ 333375 h 333375"/>
                <a:gd name="csX3" fmla="*/ 0 w 199902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902" h="333375">
                  <a:moveTo>
                    <a:pt x="0" y="0"/>
                  </a:moveTo>
                  <a:lnTo>
                    <a:pt x="199902" y="0"/>
                  </a:lnTo>
                  <a:lnTo>
                    <a:pt x="199902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</p:grpSp>
      <p:grpSp>
        <p:nvGrpSpPr>
          <p:cNvPr id="181" name="Graphic 18">
            <a:extLst>
              <a:ext uri="{FF2B5EF4-FFF2-40B4-BE49-F238E27FC236}">
                <a16:creationId xmlns:a16="http://schemas.microsoft.com/office/drawing/2014/main" id="{8E0ACA24-FE17-7EF8-C07E-A4348BED2D22}"/>
              </a:ext>
            </a:extLst>
          </p:cNvPr>
          <p:cNvGrpSpPr/>
          <p:nvPr/>
        </p:nvGrpSpPr>
        <p:grpSpPr>
          <a:xfrm>
            <a:off x="9435055" y="1949521"/>
            <a:ext cx="737988" cy="295376"/>
            <a:chOff x="8191685" y="6685098"/>
            <a:chExt cx="951915" cy="381000"/>
          </a:xfrm>
          <a:solidFill>
            <a:srgbClr val="DAE8FC"/>
          </a:solidFill>
        </p:grpSpPr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56113812-6B12-A3BE-8916-FC2CB7DB411B}"/>
                </a:ext>
              </a:extLst>
            </p:cNvPr>
            <p:cNvSpPr/>
            <p:nvPr/>
          </p:nvSpPr>
          <p:spPr>
            <a:xfrm>
              <a:off x="8191685" y="6685098"/>
              <a:ext cx="951915" cy="381000"/>
            </a:xfrm>
            <a:prstGeom prst="rect">
              <a:avLst/>
            </a:prstGeom>
            <a:solidFill>
              <a:srgbClr val="DAE8FC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94" name="Picture 293">
              <a:extLst>
                <a:ext uri="{FF2B5EF4-FFF2-40B4-BE49-F238E27FC236}">
                  <a16:creationId xmlns:a16="http://schemas.microsoft.com/office/drawing/2014/main" id="{AD0D3A5E-20F3-C93F-8024-627275D73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1204" y="6766060"/>
              <a:ext cx="932876" cy="257175"/>
            </a:xfrm>
            <a:custGeom>
              <a:avLst/>
              <a:gdLst>
                <a:gd name="csX0" fmla="*/ 0 w 932876"/>
                <a:gd name="csY0" fmla="*/ 0 h 257175"/>
                <a:gd name="csX1" fmla="*/ 932877 w 932876"/>
                <a:gd name="csY1" fmla="*/ 0 h 257175"/>
                <a:gd name="csX2" fmla="*/ 932877 w 932876"/>
                <a:gd name="csY2" fmla="*/ 257175 h 257175"/>
                <a:gd name="csX3" fmla="*/ 0 w 932876"/>
                <a:gd name="csY3" fmla="*/ 257175 h 257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32876" h="257175">
                  <a:moveTo>
                    <a:pt x="0" y="0"/>
                  </a:moveTo>
                  <a:lnTo>
                    <a:pt x="932877" y="0"/>
                  </a:lnTo>
                  <a:lnTo>
                    <a:pt x="932877" y="257175"/>
                  </a:lnTo>
                  <a:lnTo>
                    <a:pt x="0" y="257175"/>
                  </a:lnTo>
                  <a:close/>
                </a:path>
              </a:pathLst>
            </a:custGeom>
          </p:spPr>
        </p:pic>
      </p:grpSp>
      <p:grpSp>
        <p:nvGrpSpPr>
          <p:cNvPr id="182" name="Graphic 18">
            <a:extLst>
              <a:ext uri="{FF2B5EF4-FFF2-40B4-BE49-F238E27FC236}">
                <a16:creationId xmlns:a16="http://schemas.microsoft.com/office/drawing/2014/main" id="{29C71B49-60AE-F83D-1985-299049983534}"/>
              </a:ext>
            </a:extLst>
          </p:cNvPr>
          <p:cNvGrpSpPr/>
          <p:nvPr/>
        </p:nvGrpSpPr>
        <p:grpSpPr>
          <a:xfrm>
            <a:off x="10003305" y="1639376"/>
            <a:ext cx="59039" cy="286220"/>
            <a:chOff x="8924660" y="6285048"/>
            <a:chExt cx="76153" cy="369189"/>
          </a:xfrm>
        </p:grpSpPr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BF409BFF-2021-5D8C-782F-D80F6D345FCF}"/>
                </a:ext>
              </a:extLst>
            </p:cNvPr>
            <p:cNvSpPr/>
            <p:nvPr/>
          </p:nvSpPr>
          <p:spPr>
            <a:xfrm>
              <a:off x="8962736" y="6285048"/>
              <a:ext cx="9519" cy="312039"/>
            </a:xfrm>
            <a:custGeom>
              <a:avLst/>
              <a:gdLst>
                <a:gd name="csX0" fmla="*/ 0 w 9519"/>
                <a:gd name="csY0" fmla="*/ 0 h 312039"/>
                <a:gd name="csX1" fmla="*/ 0 w 9519"/>
                <a:gd name="csY1" fmla="*/ 312039 h 312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19" h="312039">
                  <a:moveTo>
                    <a:pt x="0" y="0"/>
                  </a:moveTo>
                  <a:lnTo>
                    <a:pt x="0" y="312039"/>
                  </a:lnTo>
                </a:path>
              </a:pathLst>
            </a:custGeom>
            <a:noFill/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EDCB4124-1388-2ACB-7B53-43D0EC846AC4}"/>
                </a:ext>
              </a:extLst>
            </p:cNvPr>
            <p:cNvSpPr/>
            <p:nvPr/>
          </p:nvSpPr>
          <p:spPr>
            <a:xfrm>
              <a:off x="8924660" y="6578037"/>
              <a:ext cx="76153" cy="76200"/>
            </a:xfrm>
            <a:custGeom>
              <a:avLst/>
              <a:gdLst>
                <a:gd name="csX0" fmla="*/ 38077 w 76153"/>
                <a:gd name="csY0" fmla="*/ 76200 h 76200"/>
                <a:gd name="csX1" fmla="*/ 0 w 76153"/>
                <a:gd name="csY1" fmla="*/ 0 h 76200"/>
                <a:gd name="csX2" fmla="*/ 38077 w 76153"/>
                <a:gd name="csY2" fmla="*/ 19050 h 76200"/>
                <a:gd name="csX3" fmla="*/ 76153 w 76153"/>
                <a:gd name="csY3" fmla="*/ 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153" h="76200">
                  <a:moveTo>
                    <a:pt x="38077" y="76200"/>
                  </a:moveTo>
                  <a:lnTo>
                    <a:pt x="0" y="0"/>
                  </a:lnTo>
                  <a:lnTo>
                    <a:pt x="38077" y="19050"/>
                  </a:lnTo>
                  <a:lnTo>
                    <a:pt x="76153" y="0"/>
                  </a:lnTo>
                  <a:close/>
                </a:path>
              </a:pathLst>
            </a:custGeom>
            <a:solidFill>
              <a:srgbClr val="000000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95" name="Graphic 18">
            <a:extLst>
              <a:ext uri="{FF2B5EF4-FFF2-40B4-BE49-F238E27FC236}">
                <a16:creationId xmlns:a16="http://schemas.microsoft.com/office/drawing/2014/main" id="{F69D11F9-C677-D02F-149B-0F8BE15E1944}"/>
              </a:ext>
            </a:extLst>
          </p:cNvPr>
          <p:cNvGrpSpPr/>
          <p:nvPr/>
        </p:nvGrpSpPr>
        <p:grpSpPr>
          <a:xfrm>
            <a:off x="10196953" y="2071363"/>
            <a:ext cx="204865" cy="59075"/>
            <a:chOff x="9174442" y="6842260"/>
            <a:chExt cx="264251" cy="76200"/>
          </a:xfrm>
        </p:grpSpPr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FF61A8BB-E783-4923-96ED-26649D62EB88}"/>
                </a:ext>
              </a:extLst>
            </p:cNvPr>
            <p:cNvSpPr/>
            <p:nvPr/>
          </p:nvSpPr>
          <p:spPr>
            <a:xfrm>
              <a:off x="9231557" y="6880360"/>
              <a:ext cx="207136" cy="9525"/>
            </a:xfrm>
            <a:custGeom>
              <a:avLst/>
              <a:gdLst>
                <a:gd name="csX0" fmla="*/ 207137 w 207136"/>
                <a:gd name="csY0" fmla="*/ 0 h 9525"/>
                <a:gd name="csX1" fmla="*/ 0 w 207136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7136" h="9525">
                  <a:moveTo>
                    <a:pt x="207137" y="0"/>
                  </a:moveTo>
                  <a:lnTo>
                    <a:pt x="0" y="0"/>
                  </a:lnTo>
                </a:path>
              </a:pathLst>
            </a:custGeom>
            <a:noFill/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C4145F69-8715-0A34-4961-28B4E2A4EE29}"/>
                </a:ext>
              </a:extLst>
            </p:cNvPr>
            <p:cNvSpPr/>
            <p:nvPr/>
          </p:nvSpPr>
          <p:spPr>
            <a:xfrm>
              <a:off x="9174442" y="6842260"/>
              <a:ext cx="76153" cy="76200"/>
            </a:xfrm>
            <a:custGeom>
              <a:avLst/>
              <a:gdLst>
                <a:gd name="csX0" fmla="*/ 0 w 76153"/>
                <a:gd name="csY0" fmla="*/ 38100 h 76200"/>
                <a:gd name="csX1" fmla="*/ 76153 w 76153"/>
                <a:gd name="csY1" fmla="*/ 0 h 76200"/>
                <a:gd name="csX2" fmla="*/ 57115 w 76153"/>
                <a:gd name="csY2" fmla="*/ 38100 h 76200"/>
                <a:gd name="csX3" fmla="*/ 76153 w 76153"/>
                <a:gd name="csY3" fmla="*/ 762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153" h="76200">
                  <a:moveTo>
                    <a:pt x="0" y="38100"/>
                  </a:moveTo>
                  <a:lnTo>
                    <a:pt x="76153" y="0"/>
                  </a:lnTo>
                  <a:lnTo>
                    <a:pt x="57115" y="38100"/>
                  </a:lnTo>
                  <a:lnTo>
                    <a:pt x="76153" y="76200"/>
                  </a:lnTo>
                  <a:close/>
                </a:path>
              </a:pathLst>
            </a:custGeom>
            <a:solidFill>
              <a:srgbClr val="000000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96" name="Graphic 18">
            <a:extLst>
              <a:ext uri="{FF2B5EF4-FFF2-40B4-BE49-F238E27FC236}">
                <a16:creationId xmlns:a16="http://schemas.microsoft.com/office/drawing/2014/main" id="{F54B2FA5-8925-2679-B2B4-2AD2D03508C0}"/>
              </a:ext>
            </a:extLst>
          </p:cNvPr>
          <p:cNvGrpSpPr/>
          <p:nvPr/>
        </p:nvGrpSpPr>
        <p:grpSpPr>
          <a:xfrm>
            <a:off x="9368635" y="1750142"/>
            <a:ext cx="221396" cy="221532"/>
            <a:chOff x="8106012" y="6427923"/>
            <a:chExt cx="285574" cy="285750"/>
          </a:xfrm>
          <a:noFill/>
        </p:grpSpPr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8D86BB61-7B63-6E17-DFAE-AAA6521D0619}"/>
                </a:ext>
              </a:extLst>
            </p:cNvPr>
            <p:cNvSpPr/>
            <p:nvPr/>
          </p:nvSpPr>
          <p:spPr>
            <a:xfrm>
              <a:off x="8106012" y="6427923"/>
              <a:ext cx="285574" cy="28575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84" name="Picture 283">
              <a:extLst>
                <a:ext uri="{FF2B5EF4-FFF2-40B4-BE49-F238E27FC236}">
                  <a16:creationId xmlns:a16="http://schemas.microsoft.com/office/drawing/2014/main" id="{546B677E-F9FF-ACAA-ADD9-CB9CE430C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01204" y="6485073"/>
              <a:ext cx="95191" cy="209550"/>
            </a:xfrm>
            <a:custGeom>
              <a:avLst/>
              <a:gdLst>
                <a:gd name="csX0" fmla="*/ 0 w 95191"/>
                <a:gd name="csY0" fmla="*/ 0 h 209550"/>
                <a:gd name="csX1" fmla="*/ 95192 w 95191"/>
                <a:gd name="csY1" fmla="*/ 0 h 209550"/>
                <a:gd name="csX2" fmla="*/ 95192 w 95191"/>
                <a:gd name="csY2" fmla="*/ 209550 h 209550"/>
                <a:gd name="csX3" fmla="*/ 0 w 95191"/>
                <a:gd name="csY3" fmla="*/ 209550 h 2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5191" h="209550">
                  <a:moveTo>
                    <a:pt x="0" y="0"/>
                  </a:moveTo>
                  <a:lnTo>
                    <a:pt x="95192" y="0"/>
                  </a:lnTo>
                  <a:lnTo>
                    <a:pt x="95192" y="209550"/>
                  </a:lnTo>
                  <a:lnTo>
                    <a:pt x="0" y="209550"/>
                  </a:lnTo>
                  <a:close/>
                </a:path>
              </a:pathLst>
            </a:custGeom>
          </p:spPr>
        </p:pic>
      </p:grpSp>
      <p:grpSp>
        <p:nvGrpSpPr>
          <p:cNvPr id="197" name="Graphic 18">
            <a:extLst>
              <a:ext uri="{FF2B5EF4-FFF2-40B4-BE49-F238E27FC236}">
                <a16:creationId xmlns:a16="http://schemas.microsoft.com/office/drawing/2014/main" id="{F68CB855-CD6E-E6C0-2834-EA4692FC6FB6}"/>
              </a:ext>
            </a:extLst>
          </p:cNvPr>
          <p:cNvGrpSpPr/>
          <p:nvPr/>
        </p:nvGrpSpPr>
        <p:grpSpPr>
          <a:xfrm>
            <a:off x="9553132" y="1654144"/>
            <a:ext cx="59039" cy="271451"/>
            <a:chOff x="8343991" y="6304098"/>
            <a:chExt cx="76153" cy="350139"/>
          </a:xfrm>
        </p:grpSpPr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5C80434A-47A3-6D8F-E9DF-4C4A2F4AEF66}"/>
                </a:ext>
              </a:extLst>
            </p:cNvPr>
            <p:cNvSpPr/>
            <p:nvPr/>
          </p:nvSpPr>
          <p:spPr>
            <a:xfrm>
              <a:off x="8382068" y="6304098"/>
              <a:ext cx="9519" cy="292989"/>
            </a:xfrm>
            <a:custGeom>
              <a:avLst/>
              <a:gdLst>
                <a:gd name="csX0" fmla="*/ 0 w 9519"/>
                <a:gd name="csY0" fmla="*/ 0 h 292989"/>
                <a:gd name="csX1" fmla="*/ 0 w 9519"/>
                <a:gd name="csY1" fmla="*/ 292989 h 292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19" h="292989">
                  <a:moveTo>
                    <a:pt x="0" y="0"/>
                  </a:moveTo>
                  <a:lnTo>
                    <a:pt x="0" y="292989"/>
                  </a:lnTo>
                </a:path>
              </a:pathLst>
            </a:custGeom>
            <a:noFill/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BABFC84F-53B7-7F2F-15B8-AFFE8BA1A43D}"/>
                </a:ext>
              </a:extLst>
            </p:cNvPr>
            <p:cNvSpPr/>
            <p:nvPr/>
          </p:nvSpPr>
          <p:spPr>
            <a:xfrm>
              <a:off x="8343991" y="6578037"/>
              <a:ext cx="76153" cy="76200"/>
            </a:xfrm>
            <a:custGeom>
              <a:avLst/>
              <a:gdLst>
                <a:gd name="csX0" fmla="*/ 38077 w 76153"/>
                <a:gd name="csY0" fmla="*/ 76200 h 76200"/>
                <a:gd name="csX1" fmla="*/ 0 w 76153"/>
                <a:gd name="csY1" fmla="*/ 0 h 76200"/>
                <a:gd name="csX2" fmla="*/ 38077 w 76153"/>
                <a:gd name="csY2" fmla="*/ 19050 h 76200"/>
                <a:gd name="csX3" fmla="*/ 76153 w 76153"/>
                <a:gd name="csY3" fmla="*/ 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153" h="76200">
                  <a:moveTo>
                    <a:pt x="38077" y="76200"/>
                  </a:moveTo>
                  <a:lnTo>
                    <a:pt x="0" y="0"/>
                  </a:lnTo>
                  <a:lnTo>
                    <a:pt x="38077" y="19050"/>
                  </a:lnTo>
                  <a:lnTo>
                    <a:pt x="76153" y="0"/>
                  </a:lnTo>
                  <a:close/>
                </a:path>
              </a:pathLst>
            </a:custGeom>
            <a:solidFill>
              <a:srgbClr val="000000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98" name="Graphic 18">
            <a:extLst>
              <a:ext uri="{FF2B5EF4-FFF2-40B4-BE49-F238E27FC236}">
                <a16:creationId xmlns:a16="http://schemas.microsoft.com/office/drawing/2014/main" id="{51FD69B6-594F-4108-8393-65139B3DCA34}"/>
              </a:ext>
            </a:extLst>
          </p:cNvPr>
          <p:cNvGrpSpPr/>
          <p:nvPr/>
        </p:nvGrpSpPr>
        <p:grpSpPr>
          <a:xfrm>
            <a:off x="10010685" y="1750142"/>
            <a:ext cx="221396" cy="221532"/>
            <a:chOff x="8934179" y="6427923"/>
            <a:chExt cx="285574" cy="285750"/>
          </a:xfrm>
          <a:noFill/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5EE26617-0C00-C0EC-740B-CBCFD69F0B79}"/>
                </a:ext>
              </a:extLst>
            </p:cNvPr>
            <p:cNvSpPr/>
            <p:nvPr/>
          </p:nvSpPr>
          <p:spPr>
            <a:xfrm>
              <a:off x="8934179" y="6427923"/>
              <a:ext cx="285574" cy="28575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80" name="Picture 279">
              <a:extLst>
                <a:ext uri="{FF2B5EF4-FFF2-40B4-BE49-F238E27FC236}">
                  <a16:creationId xmlns:a16="http://schemas.microsoft.com/office/drawing/2014/main" id="{2A60481C-ABA0-0399-F3E8-7E1CF8BBF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34130" y="6485073"/>
              <a:ext cx="85672" cy="209550"/>
            </a:xfrm>
            <a:custGeom>
              <a:avLst/>
              <a:gdLst>
                <a:gd name="csX0" fmla="*/ 0 w 85672"/>
                <a:gd name="csY0" fmla="*/ 0 h 209550"/>
                <a:gd name="csX1" fmla="*/ 85672 w 85672"/>
                <a:gd name="csY1" fmla="*/ 0 h 209550"/>
                <a:gd name="csX2" fmla="*/ 85672 w 85672"/>
                <a:gd name="csY2" fmla="*/ 209550 h 209550"/>
                <a:gd name="csX3" fmla="*/ 0 w 85672"/>
                <a:gd name="csY3" fmla="*/ 209550 h 2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5672" h="209550">
                  <a:moveTo>
                    <a:pt x="0" y="0"/>
                  </a:moveTo>
                  <a:lnTo>
                    <a:pt x="85672" y="0"/>
                  </a:lnTo>
                  <a:lnTo>
                    <a:pt x="85672" y="209550"/>
                  </a:lnTo>
                  <a:lnTo>
                    <a:pt x="0" y="209550"/>
                  </a:lnTo>
                  <a:close/>
                </a:path>
              </a:pathLst>
            </a:custGeom>
          </p:spPr>
        </p:pic>
      </p:grpSp>
      <p:grpSp>
        <p:nvGrpSpPr>
          <p:cNvPr id="206" name="Graphic 18">
            <a:extLst>
              <a:ext uri="{FF2B5EF4-FFF2-40B4-BE49-F238E27FC236}">
                <a16:creationId xmlns:a16="http://schemas.microsoft.com/office/drawing/2014/main" id="{A54253FC-D6DF-341A-1E33-3D80DDFE3AC9}"/>
              </a:ext>
            </a:extLst>
          </p:cNvPr>
          <p:cNvGrpSpPr/>
          <p:nvPr/>
        </p:nvGrpSpPr>
        <p:grpSpPr>
          <a:xfrm>
            <a:off x="10195182" y="1934752"/>
            <a:ext cx="664188" cy="302761"/>
            <a:chOff x="9172158" y="6666048"/>
            <a:chExt cx="856723" cy="390525"/>
          </a:xfrm>
          <a:noFill/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210926ED-CA78-E54E-D291-E1B37D442704}"/>
                </a:ext>
              </a:extLst>
            </p:cNvPr>
            <p:cNvSpPr/>
            <p:nvPr/>
          </p:nvSpPr>
          <p:spPr>
            <a:xfrm>
              <a:off x="9172158" y="6666048"/>
              <a:ext cx="856723" cy="38100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250D5572-3A35-68F8-8208-9DD001343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00568" y="6723198"/>
              <a:ext cx="199902" cy="333375"/>
            </a:xfrm>
            <a:custGeom>
              <a:avLst/>
              <a:gdLst>
                <a:gd name="csX0" fmla="*/ 0 w 199902"/>
                <a:gd name="csY0" fmla="*/ 0 h 333375"/>
                <a:gd name="csX1" fmla="*/ 199902 w 199902"/>
                <a:gd name="csY1" fmla="*/ 0 h 333375"/>
                <a:gd name="csX2" fmla="*/ 199902 w 199902"/>
                <a:gd name="csY2" fmla="*/ 333375 h 333375"/>
                <a:gd name="csX3" fmla="*/ 0 w 199902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902" h="333375">
                  <a:moveTo>
                    <a:pt x="0" y="0"/>
                  </a:moveTo>
                  <a:lnTo>
                    <a:pt x="199902" y="0"/>
                  </a:lnTo>
                  <a:lnTo>
                    <a:pt x="199902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</p:grpSp>
      <p:pic>
        <p:nvPicPr>
          <p:cNvPr id="207" name="Picture 206">
            <a:extLst>
              <a:ext uri="{FF2B5EF4-FFF2-40B4-BE49-F238E27FC236}">
                <a16:creationId xmlns:a16="http://schemas.microsoft.com/office/drawing/2014/main" id="{5B6F78C4-D035-F0F2-D1A5-63278FC8E3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7706" y="1434457"/>
            <a:ext cx="82915" cy="237343"/>
          </a:xfrm>
          <a:custGeom>
            <a:avLst/>
            <a:gdLst>
              <a:gd name="csX0" fmla="*/ 0 w 104619"/>
              <a:gd name="csY0" fmla="*/ 0 h 299472"/>
              <a:gd name="csX1" fmla="*/ 104619 w 104619"/>
              <a:gd name="csY1" fmla="*/ 0 h 299472"/>
              <a:gd name="csX2" fmla="*/ 104619 w 104619"/>
              <a:gd name="csY2" fmla="*/ 299472 h 299472"/>
              <a:gd name="csX3" fmla="*/ 0 w 104619"/>
              <a:gd name="csY3" fmla="*/ 299472 h 2994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4619" h="299472">
                <a:moveTo>
                  <a:pt x="0" y="0"/>
                </a:moveTo>
                <a:lnTo>
                  <a:pt x="104619" y="0"/>
                </a:lnTo>
                <a:lnTo>
                  <a:pt x="104619" y="299472"/>
                </a:lnTo>
                <a:lnTo>
                  <a:pt x="0" y="299472"/>
                </a:lnTo>
                <a:close/>
              </a:path>
            </a:pathLst>
          </a:custGeom>
        </p:spPr>
      </p:pic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A6389FB2-1F2E-DEB6-2517-B8D21FD1DD1D}"/>
              </a:ext>
            </a:extLst>
          </p:cNvPr>
          <p:cNvCxnSpPr>
            <a:cxnSpLocks/>
            <a:stCxn id="293" idx="2"/>
            <a:endCxn id="158" idx="3"/>
          </p:cNvCxnSpPr>
          <p:nvPr/>
        </p:nvCxnSpPr>
        <p:spPr>
          <a:xfrm rot="5400000">
            <a:off x="9304242" y="1880886"/>
            <a:ext cx="135797" cy="863818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1CAF45C-849A-7673-84A4-841077A1D0CF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36" name="Text 13">
              <a:extLst>
                <a:ext uri="{FF2B5EF4-FFF2-40B4-BE49-F238E27FC236}">
                  <a16:creationId xmlns:a16="http://schemas.microsoft.com/office/drawing/2014/main" id="{4793B73A-AFE1-39E6-8986-1560E470E98C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3668F14-3AC9-6E9F-C12F-C1A0B1CE0C0C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17FD4C54-529D-ED7A-12B5-F2E02D843C9C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929AD50-0517-A49B-0E0C-17DA5630E735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2B944A7-A7AE-90C7-31EA-184380669BFC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D0BE18A-0D1C-C67C-3B6A-266F11395BD3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Text 13">
              <a:extLst>
                <a:ext uri="{FF2B5EF4-FFF2-40B4-BE49-F238E27FC236}">
                  <a16:creationId xmlns:a16="http://schemas.microsoft.com/office/drawing/2014/main" id="{DAFB8098-BFC4-1BA5-1DDC-78401C9E9814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8" name="Text 13">
              <a:extLst>
                <a:ext uri="{FF2B5EF4-FFF2-40B4-BE49-F238E27FC236}">
                  <a16:creationId xmlns:a16="http://schemas.microsoft.com/office/drawing/2014/main" id="{59315712-092C-8E6E-4A5F-7EAF01276A6D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9" name="Text 13">
              <a:extLst>
                <a:ext uri="{FF2B5EF4-FFF2-40B4-BE49-F238E27FC236}">
                  <a16:creationId xmlns:a16="http://schemas.microsoft.com/office/drawing/2014/main" id="{E9895963-E772-641C-5A22-5F4704E3A09F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2CE93A4-8218-2564-9157-1C643EF6C9E5}"/>
              </a:ext>
            </a:extLst>
          </p:cNvPr>
          <p:cNvSpPr/>
          <p:nvPr/>
        </p:nvSpPr>
        <p:spPr>
          <a:xfrm>
            <a:off x="1823241" y="933225"/>
            <a:ext cx="674117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CFAA2A-7CE1-E917-B7C4-F20B8112B5A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21533" y="2601484"/>
            <a:ext cx="952827" cy="262409"/>
          </a:xfrm>
          <a:custGeom>
            <a:avLst/>
            <a:gdLst>
              <a:gd name="csX0" fmla="*/ 0 w 932063"/>
              <a:gd name="csY0" fmla="*/ 0 h 256690"/>
              <a:gd name="csX1" fmla="*/ 932063 w 932063"/>
              <a:gd name="csY1" fmla="*/ 0 h 256690"/>
              <a:gd name="csX2" fmla="*/ 932063 w 932063"/>
              <a:gd name="csY2" fmla="*/ 256691 h 256690"/>
              <a:gd name="csX3" fmla="*/ 0 w 932063"/>
              <a:gd name="csY3" fmla="*/ 256691 h 25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2063" h="256690">
                <a:moveTo>
                  <a:pt x="0" y="0"/>
                </a:moveTo>
                <a:lnTo>
                  <a:pt x="932063" y="0"/>
                </a:lnTo>
                <a:lnTo>
                  <a:pt x="932063" y="256691"/>
                </a:lnTo>
                <a:lnTo>
                  <a:pt x="0" y="256691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E3D421-4CCF-5877-5EC5-B5748AC8EF7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4688" y="2303753"/>
            <a:ext cx="784312" cy="216000"/>
          </a:xfrm>
          <a:custGeom>
            <a:avLst/>
            <a:gdLst>
              <a:gd name="csX0" fmla="*/ 0 w 932063"/>
              <a:gd name="csY0" fmla="*/ 0 h 256690"/>
              <a:gd name="csX1" fmla="*/ 932063 w 932063"/>
              <a:gd name="csY1" fmla="*/ 0 h 256690"/>
              <a:gd name="csX2" fmla="*/ 932063 w 932063"/>
              <a:gd name="csY2" fmla="*/ 256691 h 256690"/>
              <a:gd name="csX3" fmla="*/ 0 w 932063"/>
              <a:gd name="csY3" fmla="*/ 256691 h 25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2063" h="256690">
                <a:moveTo>
                  <a:pt x="0" y="0"/>
                </a:moveTo>
                <a:lnTo>
                  <a:pt x="932063" y="0"/>
                </a:lnTo>
                <a:lnTo>
                  <a:pt x="932063" y="256691"/>
                </a:lnTo>
                <a:lnTo>
                  <a:pt x="0" y="256691"/>
                </a:ln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F8A01D-6D3E-73E6-A593-7F3FCA79AD8F}"/>
              </a:ext>
            </a:extLst>
          </p:cNvPr>
          <p:cNvSpPr txBox="1"/>
          <p:nvPr/>
        </p:nvSpPr>
        <p:spPr>
          <a:xfrm>
            <a:off x="9377879" y="2772728"/>
            <a:ext cx="2191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read-once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Termination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74586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572C3-F56B-35B8-656C-6E69C9091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E41098-56A7-5D7B-153D-8C748042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3FD231-3FEF-6E7F-B197-6939EF593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63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973DE4A6-8189-DE60-CF93-E9999F8E9B17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FC81C190-AE3D-6B38-71B7-4B6381B9BE30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EB0782B5-38EA-9C17-29A9-90995C577D13}"/>
              </a:ext>
            </a:extLst>
          </p:cNvPr>
          <p:cNvGrpSpPr/>
          <p:nvPr/>
        </p:nvGrpSpPr>
        <p:grpSpPr>
          <a:xfrm>
            <a:off x="2826208" y="2592895"/>
            <a:ext cx="1523064" cy="2347912"/>
            <a:chOff x="5440650" y="5113473"/>
            <a:chExt cx="1523064" cy="2347912"/>
          </a:xfrm>
        </p:grpSpPr>
        <p:grpSp>
          <p:nvGrpSpPr>
            <p:cNvPr id="183" name="Graphic 18">
              <a:extLst>
                <a:ext uri="{FF2B5EF4-FFF2-40B4-BE49-F238E27FC236}">
                  <a16:creationId xmlns:a16="http://schemas.microsoft.com/office/drawing/2014/main" id="{3A1A0A9A-4396-7B29-0350-8FAABBEEFE56}"/>
                </a:ext>
              </a:extLst>
            </p:cNvPr>
            <p:cNvGrpSpPr/>
            <p:nvPr/>
          </p:nvGrpSpPr>
          <p:grpSpPr>
            <a:xfrm>
              <a:off x="5647310" y="5438656"/>
              <a:ext cx="467866" cy="394525"/>
              <a:chOff x="5647310" y="5438656"/>
              <a:chExt cx="467866" cy="394525"/>
            </a:xfrm>
          </p:grpSpPr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D19A498C-3EB8-24EC-6E51-F406D8272A0F}"/>
                  </a:ext>
                </a:extLst>
              </p:cNvPr>
              <p:cNvSpPr/>
              <p:nvPr/>
            </p:nvSpPr>
            <p:spPr>
              <a:xfrm>
                <a:off x="5691003" y="5438656"/>
                <a:ext cx="424173" cy="357663"/>
              </a:xfrm>
              <a:custGeom>
                <a:avLst/>
                <a:gdLst>
                  <a:gd name="csX0" fmla="*/ 424173 w 424173"/>
                  <a:gd name="csY0" fmla="*/ 0 h 357663"/>
                  <a:gd name="csX1" fmla="*/ 0 w 424173"/>
                  <a:gd name="csY1" fmla="*/ 357664 h 357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4173" h="357663">
                    <a:moveTo>
                      <a:pt x="424173" y="0"/>
                    </a:moveTo>
                    <a:lnTo>
                      <a:pt x="0" y="35766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089E2BB1-9D9F-1DF8-811B-E0177BD34FEE}"/>
                  </a:ext>
                </a:extLst>
              </p:cNvPr>
              <p:cNvSpPr/>
              <p:nvPr/>
            </p:nvSpPr>
            <p:spPr>
              <a:xfrm>
                <a:off x="5647310" y="5754981"/>
                <a:ext cx="82721" cy="78200"/>
              </a:xfrm>
              <a:custGeom>
                <a:avLst/>
                <a:gdLst>
                  <a:gd name="csX0" fmla="*/ 0 w 82721"/>
                  <a:gd name="csY0" fmla="*/ 78200 h 78200"/>
                  <a:gd name="csX1" fmla="*/ 33698 w 82721"/>
                  <a:gd name="csY1" fmla="*/ 0 h 78200"/>
                  <a:gd name="csX2" fmla="*/ 43693 w 82721"/>
                  <a:gd name="csY2" fmla="*/ 41338 h 78200"/>
                  <a:gd name="csX3" fmla="*/ 82721 w 82721"/>
                  <a:gd name="csY3" fmla="*/ 58198 h 7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721" h="78200">
                    <a:moveTo>
                      <a:pt x="0" y="78200"/>
                    </a:moveTo>
                    <a:lnTo>
                      <a:pt x="33698" y="0"/>
                    </a:lnTo>
                    <a:lnTo>
                      <a:pt x="43693" y="41338"/>
                    </a:lnTo>
                    <a:lnTo>
                      <a:pt x="82721" y="58198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6" name="Graphic 18">
              <a:extLst>
                <a:ext uri="{FF2B5EF4-FFF2-40B4-BE49-F238E27FC236}">
                  <a16:creationId xmlns:a16="http://schemas.microsoft.com/office/drawing/2014/main" id="{4E7C8ACC-BBA0-3109-625C-39665F3F7944}"/>
                </a:ext>
              </a:extLst>
            </p:cNvPr>
            <p:cNvGrpSpPr/>
            <p:nvPr/>
          </p:nvGrpSpPr>
          <p:grpSpPr>
            <a:xfrm>
              <a:off x="6059395" y="5113473"/>
              <a:ext cx="380766" cy="381000"/>
              <a:chOff x="6059395" y="5113473"/>
              <a:chExt cx="380766" cy="381000"/>
            </a:xfrm>
            <a:solidFill>
              <a:srgbClr val="FFFFFF"/>
            </a:solidFill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41AC80AF-AEA3-5A93-C84B-2CC28896915B}"/>
                  </a:ext>
                </a:extLst>
              </p:cNvPr>
              <p:cNvSpPr/>
              <p:nvPr/>
            </p:nvSpPr>
            <p:spPr>
              <a:xfrm>
                <a:off x="6059395" y="511347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45EC5E3A-2EB9-5677-D51E-DE00BF9774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8914" y="520396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89" name="Graphic 18">
              <a:extLst>
                <a:ext uri="{FF2B5EF4-FFF2-40B4-BE49-F238E27FC236}">
                  <a16:creationId xmlns:a16="http://schemas.microsoft.com/office/drawing/2014/main" id="{533A7465-3661-A965-A1E8-D4D27B4338FC}"/>
                </a:ext>
              </a:extLst>
            </p:cNvPr>
            <p:cNvGrpSpPr/>
            <p:nvPr/>
          </p:nvGrpSpPr>
          <p:grpSpPr>
            <a:xfrm>
              <a:off x="5765634" y="6172081"/>
              <a:ext cx="189526" cy="137254"/>
              <a:chOff x="5765634" y="6172081"/>
              <a:chExt cx="189526" cy="137254"/>
            </a:xfrm>
          </p:grpSpPr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171D3FC1-3104-6FBF-8923-FBE77C4A8E75}"/>
                  </a:ext>
                </a:extLst>
              </p:cNvPr>
              <p:cNvSpPr/>
              <p:nvPr/>
            </p:nvSpPr>
            <p:spPr>
              <a:xfrm>
                <a:off x="5765634" y="6172081"/>
                <a:ext cx="143263" cy="103727"/>
              </a:xfrm>
              <a:custGeom>
                <a:avLst/>
                <a:gdLst>
                  <a:gd name="csX0" fmla="*/ 0 w 143263"/>
                  <a:gd name="csY0" fmla="*/ 0 h 103727"/>
                  <a:gd name="csX1" fmla="*/ 143263 w 143263"/>
                  <a:gd name="csY1" fmla="*/ 103727 h 103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3263" h="103727">
                    <a:moveTo>
                      <a:pt x="0" y="0"/>
                    </a:moveTo>
                    <a:lnTo>
                      <a:pt x="143263" y="103727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33224B18-1756-DC7B-6BEA-F471B80629D4}"/>
                  </a:ext>
                </a:extLst>
              </p:cNvPr>
              <p:cNvSpPr/>
              <p:nvPr/>
            </p:nvSpPr>
            <p:spPr>
              <a:xfrm>
                <a:off x="5871106" y="6233803"/>
                <a:ext cx="84054" cy="75533"/>
              </a:xfrm>
              <a:custGeom>
                <a:avLst/>
                <a:gdLst>
                  <a:gd name="csX0" fmla="*/ 84054 w 84054"/>
                  <a:gd name="csY0" fmla="*/ 75533 h 75533"/>
                  <a:gd name="csX1" fmla="*/ 0 w 84054"/>
                  <a:gd name="csY1" fmla="*/ 61722 h 75533"/>
                  <a:gd name="csX2" fmla="*/ 37791 w 84054"/>
                  <a:gd name="csY2" fmla="*/ 42005 h 75533"/>
                  <a:gd name="csX3" fmla="*/ 44645 w 84054"/>
                  <a:gd name="csY3" fmla="*/ 0 h 755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4054" h="75533">
                    <a:moveTo>
                      <a:pt x="84054" y="75533"/>
                    </a:moveTo>
                    <a:lnTo>
                      <a:pt x="0" y="61722"/>
                    </a:lnTo>
                    <a:lnTo>
                      <a:pt x="37791" y="42005"/>
                    </a:lnTo>
                    <a:lnTo>
                      <a:pt x="4464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2" name="Graphic 18">
              <a:extLst>
                <a:ext uri="{FF2B5EF4-FFF2-40B4-BE49-F238E27FC236}">
                  <a16:creationId xmlns:a16="http://schemas.microsoft.com/office/drawing/2014/main" id="{D2CB85AC-9784-4B22-6125-8B9CD702FAB0}"/>
                </a:ext>
              </a:extLst>
            </p:cNvPr>
            <p:cNvGrpSpPr/>
            <p:nvPr/>
          </p:nvGrpSpPr>
          <p:grpSpPr>
            <a:xfrm>
              <a:off x="5440650" y="5846898"/>
              <a:ext cx="380766" cy="381000"/>
              <a:chOff x="5440650" y="5846898"/>
              <a:chExt cx="380766" cy="381000"/>
            </a:xfrm>
            <a:solidFill>
              <a:srgbClr val="FFFFFF"/>
            </a:solidFill>
          </p:grpSpPr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1D9BBFBC-8C85-C0A9-8074-B51FB83F3272}"/>
                  </a:ext>
                </a:extLst>
              </p:cNvPr>
              <p:cNvSpPr/>
              <p:nvPr/>
            </p:nvSpPr>
            <p:spPr>
              <a:xfrm>
                <a:off x="5440650" y="58468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1" name="Picture 220">
                <a:extLst>
                  <a:ext uri="{FF2B5EF4-FFF2-40B4-BE49-F238E27FC236}">
                    <a16:creationId xmlns:a16="http://schemas.microsoft.com/office/drawing/2014/main" id="{ED3AB43E-1076-BE2E-0C1C-C22AE511CE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169" y="5937385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2" name="Graphic 18">
              <a:extLst>
                <a:ext uri="{FF2B5EF4-FFF2-40B4-BE49-F238E27FC236}">
                  <a16:creationId xmlns:a16="http://schemas.microsoft.com/office/drawing/2014/main" id="{CC0E89B9-C547-3FB5-8928-78D4B80F7528}"/>
                </a:ext>
              </a:extLst>
            </p:cNvPr>
            <p:cNvGrpSpPr/>
            <p:nvPr/>
          </p:nvGrpSpPr>
          <p:grpSpPr>
            <a:xfrm>
              <a:off x="6241591" y="6591181"/>
              <a:ext cx="377053" cy="561975"/>
              <a:chOff x="6241591" y="6591181"/>
              <a:chExt cx="377053" cy="561975"/>
            </a:xfrm>
          </p:grpSpPr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11241811-959D-388C-076A-A204CDD92F76}"/>
                  </a:ext>
                </a:extLst>
              </p:cNvPr>
              <p:cNvSpPr/>
              <p:nvPr/>
            </p:nvSpPr>
            <p:spPr>
              <a:xfrm>
                <a:off x="6241591" y="6591181"/>
                <a:ext cx="345259" cy="514540"/>
              </a:xfrm>
              <a:custGeom>
                <a:avLst/>
                <a:gdLst>
                  <a:gd name="csX0" fmla="*/ 0 w 345259"/>
                  <a:gd name="csY0" fmla="*/ 0 h 514540"/>
                  <a:gd name="csX1" fmla="*/ 345260 w 345259"/>
                  <a:gd name="csY1" fmla="*/ 514540 h 5145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5259" h="514540">
                    <a:moveTo>
                      <a:pt x="0" y="0"/>
                    </a:moveTo>
                    <a:lnTo>
                      <a:pt x="345260" y="51454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2235334A-E20E-77FD-6334-6C386309C8D2}"/>
                  </a:ext>
                </a:extLst>
              </p:cNvPr>
              <p:cNvSpPr/>
              <p:nvPr/>
            </p:nvSpPr>
            <p:spPr>
              <a:xfrm>
                <a:off x="6544586" y="7068669"/>
                <a:ext cx="74058" cy="84486"/>
              </a:xfrm>
              <a:custGeom>
                <a:avLst/>
                <a:gdLst>
                  <a:gd name="csX0" fmla="*/ 74059 w 74058"/>
                  <a:gd name="csY0" fmla="*/ 84487 h 84486"/>
                  <a:gd name="csX1" fmla="*/ 0 w 74058"/>
                  <a:gd name="csY1" fmla="*/ 42481 h 84486"/>
                  <a:gd name="csX2" fmla="*/ 42265 w 74058"/>
                  <a:gd name="csY2" fmla="*/ 37052 h 84486"/>
                  <a:gd name="csX3" fmla="*/ 63302 w 74058"/>
                  <a:gd name="csY3" fmla="*/ 0 h 844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058" h="84486">
                    <a:moveTo>
                      <a:pt x="74059" y="84487"/>
                    </a:moveTo>
                    <a:lnTo>
                      <a:pt x="0" y="42481"/>
                    </a:lnTo>
                    <a:lnTo>
                      <a:pt x="42265" y="37052"/>
                    </a:lnTo>
                    <a:lnTo>
                      <a:pt x="6330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5" name="Graphic 18">
              <a:extLst>
                <a:ext uri="{FF2B5EF4-FFF2-40B4-BE49-F238E27FC236}">
                  <a16:creationId xmlns:a16="http://schemas.microsoft.com/office/drawing/2014/main" id="{48D8B222-5B1A-5243-2872-90D81B4CFCCA}"/>
                </a:ext>
              </a:extLst>
            </p:cNvPr>
            <p:cNvGrpSpPr/>
            <p:nvPr/>
          </p:nvGrpSpPr>
          <p:grpSpPr>
            <a:xfrm>
              <a:off x="5848641" y="6591181"/>
              <a:ext cx="123748" cy="558736"/>
              <a:chOff x="5848641" y="6591181"/>
              <a:chExt cx="123748" cy="558736"/>
            </a:xfrm>
          </p:grpSpPr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B5655694-AE63-E290-3F81-DF52D2E4F0FB}"/>
                  </a:ext>
                </a:extLst>
              </p:cNvPr>
              <p:cNvSpPr/>
              <p:nvPr/>
            </p:nvSpPr>
            <p:spPr>
              <a:xfrm>
                <a:off x="5882814" y="6591181"/>
                <a:ext cx="89575" cy="502443"/>
              </a:xfrm>
              <a:custGeom>
                <a:avLst/>
                <a:gdLst>
                  <a:gd name="csX0" fmla="*/ 89575 w 89575"/>
                  <a:gd name="csY0" fmla="*/ 0 h 502443"/>
                  <a:gd name="csX1" fmla="*/ 0 w 89575"/>
                  <a:gd name="csY1" fmla="*/ 502444 h 5024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9575" h="502443">
                    <a:moveTo>
                      <a:pt x="89575" y="0"/>
                    </a:moveTo>
                    <a:lnTo>
                      <a:pt x="0" y="50244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970F0174-4DAC-150A-8B42-875F925F0559}"/>
                  </a:ext>
                </a:extLst>
              </p:cNvPr>
              <p:cNvSpPr/>
              <p:nvPr/>
            </p:nvSpPr>
            <p:spPr>
              <a:xfrm>
                <a:off x="5848641" y="7068193"/>
                <a:ext cx="75010" cy="81724"/>
              </a:xfrm>
              <a:custGeom>
                <a:avLst/>
                <a:gdLst>
                  <a:gd name="csX0" fmla="*/ 24083 w 75010"/>
                  <a:gd name="csY0" fmla="*/ 81725 h 81724"/>
                  <a:gd name="csX1" fmla="*/ 0 w 75010"/>
                  <a:gd name="csY1" fmla="*/ 0 h 81724"/>
                  <a:gd name="csX2" fmla="*/ 34174 w 75010"/>
                  <a:gd name="csY2" fmla="*/ 25432 h 81724"/>
                  <a:gd name="csX3" fmla="*/ 75011 w 75010"/>
                  <a:gd name="csY3" fmla="*/ 13431 h 8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010" h="81724">
                    <a:moveTo>
                      <a:pt x="24083" y="81725"/>
                    </a:moveTo>
                    <a:lnTo>
                      <a:pt x="0" y="0"/>
                    </a:lnTo>
                    <a:lnTo>
                      <a:pt x="34174" y="25432"/>
                    </a:lnTo>
                    <a:lnTo>
                      <a:pt x="75011" y="13431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8" name="Graphic 18">
              <a:extLst>
                <a:ext uri="{FF2B5EF4-FFF2-40B4-BE49-F238E27FC236}">
                  <a16:creationId xmlns:a16="http://schemas.microsoft.com/office/drawing/2014/main" id="{E39CC1FF-B91D-94C4-BE36-F9123EC04A6E}"/>
                </a:ext>
              </a:extLst>
            </p:cNvPr>
            <p:cNvGrpSpPr/>
            <p:nvPr/>
          </p:nvGrpSpPr>
          <p:grpSpPr>
            <a:xfrm>
              <a:off x="5916607" y="6265998"/>
              <a:ext cx="380766" cy="381000"/>
              <a:chOff x="5916607" y="6265998"/>
              <a:chExt cx="380766" cy="381000"/>
            </a:xfrm>
            <a:solidFill>
              <a:srgbClr val="FFFFFF"/>
            </a:solidFill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B8BC653C-9BC2-DCF3-5697-BC5D7D7790D5}"/>
                  </a:ext>
                </a:extLst>
              </p:cNvPr>
              <p:cNvSpPr/>
              <p:nvPr/>
            </p:nvSpPr>
            <p:spPr>
              <a:xfrm>
                <a:off x="5916607" y="62659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0" name="Picture 229">
                <a:extLst>
                  <a:ext uri="{FF2B5EF4-FFF2-40B4-BE49-F238E27FC236}">
                    <a16:creationId xmlns:a16="http://schemas.microsoft.com/office/drawing/2014/main" id="{6779D45A-F041-2962-348D-D19D0C6B8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26126" y="6351723"/>
                <a:ext cx="361727" cy="247650"/>
              </a:xfrm>
              <a:custGeom>
                <a:avLst/>
                <a:gdLst>
                  <a:gd name="csX0" fmla="*/ 0 w 361727"/>
                  <a:gd name="csY0" fmla="*/ 0 h 247650"/>
                  <a:gd name="csX1" fmla="*/ 361728 w 361727"/>
                  <a:gd name="csY1" fmla="*/ 0 h 247650"/>
                  <a:gd name="csX2" fmla="*/ 361728 w 361727"/>
                  <a:gd name="csY2" fmla="*/ 247650 h 247650"/>
                  <a:gd name="csX3" fmla="*/ 0 w 361727"/>
                  <a:gd name="csY3" fmla="*/ 247650 h 247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47650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47650"/>
                    </a:lnTo>
                    <a:lnTo>
                      <a:pt x="0" y="2476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1" name="Graphic 18">
              <a:extLst>
                <a:ext uri="{FF2B5EF4-FFF2-40B4-BE49-F238E27FC236}">
                  <a16:creationId xmlns:a16="http://schemas.microsoft.com/office/drawing/2014/main" id="{40D54F35-0892-0D06-DEAF-10C65D284B61}"/>
                </a:ext>
              </a:extLst>
            </p:cNvPr>
            <p:cNvGrpSpPr/>
            <p:nvPr/>
          </p:nvGrpSpPr>
          <p:grpSpPr>
            <a:xfrm>
              <a:off x="6384378" y="5438656"/>
              <a:ext cx="374293" cy="392810"/>
              <a:chOff x="6384378" y="5438656"/>
              <a:chExt cx="374293" cy="392810"/>
            </a:xfrm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D8A26ABD-7324-70BD-B720-5DD70FB84705}"/>
                  </a:ext>
                </a:extLst>
              </p:cNvPr>
              <p:cNvSpPr/>
              <p:nvPr/>
            </p:nvSpPr>
            <p:spPr>
              <a:xfrm>
                <a:off x="6384378" y="5438656"/>
                <a:ext cx="334883" cy="351472"/>
              </a:xfrm>
              <a:custGeom>
                <a:avLst/>
                <a:gdLst>
                  <a:gd name="csX0" fmla="*/ 0 w 334883"/>
                  <a:gd name="csY0" fmla="*/ 0 h 351472"/>
                  <a:gd name="csX1" fmla="*/ 334884 w 334883"/>
                  <a:gd name="csY1" fmla="*/ 351472 h 351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4883" h="351472">
                    <a:moveTo>
                      <a:pt x="0" y="0"/>
                    </a:moveTo>
                    <a:lnTo>
                      <a:pt x="334884" y="351472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5593D9C8-64BF-02F3-C94E-DB338FD599E5}"/>
                  </a:ext>
                </a:extLst>
              </p:cNvPr>
              <p:cNvSpPr/>
              <p:nvPr/>
            </p:nvSpPr>
            <p:spPr>
              <a:xfrm>
                <a:off x="6678520" y="5750028"/>
                <a:ext cx="80151" cy="81438"/>
              </a:xfrm>
              <a:custGeom>
                <a:avLst/>
                <a:gdLst>
                  <a:gd name="csX0" fmla="*/ 80151 w 80151"/>
                  <a:gd name="csY0" fmla="*/ 81439 h 81438"/>
                  <a:gd name="csX1" fmla="*/ 0 w 80151"/>
                  <a:gd name="csY1" fmla="*/ 52578 h 81438"/>
                  <a:gd name="csX2" fmla="*/ 40742 w 80151"/>
                  <a:gd name="csY2" fmla="*/ 40100 h 81438"/>
                  <a:gd name="csX3" fmla="*/ 55116 w 80151"/>
                  <a:gd name="csY3" fmla="*/ 0 h 814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0151" h="81438">
                    <a:moveTo>
                      <a:pt x="80151" y="81439"/>
                    </a:moveTo>
                    <a:lnTo>
                      <a:pt x="0" y="52578"/>
                    </a:lnTo>
                    <a:lnTo>
                      <a:pt x="40742" y="40100"/>
                    </a:lnTo>
                    <a:lnTo>
                      <a:pt x="551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4" name="Graphic 18">
              <a:extLst>
                <a:ext uri="{FF2B5EF4-FFF2-40B4-BE49-F238E27FC236}">
                  <a16:creationId xmlns:a16="http://schemas.microsoft.com/office/drawing/2014/main" id="{0610E1F9-C6D0-894B-A03D-28DE4D1B261E}"/>
                </a:ext>
              </a:extLst>
            </p:cNvPr>
            <p:cNvGrpSpPr/>
            <p:nvPr/>
          </p:nvGrpSpPr>
          <p:grpSpPr>
            <a:xfrm>
              <a:off x="5631033" y="6227898"/>
              <a:ext cx="187146" cy="922019"/>
              <a:chOff x="5631033" y="6227898"/>
              <a:chExt cx="187146" cy="922019"/>
            </a:xfrm>
          </p:grpSpPr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906817B9-E64B-E570-35BA-F6CD56CAF803}"/>
                  </a:ext>
                </a:extLst>
              </p:cNvPr>
              <p:cNvSpPr/>
              <p:nvPr/>
            </p:nvSpPr>
            <p:spPr>
              <a:xfrm>
                <a:off x="5631033" y="6227898"/>
                <a:ext cx="152972" cy="865727"/>
              </a:xfrm>
              <a:custGeom>
                <a:avLst/>
                <a:gdLst>
                  <a:gd name="csX0" fmla="*/ 0 w 152972"/>
                  <a:gd name="csY0" fmla="*/ 0 h 865727"/>
                  <a:gd name="csX1" fmla="*/ 152973 w 152972"/>
                  <a:gd name="csY1" fmla="*/ 865727 h 865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972" h="865727">
                    <a:moveTo>
                      <a:pt x="0" y="0"/>
                    </a:moveTo>
                    <a:lnTo>
                      <a:pt x="152973" y="865727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C85EFDAC-7DF4-24EC-8118-09A7E76E6C7F}"/>
                  </a:ext>
                </a:extLst>
              </p:cNvPr>
              <p:cNvSpPr/>
              <p:nvPr/>
            </p:nvSpPr>
            <p:spPr>
              <a:xfrm>
                <a:off x="5743168" y="7068193"/>
                <a:ext cx="75010" cy="81724"/>
              </a:xfrm>
              <a:custGeom>
                <a:avLst/>
                <a:gdLst>
                  <a:gd name="csX0" fmla="*/ 50737 w 75010"/>
                  <a:gd name="csY0" fmla="*/ 81725 h 81724"/>
                  <a:gd name="csX1" fmla="*/ 0 w 75010"/>
                  <a:gd name="csY1" fmla="*/ 13335 h 81724"/>
                  <a:gd name="csX2" fmla="*/ 40837 w 75010"/>
                  <a:gd name="csY2" fmla="*/ 25432 h 81724"/>
                  <a:gd name="csX3" fmla="*/ 75011 w 75010"/>
                  <a:gd name="csY3" fmla="*/ 0 h 8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010" h="81724">
                    <a:moveTo>
                      <a:pt x="50737" y="81725"/>
                    </a:moveTo>
                    <a:lnTo>
                      <a:pt x="0" y="13335"/>
                    </a:lnTo>
                    <a:lnTo>
                      <a:pt x="40837" y="25432"/>
                    </a:lnTo>
                    <a:lnTo>
                      <a:pt x="750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7" name="Graphic 18">
              <a:extLst>
                <a:ext uri="{FF2B5EF4-FFF2-40B4-BE49-F238E27FC236}">
                  <a16:creationId xmlns:a16="http://schemas.microsoft.com/office/drawing/2014/main" id="{B4987FF7-8BBF-F379-EF69-E77DE133DFD7}"/>
                </a:ext>
              </a:extLst>
            </p:cNvPr>
            <p:cNvGrpSpPr/>
            <p:nvPr/>
          </p:nvGrpSpPr>
          <p:grpSpPr>
            <a:xfrm>
              <a:off x="5726224" y="7170873"/>
              <a:ext cx="285574" cy="290512"/>
              <a:chOff x="5726224" y="7170873"/>
              <a:chExt cx="285574" cy="290512"/>
            </a:xfrm>
            <a:solidFill>
              <a:srgbClr val="FFFFFF"/>
            </a:solidFill>
          </p:grpSpPr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E8C8D3CD-5CC3-811B-5693-BE15A840F5CE}"/>
                  </a:ext>
                </a:extLst>
              </p:cNvPr>
              <p:cNvSpPr/>
              <p:nvPr/>
            </p:nvSpPr>
            <p:spPr>
              <a:xfrm>
                <a:off x="5726224" y="7170873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9" name="Picture 238">
                <a:extLst>
                  <a:ext uri="{FF2B5EF4-FFF2-40B4-BE49-F238E27FC236}">
                    <a16:creationId xmlns:a16="http://schemas.microsoft.com/office/drawing/2014/main" id="{AB8C3F2A-E340-7790-764C-C05E9EF2F1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35743" y="7204210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0" name="Graphic 18">
              <a:extLst>
                <a:ext uri="{FF2B5EF4-FFF2-40B4-BE49-F238E27FC236}">
                  <a16:creationId xmlns:a16="http://schemas.microsoft.com/office/drawing/2014/main" id="{4FD9FC2C-EC7D-A8BB-1CEC-991003D08B71}"/>
                </a:ext>
              </a:extLst>
            </p:cNvPr>
            <p:cNvGrpSpPr/>
            <p:nvPr/>
          </p:nvGrpSpPr>
          <p:grpSpPr>
            <a:xfrm>
              <a:off x="6487756" y="7170873"/>
              <a:ext cx="285574" cy="290512"/>
              <a:chOff x="6487756" y="7170873"/>
              <a:chExt cx="285574" cy="290512"/>
            </a:xfrm>
            <a:solidFill>
              <a:srgbClr val="FFFFFF"/>
            </a:solidFill>
          </p:grpSpPr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F7A9AD72-3470-817C-346E-37A49EAF88ED}"/>
                  </a:ext>
                </a:extLst>
              </p:cNvPr>
              <p:cNvSpPr/>
              <p:nvPr/>
            </p:nvSpPr>
            <p:spPr>
              <a:xfrm>
                <a:off x="6487756" y="7170873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2" name="Picture 241">
                <a:extLst>
                  <a:ext uri="{FF2B5EF4-FFF2-40B4-BE49-F238E27FC236}">
                    <a16:creationId xmlns:a16="http://schemas.microsoft.com/office/drawing/2014/main" id="{1E5A3F0B-81E9-EA49-B4B9-0FC08DAC91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7276" y="7204210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45" name="Graphic 18">
              <a:extLst>
                <a:ext uri="{FF2B5EF4-FFF2-40B4-BE49-F238E27FC236}">
                  <a16:creationId xmlns:a16="http://schemas.microsoft.com/office/drawing/2014/main" id="{9A377476-054D-290F-4E6C-07DA0422FB83}"/>
                </a:ext>
              </a:extLst>
            </p:cNvPr>
            <p:cNvGrpSpPr/>
            <p:nvPr/>
          </p:nvGrpSpPr>
          <p:grpSpPr>
            <a:xfrm>
              <a:off x="6671286" y="6227898"/>
              <a:ext cx="102045" cy="921734"/>
              <a:chOff x="6671286" y="6227898"/>
              <a:chExt cx="102045" cy="921734"/>
            </a:xfrm>
          </p:grpSpPr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FDE4BFC0-1FCA-CC5F-A305-C2DC6C3B2B5F}"/>
                  </a:ext>
                </a:extLst>
              </p:cNvPr>
              <p:cNvSpPr/>
              <p:nvPr/>
            </p:nvSpPr>
            <p:spPr>
              <a:xfrm>
                <a:off x="6707839" y="6227898"/>
                <a:ext cx="65491" cy="864774"/>
              </a:xfrm>
              <a:custGeom>
                <a:avLst/>
                <a:gdLst>
                  <a:gd name="csX0" fmla="*/ 65492 w 65491"/>
                  <a:gd name="csY0" fmla="*/ 0 h 864774"/>
                  <a:gd name="csX1" fmla="*/ 0 w 65491"/>
                  <a:gd name="csY1" fmla="*/ 864775 h 864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491" h="864774">
                    <a:moveTo>
                      <a:pt x="65492" y="0"/>
                    </a:moveTo>
                    <a:lnTo>
                      <a:pt x="0" y="864775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49D74E3B-B532-8067-4310-B4DC93D1CAE7}"/>
                  </a:ext>
                </a:extLst>
              </p:cNvPr>
              <p:cNvSpPr/>
              <p:nvPr/>
            </p:nvSpPr>
            <p:spPr>
              <a:xfrm>
                <a:off x="6671286" y="7070765"/>
                <a:ext cx="75962" cy="78867"/>
              </a:xfrm>
              <a:custGeom>
                <a:avLst/>
                <a:gdLst>
                  <a:gd name="csX0" fmla="*/ 32270 w 75962"/>
                  <a:gd name="csY0" fmla="*/ 78867 h 78867"/>
                  <a:gd name="csX1" fmla="*/ 0 w 75962"/>
                  <a:gd name="csY1" fmla="*/ 0 h 78867"/>
                  <a:gd name="csX2" fmla="*/ 36554 w 75962"/>
                  <a:gd name="csY2" fmla="*/ 21907 h 78867"/>
                  <a:gd name="csX3" fmla="*/ 75963 w 75962"/>
                  <a:gd name="csY3" fmla="*/ 5810 h 78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62" h="78867">
                    <a:moveTo>
                      <a:pt x="32270" y="78867"/>
                    </a:moveTo>
                    <a:lnTo>
                      <a:pt x="0" y="0"/>
                    </a:lnTo>
                    <a:lnTo>
                      <a:pt x="36554" y="21907"/>
                    </a:lnTo>
                    <a:lnTo>
                      <a:pt x="75963" y="581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8" name="Graphic 18">
              <a:extLst>
                <a:ext uri="{FF2B5EF4-FFF2-40B4-BE49-F238E27FC236}">
                  <a16:creationId xmlns:a16="http://schemas.microsoft.com/office/drawing/2014/main" id="{661266F4-9E91-D3B7-F427-6F84E5FC2E1D}"/>
                </a:ext>
              </a:extLst>
            </p:cNvPr>
            <p:cNvGrpSpPr/>
            <p:nvPr/>
          </p:nvGrpSpPr>
          <p:grpSpPr>
            <a:xfrm>
              <a:off x="5952590" y="6172081"/>
              <a:ext cx="686140" cy="981360"/>
              <a:chOff x="5952590" y="6172081"/>
              <a:chExt cx="686140" cy="981360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7FDD0F6B-62F5-CBDF-1CB1-5C7186081B65}"/>
                  </a:ext>
                </a:extLst>
              </p:cNvPr>
              <p:cNvSpPr/>
              <p:nvPr/>
            </p:nvSpPr>
            <p:spPr>
              <a:xfrm>
                <a:off x="5985336" y="6172081"/>
                <a:ext cx="653394" cy="934497"/>
              </a:xfrm>
              <a:custGeom>
                <a:avLst/>
                <a:gdLst>
                  <a:gd name="csX0" fmla="*/ 653395 w 653394"/>
                  <a:gd name="csY0" fmla="*/ 0 h 934497"/>
                  <a:gd name="csX1" fmla="*/ 0 w 653394"/>
                  <a:gd name="csY1" fmla="*/ 934498 h 9344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3394" h="934497">
                    <a:moveTo>
                      <a:pt x="653395" y="0"/>
                    </a:moveTo>
                    <a:lnTo>
                      <a:pt x="0" y="934498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1716783E-B6D5-07A2-03CF-4862ADC8B161}"/>
                  </a:ext>
                </a:extLst>
              </p:cNvPr>
              <p:cNvSpPr/>
              <p:nvPr/>
            </p:nvSpPr>
            <p:spPr>
              <a:xfrm>
                <a:off x="5952590" y="7069146"/>
                <a:ext cx="74915" cy="84296"/>
              </a:xfrm>
              <a:custGeom>
                <a:avLst/>
                <a:gdLst>
                  <a:gd name="csX0" fmla="*/ 0 w 74915"/>
                  <a:gd name="csY0" fmla="*/ 84296 h 84296"/>
                  <a:gd name="csX1" fmla="*/ 12470 w 74915"/>
                  <a:gd name="csY1" fmla="*/ 0 h 84296"/>
                  <a:gd name="csX2" fmla="*/ 32746 w 74915"/>
                  <a:gd name="csY2" fmla="*/ 37433 h 84296"/>
                  <a:gd name="csX3" fmla="*/ 74916 w 74915"/>
                  <a:gd name="csY3" fmla="*/ 43719 h 84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915" h="84296">
                    <a:moveTo>
                      <a:pt x="0" y="84296"/>
                    </a:moveTo>
                    <a:lnTo>
                      <a:pt x="12470" y="0"/>
                    </a:lnTo>
                    <a:lnTo>
                      <a:pt x="32746" y="37433"/>
                    </a:lnTo>
                    <a:lnTo>
                      <a:pt x="74916" y="43719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1" name="Graphic 18">
              <a:extLst>
                <a:ext uri="{FF2B5EF4-FFF2-40B4-BE49-F238E27FC236}">
                  <a16:creationId xmlns:a16="http://schemas.microsoft.com/office/drawing/2014/main" id="{F5188097-A38F-577A-E844-425F2093D0FB}"/>
                </a:ext>
              </a:extLst>
            </p:cNvPr>
            <p:cNvGrpSpPr/>
            <p:nvPr/>
          </p:nvGrpSpPr>
          <p:grpSpPr>
            <a:xfrm>
              <a:off x="6582948" y="5846898"/>
              <a:ext cx="380766" cy="381000"/>
              <a:chOff x="6582948" y="5846898"/>
              <a:chExt cx="380766" cy="381000"/>
            </a:xfrm>
            <a:solidFill>
              <a:srgbClr val="FFFFFF"/>
            </a:solidFill>
          </p:grpSpPr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165FE807-2A6E-374B-EB5C-4646CAB8B9D6}"/>
                  </a:ext>
                </a:extLst>
              </p:cNvPr>
              <p:cNvSpPr/>
              <p:nvPr/>
            </p:nvSpPr>
            <p:spPr>
              <a:xfrm>
                <a:off x="6582948" y="58468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53" name="Picture 352">
                <a:extLst>
                  <a:ext uri="{FF2B5EF4-FFF2-40B4-BE49-F238E27FC236}">
                    <a16:creationId xmlns:a16="http://schemas.microsoft.com/office/drawing/2014/main" id="{702E7D4A-08BB-6DD6-8E46-6C66D747F1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92467" y="5932623"/>
                <a:ext cx="361727" cy="247650"/>
              </a:xfrm>
              <a:custGeom>
                <a:avLst/>
                <a:gdLst>
                  <a:gd name="csX0" fmla="*/ 0 w 361727"/>
                  <a:gd name="csY0" fmla="*/ 0 h 247650"/>
                  <a:gd name="csX1" fmla="*/ 361728 w 361727"/>
                  <a:gd name="csY1" fmla="*/ 0 h 247650"/>
                  <a:gd name="csX2" fmla="*/ 361728 w 361727"/>
                  <a:gd name="csY2" fmla="*/ 247650 h 247650"/>
                  <a:gd name="csX3" fmla="*/ 0 w 361727"/>
                  <a:gd name="csY3" fmla="*/ 247650 h 247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47650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47650"/>
                    </a:lnTo>
                    <a:lnTo>
                      <a:pt x="0" y="24765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DD61515B-E23C-B364-3C25-4F3F8371DA4C}"/>
              </a:ext>
            </a:extLst>
          </p:cNvPr>
          <p:cNvGrpSpPr/>
          <p:nvPr/>
        </p:nvGrpSpPr>
        <p:grpSpPr>
          <a:xfrm>
            <a:off x="5192340" y="2592895"/>
            <a:ext cx="1516761" cy="2339189"/>
            <a:chOff x="5192340" y="2592895"/>
            <a:chExt cx="1516761" cy="2339189"/>
          </a:xfrm>
        </p:grpSpPr>
        <p:grpSp>
          <p:nvGrpSpPr>
            <p:cNvPr id="162" name="Graphic 25">
              <a:extLst>
                <a:ext uri="{FF2B5EF4-FFF2-40B4-BE49-F238E27FC236}">
                  <a16:creationId xmlns:a16="http://schemas.microsoft.com/office/drawing/2014/main" id="{23886E14-3FC8-9B89-716D-A2F634AED11F}"/>
                </a:ext>
              </a:extLst>
            </p:cNvPr>
            <p:cNvGrpSpPr/>
            <p:nvPr/>
          </p:nvGrpSpPr>
          <p:grpSpPr>
            <a:xfrm>
              <a:off x="5398146" y="2916870"/>
              <a:ext cx="465929" cy="393059"/>
              <a:chOff x="6515259" y="2924263"/>
              <a:chExt cx="465929" cy="393059"/>
            </a:xfrm>
          </p:grpSpPr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532DEF1D-87EF-0AA6-172C-EAAC45C6F6A2}"/>
                  </a:ext>
                </a:extLst>
              </p:cNvPr>
              <p:cNvSpPr/>
              <p:nvPr/>
            </p:nvSpPr>
            <p:spPr>
              <a:xfrm>
                <a:off x="6558771" y="2924263"/>
                <a:ext cx="422417" cy="356334"/>
              </a:xfrm>
              <a:custGeom>
                <a:avLst/>
                <a:gdLst>
                  <a:gd name="csX0" fmla="*/ 422418 w 422417"/>
                  <a:gd name="csY0" fmla="*/ 0 h 356334"/>
                  <a:gd name="csX1" fmla="*/ 0 w 422417"/>
                  <a:gd name="csY1" fmla="*/ 356335 h 3563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417" h="356334">
                    <a:moveTo>
                      <a:pt x="422418" y="0"/>
                    </a:moveTo>
                    <a:lnTo>
                      <a:pt x="0" y="356335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E7A49191-2E19-8846-F896-BCB9A4E0D239}"/>
                  </a:ext>
                </a:extLst>
              </p:cNvPr>
              <p:cNvSpPr/>
              <p:nvPr/>
            </p:nvSpPr>
            <p:spPr>
              <a:xfrm>
                <a:off x="6515259" y="3239413"/>
                <a:ext cx="82379" cy="77909"/>
              </a:xfrm>
              <a:custGeom>
                <a:avLst/>
                <a:gdLst>
                  <a:gd name="csX0" fmla="*/ 0 w 82379"/>
                  <a:gd name="csY0" fmla="*/ 77910 h 77909"/>
                  <a:gd name="csX1" fmla="*/ 33558 w 82379"/>
                  <a:gd name="csY1" fmla="*/ 0 h 77909"/>
                  <a:gd name="csX2" fmla="*/ 43512 w 82379"/>
                  <a:gd name="csY2" fmla="*/ 41185 h 77909"/>
                  <a:gd name="csX3" fmla="*/ 82379 w 82379"/>
                  <a:gd name="csY3" fmla="*/ 57982 h 77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379" h="77909">
                    <a:moveTo>
                      <a:pt x="0" y="77910"/>
                    </a:moveTo>
                    <a:lnTo>
                      <a:pt x="33558" y="0"/>
                    </a:lnTo>
                    <a:lnTo>
                      <a:pt x="43512" y="41185"/>
                    </a:lnTo>
                    <a:lnTo>
                      <a:pt x="82379" y="57982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5" name="Graphic 25">
              <a:extLst>
                <a:ext uri="{FF2B5EF4-FFF2-40B4-BE49-F238E27FC236}">
                  <a16:creationId xmlns:a16="http://schemas.microsoft.com/office/drawing/2014/main" id="{17A3E7E9-D949-2F2F-9ADD-DECB451D071A}"/>
                </a:ext>
              </a:extLst>
            </p:cNvPr>
            <p:cNvGrpSpPr/>
            <p:nvPr/>
          </p:nvGrpSpPr>
          <p:grpSpPr>
            <a:xfrm>
              <a:off x="5808524" y="2592895"/>
              <a:ext cx="379190" cy="379584"/>
              <a:chOff x="6925637" y="2600288"/>
              <a:chExt cx="379190" cy="379584"/>
            </a:xfrm>
            <a:solidFill>
              <a:srgbClr val="FFFFFF"/>
            </a:solidFill>
          </p:grpSpPr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EC7E9F11-2E8E-5D86-C62B-BF1C72DAA7B3}"/>
                  </a:ext>
                </a:extLst>
              </p:cNvPr>
              <p:cNvSpPr/>
              <p:nvPr/>
            </p:nvSpPr>
            <p:spPr>
              <a:xfrm>
                <a:off x="6925637" y="26002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7" name="Picture 166">
                <a:extLst>
                  <a:ext uri="{FF2B5EF4-FFF2-40B4-BE49-F238E27FC236}">
                    <a16:creationId xmlns:a16="http://schemas.microsoft.com/office/drawing/2014/main" id="{3097507D-8F5A-640E-E1CB-749054C46A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5117" y="26904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168" name="Graphic 25">
              <a:extLst>
                <a:ext uri="{FF2B5EF4-FFF2-40B4-BE49-F238E27FC236}">
                  <a16:creationId xmlns:a16="http://schemas.microsoft.com/office/drawing/2014/main" id="{49D27268-AFE3-E44A-F84B-368AA64FDB64}"/>
                </a:ext>
              </a:extLst>
            </p:cNvPr>
            <p:cNvGrpSpPr/>
            <p:nvPr/>
          </p:nvGrpSpPr>
          <p:grpSpPr>
            <a:xfrm>
              <a:off x="5515979" y="3647570"/>
              <a:ext cx="188741" cy="136745"/>
              <a:chOff x="6633092" y="3654963"/>
              <a:chExt cx="188741" cy="136745"/>
            </a:xfrm>
          </p:grpSpPr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556E7F08-7D62-760A-4465-239AB62A4912}"/>
                  </a:ext>
                </a:extLst>
              </p:cNvPr>
              <p:cNvSpPr/>
              <p:nvPr/>
            </p:nvSpPr>
            <p:spPr>
              <a:xfrm>
                <a:off x="6633092" y="3654963"/>
                <a:ext cx="142670" cy="103341"/>
              </a:xfrm>
              <a:custGeom>
                <a:avLst/>
                <a:gdLst>
                  <a:gd name="csX0" fmla="*/ 0 w 142670"/>
                  <a:gd name="csY0" fmla="*/ 0 h 103341"/>
                  <a:gd name="csX1" fmla="*/ 142670 w 142670"/>
                  <a:gd name="csY1" fmla="*/ 103342 h 103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2670" h="103341">
                    <a:moveTo>
                      <a:pt x="0" y="0"/>
                    </a:moveTo>
                    <a:lnTo>
                      <a:pt x="142670" y="103342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DED441C6-3141-9E46-9013-4912F11DA212}"/>
                  </a:ext>
                </a:extLst>
              </p:cNvPr>
              <p:cNvSpPr/>
              <p:nvPr/>
            </p:nvSpPr>
            <p:spPr>
              <a:xfrm>
                <a:off x="6738128" y="3716456"/>
                <a:ext cx="83706" cy="75252"/>
              </a:xfrm>
              <a:custGeom>
                <a:avLst/>
                <a:gdLst>
                  <a:gd name="csX0" fmla="*/ 83706 w 83706"/>
                  <a:gd name="csY0" fmla="*/ 75253 h 75252"/>
                  <a:gd name="csX1" fmla="*/ 0 w 83706"/>
                  <a:gd name="csY1" fmla="*/ 61493 h 75252"/>
                  <a:gd name="csX2" fmla="*/ 37635 w 83706"/>
                  <a:gd name="csY2" fmla="*/ 41849 h 75252"/>
                  <a:gd name="csX3" fmla="*/ 44460 w 83706"/>
                  <a:gd name="csY3" fmla="*/ 0 h 752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06" h="75252">
                    <a:moveTo>
                      <a:pt x="83706" y="75253"/>
                    </a:moveTo>
                    <a:lnTo>
                      <a:pt x="0" y="61493"/>
                    </a:lnTo>
                    <a:lnTo>
                      <a:pt x="37635" y="41849"/>
                    </a:lnTo>
                    <a:lnTo>
                      <a:pt x="44460" y="0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1" name="Graphic 25">
              <a:extLst>
                <a:ext uri="{FF2B5EF4-FFF2-40B4-BE49-F238E27FC236}">
                  <a16:creationId xmlns:a16="http://schemas.microsoft.com/office/drawing/2014/main" id="{B834262B-2996-E762-A921-385A86FA56C1}"/>
                </a:ext>
              </a:extLst>
            </p:cNvPr>
            <p:cNvGrpSpPr/>
            <p:nvPr/>
          </p:nvGrpSpPr>
          <p:grpSpPr>
            <a:xfrm>
              <a:off x="5192340" y="3323595"/>
              <a:ext cx="379190" cy="379584"/>
              <a:chOff x="6309453" y="3330988"/>
              <a:chExt cx="379190" cy="379584"/>
            </a:xfrm>
            <a:solidFill>
              <a:srgbClr val="FFFFFF"/>
            </a:solidFill>
          </p:grpSpPr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F6D68E1C-5972-3250-7668-85F888775A6A}"/>
                  </a:ext>
                </a:extLst>
              </p:cNvPr>
              <p:cNvSpPr/>
              <p:nvPr/>
            </p:nvSpPr>
            <p:spPr>
              <a:xfrm>
                <a:off x="6309453" y="33309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0246B710-BBCA-1EAB-BDD7-AB77ED829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8933" y="34211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174" name="Graphic 25">
              <a:extLst>
                <a:ext uri="{FF2B5EF4-FFF2-40B4-BE49-F238E27FC236}">
                  <a16:creationId xmlns:a16="http://schemas.microsoft.com/office/drawing/2014/main" id="{EF9E4A97-1CBA-E254-1E45-FB6874491E4A}"/>
                </a:ext>
              </a:extLst>
            </p:cNvPr>
            <p:cNvGrpSpPr/>
            <p:nvPr/>
          </p:nvGrpSpPr>
          <p:grpSpPr>
            <a:xfrm>
              <a:off x="5989967" y="4065113"/>
              <a:ext cx="375492" cy="559886"/>
              <a:chOff x="7107080" y="4072506"/>
              <a:chExt cx="375492" cy="559886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5BDE5A46-4765-81AD-15EF-07A2E2BBA878}"/>
                  </a:ext>
                </a:extLst>
              </p:cNvPr>
              <p:cNvSpPr/>
              <p:nvPr/>
            </p:nvSpPr>
            <p:spPr>
              <a:xfrm>
                <a:off x="7107080" y="4072506"/>
                <a:ext cx="343830" cy="512628"/>
              </a:xfrm>
              <a:custGeom>
                <a:avLst/>
                <a:gdLst>
                  <a:gd name="csX0" fmla="*/ 0 w 343830"/>
                  <a:gd name="csY0" fmla="*/ 0 h 512628"/>
                  <a:gd name="csX1" fmla="*/ 343831 w 343830"/>
                  <a:gd name="csY1" fmla="*/ 512629 h 512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3830" h="512628">
                    <a:moveTo>
                      <a:pt x="0" y="0"/>
                    </a:moveTo>
                    <a:lnTo>
                      <a:pt x="343831" y="512629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4E9112A7-B5CF-6B29-2CD7-85C224F89468}"/>
                  </a:ext>
                </a:extLst>
              </p:cNvPr>
              <p:cNvSpPr/>
              <p:nvPr/>
            </p:nvSpPr>
            <p:spPr>
              <a:xfrm>
                <a:off x="7408820" y="4548220"/>
                <a:ext cx="73752" cy="84172"/>
              </a:xfrm>
              <a:custGeom>
                <a:avLst/>
                <a:gdLst>
                  <a:gd name="csX0" fmla="*/ 73752 w 73752"/>
                  <a:gd name="csY0" fmla="*/ 84173 h 84172"/>
                  <a:gd name="csX1" fmla="*/ 0 w 73752"/>
                  <a:gd name="csY1" fmla="*/ 42324 h 84172"/>
                  <a:gd name="csX2" fmla="*/ 42090 w 73752"/>
                  <a:gd name="csY2" fmla="*/ 36915 h 84172"/>
                  <a:gd name="csX3" fmla="*/ 63040 w 73752"/>
                  <a:gd name="csY3" fmla="*/ 0 h 84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752" h="84172">
                    <a:moveTo>
                      <a:pt x="73752" y="84173"/>
                    </a:moveTo>
                    <a:lnTo>
                      <a:pt x="0" y="42324"/>
                    </a:lnTo>
                    <a:lnTo>
                      <a:pt x="42090" y="36915"/>
                    </a:lnTo>
                    <a:lnTo>
                      <a:pt x="6304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77" name="Graphic 25">
              <a:extLst>
                <a:ext uri="{FF2B5EF4-FFF2-40B4-BE49-F238E27FC236}">
                  <a16:creationId xmlns:a16="http://schemas.microsoft.com/office/drawing/2014/main" id="{0E55C077-EB1A-05C6-7363-688FDC04246A}"/>
                </a:ext>
              </a:extLst>
            </p:cNvPr>
            <p:cNvGrpSpPr/>
            <p:nvPr/>
          </p:nvGrpSpPr>
          <p:grpSpPr>
            <a:xfrm>
              <a:off x="5598642" y="4065113"/>
              <a:ext cx="123236" cy="556660"/>
              <a:chOff x="6715755" y="4072506"/>
              <a:chExt cx="123236" cy="556660"/>
            </a:xfrm>
          </p:grpSpPr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92F83863-715B-BB5E-A86A-24BC2282DFF7}"/>
                  </a:ext>
                </a:extLst>
              </p:cNvPr>
              <p:cNvSpPr/>
              <p:nvPr/>
            </p:nvSpPr>
            <p:spPr>
              <a:xfrm>
                <a:off x="6749788" y="4072506"/>
                <a:ext cx="89204" cy="500576"/>
              </a:xfrm>
              <a:custGeom>
                <a:avLst/>
                <a:gdLst>
                  <a:gd name="csX0" fmla="*/ 89204 w 89204"/>
                  <a:gd name="csY0" fmla="*/ 0 h 500576"/>
                  <a:gd name="csX1" fmla="*/ 0 w 89204"/>
                  <a:gd name="csY1" fmla="*/ 500577 h 500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9204" h="500576">
                    <a:moveTo>
                      <a:pt x="89204" y="0"/>
                    </a:moveTo>
                    <a:lnTo>
                      <a:pt x="0" y="500577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E1B9D42C-1B59-0059-9EAE-C2BB96BFBD81}"/>
                  </a:ext>
                </a:extLst>
              </p:cNvPr>
              <p:cNvSpPr/>
              <p:nvPr/>
            </p:nvSpPr>
            <p:spPr>
              <a:xfrm>
                <a:off x="6715755" y="4547746"/>
                <a:ext cx="74700" cy="81420"/>
              </a:xfrm>
              <a:custGeom>
                <a:avLst/>
                <a:gdLst>
                  <a:gd name="csX0" fmla="*/ 23984 w 74700"/>
                  <a:gd name="csY0" fmla="*/ 81421 h 81420"/>
                  <a:gd name="csX1" fmla="*/ 0 w 74700"/>
                  <a:gd name="csY1" fmla="*/ 0 h 81420"/>
                  <a:gd name="csX2" fmla="*/ 34033 w 74700"/>
                  <a:gd name="csY2" fmla="*/ 25337 h 81420"/>
                  <a:gd name="csX3" fmla="*/ 74701 w 74700"/>
                  <a:gd name="csY3" fmla="*/ 13380 h 81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0" h="81420">
                    <a:moveTo>
                      <a:pt x="23984" y="81421"/>
                    </a:moveTo>
                    <a:lnTo>
                      <a:pt x="0" y="0"/>
                    </a:lnTo>
                    <a:lnTo>
                      <a:pt x="34033" y="25337"/>
                    </a:lnTo>
                    <a:lnTo>
                      <a:pt x="74701" y="13380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0" name="Graphic 25">
              <a:extLst>
                <a:ext uri="{FF2B5EF4-FFF2-40B4-BE49-F238E27FC236}">
                  <a16:creationId xmlns:a16="http://schemas.microsoft.com/office/drawing/2014/main" id="{C680289A-B03B-63B5-A3D7-2EBF77E9A41A}"/>
                </a:ext>
              </a:extLst>
            </p:cNvPr>
            <p:cNvGrpSpPr/>
            <p:nvPr/>
          </p:nvGrpSpPr>
          <p:grpSpPr>
            <a:xfrm>
              <a:off x="5666328" y="3741138"/>
              <a:ext cx="379190" cy="379584"/>
              <a:chOff x="6783441" y="3748531"/>
              <a:chExt cx="379190" cy="379584"/>
            </a:xfrm>
            <a:solidFill>
              <a:srgbClr val="FFFFFF"/>
            </a:solidFill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CE732295-B2C3-5C0F-532B-5605CA50A606}"/>
                  </a:ext>
                </a:extLst>
              </p:cNvPr>
              <p:cNvSpPr/>
              <p:nvPr/>
            </p:nvSpPr>
            <p:spPr>
              <a:xfrm>
                <a:off x="6783441" y="3748531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2" name="Picture 181">
                <a:extLst>
                  <a:ext uri="{FF2B5EF4-FFF2-40B4-BE49-F238E27FC236}">
                    <a16:creationId xmlns:a16="http://schemas.microsoft.com/office/drawing/2014/main" id="{8EE1F5C1-2576-7017-1C1D-2CDE5DBC6B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92921" y="3833937"/>
                <a:ext cx="360230" cy="246729"/>
              </a:xfrm>
              <a:custGeom>
                <a:avLst/>
                <a:gdLst>
                  <a:gd name="csX0" fmla="*/ 0 w 360230"/>
                  <a:gd name="csY0" fmla="*/ 0 h 246729"/>
                  <a:gd name="csX1" fmla="*/ 360231 w 360230"/>
                  <a:gd name="csY1" fmla="*/ 0 h 246729"/>
                  <a:gd name="csX2" fmla="*/ 360231 w 360230"/>
                  <a:gd name="csY2" fmla="*/ 246730 h 246729"/>
                  <a:gd name="csX3" fmla="*/ 0 w 360230"/>
                  <a:gd name="csY3" fmla="*/ 246730 h 2467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46729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46730"/>
                    </a:lnTo>
                    <a:lnTo>
                      <a:pt x="0" y="246730"/>
                    </a:lnTo>
                    <a:close/>
                  </a:path>
                </a:pathLst>
              </a:custGeom>
            </p:spPr>
          </p:pic>
        </p:grpSp>
        <p:grpSp>
          <p:nvGrpSpPr>
            <p:cNvPr id="193" name="Graphic 25">
              <a:extLst>
                <a:ext uri="{FF2B5EF4-FFF2-40B4-BE49-F238E27FC236}">
                  <a16:creationId xmlns:a16="http://schemas.microsoft.com/office/drawing/2014/main" id="{8911932B-DF90-F151-7C00-A42F5802777B}"/>
                </a:ext>
              </a:extLst>
            </p:cNvPr>
            <p:cNvGrpSpPr/>
            <p:nvPr/>
          </p:nvGrpSpPr>
          <p:grpSpPr>
            <a:xfrm>
              <a:off x="6132163" y="2916870"/>
              <a:ext cx="372743" cy="391351"/>
              <a:chOff x="7249276" y="2924263"/>
              <a:chExt cx="372743" cy="391351"/>
            </a:xfrm>
          </p:grpSpPr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201287B5-66C0-3CED-8E77-AD5F90C19B6D}"/>
                  </a:ext>
                </a:extLst>
              </p:cNvPr>
              <p:cNvSpPr/>
              <p:nvPr/>
            </p:nvSpPr>
            <p:spPr>
              <a:xfrm>
                <a:off x="7249276" y="2924263"/>
                <a:ext cx="333497" cy="350166"/>
              </a:xfrm>
              <a:custGeom>
                <a:avLst/>
                <a:gdLst>
                  <a:gd name="csX0" fmla="*/ 0 w 333497"/>
                  <a:gd name="csY0" fmla="*/ 0 h 350166"/>
                  <a:gd name="csX1" fmla="*/ 333498 w 333497"/>
                  <a:gd name="csY1" fmla="*/ 350167 h 3501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3497" h="350166">
                    <a:moveTo>
                      <a:pt x="0" y="0"/>
                    </a:moveTo>
                    <a:lnTo>
                      <a:pt x="333498" y="350167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3C4AD5E9-39D5-9B28-173F-9A732CC0011D}"/>
                  </a:ext>
                </a:extLst>
              </p:cNvPr>
              <p:cNvSpPr/>
              <p:nvPr/>
            </p:nvSpPr>
            <p:spPr>
              <a:xfrm>
                <a:off x="7542201" y="3234479"/>
                <a:ext cx="79819" cy="81136"/>
              </a:xfrm>
              <a:custGeom>
                <a:avLst/>
                <a:gdLst>
                  <a:gd name="csX0" fmla="*/ 79819 w 79819"/>
                  <a:gd name="csY0" fmla="*/ 81136 h 81136"/>
                  <a:gd name="csX1" fmla="*/ 0 w 79819"/>
                  <a:gd name="csY1" fmla="*/ 52383 h 81136"/>
                  <a:gd name="csX2" fmla="*/ 40573 w 79819"/>
                  <a:gd name="csY2" fmla="*/ 39951 h 81136"/>
                  <a:gd name="csX3" fmla="*/ 54888 w 79819"/>
                  <a:gd name="csY3" fmla="*/ 0 h 811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819" h="81136">
                    <a:moveTo>
                      <a:pt x="79819" y="81136"/>
                    </a:moveTo>
                    <a:lnTo>
                      <a:pt x="0" y="52383"/>
                    </a:lnTo>
                    <a:lnTo>
                      <a:pt x="40573" y="39951"/>
                    </a:lnTo>
                    <a:lnTo>
                      <a:pt x="54888" y="0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6" name="Graphic 25">
              <a:extLst>
                <a:ext uri="{FF2B5EF4-FFF2-40B4-BE49-F238E27FC236}">
                  <a16:creationId xmlns:a16="http://schemas.microsoft.com/office/drawing/2014/main" id="{706AB180-925C-49DB-DE50-2075AF38BF71}"/>
                </a:ext>
              </a:extLst>
            </p:cNvPr>
            <p:cNvGrpSpPr/>
            <p:nvPr/>
          </p:nvGrpSpPr>
          <p:grpSpPr>
            <a:xfrm>
              <a:off x="5381935" y="3703179"/>
              <a:ext cx="186371" cy="918594"/>
              <a:chOff x="6499048" y="3710572"/>
              <a:chExt cx="186371" cy="918594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40C37DA2-BD22-0514-5DA0-B3B6B8654A3F}"/>
                  </a:ext>
                </a:extLst>
              </p:cNvPr>
              <p:cNvSpPr/>
              <p:nvPr/>
            </p:nvSpPr>
            <p:spPr>
              <a:xfrm>
                <a:off x="6499048" y="3710572"/>
                <a:ext cx="152339" cy="862510"/>
              </a:xfrm>
              <a:custGeom>
                <a:avLst/>
                <a:gdLst>
                  <a:gd name="csX0" fmla="*/ 0 w 152339"/>
                  <a:gd name="csY0" fmla="*/ 0 h 862510"/>
                  <a:gd name="csX1" fmla="*/ 152340 w 152339"/>
                  <a:gd name="csY1" fmla="*/ 862511 h 862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339" h="862510">
                    <a:moveTo>
                      <a:pt x="0" y="0"/>
                    </a:moveTo>
                    <a:lnTo>
                      <a:pt x="152340" y="862511"/>
                    </a:lnTo>
                  </a:path>
                </a:pathLst>
              </a:custGeom>
              <a:noFill/>
              <a:ln w="18931" cap="flat">
                <a:solidFill>
                  <a:srgbClr val="EB0A0A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74A10461-3F75-91DA-01F7-F546C81128AA}"/>
                  </a:ext>
                </a:extLst>
              </p:cNvPr>
              <p:cNvSpPr/>
              <p:nvPr/>
            </p:nvSpPr>
            <p:spPr>
              <a:xfrm>
                <a:off x="6610720" y="4547746"/>
                <a:ext cx="74700" cy="81420"/>
              </a:xfrm>
              <a:custGeom>
                <a:avLst/>
                <a:gdLst>
                  <a:gd name="csX0" fmla="*/ 50527 w 74700"/>
                  <a:gd name="csY0" fmla="*/ 81421 h 81420"/>
                  <a:gd name="csX1" fmla="*/ 0 w 74700"/>
                  <a:gd name="csY1" fmla="*/ 13285 h 81420"/>
                  <a:gd name="csX2" fmla="*/ 40668 w 74700"/>
                  <a:gd name="csY2" fmla="*/ 25337 h 81420"/>
                  <a:gd name="csX3" fmla="*/ 74701 w 74700"/>
                  <a:gd name="csY3" fmla="*/ 0 h 81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0" h="81420">
                    <a:moveTo>
                      <a:pt x="50527" y="81421"/>
                    </a:moveTo>
                    <a:lnTo>
                      <a:pt x="0" y="13285"/>
                    </a:lnTo>
                    <a:lnTo>
                      <a:pt x="40668" y="25337"/>
                    </a:lnTo>
                    <a:lnTo>
                      <a:pt x="74701" y="0"/>
                    </a:lnTo>
                    <a:close/>
                  </a:path>
                </a:pathLst>
              </a:custGeom>
              <a:solidFill>
                <a:srgbClr val="EB0A0A"/>
              </a:solidFill>
              <a:ln w="18931" cap="flat">
                <a:solidFill>
                  <a:srgbClr val="EB0A0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9" name="Graphic 25">
              <a:extLst>
                <a:ext uri="{FF2B5EF4-FFF2-40B4-BE49-F238E27FC236}">
                  <a16:creationId xmlns:a16="http://schemas.microsoft.com/office/drawing/2014/main" id="{F7EC7862-4C08-E707-F28B-B48AFAB0A1CA}"/>
                </a:ext>
              </a:extLst>
            </p:cNvPr>
            <p:cNvGrpSpPr/>
            <p:nvPr/>
          </p:nvGrpSpPr>
          <p:grpSpPr>
            <a:xfrm>
              <a:off x="5476733" y="4642651"/>
              <a:ext cx="284392" cy="289433"/>
              <a:chOff x="6593846" y="4650044"/>
              <a:chExt cx="284392" cy="289433"/>
            </a:xfrm>
            <a:solidFill>
              <a:srgbClr val="FFFFFF"/>
            </a:solidFill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DA6B0629-67FA-6F2C-B174-A2A6A07FC8B4}"/>
                  </a:ext>
                </a:extLst>
              </p:cNvPr>
              <p:cNvSpPr/>
              <p:nvPr/>
            </p:nvSpPr>
            <p:spPr>
              <a:xfrm>
                <a:off x="6593846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1" name="Picture 200">
                <a:extLst>
                  <a:ext uri="{FF2B5EF4-FFF2-40B4-BE49-F238E27FC236}">
                    <a16:creationId xmlns:a16="http://schemas.microsoft.com/office/drawing/2014/main" id="{1B526878-817A-EF2F-D374-1B76A73D81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3326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02" name="Graphic 25">
              <a:extLst>
                <a:ext uri="{FF2B5EF4-FFF2-40B4-BE49-F238E27FC236}">
                  <a16:creationId xmlns:a16="http://schemas.microsoft.com/office/drawing/2014/main" id="{1C43F22D-CB12-E4B2-E29E-EB56AE7929FD}"/>
                </a:ext>
              </a:extLst>
            </p:cNvPr>
            <p:cNvGrpSpPr/>
            <p:nvPr/>
          </p:nvGrpSpPr>
          <p:grpSpPr>
            <a:xfrm>
              <a:off x="6235113" y="4642651"/>
              <a:ext cx="284392" cy="289433"/>
              <a:chOff x="7352226" y="4650044"/>
              <a:chExt cx="284392" cy="289433"/>
            </a:xfrm>
            <a:solidFill>
              <a:srgbClr val="FFFFFF"/>
            </a:solidFill>
          </p:grpSpPr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16DCEE0C-58C2-24E0-346B-FEC667245374}"/>
                  </a:ext>
                </a:extLst>
              </p:cNvPr>
              <p:cNvSpPr/>
              <p:nvPr/>
            </p:nvSpPr>
            <p:spPr>
              <a:xfrm>
                <a:off x="7352226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4" name="Picture 203">
                <a:extLst>
                  <a:ext uri="{FF2B5EF4-FFF2-40B4-BE49-F238E27FC236}">
                    <a16:creationId xmlns:a16="http://schemas.microsoft.com/office/drawing/2014/main" id="{977C51C2-73A6-0511-D426-718BDD33C4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61706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05" name="Graphic 25">
              <a:extLst>
                <a:ext uri="{FF2B5EF4-FFF2-40B4-BE49-F238E27FC236}">
                  <a16:creationId xmlns:a16="http://schemas.microsoft.com/office/drawing/2014/main" id="{E3B9B303-59C1-84AF-712C-DB28AECB9FAB}"/>
                </a:ext>
              </a:extLst>
            </p:cNvPr>
            <p:cNvGrpSpPr/>
            <p:nvPr/>
          </p:nvGrpSpPr>
          <p:grpSpPr>
            <a:xfrm>
              <a:off x="6417883" y="3703179"/>
              <a:ext cx="101622" cy="918309"/>
              <a:chOff x="7534996" y="3710572"/>
              <a:chExt cx="101622" cy="918309"/>
            </a:xfrm>
          </p:grpSpPr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E898253A-1A50-5134-FF64-29DD7C4D842D}"/>
                  </a:ext>
                </a:extLst>
              </p:cNvPr>
              <p:cNvSpPr/>
              <p:nvPr/>
            </p:nvSpPr>
            <p:spPr>
              <a:xfrm>
                <a:off x="7571398" y="3710572"/>
                <a:ext cx="65220" cy="861561"/>
              </a:xfrm>
              <a:custGeom>
                <a:avLst/>
                <a:gdLst>
                  <a:gd name="csX0" fmla="*/ 65221 w 65220"/>
                  <a:gd name="csY0" fmla="*/ 0 h 861561"/>
                  <a:gd name="csX1" fmla="*/ 0 w 65220"/>
                  <a:gd name="csY1" fmla="*/ 861562 h 8615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220" h="861561">
                    <a:moveTo>
                      <a:pt x="65221" y="0"/>
                    </a:moveTo>
                    <a:lnTo>
                      <a:pt x="0" y="861562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A1A2004D-8440-EB0C-5C37-2086779BCD79}"/>
                  </a:ext>
                </a:extLst>
              </p:cNvPr>
              <p:cNvSpPr/>
              <p:nvPr/>
            </p:nvSpPr>
            <p:spPr>
              <a:xfrm>
                <a:off x="7534996" y="4550308"/>
                <a:ext cx="75648" cy="78573"/>
              </a:xfrm>
              <a:custGeom>
                <a:avLst/>
                <a:gdLst>
                  <a:gd name="csX0" fmla="*/ 32137 w 75648"/>
                  <a:gd name="csY0" fmla="*/ 78574 h 78573"/>
                  <a:gd name="csX1" fmla="*/ 0 w 75648"/>
                  <a:gd name="csY1" fmla="*/ 0 h 78573"/>
                  <a:gd name="csX2" fmla="*/ 36402 w 75648"/>
                  <a:gd name="csY2" fmla="*/ 21826 h 78573"/>
                  <a:gd name="csX3" fmla="*/ 75649 w 75648"/>
                  <a:gd name="csY3" fmla="*/ 5789 h 7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648" h="78573">
                    <a:moveTo>
                      <a:pt x="32137" y="78574"/>
                    </a:moveTo>
                    <a:lnTo>
                      <a:pt x="0" y="0"/>
                    </a:lnTo>
                    <a:lnTo>
                      <a:pt x="36402" y="21826"/>
                    </a:lnTo>
                    <a:lnTo>
                      <a:pt x="75649" y="5789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8" name="Graphic 25">
              <a:extLst>
                <a:ext uri="{FF2B5EF4-FFF2-40B4-BE49-F238E27FC236}">
                  <a16:creationId xmlns:a16="http://schemas.microsoft.com/office/drawing/2014/main" id="{89A219C9-A8BE-B36C-9FE9-67138DBFD4E4}"/>
                </a:ext>
              </a:extLst>
            </p:cNvPr>
            <p:cNvGrpSpPr/>
            <p:nvPr/>
          </p:nvGrpSpPr>
          <p:grpSpPr>
            <a:xfrm>
              <a:off x="5702161" y="3647570"/>
              <a:ext cx="683300" cy="977714"/>
              <a:chOff x="6819274" y="3654963"/>
              <a:chExt cx="683300" cy="977714"/>
            </a:xfrm>
          </p:grpSpPr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98539D0E-990E-C5B3-9E4D-594B1974C259}"/>
                  </a:ext>
                </a:extLst>
              </p:cNvPr>
              <p:cNvSpPr/>
              <p:nvPr/>
            </p:nvSpPr>
            <p:spPr>
              <a:xfrm>
                <a:off x="6851885" y="3654963"/>
                <a:ext cx="650690" cy="931025"/>
              </a:xfrm>
              <a:custGeom>
                <a:avLst/>
                <a:gdLst>
                  <a:gd name="csX0" fmla="*/ 650690 w 650690"/>
                  <a:gd name="csY0" fmla="*/ 0 h 931025"/>
                  <a:gd name="csX1" fmla="*/ 0 w 650690"/>
                  <a:gd name="csY1" fmla="*/ 931026 h 9310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0690" h="931025">
                    <a:moveTo>
                      <a:pt x="650690" y="0"/>
                    </a:moveTo>
                    <a:lnTo>
                      <a:pt x="0" y="931026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61769F8A-F412-A9EB-C347-F0C8FF3FC624}"/>
                  </a:ext>
                </a:extLst>
              </p:cNvPr>
              <p:cNvSpPr/>
              <p:nvPr/>
            </p:nvSpPr>
            <p:spPr>
              <a:xfrm>
                <a:off x="6819274" y="4548695"/>
                <a:ext cx="74605" cy="83982"/>
              </a:xfrm>
              <a:custGeom>
                <a:avLst/>
                <a:gdLst>
                  <a:gd name="csX0" fmla="*/ 0 w 74605"/>
                  <a:gd name="csY0" fmla="*/ 83983 h 83982"/>
                  <a:gd name="csX1" fmla="*/ 12418 w 74605"/>
                  <a:gd name="csY1" fmla="*/ 0 h 83982"/>
                  <a:gd name="csX2" fmla="*/ 32610 w 74605"/>
                  <a:gd name="csY2" fmla="*/ 37294 h 83982"/>
                  <a:gd name="csX3" fmla="*/ 74606 w 74605"/>
                  <a:gd name="csY3" fmla="*/ 43557 h 839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05" h="83982">
                    <a:moveTo>
                      <a:pt x="0" y="83983"/>
                    </a:moveTo>
                    <a:lnTo>
                      <a:pt x="12418" y="0"/>
                    </a:lnTo>
                    <a:lnTo>
                      <a:pt x="32610" y="37294"/>
                    </a:lnTo>
                    <a:lnTo>
                      <a:pt x="74606" y="43557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1" name="Graphic 25">
              <a:extLst>
                <a:ext uri="{FF2B5EF4-FFF2-40B4-BE49-F238E27FC236}">
                  <a16:creationId xmlns:a16="http://schemas.microsoft.com/office/drawing/2014/main" id="{60DCAC46-24DB-BFCA-C068-77D318D5B26C}"/>
                </a:ext>
              </a:extLst>
            </p:cNvPr>
            <p:cNvGrpSpPr/>
            <p:nvPr/>
          </p:nvGrpSpPr>
          <p:grpSpPr>
            <a:xfrm>
              <a:off x="6329911" y="3323595"/>
              <a:ext cx="379190" cy="379584"/>
              <a:chOff x="7447024" y="3330988"/>
              <a:chExt cx="379190" cy="379584"/>
            </a:xfrm>
            <a:solidFill>
              <a:srgbClr val="FFFFFF"/>
            </a:solidFill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F0697997-A7AA-731B-6016-ABBB1E3B36F2}"/>
                  </a:ext>
                </a:extLst>
              </p:cNvPr>
              <p:cNvSpPr/>
              <p:nvPr/>
            </p:nvSpPr>
            <p:spPr>
              <a:xfrm>
                <a:off x="7447024" y="33309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3" name="Picture 212">
                <a:extLst>
                  <a:ext uri="{FF2B5EF4-FFF2-40B4-BE49-F238E27FC236}">
                    <a16:creationId xmlns:a16="http://schemas.microsoft.com/office/drawing/2014/main" id="{52D1BECD-3E0A-15CD-318F-9397496971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56503" y="3416394"/>
                <a:ext cx="360230" cy="246729"/>
              </a:xfrm>
              <a:custGeom>
                <a:avLst/>
                <a:gdLst>
                  <a:gd name="csX0" fmla="*/ 0 w 360230"/>
                  <a:gd name="csY0" fmla="*/ 0 h 246729"/>
                  <a:gd name="csX1" fmla="*/ 360231 w 360230"/>
                  <a:gd name="csY1" fmla="*/ 0 h 246729"/>
                  <a:gd name="csX2" fmla="*/ 360231 w 360230"/>
                  <a:gd name="csY2" fmla="*/ 246730 h 246729"/>
                  <a:gd name="csX3" fmla="*/ 0 w 360230"/>
                  <a:gd name="csY3" fmla="*/ 246730 h 2467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46729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46730"/>
                    </a:lnTo>
                    <a:lnTo>
                      <a:pt x="0" y="24673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29EAEB42-3A82-4E70-9A9F-B4117A3EFD0B}"/>
              </a:ext>
            </a:extLst>
          </p:cNvPr>
          <p:cNvGrpSpPr/>
          <p:nvPr/>
        </p:nvGrpSpPr>
        <p:grpSpPr>
          <a:xfrm>
            <a:off x="7613651" y="2592895"/>
            <a:ext cx="1327165" cy="2339189"/>
            <a:chOff x="7613651" y="2592895"/>
            <a:chExt cx="1327165" cy="2339189"/>
          </a:xfrm>
        </p:grpSpPr>
        <p:grpSp>
          <p:nvGrpSpPr>
            <p:cNvPr id="214" name="Graphic 25">
              <a:extLst>
                <a:ext uri="{FF2B5EF4-FFF2-40B4-BE49-F238E27FC236}">
                  <a16:creationId xmlns:a16="http://schemas.microsoft.com/office/drawing/2014/main" id="{74B20BAC-71E3-430B-1112-F25048102E0C}"/>
                </a:ext>
              </a:extLst>
            </p:cNvPr>
            <p:cNvGrpSpPr/>
            <p:nvPr/>
          </p:nvGrpSpPr>
          <p:grpSpPr>
            <a:xfrm>
              <a:off x="7819457" y="2916870"/>
              <a:ext cx="465929" cy="393059"/>
              <a:chOff x="8790400" y="2924263"/>
              <a:chExt cx="465929" cy="393059"/>
            </a:xfrm>
          </p:grpSpPr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3E93D5A3-C91F-A8EB-6DA2-166D858AC42D}"/>
                  </a:ext>
                </a:extLst>
              </p:cNvPr>
              <p:cNvSpPr/>
              <p:nvPr/>
            </p:nvSpPr>
            <p:spPr>
              <a:xfrm>
                <a:off x="8833912" y="2924263"/>
                <a:ext cx="422417" cy="356334"/>
              </a:xfrm>
              <a:custGeom>
                <a:avLst/>
                <a:gdLst>
                  <a:gd name="csX0" fmla="*/ 422418 w 422417"/>
                  <a:gd name="csY0" fmla="*/ 0 h 356334"/>
                  <a:gd name="csX1" fmla="*/ 0 w 422417"/>
                  <a:gd name="csY1" fmla="*/ 356335 h 3563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417" h="356334">
                    <a:moveTo>
                      <a:pt x="422418" y="0"/>
                    </a:moveTo>
                    <a:lnTo>
                      <a:pt x="0" y="356335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044E5135-078D-6D41-CDB9-86A6CD7CCA6E}"/>
                  </a:ext>
                </a:extLst>
              </p:cNvPr>
              <p:cNvSpPr/>
              <p:nvPr/>
            </p:nvSpPr>
            <p:spPr>
              <a:xfrm>
                <a:off x="8790400" y="3239413"/>
                <a:ext cx="82379" cy="77909"/>
              </a:xfrm>
              <a:custGeom>
                <a:avLst/>
                <a:gdLst>
                  <a:gd name="csX0" fmla="*/ 0 w 82379"/>
                  <a:gd name="csY0" fmla="*/ 77910 h 77909"/>
                  <a:gd name="csX1" fmla="*/ 33558 w 82379"/>
                  <a:gd name="csY1" fmla="*/ 0 h 77909"/>
                  <a:gd name="csX2" fmla="*/ 43512 w 82379"/>
                  <a:gd name="csY2" fmla="*/ 41185 h 77909"/>
                  <a:gd name="csX3" fmla="*/ 82379 w 82379"/>
                  <a:gd name="csY3" fmla="*/ 57982 h 77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379" h="77909">
                    <a:moveTo>
                      <a:pt x="0" y="77910"/>
                    </a:moveTo>
                    <a:lnTo>
                      <a:pt x="33558" y="0"/>
                    </a:lnTo>
                    <a:lnTo>
                      <a:pt x="43512" y="41185"/>
                    </a:lnTo>
                    <a:lnTo>
                      <a:pt x="82379" y="57982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7" name="Graphic 25">
              <a:extLst>
                <a:ext uri="{FF2B5EF4-FFF2-40B4-BE49-F238E27FC236}">
                  <a16:creationId xmlns:a16="http://schemas.microsoft.com/office/drawing/2014/main" id="{99F1AFE7-EC5F-EF6B-3522-465D9D613D5A}"/>
                </a:ext>
              </a:extLst>
            </p:cNvPr>
            <p:cNvGrpSpPr/>
            <p:nvPr/>
          </p:nvGrpSpPr>
          <p:grpSpPr>
            <a:xfrm>
              <a:off x="8229835" y="2592895"/>
              <a:ext cx="379190" cy="379584"/>
              <a:chOff x="9200778" y="2600288"/>
              <a:chExt cx="379190" cy="379584"/>
            </a:xfrm>
            <a:solidFill>
              <a:srgbClr val="FFFFFF"/>
            </a:solidFill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7121BE5F-0584-9BD5-AEE6-4E358CE00040}"/>
                  </a:ext>
                </a:extLst>
              </p:cNvPr>
              <p:cNvSpPr/>
              <p:nvPr/>
            </p:nvSpPr>
            <p:spPr>
              <a:xfrm>
                <a:off x="9200778" y="26002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9" name="Picture 218">
                <a:extLst>
                  <a:ext uri="{FF2B5EF4-FFF2-40B4-BE49-F238E27FC236}">
                    <a16:creationId xmlns:a16="http://schemas.microsoft.com/office/drawing/2014/main" id="{29EA5077-A81A-218E-4240-1E9C9B278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0258" y="26904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75" name="Graphic 25">
              <a:extLst>
                <a:ext uri="{FF2B5EF4-FFF2-40B4-BE49-F238E27FC236}">
                  <a16:creationId xmlns:a16="http://schemas.microsoft.com/office/drawing/2014/main" id="{59CD3583-5DC4-878E-6C51-F77F9287D1F7}"/>
                </a:ext>
              </a:extLst>
            </p:cNvPr>
            <p:cNvGrpSpPr/>
            <p:nvPr/>
          </p:nvGrpSpPr>
          <p:grpSpPr>
            <a:xfrm>
              <a:off x="7803246" y="3703179"/>
              <a:ext cx="186371" cy="918594"/>
              <a:chOff x="8774189" y="3710572"/>
              <a:chExt cx="186371" cy="918594"/>
            </a:xfrm>
          </p:grpSpPr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7286C3D2-521C-3918-F103-C525B80F028E}"/>
                  </a:ext>
                </a:extLst>
              </p:cNvPr>
              <p:cNvSpPr/>
              <p:nvPr/>
            </p:nvSpPr>
            <p:spPr>
              <a:xfrm>
                <a:off x="8774189" y="3710572"/>
                <a:ext cx="152339" cy="862510"/>
              </a:xfrm>
              <a:custGeom>
                <a:avLst/>
                <a:gdLst>
                  <a:gd name="csX0" fmla="*/ 0 w 152339"/>
                  <a:gd name="csY0" fmla="*/ 0 h 862510"/>
                  <a:gd name="csX1" fmla="*/ 152340 w 152339"/>
                  <a:gd name="csY1" fmla="*/ 862511 h 862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339" h="862510">
                    <a:moveTo>
                      <a:pt x="0" y="0"/>
                    </a:moveTo>
                    <a:lnTo>
                      <a:pt x="152340" y="862511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0318CCAD-17B9-7F32-3F7D-EB96BA193E86}"/>
                  </a:ext>
                </a:extLst>
              </p:cNvPr>
              <p:cNvSpPr/>
              <p:nvPr/>
            </p:nvSpPr>
            <p:spPr>
              <a:xfrm>
                <a:off x="8885861" y="4547746"/>
                <a:ext cx="74699" cy="81420"/>
              </a:xfrm>
              <a:custGeom>
                <a:avLst/>
                <a:gdLst>
                  <a:gd name="csX0" fmla="*/ 50527 w 74699"/>
                  <a:gd name="csY0" fmla="*/ 81421 h 81420"/>
                  <a:gd name="csX1" fmla="*/ 0 w 74699"/>
                  <a:gd name="csY1" fmla="*/ 13285 h 81420"/>
                  <a:gd name="csX2" fmla="*/ 40668 w 74699"/>
                  <a:gd name="csY2" fmla="*/ 25337 h 81420"/>
                  <a:gd name="csX3" fmla="*/ 74700 w 74699"/>
                  <a:gd name="csY3" fmla="*/ 0 h 81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99" h="81420">
                    <a:moveTo>
                      <a:pt x="50527" y="81421"/>
                    </a:moveTo>
                    <a:lnTo>
                      <a:pt x="0" y="13285"/>
                    </a:lnTo>
                    <a:lnTo>
                      <a:pt x="40668" y="25337"/>
                    </a:lnTo>
                    <a:lnTo>
                      <a:pt x="74700" y="0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8" name="Graphic 25">
              <a:extLst>
                <a:ext uri="{FF2B5EF4-FFF2-40B4-BE49-F238E27FC236}">
                  <a16:creationId xmlns:a16="http://schemas.microsoft.com/office/drawing/2014/main" id="{05198784-4A6D-CEBC-BD3A-B9A3C5850896}"/>
                </a:ext>
              </a:extLst>
            </p:cNvPr>
            <p:cNvGrpSpPr/>
            <p:nvPr/>
          </p:nvGrpSpPr>
          <p:grpSpPr>
            <a:xfrm>
              <a:off x="7613651" y="3323595"/>
              <a:ext cx="379190" cy="379584"/>
              <a:chOff x="8584594" y="3330988"/>
              <a:chExt cx="379190" cy="379584"/>
            </a:xfrm>
            <a:solidFill>
              <a:srgbClr val="FFFFFF"/>
            </a:solidFill>
          </p:grpSpPr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C1B9EFCE-1A95-F2BD-5087-C47D86EBDB17}"/>
                  </a:ext>
                </a:extLst>
              </p:cNvPr>
              <p:cNvSpPr/>
              <p:nvPr/>
            </p:nvSpPr>
            <p:spPr>
              <a:xfrm>
                <a:off x="8584594" y="33309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0" name="Picture 279">
                <a:extLst>
                  <a:ext uri="{FF2B5EF4-FFF2-40B4-BE49-F238E27FC236}">
                    <a16:creationId xmlns:a16="http://schemas.microsoft.com/office/drawing/2014/main" id="{96D68EE7-4994-6CF5-1276-06168E3761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94074" y="34211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81" name="Graphic 25">
              <a:extLst>
                <a:ext uri="{FF2B5EF4-FFF2-40B4-BE49-F238E27FC236}">
                  <a16:creationId xmlns:a16="http://schemas.microsoft.com/office/drawing/2014/main" id="{C64958EC-3BEC-6B8F-7D9B-868D620C9BE4}"/>
                </a:ext>
              </a:extLst>
            </p:cNvPr>
            <p:cNvGrpSpPr/>
            <p:nvPr/>
          </p:nvGrpSpPr>
          <p:grpSpPr>
            <a:xfrm>
              <a:off x="8098730" y="2916870"/>
              <a:ext cx="454744" cy="1705187"/>
              <a:chOff x="9069673" y="2924263"/>
              <a:chExt cx="454744" cy="1705187"/>
            </a:xfrm>
          </p:grpSpPr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00E26A65-A893-5A70-FD12-25478475A5B0}"/>
                  </a:ext>
                </a:extLst>
              </p:cNvPr>
              <p:cNvSpPr/>
              <p:nvPr/>
            </p:nvSpPr>
            <p:spPr>
              <a:xfrm>
                <a:off x="9101715" y="2924263"/>
                <a:ext cx="422702" cy="1650053"/>
              </a:xfrm>
              <a:custGeom>
                <a:avLst/>
                <a:gdLst>
                  <a:gd name="csX0" fmla="*/ 422702 w 422702"/>
                  <a:gd name="csY0" fmla="*/ 0 h 1650053"/>
                  <a:gd name="csX1" fmla="*/ 0 w 422702"/>
                  <a:gd name="csY1" fmla="*/ 1650053 h 16500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702" h="1650053">
                    <a:moveTo>
                      <a:pt x="422702" y="0"/>
                    </a:moveTo>
                    <a:lnTo>
                      <a:pt x="0" y="1650053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199D0E42-3ADC-FAC4-C365-5E8DCA339ACF}"/>
                  </a:ext>
                </a:extLst>
              </p:cNvPr>
              <p:cNvSpPr/>
              <p:nvPr/>
            </p:nvSpPr>
            <p:spPr>
              <a:xfrm>
                <a:off x="9069673" y="4546512"/>
                <a:ext cx="73468" cy="82939"/>
              </a:xfrm>
              <a:custGeom>
                <a:avLst/>
                <a:gdLst>
                  <a:gd name="csX0" fmla="*/ 17917 w 73468"/>
                  <a:gd name="csY0" fmla="*/ 82939 h 82939"/>
                  <a:gd name="csX1" fmla="*/ 0 w 73468"/>
                  <a:gd name="csY1" fmla="*/ 0 h 82939"/>
                  <a:gd name="csX2" fmla="*/ 32042 w 73468"/>
                  <a:gd name="csY2" fmla="*/ 27805 h 82939"/>
                  <a:gd name="csX3" fmla="*/ 73468 w 73468"/>
                  <a:gd name="csY3" fmla="*/ 18884 h 829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468" h="82939">
                    <a:moveTo>
                      <a:pt x="17917" y="82939"/>
                    </a:moveTo>
                    <a:lnTo>
                      <a:pt x="0" y="0"/>
                    </a:lnTo>
                    <a:lnTo>
                      <a:pt x="32042" y="27805"/>
                    </a:lnTo>
                    <a:lnTo>
                      <a:pt x="73468" y="18884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4" name="Graphic 25">
              <a:extLst>
                <a:ext uri="{FF2B5EF4-FFF2-40B4-BE49-F238E27FC236}">
                  <a16:creationId xmlns:a16="http://schemas.microsoft.com/office/drawing/2014/main" id="{55A2B7D3-C74E-709B-BAB6-6CDEDCCBBDF0}"/>
                </a:ext>
              </a:extLst>
            </p:cNvPr>
            <p:cNvGrpSpPr/>
            <p:nvPr/>
          </p:nvGrpSpPr>
          <p:grpSpPr>
            <a:xfrm>
              <a:off x="7937290" y="3647570"/>
              <a:ext cx="847489" cy="979042"/>
              <a:chOff x="8908233" y="3654963"/>
              <a:chExt cx="847489" cy="979042"/>
            </a:xfrm>
          </p:grpSpPr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BF16F568-8CF4-7546-48A3-A4E9FD170CFC}"/>
                  </a:ext>
                </a:extLst>
              </p:cNvPr>
              <p:cNvSpPr/>
              <p:nvPr/>
            </p:nvSpPr>
            <p:spPr>
              <a:xfrm>
                <a:off x="8908233" y="3654963"/>
                <a:ext cx="810234" cy="936055"/>
              </a:xfrm>
              <a:custGeom>
                <a:avLst/>
                <a:gdLst>
                  <a:gd name="csX0" fmla="*/ 0 w 810234"/>
                  <a:gd name="csY0" fmla="*/ 0 h 936055"/>
                  <a:gd name="csX1" fmla="*/ 810234 w 810234"/>
                  <a:gd name="csY1" fmla="*/ 936055 h 936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0234" h="936055">
                    <a:moveTo>
                      <a:pt x="0" y="0"/>
                    </a:moveTo>
                    <a:lnTo>
                      <a:pt x="810234" y="936055"/>
                    </a:lnTo>
                  </a:path>
                </a:pathLst>
              </a:custGeom>
              <a:noFill/>
              <a:ln w="18931" cap="flat">
                <a:solidFill>
                  <a:srgbClr val="EB0A0A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D01F896E-D5D4-E6E7-0AB6-BE78CC895656}"/>
                  </a:ext>
                </a:extLst>
              </p:cNvPr>
              <p:cNvSpPr/>
              <p:nvPr/>
            </p:nvSpPr>
            <p:spPr>
              <a:xfrm>
                <a:off x="9677326" y="4551731"/>
                <a:ext cx="78397" cy="82274"/>
              </a:xfrm>
              <a:custGeom>
                <a:avLst/>
                <a:gdLst>
                  <a:gd name="csX0" fmla="*/ 78397 w 78397"/>
                  <a:gd name="csY0" fmla="*/ 82275 h 82274"/>
                  <a:gd name="csX1" fmla="*/ 0 w 78397"/>
                  <a:gd name="csY1" fmla="*/ 49726 h 82274"/>
                  <a:gd name="csX2" fmla="*/ 41142 w 78397"/>
                  <a:gd name="csY2" fmla="*/ 39287 h 82274"/>
                  <a:gd name="csX3" fmla="*/ 57352 w 78397"/>
                  <a:gd name="csY3" fmla="*/ 0 h 82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8397" h="82274">
                    <a:moveTo>
                      <a:pt x="78397" y="82275"/>
                    </a:moveTo>
                    <a:lnTo>
                      <a:pt x="0" y="49726"/>
                    </a:lnTo>
                    <a:lnTo>
                      <a:pt x="41142" y="39287"/>
                    </a:lnTo>
                    <a:lnTo>
                      <a:pt x="57352" y="0"/>
                    </a:lnTo>
                    <a:close/>
                  </a:path>
                </a:pathLst>
              </a:custGeom>
              <a:solidFill>
                <a:srgbClr val="EB0A0A"/>
              </a:solidFill>
              <a:ln w="18931" cap="flat">
                <a:solidFill>
                  <a:srgbClr val="EB0A0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7" name="Graphic 25">
              <a:extLst>
                <a:ext uri="{FF2B5EF4-FFF2-40B4-BE49-F238E27FC236}">
                  <a16:creationId xmlns:a16="http://schemas.microsoft.com/office/drawing/2014/main" id="{D42472BE-262A-6234-B720-A64CBD47921F}"/>
                </a:ext>
              </a:extLst>
            </p:cNvPr>
            <p:cNvGrpSpPr/>
            <p:nvPr/>
          </p:nvGrpSpPr>
          <p:grpSpPr>
            <a:xfrm>
              <a:off x="7898044" y="4642651"/>
              <a:ext cx="284392" cy="289433"/>
              <a:chOff x="8868987" y="4650044"/>
              <a:chExt cx="284392" cy="289433"/>
            </a:xfrm>
            <a:solidFill>
              <a:srgbClr val="FFFFFF"/>
            </a:solidFill>
          </p:grpSpPr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BC647D39-62A8-E7D7-2C06-15D24AC5F21D}"/>
                  </a:ext>
                </a:extLst>
              </p:cNvPr>
              <p:cNvSpPr/>
              <p:nvPr/>
            </p:nvSpPr>
            <p:spPr>
              <a:xfrm>
                <a:off x="8868987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9" name="Picture 288">
                <a:extLst>
                  <a:ext uri="{FF2B5EF4-FFF2-40B4-BE49-F238E27FC236}">
                    <a16:creationId xmlns:a16="http://schemas.microsoft.com/office/drawing/2014/main" id="{D071EC58-7043-B2A2-9F8B-1D4FE91BFD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78467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290" name="Graphic 25">
              <a:extLst>
                <a:ext uri="{FF2B5EF4-FFF2-40B4-BE49-F238E27FC236}">
                  <a16:creationId xmlns:a16="http://schemas.microsoft.com/office/drawing/2014/main" id="{25EA382F-320D-5C9C-D4DF-0D3D752D503F}"/>
                </a:ext>
              </a:extLst>
            </p:cNvPr>
            <p:cNvGrpSpPr/>
            <p:nvPr/>
          </p:nvGrpSpPr>
          <p:grpSpPr>
            <a:xfrm>
              <a:off x="8656424" y="4642651"/>
              <a:ext cx="284392" cy="289433"/>
              <a:chOff x="9627367" y="4650044"/>
              <a:chExt cx="284392" cy="289433"/>
            </a:xfrm>
            <a:solidFill>
              <a:srgbClr val="FFFFFF"/>
            </a:solidFill>
          </p:grpSpPr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6C865190-7D29-2DC6-909F-6208AB85E4A4}"/>
                  </a:ext>
                </a:extLst>
              </p:cNvPr>
              <p:cNvSpPr/>
              <p:nvPr/>
            </p:nvSpPr>
            <p:spPr>
              <a:xfrm>
                <a:off x="9627367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2" name="Picture 291">
                <a:extLst>
                  <a:ext uri="{FF2B5EF4-FFF2-40B4-BE49-F238E27FC236}">
                    <a16:creationId xmlns:a16="http://schemas.microsoft.com/office/drawing/2014/main" id="{2470F617-1FAA-57F4-2E8F-49A377C5B2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36847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300" name="Oval 299">
            <a:extLst>
              <a:ext uri="{FF2B5EF4-FFF2-40B4-BE49-F238E27FC236}">
                <a16:creationId xmlns:a16="http://schemas.microsoft.com/office/drawing/2014/main" id="{7EA5D2D1-DDA8-6F21-CB3F-E97296ADDC4C}"/>
              </a:ext>
            </a:extLst>
          </p:cNvPr>
          <p:cNvSpPr/>
          <p:nvPr/>
        </p:nvSpPr>
        <p:spPr>
          <a:xfrm rot="19937414">
            <a:off x="4854341" y="2598694"/>
            <a:ext cx="1981200" cy="1136381"/>
          </a:xfrm>
          <a:prstGeom prst="ellipse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9BC6104-78A9-CEE1-6722-55B2CE32CC7E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8E6B315D-7225-2A59-F924-370C81A54FDC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C496D3-F91F-FDC9-986E-F6ABC41831C1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23A14C-4A89-FFCE-C150-4AA26823223B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B1124E8-2BA1-873C-B1C2-D11D7378B61B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1A8216-9D72-96B9-0B77-149287AC8094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43FBBB-D586-8B74-1EFF-D9DCB5C02FFE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0DE2FC66-A44E-0801-9463-1A8F95704500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34E49616-B632-61F0-4E35-C5955A4DC320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310CB5CF-1432-BC2D-CF92-915944D7D059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28CE06CB-F545-F62C-A4CB-77FA5E80BEE1}"/>
              </a:ext>
            </a:extLst>
          </p:cNvPr>
          <p:cNvSpPr/>
          <p:nvPr/>
        </p:nvSpPr>
        <p:spPr>
          <a:xfrm>
            <a:off x="1823241" y="933225"/>
            <a:ext cx="674117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C98588-3080-043C-276E-5424A2541B51}"/>
                  </a:ext>
                </a:extLst>
              </p:cNvPr>
              <p:cNvSpPr txBox="1"/>
              <p:nvPr/>
            </p:nvSpPr>
            <p:spPr>
              <a:xfrm>
                <a:off x="1825895" y="1716741"/>
                <a:ext cx="19461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reach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C98588-3080-043C-276E-5424A2541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895" y="1716741"/>
                <a:ext cx="1946174" cy="369332"/>
              </a:xfrm>
              <a:prstGeom prst="rect">
                <a:avLst/>
              </a:prstGeom>
              <a:blipFill>
                <a:blip r:embed="rId9"/>
                <a:stretch>
                  <a:fillRect l="-3247" t="-10000" r="-1299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036008"/>
      </p:ext>
    </p:extLst>
  </p:cSld>
  <p:clrMapOvr>
    <a:masterClrMapping/>
  </p:clrMapOvr>
  <p:transition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B155-5443-E79D-CCB8-FFB69D98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68FB05-D7E9-8971-71F6-1520A2F75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B4316C-66C5-3B4E-B6AE-823CCDFAD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64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F024272D-DF50-FB1D-55D3-E56EFBDF32E3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B58FDB67-1FD7-9FCA-75B6-FF7E5754E60C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DF9B0182-DE13-0E5F-895C-9230FE189300}"/>
              </a:ext>
            </a:extLst>
          </p:cNvPr>
          <p:cNvGrpSpPr/>
          <p:nvPr/>
        </p:nvGrpSpPr>
        <p:grpSpPr>
          <a:xfrm>
            <a:off x="6217577" y="4058965"/>
            <a:ext cx="2836707" cy="2150364"/>
            <a:chOff x="7763323" y="5199198"/>
            <a:chExt cx="2836707" cy="2150364"/>
          </a:xfrm>
        </p:grpSpPr>
        <p:grpSp>
          <p:nvGrpSpPr>
            <p:cNvPr id="342" name="Graphic 18">
              <a:extLst>
                <a:ext uri="{FF2B5EF4-FFF2-40B4-BE49-F238E27FC236}">
                  <a16:creationId xmlns:a16="http://schemas.microsoft.com/office/drawing/2014/main" id="{8222FF67-817B-1B77-37AB-DC0032391C70}"/>
                </a:ext>
              </a:extLst>
            </p:cNvPr>
            <p:cNvGrpSpPr/>
            <p:nvPr/>
          </p:nvGrpSpPr>
          <p:grpSpPr>
            <a:xfrm>
              <a:off x="9743307" y="5884998"/>
              <a:ext cx="856723" cy="390525"/>
              <a:chOff x="9743307" y="5884998"/>
              <a:chExt cx="856723" cy="390525"/>
            </a:xfrm>
            <a:noFill/>
          </p:grpSpPr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06D1B0BE-31C1-CD72-7AEC-3D01AF18C021}"/>
                  </a:ext>
                </a:extLst>
              </p:cNvPr>
              <p:cNvSpPr/>
              <p:nvPr/>
            </p:nvSpPr>
            <p:spPr>
              <a:xfrm>
                <a:off x="9743307" y="588499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4" name="Picture 343">
                <a:extLst>
                  <a:ext uri="{FF2B5EF4-FFF2-40B4-BE49-F238E27FC236}">
                    <a16:creationId xmlns:a16="http://schemas.microsoft.com/office/drawing/2014/main" id="{6F8FFF2C-F008-7577-C5BD-0069A7826A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71718" y="594214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3" name="Graphic 18">
              <a:extLst>
                <a:ext uri="{FF2B5EF4-FFF2-40B4-BE49-F238E27FC236}">
                  <a16:creationId xmlns:a16="http://schemas.microsoft.com/office/drawing/2014/main" id="{CC7E2562-1E05-6CFF-F824-782342586EAE}"/>
                </a:ext>
              </a:extLst>
            </p:cNvPr>
            <p:cNvGrpSpPr/>
            <p:nvPr/>
          </p:nvGrpSpPr>
          <p:grpSpPr>
            <a:xfrm>
              <a:off x="8191685" y="6685098"/>
              <a:ext cx="951915" cy="381000"/>
              <a:chOff x="8191685" y="6685098"/>
              <a:chExt cx="951915" cy="381000"/>
            </a:xfrm>
            <a:solidFill>
              <a:srgbClr val="DAE8FC"/>
            </a:solidFill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CC3C5D6-1B23-C3E3-FC86-74B1B2D54B32}"/>
                  </a:ext>
                </a:extLst>
              </p:cNvPr>
              <p:cNvSpPr/>
              <p:nvPr/>
            </p:nvSpPr>
            <p:spPr>
              <a:xfrm>
                <a:off x="8191685" y="66850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5" name="Picture 244">
                <a:extLst>
                  <a:ext uri="{FF2B5EF4-FFF2-40B4-BE49-F238E27FC236}">
                    <a16:creationId xmlns:a16="http://schemas.microsoft.com/office/drawing/2014/main" id="{124B67C9-67C8-81F4-58C0-00A719F8F1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01204" y="67660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6" name="Graphic 18">
              <a:extLst>
                <a:ext uri="{FF2B5EF4-FFF2-40B4-BE49-F238E27FC236}">
                  <a16:creationId xmlns:a16="http://schemas.microsoft.com/office/drawing/2014/main" id="{471BF820-020F-154A-7627-8A005B2F6C41}"/>
                </a:ext>
              </a:extLst>
            </p:cNvPr>
            <p:cNvGrpSpPr/>
            <p:nvPr/>
          </p:nvGrpSpPr>
          <p:grpSpPr>
            <a:xfrm>
              <a:off x="8924660" y="6285048"/>
              <a:ext cx="76153" cy="369189"/>
              <a:chOff x="8924660" y="6285048"/>
              <a:chExt cx="76153" cy="369189"/>
            </a:xfrm>
          </p:grpSpPr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0068A7E6-B2BA-8AC7-2B92-675903714605}"/>
                  </a:ext>
                </a:extLst>
              </p:cNvPr>
              <p:cNvSpPr/>
              <p:nvPr/>
            </p:nvSpPr>
            <p:spPr>
              <a:xfrm>
                <a:off x="8962736" y="62850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069A3DD5-E69D-B0B2-CD5D-C4C1B9A086DF}"/>
                  </a:ext>
                </a:extLst>
              </p:cNvPr>
              <p:cNvSpPr/>
              <p:nvPr/>
            </p:nvSpPr>
            <p:spPr>
              <a:xfrm>
                <a:off x="8924660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9" name="Graphic 18">
              <a:extLst>
                <a:ext uri="{FF2B5EF4-FFF2-40B4-BE49-F238E27FC236}">
                  <a16:creationId xmlns:a16="http://schemas.microsoft.com/office/drawing/2014/main" id="{AFCC1D79-76C0-A62F-0DE9-D623F8A9BFEB}"/>
                </a:ext>
              </a:extLst>
            </p:cNvPr>
            <p:cNvGrpSpPr/>
            <p:nvPr/>
          </p:nvGrpSpPr>
          <p:grpSpPr>
            <a:xfrm>
              <a:off x="8762834" y="5913573"/>
              <a:ext cx="951915" cy="381000"/>
              <a:chOff x="8762834" y="5913573"/>
              <a:chExt cx="951915" cy="381000"/>
            </a:xfrm>
            <a:solidFill>
              <a:srgbClr val="DAE8FC"/>
            </a:solidFill>
          </p:grpSpPr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F239BDAD-D5D5-0388-E0DA-0F437B6C6C20}"/>
                  </a:ext>
                </a:extLst>
              </p:cNvPr>
              <p:cNvSpPr/>
              <p:nvPr/>
            </p:nvSpPr>
            <p:spPr>
              <a:xfrm>
                <a:off x="8762834" y="591357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1" name="Picture 250">
                <a:extLst>
                  <a:ext uri="{FF2B5EF4-FFF2-40B4-BE49-F238E27FC236}">
                    <a16:creationId xmlns:a16="http://schemas.microsoft.com/office/drawing/2014/main" id="{A7267238-44CB-9F2D-1F47-6750A632FA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72353" y="599453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252" name="Graphic 18">
              <a:extLst>
                <a:ext uri="{FF2B5EF4-FFF2-40B4-BE49-F238E27FC236}">
                  <a16:creationId xmlns:a16="http://schemas.microsoft.com/office/drawing/2014/main" id="{A4A43127-DD58-A012-CCFC-B71EAE76953A}"/>
                </a:ext>
              </a:extLst>
            </p:cNvPr>
            <p:cNvGrpSpPr/>
            <p:nvPr/>
          </p:nvGrpSpPr>
          <p:grpSpPr>
            <a:xfrm>
              <a:off x="8629566" y="7066098"/>
              <a:ext cx="76153" cy="283464"/>
              <a:chOff x="8629566" y="7066098"/>
              <a:chExt cx="76153" cy="283464"/>
            </a:xfrm>
          </p:grpSpPr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30D7D445-5450-72C9-90ED-077EF0D0C898}"/>
                  </a:ext>
                </a:extLst>
              </p:cNvPr>
              <p:cNvSpPr/>
              <p:nvPr/>
            </p:nvSpPr>
            <p:spPr>
              <a:xfrm>
                <a:off x="8667642" y="7066098"/>
                <a:ext cx="9519" cy="226314"/>
              </a:xfrm>
              <a:custGeom>
                <a:avLst/>
                <a:gdLst>
                  <a:gd name="csX0" fmla="*/ 0 w 9519"/>
                  <a:gd name="csY0" fmla="*/ 0 h 226314"/>
                  <a:gd name="csX1" fmla="*/ 0 w 9519"/>
                  <a:gd name="csY1" fmla="*/ 226314 h 2263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4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309BD7C7-4751-162A-955E-F5030843FF5C}"/>
                  </a:ext>
                </a:extLst>
              </p:cNvPr>
              <p:cNvSpPr/>
              <p:nvPr/>
            </p:nvSpPr>
            <p:spPr>
              <a:xfrm>
                <a:off x="8629566" y="727336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5" name="Graphic 18">
              <a:extLst>
                <a:ext uri="{FF2B5EF4-FFF2-40B4-BE49-F238E27FC236}">
                  <a16:creationId xmlns:a16="http://schemas.microsoft.com/office/drawing/2014/main" id="{194D34D1-F8D6-C326-BC2A-7A62ED19FC19}"/>
                </a:ext>
              </a:extLst>
            </p:cNvPr>
            <p:cNvGrpSpPr/>
            <p:nvPr/>
          </p:nvGrpSpPr>
          <p:grpSpPr>
            <a:xfrm>
              <a:off x="9174442" y="6842260"/>
              <a:ext cx="264251" cy="76200"/>
              <a:chOff x="9174442" y="6842260"/>
              <a:chExt cx="264251" cy="76200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11ED752D-AFE2-BA74-602E-0A3163C7C26B}"/>
                  </a:ext>
                </a:extLst>
              </p:cNvPr>
              <p:cNvSpPr/>
              <p:nvPr/>
            </p:nvSpPr>
            <p:spPr>
              <a:xfrm>
                <a:off x="9231557" y="68803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187BDE28-B3B0-A9B3-2F2A-54CF6B3119FE}"/>
                  </a:ext>
                </a:extLst>
              </p:cNvPr>
              <p:cNvSpPr/>
              <p:nvPr/>
            </p:nvSpPr>
            <p:spPr>
              <a:xfrm>
                <a:off x="9174442" y="68422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8" name="Graphic 18">
              <a:extLst>
                <a:ext uri="{FF2B5EF4-FFF2-40B4-BE49-F238E27FC236}">
                  <a16:creationId xmlns:a16="http://schemas.microsoft.com/office/drawing/2014/main" id="{1A198386-B8B2-8526-AC84-5352537900DD}"/>
                </a:ext>
              </a:extLst>
            </p:cNvPr>
            <p:cNvGrpSpPr/>
            <p:nvPr/>
          </p:nvGrpSpPr>
          <p:grpSpPr>
            <a:xfrm>
              <a:off x="8106012" y="6427923"/>
              <a:ext cx="285574" cy="285750"/>
              <a:chOff x="8106012" y="6427923"/>
              <a:chExt cx="285574" cy="285750"/>
            </a:xfrm>
            <a:noFill/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972FEBD5-311D-CFC3-2F49-603CB0DF3A21}"/>
                  </a:ext>
                </a:extLst>
              </p:cNvPr>
              <p:cNvSpPr/>
              <p:nvPr/>
            </p:nvSpPr>
            <p:spPr>
              <a:xfrm>
                <a:off x="8106012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0" name="Picture 259">
                <a:extLst>
                  <a:ext uri="{FF2B5EF4-FFF2-40B4-BE49-F238E27FC236}">
                    <a16:creationId xmlns:a16="http://schemas.microsoft.com/office/drawing/2014/main" id="{AA8B1644-8E88-6061-D47E-5068ECD72B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01204" y="64850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1" name="Graphic 18">
              <a:extLst>
                <a:ext uri="{FF2B5EF4-FFF2-40B4-BE49-F238E27FC236}">
                  <a16:creationId xmlns:a16="http://schemas.microsoft.com/office/drawing/2014/main" id="{367803F8-54F3-36E7-7BA0-B64330688DE7}"/>
                </a:ext>
              </a:extLst>
            </p:cNvPr>
            <p:cNvGrpSpPr/>
            <p:nvPr/>
          </p:nvGrpSpPr>
          <p:grpSpPr>
            <a:xfrm>
              <a:off x="8343991" y="6304098"/>
              <a:ext cx="76153" cy="350139"/>
              <a:chOff x="8343991" y="6304098"/>
              <a:chExt cx="76153" cy="350139"/>
            </a:xfrm>
          </p:grpSpPr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DE63C195-59E6-AA46-C05F-BF35DF735B11}"/>
                  </a:ext>
                </a:extLst>
              </p:cNvPr>
              <p:cNvSpPr/>
              <p:nvPr/>
            </p:nvSpPr>
            <p:spPr>
              <a:xfrm>
                <a:off x="8382068" y="63040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D90ECD4F-0402-20BB-EF5D-F3BFD22C367B}"/>
                  </a:ext>
                </a:extLst>
              </p:cNvPr>
              <p:cNvSpPr/>
              <p:nvPr/>
            </p:nvSpPr>
            <p:spPr>
              <a:xfrm>
                <a:off x="8343991" y="65780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64" name="Graphic 18">
              <a:extLst>
                <a:ext uri="{FF2B5EF4-FFF2-40B4-BE49-F238E27FC236}">
                  <a16:creationId xmlns:a16="http://schemas.microsoft.com/office/drawing/2014/main" id="{CC08BFF8-0351-FD49-9D6B-8DDC12080E4F}"/>
                </a:ext>
              </a:extLst>
            </p:cNvPr>
            <p:cNvGrpSpPr/>
            <p:nvPr/>
          </p:nvGrpSpPr>
          <p:grpSpPr>
            <a:xfrm>
              <a:off x="8934179" y="6427923"/>
              <a:ext cx="285574" cy="285750"/>
              <a:chOff x="8934179" y="6427923"/>
              <a:chExt cx="285574" cy="285750"/>
            </a:xfrm>
            <a:noFill/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73BD78BA-D980-9BA8-CD70-A0100CFA12CF}"/>
                  </a:ext>
                </a:extLst>
              </p:cNvPr>
              <p:cNvSpPr/>
              <p:nvPr/>
            </p:nvSpPr>
            <p:spPr>
              <a:xfrm>
                <a:off x="8934179" y="64279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E7571161-AF84-CFFF-D3F7-337231B85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34130" y="64850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7" name="Graphic 18">
              <a:extLst>
                <a:ext uri="{FF2B5EF4-FFF2-40B4-BE49-F238E27FC236}">
                  <a16:creationId xmlns:a16="http://schemas.microsoft.com/office/drawing/2014/main" id="{1A4A7423-704F-EE0D-1DFA-5A1F47D79472}"/>
                </a:ext>
              </a:extLst>
            </p:cNvPr>
            <p:cNvGrpSpPr/>
            <p:nvPr/>
          </p:nvGrpSpPr>
          <p:grpSpPr>
            <a:xfrm>
              <a:off x="9495809" y="5513523"/>
              <a:ext cx="76153" cy="369189"/>
              <a:chOff x="9495809" y="5513523"/>
              <a:chExt cx="76153" cy="369189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D4C24767-ADED-8524-2B4D-A7D92566E436}"/>
                  </a:ext>
                </a:extLst>
              </p:cNvPr>
              <p:cNvSpPr/>
              <p:nvPr/>
            </p:nvSpPr>
            <p:spPr>
              <a:xfrm>
                <a:off x="9533885" y="5513523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67A290C5-7B8D-A61B-FC2C-D0A6AE23C93E}"/>
                  </a:ext>
                </a:extLst>
              </p:cNvPr>
              <p:cNvSpPr/>
              <p:nvPr/>
            </p:nvSpPr>
            <p:spPr>
              <a:xfrm>
                <a:off x="9495809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0" name="Graphic 18">
              <a:extLst>
                <a:ext uri="{FF2B5EF4-FFF2-40B4-BE49-F238E27FC236}">
                  <a16:creationId xmlns:a16="http://schemas.microsoft.com/office/drawing/2014/main" id="{92C3AEB5-F542-2C95-7031-1FD84BCD5E17}"/>
                </a:ext>
              </a:extLst>
            </p:cNvPr>
            <p:cNvGrpSpPr/>
            <p:nvPr/>
          </p:nvGrpSpPr>
          <p:grpSpPr>
            <a:xfrm>
              <a:off x="9745591" y="6070735"/>
              <a:ext cx="264251" cy="76200"/>
              <a:chOff x="9745591" y="6070735"/>
              <a:chExt cx="264251" cy="76200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E0397E45-3318-D60A-0ADC-E9366A4B5FF4}"/>
                  </a:ext>
                </a:extLst>
              </p:cNvPr>
              <p:cNvSpPr/>
              <p:nvPr/>
            </p:nvSpPr>
            <p:spPr>
              <a:xfrm>
                <a:off x="9802706" y="610883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159C6A22-1446-7EC1-5710-E93A5207C11C}"/>
                  </a:ext>
                </a:extLst>
              </p:cNvPr>
              <p:cNvSpPr/>
              <p:nvPr/>
            </p:nvSpPr>
            <p:spPr>
              <a:xfrm>
                <a:off x="9745591" y="607073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3" name="Graphic 18">
              <a:extLst>
                <a:ext uri="{FF2B5EF4-FFF2-40B4-BE49-F238E27FC236}">
                  <a16:creationId xmlns:a16="http://schemas.microsoft.com/office/drawing/2014/main" id="{517CE896-D255-541B-FEB4-790378ED90A7}"/>
                </a:ext>
              </a:extLst>
            </p:cNvPr>
            <p:cNvGrpSpPr/>
            <p:nvPr/>
          </p:nvGrpSpPr>
          <p:grpSpPr>
            <a:xfrm>
              <a:off x="8677162" y="5656398"/>
              <a:ext cx="285574" cy="285750"/>
              <a:chOff x="8677162" y="5656398"/>
              <a:chExt cx="285574" cy="285750"/>
            </a:xfrm>
            <a:noFill/>
          </p:grpSpPr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391BAD2C-B1AD-A14A-E3EA-4CB7327DCB51}"/>
                  </a:ext>
                </a:extLst>
              </p:cNvPr>
              <p:cNvSpPr/>
              <p:nvPr/>
            </p:nvSpPr>
            <p:spPr>
              <a:xfrm>
                <a:off x="8677162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1" name="Picture 310">
                <a:extLst>
                  <a:ext uri="{FF2B5EF4-FFF2-40B4-BE49-F238E27FC236}">
                    <a16:creationId xmlns:a16="http://schemas.microsoft.com/office/drawing/2014/main" id="{F8C4CC17-2C12-E03C-F31E-4ED00D6D2D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72353" y="571354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12" name="Graphic 18">
              <a:extLst>
                <a:ext uri="{FF2B5EF4-FFF2-40B4-BE49-F238E27FC236}">
                  <a16:creationId xmlns:a16="http://schemas.microsoft.com/office/drawing/2014/main" id="{5D043058-F06C-0EB9-1545-E968868D07A0}"/>
                </a:ext>
              </a:extLst>
            </p:cNvPr>
            <p:cNvGrpSpPr/>
            <p:nvPr/>
          </p:nvGrpSpPr>
          <p:grpSpPr>
            <a:xfrm>
              <a:off x="8915140" y="5532573"/>
              <a:ext cx="76153" cy="350139"/>
              <a:chOff x="8915140" y="5532573"/>
              <a:chExt cx="76153" cy="350139"/>
            </a:xfrm>
          </p:grpSpPr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EAF8BEBE-48EA-0999-00B7-467CA99F0742}"/>
                  </a:ext>
                </a:extLst>
              </p:cNvPr>
              <p:cNvSpPr/>
              <p:nvPr/>
            </p:nvSpPr>
            <p:spPr>
              <a:xfrm>
                <a:off x="8953217" y="5532573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FA402B1D-B45B-86DE-874B-B66033AA28B1}"/>
                  </a:ext>
                </a:extLst>
              </p:cNvPr>
              <p:cNvSpPr/>
              <p:nvPr/>
            </p:nvSpPr>
            <p:spPr>
              <a:xfrm>
                <a:off x="8915140" y="5806512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21" name="Graphic 18">
              <a:extLst>
                <a:ext uri="{FF2B5EF4-FFF2-40B4-BE49-F238E27FC236}">
                  <a16:creationId xmlns:a16="http://schemas.microsoft.com/office/drawing/2014/main" id="{F91A342A-BABA-E801-9959-E7148BCB6CE5}"/>
                </a:ext>
              </a:extLst>
            </p:cNvPr>
            <p:cNvGrpSpPr/>
            <p:nvPr/>
          </p:nvGrpSpPr>
          <p:grpSpPr>
            <a:xfrm>
              <a:off x="9505328" y="5656398"/>
              <a:ext cx="285574" cy="285750"/>
              <a:chOff x="9505328" y="5656398"/>
              <a:chExt cx="285574" cy="285750"/>
            </a:xfrm>
            <a:noFill/>
          </p:grpSpPr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E5103514-DB5E-3BAF-50FA-0EEAB863147F}"/>
                  </a:ext>
                </a:extLst>
              </p:cNvPr>
              <p:cNvSpPr/>
              <p:nvPr/>
            </p:nvSpPr>
            <p:spPr>
              <a:xfrm>
                <a:off x="9505328" y="565639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E7802DCC-7C99-CAE3-9E43-0B15EC471B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05279" y="571354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328" name="Graphic 18">
              <a:extLst>
                <a:ext uri="{FF2B5EF4-FFF2-40B4-BE49-F238E27FC236}">
                  <a16:creationId xmlns:a16="http://schemas.microsoft.com/office/drawing/2014/main" id="{7924F073-3381-C107-B7BC-25EEA1791664}"/>
                </a:ext>
              </a:extLst>
            </p:cNvPr>
            <p:cNvGrpSpPr/>
            <p:nvPr/>
          </p:nvGrpSpPr>
          <p:grpSpPr>
            <a:xfrm>
              <a:off x="7763323" y="5253165"/>
              <a:ext cx="1350710" cy="1089033"/>
              <a:chOff x="7763323" y="5253165"/>
              <a:chExt cx="1350710" cy="1089033"/>
            </a:xfrm>
            <a:noFill/>
          </p:grpSpPr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481BB704-A66F-5A86-EE4D-4238AAFBC839}"/>
                  </a:ext>
                </a:extLst>
              </p:cNvPr>
              <p:cNvSpPr/>
              <p:nvPr/>
            </p:nvSpPr>
            <p:spPr>
              <a:xfrm>
                <a:off x="7763323" y="5961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932FE1C3-40DC-15C6-0262-B0EF286BB1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90382" y="5253165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1" name="Graphic 18">
              <a:extLst>
                <a:ext uri="{FF2B5EF4-FFF2-40B4-BE49-F238E27FC236}">
                  <a16:creationId xmlns:a16="http://schemas.microsoft.com/office/drawing/2014/main" id="{2270C78F-6C65-85BC-743F-52056EEA8E09}"/>
                </a:ext>
              </a:extLst>
            </p:cNvPr>
            <p:cNvGrpSpPr/>
            <p:nvPr/>
          </p:nvGrpSpPr>
          <p:grpSpPr>
            <a:xfrm>
              <a:off x="8232671" y="5199198"/>
              <a:ext cx="1339290" cy="1153194"/>
              <a:chOff x="8232671" y="5199198"/>
              <a:chExt cx="1339290" cy="1153194"/>
            </a:xfrm>
            <a:noFill/>
          </p:grpSpPr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67C8024C-4B82-1632-AE7C-4672DF913F9D}"/>
                  </a:ext>
                </a:extLst>
              </p:cNvPr>
              <p:cNvSpPr/>
              <p:nvPr/>
            </p:nvSpPr>
            <p:spPr>
              <a:xfrm>
                <a:off x="8334472" y="5199198"/>
                <a:ext cx="1237489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5" name="Picture 334">
                <a:extLst>
                  <a:ext uri="{FF2B5EF4-FFF2-40B4-BE49-F238E27FC236}">
                    <a16:creationId xmlns:a16="http://schemas.microsoft.com/office/drawing/2014/main" id="{CFB1BE12-A16D-18C6-7230-388ACD423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32671" y="6019017"/>
                <a:ext cx="323651" cy="333375"/>
              </a:xfrm>
              <a:custGeom>
                <a:avLst/>
                <a:gdLst>
                  <a:gd name="csX0" fmla="*/ 0 w 323651"/>
                  <a:gd name="csY0" fmla="*/ 0 h 333375"/>
                  <a:gd name="csX1" fmla="*/ 323651 w 323651"/>
                  <a:gd name="csY1" fmla="*/ 0 h 333375"/>
                  <a:gd name="csX2" fmla="*/ 323651 w 323651"/>
                  <a:gd name="csY2" fmla="*/ 333375 h 333375"/>
                  <a:gd name="csX3" fmla="*/ 0 w 323651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23651" h="333375">
                    <a:moveTo>
                      <a:pt x="0" y="0"/>
                    </a:moveTo>
                    <a:lnTo>
                      <a:pt x="323651" y="0"/>
                    </a:lnTo>
                    <a:lnTo>
                      <a:pt x="323651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9" name="Graphic 18">
              <a:extLst>
                <a:ext uri="{FF2B5EF4-FFF2-40B4-BE49-F238E27FC236}">
                  <a16:creationId xmlns:a16="http://schemas.microsoft.com/office/drawing/2014/main" id="{76690501-BACC-2A14-B5D1-1007C2FAA1EB}"/>
                </a:ext>
              </a:extLst>
            </p:cNvPr>
            <p:cNvGrpSpPr/>
            <p:nvPr/>
          </p:nvGrpSpPr>
          <p:grpSpPr>
            <a:xfrm>
              <a:off x="9172158" y="6666048"/>
              <a:ext cx="856723" cy="390525"/>
              <a:chOff x="9172158" y="6666048"/>
              <a:chExt cx="856723" cy="390525"/>
            </a:xfrm>
            <a:noFill/>
          </p:grpSpPr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2F88A233-0162-00B9-3694-6AAC08FE413F}"/>
                  </a:ext>
                </a:extLst>
              </p:cNvPr>
              <p:cNvSpPr/>
              <p:nvPr/>
            </p:nvSpPr>
            <p:spPr>
              <a:xfrm>
                <a:off x="9172158" y="66660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1" name="Picture 340">
                <a:extLst>
                  <a:ext uri="{FF2B5EF4-FFF2-40B4-BE49-F238E27FC236}">
                    <a16:creationId xmlns:a16="http://schemas.microsoft.com/office/drawing/2014/main" id="{34CEB268-1DD8-1320-5735-0473BB2BCF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00568" y="67231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7" name="Picture 356">
              <a:extLst>
                <a:ext uri="{FF2B5EF4-FFF2-40B4-BE49-F238E27FC236}">
                  <a16:creationId xmlns:a16="http://schemas.microsoft.com/office/drawing/2014/main" id="{7686A20D-8E3B-D28C-0B7E-494FC5BE6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86326" y="5280396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D7B2F5-B57C-5A0D-C446-76FAD08744A2}"/>
              </a:ext>
            </a:extLst>
          </p:cNvPr>
          <p:cNvCxnSpPr>
            <a:cxnSpLocks/>
          </p:cNvCxnSpPr>
          <p:nvPr/>
        </p:nvCxnSpPr>
        <p:spPr>
          <a:xfrm>
            <a:off x="6746599" y="3564219"/>
            <a:ext cx="81057" cy="1339363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A2F17D-896B-3239-B7FE-EB6CAF16FB98}"/>
              </a:ext>
            </a:extLst>
          </p:cNvPr>
          <p:cNvCxnSpPr>
            <a:cxnSpLocks/>
          </p:cNvCxnSpPr>
          <p:nvPr/>
        </p:nvCxnSpPr>
        <p:spPr>
          <a:xfrm>
            <a:off x="7235125" y="3564219"/>
            <a:ext cx="138677" cy="575944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B11E2B6-9C27-24D2-788E-2965D33AFFE8}"/>
              </a:ext>
            </a:extLst>
          </p:cNvPr>
          <p:cNvGrpSpPr/>
          <p:nvPr/>
        </p:nvGrpSpPr>
        <p:grpSpPr>
          <a:xfrm>
            <a:off x="6463801" y="1750142"/>
            <a:ext cx="1293159" cy="1814077"/>
            <a:chOff x="6906521" y="1721788"/>
            <a:chExt cx="1293159" cy="1814077"/>
          </a:xfrm>
        </p:grpSpPr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0D567BFE-C7A9-EDE4-A3F6-32B76ADD5AC1}"/>
                </a:ext>
              </a:extLst>
            </p:cNvPr>
            <p:cNvGrpSpPr/>
            <p:nvPr/>
          </p:nvGrpSpPr>
          <p:grpSpPr>
            <a:xfrm>
              <a:off x="7933769" y="2641262"/>
              <a:ext cx="265911" cy="76622"/>
              <a:chOff x="2514156" y="3483464"/>
              <a:chExt cx="191617" cy="55214"/>
            </a:xfrm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4B191634-BB4F-774A-1EAC-94461140B0C4}"/>
                  </a:ext>
                </a:extLst>
              </p:cNvPr>
              <p:cNvSpPr/>
              <p:nvPr/>
            </p:nvSpPr>
            <p:spPr>
              <a:xfrm>
                <a:off x="2555572" y="3511072"/>
                <a:ext cx="150201" cy="6901"/>
              </a:xfrm>
              <a:custGeom>
                <a:avLst/>
                <a:gdLst>
                  <a:gd name="csX0" fmla="*/ 150202 w 150201"/>
                  <a:gd name="csY0" fmla="*/ 0 h 6901"/>
                  <a:gd name="csX1" fmla="*/ 0 w 150201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1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14A7BBA-146B-049A-5F35-CCC7990D1A22}"/>
                  </a:ext>
                </a:extLst>
              </p:cNvPr>
              <p:cNvSpPr/>
              <p:nvPr/>
            </p:nvSpPr>
            <p:spPr>
              <a:xfrm>
                <a:off x="2514156" y="3483464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A08EBBED-CE37-A31A-9963-87359B289F7B}"/>
                </a:ext>
              </a:extLst>
            </p:cNvPr>
            <p:cNvGrpSpPr/>
            <p:nvPr/>
          </p:nvGrpSpPr>
          <p:grpSpPr>
            <a:xfrm>
              <a:off x="7635000" y="2871131"/>
              <a:ext cx="76631" cy="361659"/>
              <a:chOff x="2298861" y="3649109"/>
              <a:chExt cx="55221" cy="260614"/>
            </a:xfrm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6316F591-DBEC-4BB1-9811-071A9E00B5C1}"/>
                  </a:ext>
                </a:extLst>
              </p:cNvPr>
              <p:cNvSpPr/>
              <p:nvPr/>
            </p:nvSpPr>
            <p:spPr>
              <a:xfrm>
                <a:off x="2326127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DB392676-1E9A-1747-21B0-8D96074F624E}"/>
                  </a:ext>
                </a:extLst>
              </p:cNvPr>
              <p:cNvSpPr/>
              <p:nvPr/>
            </p:nvSpPr>
            <p:spPr>
              <a:xfrm>
                <a:off x="2298861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36E5C776-881E-A172-C119-A31A4DDEB97B}"/>
                </a:ext>
              </a:extLst>
            </p:cNvPr>
            <p:cNvGrpSpPr/>
            <p:nvPr/>
          </p:nvGrpSpPr>
          <p:grpSpPr>
            <a:xfrm>
              <a:off x="7156052" y="2871131"/>
              <a:ext cx="76631" cy="361659"/>
              <a:chOff x="1953728" y="3649109"/>
              <a:chExt cx="55221" cy="260614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C6C96651-239B-ED2D-E7AC-59569C9AACD3}"/>
                  </a:ext>
                </a:extLst>
              </p:cNvPr>
              <p:cNvSpPr/>
              <p:nvPr/>
            </p:nvSpPr>
            <p:spPr>
              <a:xfrm>
                <a:off x="1980994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F84ED999-40B4-92F9-8E43-626613C654D8}"/>
                  </a:ext>
                </a:extLst>
              </p:cNvPr>
              <p:cNvSpPr/>
              <p:nvPr/>
            </p:nvSpPr>
            <p:spPr>
              <a:xfrm>
                <a:off x="1953728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06355B8-77F8-B656-0792-D4F07659C3F7}"/>
                </a:ext>
              </a:extLst>
            </p:cNvPr>
            <p:cNvSpPr/>
            <p:nvPr/>
          </p:nvSpPr>
          <p:spPr>
            <a:xfrm>
              <a:off x="6954415" y="2488016"/>
              <a:ext cx="957896" cy="383113"/>
            </a:xfrm>
            <a:prstGeom prst="rect">
              <a:avLst/>
            </a:prstGeom>
            <a:solidFill>
              <a:srgbClr val="D5E8D4"/>
            </a:solidFill>
            <a:ln w="13805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7" name="Graphic 4">
              <a:extLst>
                <a:ext uri="{FF2B5EF4-FFF2-40B4-BE49-F238E27FC236}">
                  <a16:creationId xmlns:a16="http://schemas.microsoft.com/office/drawing/2014/main" id="{6E195E18-C613-CD54-C2C3-74F69BFC0270}"/>
                </a:ext>
              </a:extLst>
            </p:cNvPr>
            <p:cNvGrpSpPr/>
            <p:nvPr/>
          </p:nvGrpSpPr>
          <p:grpSpPr>
            <a:xfrm>
              <a:off x="6906521" y="2804086"/>
              <a:ext cx="287368" cy="383113"/>
              <a:chOff x="1773914" y="3600796"/>
              <a:chExt cx="207079" cy="276074"/>
            </a:xfrm>
            <a:noFill/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6BEE695-CBF9-B61B-A48B-5F3011DE9CAD}"/>
                  </a:ext>
                </a:extLst>
              </p:cNvPr>
              <p:cNvSpPr/>
              <p:nvPr/>
            </p:nvSpPr>
            <p:spPr>
              <a:xfrm>
                <a:off x="1773914" y="3600796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43F8C3DA-33DD-C17A-10D1-591FF4FC1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39489" y="3666363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259E7BF5-F043-7192-3CB2-A785B1A8A012}"/>
                </a:ext>
              </a:extLst>
            </p:cNvPr>
            <p:cNvGrpSpPr/>
            <p:nvPr/>
          </p:nvGrpSpPr>
          <p:grpSpPr>
            <a:xfrm>
              <a:off x="7663258" y="2813664"/>
              <a:ext cx="287368" cy="383113"/>
              <a:chOff x="2319224" y="3607698"/>
              <a:chExt cx="207079" cy="276074"/>
            </a:xfrm>
            <a:noFill/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CCD5227-5673-BBF4-E643-36B51E7E3E4A}"/>
                  </a:ext>
                </a:extLst>
              </p:cNvPr>
              <p:cNvSpPr/>
              <p:nvPr/>
            </p:nvSpPr>
            <p:spPr>
              <a:xfrm>
                <a:off x="2319224" y="3607698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BA754F56-588C-01FD-2016-2FE096A1C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84800" y="3673265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FB49F7C-5914-9ACD-74A0-5ADA6EC4CE37}"/>
                </a:ext>
              </a:extLst>
            </p:cNvPr>
            <p:cNvSpPr/>
            <p:nvPr/>
          </p:nvSpPr>
          <p:spPr>
            <a:xfrm>
              <a:off x="7050205" y="1721788"/>
              <a:ext cx="766317" cy="383113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30" name="Graphic 4">
              <a:extLst>
                <a:ext uri="{FF2B5EF4-FFF2-40B4-BE49-F238E27FC236}">
                  <a16:creationId xmlns:a16="http://schemas.microsoft.com/office/drawing/2014/main" id="{EF834868-DA7C-ECC7-37D3-7297F5F8028D}"/>
                </a:ext>
              </a:extLst>
            </p:cNvPr>
            <p:cNvGrpSpPr/>
            <p:nvPr/>
          </p:nvGrpSpPr>
          <p:grpSpPr>
            <a:xfrm>
              <a:off x="7395240" y="2104903"/>
              <a:ext cx="76631" cy="361659"/>
              <a:chOff x="2126088" y="3096960"/>
              <a:chExt cx="55221" cy="260614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ABD7D7DA-A70B-081F-F153-C54E5589BC5A}"/>
                  </a:ext>
                </a:extLst>
              </p:cNvPr>
              <p:cNvSpPr/>
              <p:nvPr/>
            </p:nvSpPr>
            <p:spPr>
              <a:xfrm>
                <a:off x="2151559" y="3096960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4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4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1FFD7FA3-643A-D3D2-938A-444843DC43C2}"/>
                  </a:ext>
                </a:extLst>
              </p:cNvPr>
              <p:cNvSpPr/>
              <p:nvPr/>
            </p:nvSpPr>
            <p:spPr>
              <a:xfrm>
                <a:off x="2126088" y="3301807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5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5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44B6182C-E82E-D09E-1A87-671459525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33412" y="1844485"/>
              <a:ext cx="199902" cy="333375"/>
            </a:xfrm>
            <a:custGeom>
              <a:avLst/>
              <a:gdLst>
                <a:gd name="csX0" fmla="*/ 0 w 199902"/>
                <a:gd name="csY0" fmla="*/ 0 h 333375"/>
                <a:gd name="csX1" fmla="*/ 199902 w 199902"/>
                <a:gd name="csY1" fmla="*/ 0 h 333375"/>
                <a:gd name="csX2" fmla="*/ 199902 w 199902"/>
                <a:gd name="csY2" fmla="*/ 333375 h 333375"/>
                <a:gd name="csX3" fmla="*/ 0 w 199902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902" h="333375">
                  <a:moveTo>
                    <a:pt x="0" y="0"/>
                  </a:moveTo>
                  <a:lnTo>
                    <a:pt x="199902" y="0"/>
                  </a:lnTo>
                  <a:lnTo>
                    <a:pt x="199902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68C3D81D-1432-6D42-7996-6E3EC0EC5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30651" y="3202490"/>
              <a:ext cx="323651" cy="333375"/>
            </a:xfrm>
            <a:custGeom>
              <a:avLst/>
              <a:gdLst>
                <a:gd name="csX0" fmla="*/ 0 w 323651"/>
                <a:gd name="csY0" fmla="*/ 0 h 333375"/>
                <a:gd name="csX1" fmla="*/ 323651 w 323651"/>
                <a:gd name="csY1" fmla="*/ 0 h 333375"/>
                <a:gd name="csX2" fmla="*/ 323651 w 323651"/>
                <a:gd name="csY2" fmla="*/ 333375 h 333375"/>
                <a:gd name="csX3" fmla="*/ 0 w 323651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3651" h="333375">
                  <a:moveTo>
                    <a:pt x="0" y="0"/>
                  </a:moveTo>
                  <a:lnTo>
                    <a:pt x="323651" y="0"/>
                  </a:lnTo>
                  <a:lnTo>
                    <a:pt x="323651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0992232B-D0DC-C860-4AF5-F4B0DCB2A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2871" y="3202490"/>
              <a:ext cx="323651" cy="333375"/>
            </a:xfrm>
            <a:custGeom>
              <a:avLst/>
              <a:gdLst>
                <a:gd name="csX0" fmla="*/ 0 w 323651"/>
                <a:gd name="csY0" fmla="*/ 0 h 333375"/>
                <a:gd name="csX1" fmla="*/ 323651 w 323651"/>
                <a:gd name="csY1" fmla="*/ 0 h 333375"/>
                <a:gd name="csX2" fmla="*/ 323651 w 323651"/>
                <a:gd name="csY2" fmla="*/ 333375 h 333375"/>
                <a:gd name="csX3" fmla="*/ 0 w 323651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3651" h="333375">
                  <a:moveTo>
                    <a:pt x="0" y="0"/>
                  </a:moveTo>
                  <a:lnTo>
                    <a:pt x="323651" y="0"/>
                  </a:lnTo>
                  <a:lnTo>
                    <a:pt x="323651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</p:grpSp>
      <p:pic>
        <p:nvPicPr>
          <p:cNvPr id="135" name="Picture 134">
            <a:extLst>
              <a:ext uri="{FF2B5EF4-FFF2-40B4-BE49-F238E27FC236}">
                <a16:creationId xmlns:a16="http://schemas.microsoft.com/office/drawing/2014/main" id="{291C40B8-EDFD-58C3-0973-03627901DF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2335" y="2544420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0BCB2EF-7412-E0AE-802E-91576268F218}"/>
              </a:ext>
            </a:extLst>
          </p:cNvPr>
          <p:cNvGrpSpPr/>
          <p:nvPr/>
        </p:nvGrpSpPr>
        <p:grpSpPr>
          <a:xfrm>
            <a:off x="2960066" y="2415203"/>
            <a:ext cx="1327165" cy="2339189"/>
            <a:chOff x="7613651" y="2592895"/>
            <a:chExt cx="1327165" cy="2339189"/>
          </a:xfrm>
        </p:grpSpPr>
        <p:grpSp>
          <p:nvGrpSpPr>
            <p:cNvPr id="26" name="Graphic 25">
              <a:extLst>
                <a:ext uri="{FF2B5EF4-FFF2-40B4-BE49-F238E27FC236}">
                  <a16:creationId xmlns:a16="http://schemas.microsoft.com/office/drawing/2014/main" id="{C27243B2-E0BF-2064-25FD-5AE4729E2B89}"/>
                </a:ext>
              </a:extLst>
            </p:cNvPr>
            <p:cNvGrpSpPr/>
            <p:nvPr/>
          </p:nvGrpSpPr>
          <p:grpSpPr>
            <a:xfrm>
              <a:off x="7819457" y="2916870"/>
              <a:ext cx="465929" cy="393059"/>
              <a:chOff x="8790400" y="2924263"/>
              <a:chExt cx="465929" cy="39305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855E9A5B-81F3-B91A-4729-A6F5922FBD20}"/>
                  </a:ext>
                </a:extLst>
              </p:cNvPr>
              <p:cNvSpPr/>
              <p:nvPr/>
            </p:nvSpPr>
            <p:spPr>
              <a:xfrm>
                <a:off x="8833912" y="2924263"/>
                <a:ext cx="422417" cy="356334"/>
              </a:xfrm>
              <a:custGeom>
                <a:avLst/>
                <a:gdLst>
                  <a:gd name="csX0" fmla="*/ 422418 w 422417"/>
                  <a:gd name="csY0" fmla="*/ 0 h 356334"/>
                  <a:gd name="csX1" fmla="*/ 0 w 422417"/>
                  <a:gd name="csY1" fmla="*/ 356335 h 3563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417" h="356334">
                    <a:moveTo>
                      <a:pt x="422418" y="0"/>
                    </a:moveTo>
                    <a:lnTo>
                      <a:pt x="0" y="356335"/>
                    </a:lnTo>
                  </a:path>
                </a:pathLst>
              </a:custGeom>
              <a:noFill/>
              <a:ln w="18931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92F6ED7A-E179-9900-76E7-BF2D0C556A64}"/>
                  </a:ext>
                </a:extLst>
              </p:cNvPr>
              <p:cNvSpPr/>
              <p:nvPr/>
            </p:nvSpPr>
            <p:spPr>
              <a:xfrm>
                <a:off x="8790400" y="3239413"/>
                <a:ext cx="82379" cy="77909"/>
              </a:xfrm>
              <a:custGeom>
                <a:avLst/>
                <a:gdLst>
                  <a:gd name="csX0" fmla="*/ 0 w 82379"/>
                  <a:gd name="csY0" fmla="*/ 77910 h 77909"/>
                  <a:gd name="csX1" fmla="*/ 33558 w 82379"/>
                  <a:gd name="csY1" fmla="*/ 0 h 77909"/>
                  <a:gd name="csX2" fmla="*/ 43512 w 82379"/>
                  <a:gd name="csY2" fmla="*/ 41185 h 77909"/>
                  <a:gd name="csX3" fmla="*/ 82379 w 82379"/>
                  <a:gd name="csY3" fmla="*/ 57982 h 77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379" h="77909">
                    <a:moveTo>
                      <a:pt x="0" y="77910"/>
                    </a:moveTo>
                    <a:lnTo>
                      <a:pt x="33558" y="0"/>
                    </a:lnTo>
                    <a:lnTo>
                      <a:pt x="43512" y="41185"/>
                    </a:lnTo>
                    <a:lnTo>
                      <a:pt x="82379" y="57982"/>
                    </a:lnTo>
                    <a:close/>
                  </a:path>
                </a:pathLst>
              </a:custGeom>
              <a:solidFill>
                <a:srgbClr val="000000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9" name="Graphic 25">
              <a:extLst>
                <a:ext uri="{FF2B5EF4-FFF2-40B4-BE49-F238E27FC236}">
                  <a16:creationId xmlns:a16="http://schemas.microsoft.com/office/drawing/2014/main" id="{7DA425F4-0CAC-F566-96AC-150CFC7221D6}"/>
                </a:ext>
              </a:extLst>
            </p:cNvPr>
            <p:cNvGrpSpPr/>
            <p:nvPr/>
          </p:nvGrpSpPr>
          <p:grpSpPr>
            <a:xfrm>
              <a:off x="8229835" y="2592895"/>
              <a:ext cx="379190" cy="379584"/>
              <a:chOff x="9200778" y="2600288"/>
              <a:chExt cx="379190" cy="379584"/>
            </a:xfrm>
            <a:solidFill>
              <a:srgbClr val="FFFFFF"/>
            </a:solidFill>
          </p:grpSpPr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B0E2FF0F-9237-4F55-0C78-17F88C737B4E}"/>
                  </a:ext>
                </a:extLst>
              </p:cNvPr>
              <p:cNvSpPr/>
              <p:nvPr/>
            </p:nvSpPr>
            <p:spPr>
              <a:xfrm>
                <a:off x="9200778" y="26002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5" name="Picture 144">
                <a:extLst>
                  <a:ext uri="{FF2B5EF4-FFF2-40B4-BE49-F238E27FC236}">
                    <a16:creationId xmlns:a16="http://schemas.microsoft.com/office/drawing/2014/main" id="{328D38E8-9AD8-E44B-9A52-3221E5A6A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10258" y="26904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25">
              <a:extLst>
                <a:ext uri="{FF2B5EF4-FFF2-40B4-BE49-F238E27FC236}">
                  <a16:creationId xmlns:a16="http://schemas.microsoft.com/office/drawing/2014/main" id="{92A53906-AFE4-E40E-14F0-660D31BD5975}"/>
                </a:ext>
              </a:extLst>
            </p:cNvPr>
            <p:cNvGrpSpPr/>
            <p:nvPr/>
          </p:nvGrpSpPr>
          <p:grpSpPr>
            <a:xfrm>
              <a:off x="7803246" y="3703179"/>
              <a:ext cx="186371" cy="918594"/>
              <a:chOff x="8774189" y="3710572"/>
              <a:chExt cx="186371" cy="918594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C8FB6296-F969-FB7C-EEF4-230CA0B15E85}"/>
                  </a:ext>
                </a:extLst>
              </p:cNvPr>
              <p:cNvSpPr/>
              <p:nvPr/>
            </p:nvSpPr>
            <p:spPr>
              <a:xfrm>
                <a:off x="8774189" y="3710572"/>
                <a:ext cx="152339" cy="862510"/>
              </a:xfrm>
              <a:custGeom>
                <a:avLst/>
                <a:gdLst>
                  <a:gd name="csX0" fmla="*/ 0 w 152339"/>
                  <a:gd name="csY0" fmla="*/ 0 h 862510"/>
                  <a:gd name="csX1" fmla="*/ 152340 w 152339"/>
                  <a:gd name="csY1" fmla="*/ 862511 h 862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339" h="862510">
                    <a:moveTo>
                      <a:pt x="0" y="0"/>
                    </a:moveTo>
                    <a:lnTo>
                      <a:pt x="152340" y="862511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E5451E23-83B3-7AD2-91FC-A6904FE9AC2A}"/>
                  </a:ext>
                </a:extLst>
              </p:cNvPr>
              <p:cNvSpPr/>
              <p:nvPr/>
            </p:nvSpPr>
            <p:spPr>
              <a:xfrm>
                <a:off x="8885861" y="4547746"/>
                <a:ext cx="74699" cy="81420"/>
              </a:xfrm>
              <a:custGeom>
                <a:avLst/>
                <a:gdLst>
                  <a:gd name="csX0" fmla="*/ 50527 w 74699"/>
                  <a:gd name="csY0" fmla="*/ 81421 h 81420"/>
                  <a:gd name="csX1" fmla="*/ 0 w 74699"/>
                  <a:gd name="csY1" fmla="*/ 13285 h 81420"/>
                  <a:gd name="csX2" fmla="*/ 40668 w 74699"/>
                  <a:gd name="csY2" fmla="*/ 25337 h 81420"/>
                  <a:gd name="csX3" fmla="*/ 74700 w 74699"/>
                  <a:gd name="csY3" fmla="*/ 0 h 81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99" h="81420">
                    <a:moveTo>
                      <a:pt x="50527" y="81421"/>
                    </a:moveTo>
                    <a:lnTo>
                      <a:pt x="0" y="13285"/>
                    </a:lnTo>
                    <a:lnTo>
                      <a:pt x="40668" y="25337"/>
                    </a:lnTo>
                    <a:lnTo>
                      <a:pt x="74700" y="0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" name="Graphic 25">
              <a:extLst>
                <a:ext uri="{FF2B5EF4-FFF2-40B4-BE49-F238E27FC236}">
                  <a16:creationId xmlns:a16="http://schemas.microsoft.com/office/drawing/2014/main" id="{ECF190BA-3C2F-21C9-F172-2F36D519E6C5}"/>
                </a:ext>
              </a:extLst>
            </p:cNvPr>
            <p:cNvGrpSpPr/>
            <p:nvPr/>
          </p:nvGrpSpPr>
          <p:grpSpPr>
            <a:xfrm>
              <a:off x="7613651" y="3323595"/>
              <a:ext cx="379190" cy="379584"/>
              <a:chOff x="8584594" y="3330988"/>
              <a:chExt cx="379190" cy="379584"/>
            </a:xfrm>
            <a:solidFill>
              <a:srgbClr val="FFFFFF"/>
            </a:solidFill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7A8A5450-2051-C112-9591-2DA272DC9517}"/>
                  </a:ext>
                </a:extLst>
              </p:cNvPr>
              <p:cNvSpPr/>
              <p:nvPr/>
            </p:nvSpPr>
            <p:spPr>
              <a:xfrm>
                <a:off x="8584594" y="3330988"/>
                <a:ext cx="379190" cy="379584"/>
              </a:xfrm>
              <a:prstGeom prst="ellipse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BBAE99A5-B26F-CB43-01CC-9E9D10C451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594074" y="3421139"/>
                <a:ext cx="360230" cy="237240"/>
              </a:xfrm>
              <a:custGeom>
                <a:avLst/>
                <a:gdLst>
                  <a:gd name="csX0" fmla="*/ 0 w 360230"/>
                  <a:gd name="csY0" fmla="*/ 0 h 237240"/>
                  <a:gd name="csX1" fmla="*/ 360231 w 360230"/>
                  <a:gd name="csY1" fmla="*/ 0 h 237240"/>
                  <a:gd name="csX2" fmla="*/ 360231 w 360230"/>
                  <a:gd name="csY2" fmla="*/ 237240 h 237240"/>
                  <a:gd name="csX3" fmla="*/ 0 w 360230"/>
                  <a:gd name="csY3" fmla="*/ 237240 h 237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0230" h="237240">
                    <a:moveTo>
                      <a:pt x="0" y="0"/>
                    </a:moveTo>
                    <a:lnTo>
                      <a:pt x="360231" y="0"/>
                    </a:lnTo>
                    <a:lnTo>
                      <a:pt x="360231" y="237240"/>
                    </a:lnTo>
                    <a:lnTo>
                      <a:pt x="0" y="2372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5" name="Graphic 25">
              <a:extLst>
                <a:ext uri="{FF2B5EF4-FFF2-40B4-BE49-F238E27FC236}">
                  <a16:creationId xmlns:a16="http://schemas.microsoft.com/office/drawing/2014/main" id="{CE732015-384A-B9E2-CA94-BBBA4E4C3FD6}"/>
                </a:ext>
              </a:extLst>
            </p:cNvPr>
            <p:cNvGrpSpPr/>
            <p:nvPr/>
          </p:nvGrpSpPr>
          <p:grpSpPr>
            <a:xfrm>
              <a:off x="8098730" y="2916870"/>
              <a:ext cx="454744" cy="1705187"/>
              <a:chOff x="9069673" y="2924263"/>
              <a:chExt cx="454744" cy="1705187"/>
            </a:xfrm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2D02BB3E-B0C6-7CA5-42F3-CE88EA0D8BA6}"/>
                  </a:ext>
                </a:extLst>
              </p:cNvPr>
              <p:cNvSpPr/>
              <p:nvPr/>
            </p:nvSpPr>
            <p:spPr>
              <a:xfrm>
                <a:off x="9101715" y="2924263"/>
                <a:ext cx="422702" cy="1650053"/>
              </a:xfrm>
              <a:custGeom>
                <a:avLst/>
                <a:gdLst>
                  <a:gd name="csX0" fmla="*/ 422702 w 422702"/>
                  <a:gd name="csY0" fmla="*/ 0 h 1650053"/>
                  <a:gd name="csX1" fmla="*/ 0 w 422702"/>
                  <a:gd name="csY1" fmla="*/ 1650053 h 16500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22702" h="1650053">
                    <a:moveTo>
                      <a:pt x="422702" y="0"/>
                    </a:moveTo>
                    <a:lnTo>
                      <a:pt x="0" y="1650053"/>
                    </a:lnTo>
                  </a:path>
                </a:pathLst>
              </a:custGeom>
              <a:noFill/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39046FBB-912F-2449-1733-C57949A9D87B}"/>
                  </a:ext>
                </a:extLst>
              </p:cNvPr>
              <p:cNvSpPr/>
              <p:nvPr/>
            </p:nvSpPr>
            <p:spPr>
              <a:xfrm>
                <a:off x="9069673" y="4546512"/>
                <a:ext cx="73468" cy="82939"/>
              </a:xfrm>
              <a:custGeom>
                <a:avLst/>
                <a:gdLst>
                  <a:gd name="csX0" fmla="*/ 17917 w 73468"/>
                  <a:gd name="csY0" fmla="*/ 82939 h 82939"/>
                  <a:gd name="csX1" fmla="*/ 0 w 73468"/>
                  <a:gd name="csY1" fmla="*/ 0 h 82939"/>
                  <a:gd name="csX2" fmla="*/ 32042 w 73468"/>
                  <a:gd name="csY2" fmla="*/ 27805 h 82939"/>
                  <a:gd name="csX3" fmla="*/ 73468 w 73468"/>
                  <a:gd name="csY3" fmla="*/ 18884 h 829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468" h="82939">
                    <a:moveTo>
                      <a:pt x="17917" y="82939"/>
                    </a:moveTo>
                    <a:lnTo>
                      <a:pt x="0" y="0"/>
                    </a:lnTo>
                    <a:lnTo>
                      <a:pt x="32042" y="27805"/>
                    </a:lnTo>
                    <a:lnTo>
                      <a:pt x="73468" y="18884"/>
                    </a:lnTo>
                    <a:close/>
                  </a:path>
                </a:pathLst>
              </a:custGeom>
              <a:solidFill>
                <a:srgbClr val="0AB22C"/>
              </a:solidFill>
              <a:ln w="18931" cap="flat">
                <a:solidFill>
                  <a:srgbClr val="0AB22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6" name="Graphic 25">
              <a:extLst>
                <a:ext uri="{FF2B5EF4-FFF2-40B4-BE49-F238E27FC236}">
                  <a16:creationId xmlns:a16="http://schemas.microsoft.com/office/drawing/2014/main" id="{EB9C583A-FE24-A5F9-9C6F-9B7C9F3EF012}"/>
                </a:ext>
              </a:extLst>
            </p:cNvPr>
            <p:cNvGrpSpPr/>
            <p:nvPr/>
          </p:nvGrpSpPr>
          <p:grpSpPr>
            <a:xfrm>
              <a:off x="7937290" y="3647570"/>
              <a:ext cx="847489" cy="979042"/>
              <a:chOff x="8908233" y="3654963"/>
              <a:chExt cx="847489" cy="979042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F6AE0647-3A08-7DF2-52BC-72AB2B06431F}"/>
                  </a:ext>
                </a:extLst>
              </p:cNvPr>
              <p:cNvSpPr/>
              <p:nvPr/>
            </p:nvSpPr>
            <p:spPr>
              <a:xfrm>
                <a:off x="8908233" y="3654963"/>
                <a:ext cx="810234" cy="936055"/>
              </a:xfrm>
              <a:custGeom>
                <a:avLst/>
                <a:gdLst>
                  <a:gd name="csX0" fmla="*/ 0 w 810234"/>
                  <a:gd name="csY0" fmla="*/ 0 h 936055"/>
                  <a:gd name="csX1" fmla="*/ 810234 w 810234"/>
                  <a:gd name="csY1" fmla="*/ 936055 h 936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0234" h="936055">
                    <a:moveTo>
                      <a:pt x="0" y="0"/>
                    </a:moveTo>
                    <a:lnTo>
                      <a:pt x="810234" y="936055"/>
                    </a:lnTo>
                  </a:path>
                </a:pathLst>
              </a:custGeom>
              <a:noFill/>
              <a:ln w="18931" cap="flat">
                <a:solidFill>
                  <a:srgbClr val="EB0A0A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498B5CB1-2911-F67D-A597-129932D15354}"/>
                  </a:ext>
                </a:extLst>
              </p:cNvPr>
              <p:cNvSpPr/>
              <p:nvPr/>
            </p:nvSpPr>
            <p:spPr>
              <a:xfrm>
                <a:off x="9677326" y="4551731"/>
                <a:ext cx="78397" cy="82274"/>
              </a:xfrm>
              <a:custGeom>
                <a:avLst/>
                <a:gdLst>
                  <a:gd name="csX0" fmla="*/ 78397 w 78397"/>
                  <a:gd name="csY0" fmla="*/ 82275 h 82274"/>
                  <a:gd name="csX1" fmla="*/ 0 w 78397"/>
                  <a:gd name="csY1" fmla="*/ 49726 h 82274"/>
                  <a:gd name="csX2" fmla="*/ 41142 w 78397"/>
                  <a:gd name="csY2" fmla="*/ 39287 h 82274"/>
                  <a:gd name="csX3" fmla="*/ 57352 w 78397"/>
                  <a:gd name="csY3" fmla="*/ 0 h 82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8397" h="82274">
                    <a:moveTo>
                      <a:pt x="78397" y="82275"/>
                    </a:moveTo>
                    <a:lnTo>
                      <a:pt x="0" y="49726"/>
                    </a:lnTo>
                    <a:lnTo>
                      <a:pt x="41142" y="39287"/>
                    </a:lnTo>
                    <a:lnTo>
                      <a:pt x="57352" y="0"/>
                    </a:lnTo>
                    <a:close/>
                  </a:path>
                </a:pathLst>
              </a:custGeom>
              <a:solidFill>
                <a:srgbClr val="EB0A0A"/>
              </a:solidFill>
              <a:ln w="18931" cap="flat">
                <a:solidFill>
                  <a:srgbClr val="EB0A0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7" name="Graphic 25">
              <a:extLst>
                <a:ext uri="{FF2B5EF4-FFF2-40B4-BE49-F238E27FC236}">
                  <a16:creationId xmlns:a16="http://schemas.microsoft.com/office/drawing/2014/main" id="{34D83ACF-68AD-0F9E-35D0-9C7CCC9DF857}"/>
                </a:ext>
              </a:extLst>
            </p:cNvPr>
            <p:cNvGrpSpPr/>
            <p:nvPr/>
          </p:nvGrpSpPr>
          <p:grpSpPr>
            <a:xfrm>
              <a:off x="7898044" y="4642651"/>
              <a:ext cx="284392" cy="289433"/>
              <a:chOff x="8868987" y="4650044"/>
              <a:chExt cx="284392" cy="289433"/>
            </a:xfrm>
            <a:solidFill>
              <a:srgbClr val="FFFFFF"/>
            </a:solidFill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E496E94-A95C-C982-4F91-80EC234D0607}"/>
                  </a:ext>
                </a:extLst>
              </p:cNvPr>
              <p:cNvSpPr/>
              <p:nvPr/>
            </p:nvSpPr>
            <p:spPr>
              <a:xfrm>
                <a:off x="8868987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545D3D41-42E8-8D62-DB99-D7C76864C0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78467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  <p:grpSp>
          <p:nvGrpSpPr>
            <p:cNvPr id="38" name="Graphic 25">
              <a:extLst>
                <a:ext uri="{FF2B5EF4-FFF2-40B4-BE49-F238E27FC236}">
                  <a16:creationId xmlns:a16="http://schemas.microsoft.com/office/drawing/2014/main" id="{7AEE3D55-80AB-B7D0-997B-6D5976BAAE02}"/>
                </a:ext>
              </a:extLst>
            </p:cNvPr>
            <p:cNvGrpSpPr/>
            <p:nvPr/>
          </p:nvGrpSpPr>
          <p:grpSpPr>
            <a:xfrm>
              <a:off x="8656424" y="4642651"/>
              <a:ext cx="284392" cy="289433"/>
              <a:chOff x="9627367" y="4650044"/>
              <a:chExt cx="284392" cy="289433"/>
            </a:xfrm>
            <a:solidFill>
              <a:srgbClr val="FFFFFF"/>
            </a:solidFill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75F7B02-C627-52E1-599B-37A7C98CB769}"/>
                  </a:ext>
                </a:extLst>
              </p:cNvPr>
              <p:cNvSpPr/>
              <p:nvPr/>
            </p:nvSpPr>
            <p:spPr>
              <a:xfrm>
                <a:off x="9627367" y="4650044"/>
                <a:ext cx="284392" cy="284688"/>
              </a:xfrm>
              <a:prstGeom prst="rect">
                <a:avLst/>
              </a:prstGeom>
              <a:solidFill>
                <a:srgbClr val="FFFFFF"/>
              </a:solidFill>
              <a:ln w="1893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EB9EF2CB-A81E-F7B9-F361-093019C8E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36847" y="4683257"/>
                <a:ext cx="265433" cy="256219"/>
              </a:xfrm>
              <a:custGeom>
                <a:avLst/>
                <a:gdLst>
                  <a:gd name="csX0" fmla="*/ 0 w 265433"/>
                  <a:gd name="csY0" fmla="*/ 0 h 256219"/>
                  <a:gd name="csX1" fmla="*/ 265433 w 265433"/>
                  <a:gd name="csY1" fmla="*/ 0 h 256219"/>
                  <a:gd name="csX2" fmla="*/ 265433 w 265433"/>
                  <a:gd name="csY2" fmla="*/ 256219 h 256219"/>
                  <a:gd name="csX3" fmla="*/ 0 w 265433"/>
                  <a:gd name="csY3" fmla="*/ 256219 h 25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5433" h="256219">
                    <a:moveTo>
                      <a:pt x="0" y="0"/>
                    </a:moveTo>
                    <a:lnTo>
                      <a:pt x="265433" y="0"/>
                    </a:lnTo>
                    <a:lnTo>
                      <a:pt x="265433" y="256219"/>
                    </a:lnTo>
                    <a:lnTo>
                      <a:pt x="0" y="256219"/>
                    </a:lnTo>
                    <a:close/>
                  </a:path>
                </a:pathLst>
              </a:cu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2949359-A65C-0F51-9B05-08FA46512B16}"/>
                  </a:ext>
                </a:extLst>
              </p:cNvPr>
              <p:cNvSpPr txBox="1"/>
              <p:nvPr/>
            </p:nvSpPr>
            <p:spPr>
              <a:xfrm>
                <a:off x="2750979" y="4973246"/>
                <a:ext cx="1912823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 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</m:oMath>
                  </m:oMathPara>
                </a14:m>
                <a:endParaRPr lang="en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2949359-A65C-0F51-9B05-08FA46512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79" y="4973246"/>
                <a:ext cx="1912823" cy="369909"/>
              </a:xfrm>
              <a:prstGeom prst="rect">
                <a:avLst/>
              </a:prstGeom>
              <a:blipFill>
                <a:blip r:embed="rId1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Graphic 4">
            <a:extLst>
              <a:ext uri="{FF2B5EF4-FFF2-40B4-BE49-F238E27FC236}">
                <a16:creationId xmlns:a16="http://schemas.microsoft.com/office/drawing/2014/main" id="{15070DC8-DD35-6005-B3E9-293D8BA19986}"/>
              </a:ext>
            </a:extLst>
          </p:cNvPr>
          <p:cNvGrpSpPr/>
          <p:nvPr/>
        </p:nvGrpSpPr>
        <p:grpSpPr>
          <a:xfrm>
            <a:off x="8113568" y="2518732"/>
            <a:ext cx="308963" cy="234663"/>
            <a:chOff x="2949023" y="3304016"/>
            <a:chExt cx="308963" cy="234663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8BBA5D03-9D1B-83E2-D4FE-A46572E47AEF}"/>
                </a:ext>
              </a:extLst>
            </p:cNvPr>
            <p:cNvSpPr/>
            <p:nvPr/>
          </p:nvSpPr>
          <p:spPr>
            <a:xfrm>
              <a:off x="2990439" y="3304016"/>
              <a:ext cx="267547" cy="207055"/>
            </a:xfrm>
            <a:custGeom>
              <a:avLst/>
              <a:gdLst>
                <a:gd name="csX0" fmla="*/ 267547 w 267547"/>
                <a:gd name="csY0" fmla="*/ 0 h 207055"/>
                <a:gd name="csX1" fmla="*/ 267547 w 267547"/>
                <a:gd name="csY1" fmla="*/ 207056 h 207055"/>
                <a:gd name="csX2" fmla="*/ 0 w 267547"/>
                <a:gd name="csY2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7547" h="207055">
                  <a:moveTo>
                    <a:pt x="267547" y="0"/>
                  </a:moveTo>
                  <a:lnTo>
                    <a:pt x="267547" y="207056"/>
                  </a:lnTo>
                  <a:lnTo>
                    <a:pt x="0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D4EBFD9B-2BE3-632B-083A-7D830EAB1C53}"/>
                </a:ext>
              </a:extLst>
            </p:cNvPr>
            <p:cNvSpPr/>
            <p:nvPr/>
          </p:nvSpPr>
          <p:spPr>
            <a:xfrm>
              <a:off x="2949023" y="3483464"/>
              <a:ext cx="55221" cy="55214"/>
            </a:xfrm>
            <a:custGeom>
              <a:avLst/>
              <a:gdLst>
                <a:gd name="csX0" fmla="*/ 0 w 55221"/>
                <a:gd name="csY0" fmla="*/ 27607 h 55214"/>
                <a:gd name="csX1" fmla="*/ 55221 w 55221"/>
                <a:gd name="csY1" fmla="*/ 0 h 55214"/>
                <a:gd name="csX2" fmla="*/ 41416 w 55221"/>
                <a:gd name="csY2" fmla="*/ 27607 h 55214"/>
                <a:gd name="csX3" fmla="*/ 55221 w 55221"/>
                <a:gd name="csY3" fmla="*/ 55215 h 55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21" h="55214">
                  <a:moveTo>
                    <a:pt x="0" y="27607"/>
                  </a:moveTo>
                  <a:lnTo>
                    <a:pt x="55221" y="0"/>
                  </a:lnTo>
                  <a:lnTo>
                    <a:pt x="41416" y="27607"/>
                  </a:lnTo>
                  <a:lnTo>
                    <a:pt x="55221" y="55215"/>
                  </a:lnTo>
                  <a:close/>
                </a:path>
              </a:pathLst>
            </a:custGeom>
            <a:solidFill>
              <a:srgbClr val="000000"/>
            </a:solidFill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156" name="Freeform 155">
            <a:extLst>
              <a:ext uri="{FF2B5EF4-FFF2-40B4-BE49-F238E27FC236}">
                <a16:creationId xmlns:a16="http://schemas.microsoft.com/office/drawing/2014/main" id="{F4909EA6-6F31-8463-6B22-C582A7329667}"/>
              </a:ext>
            </a:extLst>
          </p:cNvPr>
          <p:cNvSpPr/>
          <p:nvPr/>
        </p:nvSpPr>
        <p:spPr>
          <a:xfrm>
            <a:off x="8767665" y="2518732"/>
            <a:ext cx="483" cy="207055"/>
          </a:xfrm>
          <a:custGeom>
            <a:avLst/>
            <a:gdLst>
              <a:gd name="csX0" fmla="*/ 0 w 483"/>
              <a:gd name="csY0" fmla="*/ 0 h 207055"/>
              <a:gd name="csX1" fmla="*/ 483 w 483"/>
              <a:gd name="csY1" fmla="*/ 207056 h 207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83" h="207055">
                <a:moveTo>
                  <a:pt x="0" y="0"/>
                </a:moveTo>
                <a:lnTo>
                  <a:pt x="483" y="207056"/>
                </a:lnTo>
              </a:path>
            </a:pathLst>
          </a:custGeom>
          <a:noFill/>
          <a:ln w="1380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8889D7B-1225-855F-C06F-65F7A624BF73}"/>
              </a:ext>
            </a:extLst>
          </p:cNvPr>
          <p:cNvSpPr/>
          <p:nvPr/>
        </p:nvSpPr>
        <p:spPr>
          <a:xfrm>
            <a:off x="8249965" y="2242657"/>
            <a:ext cx="690266" cy="276074"/>
          </a:xfrm>
          <a:prstGeom prst="rect">
            <a:avLst/>
          </a:prstGeom>
          <a:solidFill>
            <a:srgbClr val="FFE6CC"/>
          </a:solidFill>
          <a:ln w="13805" cap="flat">
            <a:solidFill>
              <a:srgbClr val="D79B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60" name="Graphic 4">
            <a:extLst>
              <a:ext uri="{FF2B5EF4-FFF2-40B4-BE49-F238E27FC236}">
                <a16:creationId xmlns:a16="http://schemas.microsoft.com/office/drawing/2014/main" id="{D12F072F-4C91-9294-B445-2E7948496B8A}"/>
              </a:ext>
            </a:extLst>
          </p:cNvPr>
          <p:cNvGrpSpPr/>
          <p:nvPr/>
        </p:nvGrpSpPr>
        <p:grpSpPr>
          <a:xfrm>
            <a:off x="8218903" y="2456615"/>
            <a:ext cx="207079" cy="276074"/>
            <a:chOff x="3054358" y="3241899"/>
            <a:chExt cx="207079" cy="276074"/>
          </a:xfrm>
          <a:noFill/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687003F-D292-122E-9D2C-EFCE2AE6CC0D}"/>
                </a:ext>
              </a:extLst>
            </p:cNvPr>
            <p:cNvSpPr/>
            <p:nvPr/>
          </p:nvSpPr>
          <p:spPr>
            <a:xfrm>
              <a:off x="3054358" y="3241899"/>
              <a:ext cx="207079" cy="276074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7088090A-B6B4-8906-0E0F-3E37403A1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123385" y="3307467"/>
              <a:ext cx="75929" cy="172546"/>
            </a:xfrm>
            <a:custGeom>
              <a:avLst/>
              <a:gdLst>
                <a:gd name="csX0" fmla="*/ 0 w 75929"/>
                <a:gd name="csY0" fmla="*/ 0 h 172546"/>
                <a:gd name="csX1" fmla="*/ 75929 w 75929"/>
                <a:gd name="csY1" fmla="*/ 0 h 172546"/>
                <a:gd name="csX2" fmla="*/ 75929 w 75929"/>
                <a:gd name="csY2" fmla="*/ 172547 h 172546"/>
                <a:gd name="csX3" fmla="*/ 0 w 75929"/>
                <a:gd name="csY3" fmla="*/ 172547 h 172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929" h="172546">
                  <a:moveTo>
                    <a:pt x="0" y="0"/>
                  </a:moveTo>
                  <a:lnTo>
                    <a:pt x="75929" y="0"/>
                  </a:lnTo>
                  <a:lnTo>
                    <a:pt x="75929" y="172547"/>
                  </a:lnTo>
                  <a:lnTo>
                    <a:pt x="0" y="172547"/>
                  </a:lnTo>
                  <a:close/>
                </a:path>
              </a:pathLst>
            </a:custGeom>
          </p:spPr>
        </p:pic>
      </p:grpSp>
      <p:grpSp>
        <p:nvGrpSpPr>
          <p:cNvPr id="163" name="Graphic 4">
            <a:extLst>
              <a:ext uri="{FF2B5EF4-FFF2-40B4-BE49-F238E27FC236}">
                <a16:creationId xmlns:a16="http://schemas.microsoft.com/office/drawing/2014/main" id="{329E8B58-98C8-9772-FA9B-985D30F47875}"/>
              </a:ext>
            </a:extLst>
          </p:cNvPr>
          <p:cNvGrpSpPr/>
          <p:nvPr/>
        </p:nvGrpSpPr>
        <p:grpSpPr>
          <a:xfrm>
            <a:off x="8764213" y="2463517"/>
            <a:ext cx="207079" cy="276074"/>
            <a:chOff x="3599668" y="3248801"/>
            <a:chExt cx="207079" cy="276074"/>
          </a:xfrm>
          <a:noFill/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196ECBF4-CB2B-9823-5D37-8CB24F8820A2}"/>
                </a:ext>
              </a:extLst>
            </p:cNvPr>
            <p:cNvSpPr/>
            <p:nvPr/>
          </p:nvSpPr>
          <p:spPr>
            <a:xfrm>
              <a:off x="3599668" y="3248801"/>
              <a:ext cx="207079" cy="276074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8DBE0920-DBA0-1AC2-0979-23F91862F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68695" y="3314368"/>
              <a:ext cx="75929" cy="172546"/>
            </a:xfrm>
            <a:custGeom>
              <a:avLst/>
              <a:gdLst>
                <a:gd name="csX0" fmla="*/ 0 w 75929"/>
                <a:gd name="csY0" fmla="*/ 0 h 172546"/>
                <a:gd name="csX1" fmla="*/ 75929 w 75929"/>
                <a:gd name="csY1" fmla="*/ 0 h 172546"/>
                <a:gd name="csX2" fmla="*/ 75929 w 75929"/>
                <a:gd name="csY2" fmla="*/ 172547 h 172546"/>
                <a:gd name="csX3" fmla="*/ 0 w 75929"/>
                <a:gd name="csY3" fmla="*/ 172547 h 172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929" h="172546">
                  <a:moveTo>
                    <a:pt x="0" y="0"/>
                  </a:moveTo>
                  <a:lnTo>
                    <a:pt x="75929" y="0"/>
                  </a:lnTo>
                  <a:lnTo>
                    <a:pt x="75929" y="172547"/>
                  </a:lnTo>
                  <a:lnTo>
                    <a:pt x="0" y="172547"/>
                  </a:lnTo>
                  <a:close/>
                </a:path>
              </a:pathLst>
            </a:custGeom>
          </p:spPr>
        </p:pic>
      </p:grpSp>
      <p:sp>
        <p:nvSpPr>
          <p:cNvPr id="166" name="Freeform 165">
            <a:extLst>
              <a:ext uri="{FF2B5EF4-FFF2-40B4-BE49-F238E27FC236}">
                <a16:creationId xmlns:a16="http://schemas.microsoft.com/office/drawing/2014/main" id="{EF44C9CD-1395-CE32-FEFD-36DFC4AB0F3E}"/>
              </a:ext>
            </a:extLst>
          </p:cNvPr>
          <p:cNvSpPr/>
          <p:nvPr/>
        </p:nvSpPr>
        <p:spPr>
          <a:xfrm>
            <a:off x="8698638" y="2725788"/>
            <a:ext cx="138053" cy="6901"/>
          </a:xfrm>
          <a:custGeom>
            <a:avLst/>
            <a:gdLst>
              <a:gd name="csX0" fmla="*/ 0 w 138053"/>
              <a:gd name="csY0" fmla="*/ 0 h 6901"/>
              <a:gd name="csX1" fmla="*/ 138053 w 138053"/>
              <a:gd name="csY1" fmla="*/ 0 h 6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8053" h="6901">
                <a:moveTo>
                  <a:pt x="0" y="0"/>
                </a:moveTo>
                <a:lnTo>
                  <a:pt x="138053" y="0"/>
                </a:lnTo>
              </a:path>
            </a:pathLst>
          </a:custGeom>
          <a:noFill/>
          <a:ln w="1380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170" name="Graphic 4">
            <a:extLst>
              <a:ext uri="{FF2B5EF4-FFF2-40B4-BE49-F238E27FC236}">
                <a16:creationId xmlns:a16="http://schemas.microsoft.com/office/drawing/2014/main" id="{3051AF0A-72EB-2B6E-5364-9AE49C5DC6CC}"/>
              </a:ext>
            </a:extLst>
          </p:cNvPr>
          <p:cNvGrpSpPr/>
          <p:nvPr/>
        </p:nvGrpSpPr>
        <p:grpSpPr>
          <a:xfrm>
            <a:off x="8567626" y="1966582"/>
            <a:ext cx="55221" cy="260614"/>
            <a:chOff x="3403081" y="2751866"/>
            <a:chExt cx="55221" cy="260614"/>
          </a:xfrm>
        </p:grpSpPr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56956374-4969-38C3-712D-A6506A97AE51}"/>
                </a:ext>
              </a:extLst>
            </p:cNvPr>
            <p:cNvSpPr/>
            <p:nvPr/>
          </p:nvSpPr>
          <p:spPr>
            <a:xfrm>
              <a:off x="3428551" y="2751866"/>
              <a:ext cx="3382" cy="219272"/>
            </a:xfrm>
            <a:custGeom>
              <a:avLst/>
              <a:gdLst>
                <a:gd name="csX0" fmla="*/ 0 w 3382"/>
                <a:gd name="csY0" fmla="*/ 0 h 219272"/>
                <a:gd name="csX1" fmla="*/ 3382 w 3382"/>
                <a:gd name="csY1" fmla="*/ 144939 h 219272"/>
                <a:gd name="csX2" fmla="*/ 1864 w 3382"/>
                <a:gd name="csY2" fmla="*/ 219272 h 219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382" h="219272">
                  <a:moveTo>
                    <a:pt x="0" y="0"/>
                  </a:moveTo>
                  <a:lnTo>
                    <a:pt x="3382" y="144939"/>
                  </a:lnTo>
                  <a:lnTo>
                    <a:pt x="1864" y="219272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C5E5C1B3-CAA8-9B17-F962-13934320FB48}"/>
                </a:ext>
              </a:extLst>
            </p:cNvPr>
            <p:cNvSpPr/>
            <p:nvPr/>
          </p:nvSpPr>
          <p:spPr>
            <a:xfrm>
              <a:off x="3403081" y="2956714"/>
              <a:ext cx="55221" cy="55767"/>
            </a:xfrm>
            <a:custGeom>
              <a:avLst/>
              <a:gdLst>
                <a:gd name="csX0" fmla="*/ 26506 w 55221"/>
                <a:gd name="csY0" fmla="*/ 55767 h 55767"/>
                <a:gd name="csX1" fmla="*/ 0 w 55221"/>
                <a:gd name="csY1" fmla="*/ 0 h 55767"/>
                <a:gd name="csX2" fmla="*/ 27335 w 55221"/>
                <a:gd name="csY2" fmla="*/ 14425 h 55767"/>
                <a:gd name="csX3" fmla="*/ 55221 w 55221"/>
                <a:gd name="csY3" fmla="*/ 1173 h 55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21" h="55767">
                  <a:moveTo>
                    <a:pt x="26506" y="55767"/>
                  </a:moveTo>
                  <a:lnTo>
                    <a:pt x="0" y="0"/>
                  </a:lnTo>
                  <a:lnTo>
                    <a:pt x="27335" y="14425"/>
                  </a:lnTo>
                  <a:lnTo>
                    <a:pt x="55221" y="1173"/>
                  </a:lnTo>
                  <a:close/>
                </a:path>
              </a:pathLst>
            </a:custGeom>
            <a:solidFill>
              <a:srgbClr val="000000"/>
            </a:solidFill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pic>
        <p:nvPicPr>
          <p:cNvPr id="176" name="Picture 175">
            <a:extLst>
              <a:ext uri="{FF2B5EF4-FFF2-40B4-BE49-F238E27FC236}">
                <a16:creationId xmlns:a16="http://schemas.microsoft.com/office/drawing/2014/main" id="{407765C2-F34B-2760-D77F-3762A0F720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3145" y="1676359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p:grpSp>
        <p:nvGrpSpPr>
          <p:cNvPr id="180" name="Graphic 18">
            <a:extLst>
              <a:ext uri="{FF2B5EF4-FFF2-40B4-BE49-F238E27FC236}">
                <a16:creationId xmlns:a16="http://schemas.microsoft.com/office/drawing/2014/main" id="{50FB0C0F-FA02-24D6-0C26-BD725D966F8F}"/>
              </a:ext>
            </a:extLst>
          </p:cNvPr>
          <p:cNvGrpSpPr/>
          <p:nvPr/>
        </p:nvGrpSpPr>
        <p:grpSpPr>
          <a:xfrm>
            <a:off x="9705111" y="1351383"/>
            <a:ext cx="664188" cy="302761"/>
            <a:chOff x="9743307" y="5884998"/>
            <a:chExt cx="856723" cy="390525"/>
          </a:xfrm>
          <a:noFill/>
        </p:grpSpPr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C9486C34-031B-327E-8310-BE78A0F1191F}"/>
                </a:ext>
              </a:extLst>
            </p:cNvPr>
            <p:cNvSpPr/>
            <p:nvPr/>
          </p:nvSpPr>
          <p:spPr>
            <a:xfrm>
              <a:off x="9743307" y="5884998"/>
              <a:ext cx="856723" cy="38100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96" name="Picture 295">
              <a:extLst>
                <a:ext uri="{FF2B5EF4-FFF2-40B4-BE49-F238E27FC236}">
                  <a16:creationId xmlns:a16="http://schemas.microsoft.com/office/drawing/2014/main" id="{42CAC70E-C9F8-8686-42DA-CAA060CC1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71718" y="5942148"/>
              <a:ext cx="199902" cy="333375"/>
            </a:xfrm>
            <a:custGeom>
              <a:avLst/>
              <a:gdLst>
                <a:gd name="csX0" fmla="*/ 0 w 199902"/>
                <a:gd name="csY0" fmla="*/ 0 h 333375"/>
                <a:gd name="csX1" fmla="*/ 199902 w 199902"/>
                <a:gd name="csY1" fmla="*/ 0 h 333375"/>
                <a:gd name="csX2" fmla="*/ 199902 w 199902"/>
                <a:gd name="csY2" fmla="*/ 333375 h 333375"/>
                <a:gd name="csX3" fmla="*/ 0 w 199902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902" h="333375">
                  <a:moveTo>
                    <a:pt x="0" y="0"/>
                  </a:moveTo>
                  <a:lnTo>
                    <a:pt x="199902" y="0"/>
                  </a:lnTo>
                  <a:lnTo>
                    <a:pt x="199902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</p:grpSp>
      <p:grpSp>
        <p:nvGrpSpPr>
          <p:cNvPr id="181" name="Graphic 18">
            <a:extLst>
              <a:ext uri="{FF2B5EF4-FFF2-40B4-BE49-F238E27FC236}">
                <a16:creationId xmlns:a16="http://schemas.microsoft.com/office/drawing/2014/main" id="{D7D21E2B-8088-1876-ECBA-DBCD70515550}"/>
              </a:ext>
            </a:extLst>
          </p:cNvPr>
          <p:cNvGrpSpPr/>
          <p:nvPr/>
        </p:nvGrpSpPr>
        <p:grpSpPr>
          <a:xfrm>
            <a:off x="9435055" y="1949521"/>
            <a:ext cx="737988" cy="295376"/>
            <a:chOff x="8191685" y="6685098"/>
            <a:chExt cx="951915" cy="381000"/>
          </a:xfrm>
          <a:solidFill>
            <a:srgbClr val="DAE8FC"/>
          </a:solidFill>
        </p:grpSpPr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393E2A41-8538-B896-6A80-7F14CFB047C1}"/>
                </a:ext>
              </a:extLst>
            </p:cNvPr>
            <p:cNvSpPr/>
            <p:nvPr/>
          </p:nvSpPr>
          <p:spPr>
            <a:xfrm>
              <a:off x="8191685" y="6685098"/>
              <a:ext cx="951915" cy="381000"/>
            </a:xfrm>
            <a:prstGeom prst="rect">
              <a:avLst/>
            </a:prstGeom>
            <a:solidFill>
              <a:srgbClr val="DAE8FC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94" name="Picture 293">
              <a:extLst>
                <a:ext uri="{FF2B5EF4-FFF2-40B4-BE49-F238E27FC236}">
                  <a16:creationId xmlns:a16="http://schemas.microsoft.com/office/drawing/2014/main" id="{7177104B-CA2B-C815-8542-78D6007F1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1204" y="6766060"/>
              <a:ext cx="932876" cy="257175"/>
            </a:xfrm>
            <a:custGeom>
              <a:avLst/>
              <a:gdLst>
                <a:gd name="csX0" fmla="*/ 0 w 932876"/>
                <a:gd name="csY0" fmla="*/ 0 h 257175"/>
                <a:gd name="csX1" fmla="*/ 932877 w 932876"/>
                <a:gd name="csY1" fmla="*/ 0 h 257175"/>
                <a:gd name="csX2" fmla="*/ 932877 w 932876"/>
                <a:gd name="csY2" fmla="*/ 257175 h 257175"/>
                <a:gd name="csX3" fmla="*/ 0 w 932876"/>
                <a:gd name="csY3" fmla="*/ 257175 h 257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32876" h="257175">
                  <a:moveTo>
                    <a:pt x="0" y="0"/>
                  </a:moveTo>
                  <a:lnTo>
                    <a:pt x="932877" y="0"/>
                  </a:lnTo>
                  <a:lnTo>
                    <a:pt x="932877" y="257175"/>
                  </a:lnTo>
                  <a:lnTo>
                    <a:pt x="0" y="257175"/>
                  </a:lnTo>
                  <a:close/>
                </a:path>
              </a:pathLst>
            </a:custGeom>
          </p:spPr>
        </p:pic>
      </p:grpSp>
      <p:grpSp>
        <p:nvGrpSpPr>
          <p:cNvPr id="182" name="Graphic 18">
            <a:extLst>
              <a:ext uri="{FF2B5EF4-FFF2-40B4-BE49-F238E27FC236}">
                <a16:creationId xmlns:a16="http://schemas.microsoft.com/office/drawing/2014/main" id="{913F5181-3176-00E7-5ED6-12BC2082A09D}"/>
              </a:ext>
            </a:extLst>
          </p:cNvPr>
          <p:cNvGrpSpPr/>
          <p:nvPr/>
        </p:nvGrpSpPr>
        <p:grpSpPr>
          <a:xfrm>
            <a:off x="10003305" y="1639376"/>
            <a:ext cx="59039" cy="286220"/>
            <a:chOff x="8924660" y="6285048"/>
            <a:chExt cx="76153" cy="369189"/>
          </a:xfrm>
        </p:grpSpPr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7F5FD743-9AFE-EAAA-5E39-01E3E5EDEE50}"/>
                </a:ext>
              </a:extLst>
            </p:cNvPr>
            <p:cNvSpPr/>
            <p:nvPr/>
          </p:nvSpPr>
          <p:spPr>
            <a:xfrm>
              <a:off x="8962736" y="6285048"/>
              <a:ext cx="9519" cy="312039"/>
            </a:xfrm>
            <a:custGeom>
              <a:avLst/>
              <a:gdLst>
                <a:gd name="csX0" fmla="*/ 0 w 9519"/>
                <a:gd name="csY0" fmla="*/ 0 h 312039"/>
                <a:gd name="csX1" fmla="*/ 0 w 9519"/>
                <a:gd name="csY1" fmla="*/ 312039 h 312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19" h="312039">
                  <a:moveTo>
                    <a:pt x="0" y="0"/>
                  </a:moveTo>
                  <a:lnTo>
                    <a:pt x="0" y="312039"/>
                  </a:lnTo>
                </a:path>
              </a:pathLst>
            </a:custGeom>
            <a:noFill/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1902B1CF-73AC-1769-C2F1-41D9F1B93E19}"/>
                </a:ext>
              </a:extLst>
            </p:cNvPr>
            <p:cNvSpPr/>
            <p:nvPr/>
          </p:nvSpPr>
          <p:spPr>
            <a:xfrm>
              <a:off x="8924660" y="6578037"/>
              <a:ext cx="76153" cy="76200"/>
            </a:xfrm>
            <a:custGeom>
              <a:avLst/>
              <a:gdLst>
                <a:gd name="csX0" fmla="*/ 38077 w 76153"/>
                <a:gd name="csY0" fmla="*/ 76200 h 76200"/>
                <a:gd name="csX1" fmla="*/ 0 w 76153"/>
                <a:gd name="csY1" fmla="*/ 0 h 76200"/>
                <a:gd name="csX2" fmla="*/ 38077 w 76153"/>
                <a:gd name="csY2" fmla="*/ 19050 h 76200"/>
                <a:gd name="csX3" fmla="*/ 76153 w 76153"/>
                <a:gd name="csY3" fmla="*/ 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153" h="76200">
                  <a:moveTo>
                    <a:pt x="38077" y="76200"/>
                  </a:moveTo>
                  <a:lnTo>
                    <a:pt x="0" y="0"/>
                  </a:lnTo>
                  <a:lnTo>
                    <a:pt x="38077" y="19050"/>
                  </a:lnTo>
                  <a:lnTo>
                    <a:pt x="76153" y="0"/>
                  </a:lnTo>
                  <a:close/>
                </a:path>
              </a:pathLst>
            </a:custGeom>
            <a:solidFill>
              <a:srgbClr val="000000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95" name="Graphic 18">
            <a:extLst>
              <a:ext uri="{FF2B5EF4-FFF2-40B4-BE49-F238E27FC236}">
                <a16:creationId xmlns:a16="http://schemas.microsoft.com/office/drawing/2014/main" id="{48FC9AD5-9EAC-04FB-C417-435D160D051B}"/>
              </a:ext>
            </a:extLst>
          </p:cNvPr>
          <p:cNvGrpSpPr/>
          <p:nvPr/>
        </p:nvGrpSpPr>
        <p:grpSpPr>
          <a:xfrm>
            <a:off x="10196953" y="2071363"/>
            <a:ext cx="204865" cy="59075"/>
            <a:chOff x="9174442" y="6842260"/>
            <a:chExt cx="264251" cy="76200"/>
          </a:xfrm>
        </p:grpSpPr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EB6F8037-EB18-7209-5E1C-DF5F6EA26116}"/>
                </a:ext>
              </a:extLst>
            </p:cNvPr>
            <p:cNvSpPr/>
            <p:nvPr/>
          </p:nvSpPr>
          <p:spPr>
            <a:xfrm>
              <a:off x="9231557" y="6880360"/>
              <a:ext cx="207136" cy="9525"/>
            </a:xfrm>
            <a:custGeom>
              <a:avLst/>
              <a:gdLst>
                <a:gd name="csX0" fmla="*/ 207137 w 207136"/>
                <a:gd name="csY0" fmla="*/ 0 h 9525"/>
                <a:gd name="csX1" fmla="*/ 0 w 207136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7136" h="9525">
                  <a:moveTo>
                    <a:pt x="207137" y="0"/>
                  </a:moveTo>
                  <a:lnTo>
                    <a:pt x="0" y="0"/>
                  </a:lnTo>
                </a:path>
              </a:pathLst>
            </a:custGeom>
            <a:noFill/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BFD3B3D3-98C0-B458-2D8B-5863465D71D3}"/>
                </a:ext>
              </a:extLst>
            </p:cNvPr>
            <p:cNvSpPr/>
            <p:nvPr/>
          </p:nvSpPr>
          <p:spPr>
            <a:xfrm>
              <a:off x="9174442" y="6842260"/>
              <a:ext cx="76153" cy="76200"/>
            </a:xfrm>
            <a:custGeom>
              <a:avLst/>
              <a:gdLst>
                <a:gd name="csX0" fmla="*/ 0 w 76153"/>
                <a:gd name="csY0" fmla="*/ 38100 h 76200"/>
                <a:gd name="csX1" fmla="*/ 76153 w 76153"/>
                <a:gd name="csY1" fmla="*/ 0 h 76200"/>
                <a:gd name="csX2" fmla="*/ 57115 w 76153"/>
                <a:gd name="csY2" fmla="*/ 38100 h 76200"/>
                <a:gd name="csX3" fmla="*/ 76153 w 76153"/>
                <a:gd name="csY3" fmla="*/ 762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153" h="76200">
                  <a:moveTo>
                    <a:pt x="0" y="38100"/>
                  </a:moveTo>
                  <a:lnTo>
                    <a:pt x="76153" y="0"/>
                  </a:lnTo>
                  <a:lnTo>
                    <a:pt x="57115" y="38100"/>
                  </a:lnTo>
                  <a:lnTo>
                    <a:pt x="76153" y="76200"/>
                  </a:lnTo>
                  <a:close/>
                </a:path>
              </a:pathLst>
            </a:custGeom>
            <a:solidFill>
              <a:srgbClr val="000000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96" name="Graphic 18">
            <a:extLst>
              <a:ext uri="{FF2B5EF4-FFF2-40B4-BE49-F238E27FC236}">
                <a16:creationId xmlns:a16="http://schemas.microsoft.com/office/drawing/2014/main" id="{0ECB5FD3-0367-B977-A9AF-E73179030726}"/>
              </a:ext>
            </a:extLst>
          </p:cNvPr>
          <p:cNvGrpSpPr/>
          <p:nvPr/>
        </p:nvGrpSpPr>
        <p:grpSpPr>
          <a:xfrm>
            <a:off x="9368635" y="1750142"/>
            <a:ext cx="221396" cy="221532"/>
            <a:chOff x="8106012" y="6427923"/>
            <a:chExt cx="285574" cy="285750"/>
          </a:xfrm>
          <a:noFill/>
        </p:grpSpPr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FD39C1F6-9C21-3B01-6BE9-9D66215051D2}"/>
                </a:ext>
              </a:extLst>
            </p:cNvPr>
            <p:cNvSpPr/>
            <p:nvPr/>
          </p:nvSpPr>
          <p:spPr>
            <a:xfrm>
              <a:off x="8106012" y="6427923"/>
              <a:ext cx="285574" cy="28575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84" name="Picture 283">
              <a:extLst>
                <a:ext uri="{FF2B5EF4-FFF2-40B4-BE49-F238E27FC236}">
                  <a16:creationId xmlns:a16="http://schemas.microsoft.com/office/drawing/2014/main" id="{98F4C645-B6E6-F848-D73C-508AC3BC9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01204" y="6485073"/>
              <a:ext cx="95191" cy="209550"/>
            </a:xfrm>
            <a:custGeom>
              <a:avLst/>
              <a:gdLst>
                <a:gd name="csX0" fmla="*/ 0 w 95191"/>
                <a:gd name="csY0" fmla="*/ 0 h 209550"/>
                <a:gd name="csX1" fmla="*/ 95192 w 95191"/>
                <a:gd name="csY1" fmla="*/ 0 h 209550"/>
                <a:gd name="csX2" fmla="*/ 95192 w 95191"/>
                <a:gd name="csY2" fmla="*/ 209550 h 209550"/>
                <a:gd name="csX3" fmla="*/ 0 w 95191"/>
                <a:gd name="csY3" fmla="*/ 209550 h 2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5191" h="209550">
                  <a:moveTo>
                    <a:pt x="0" y="0"/>
                  </a:moveTo>
                  <a:lnTo>
                    <a:pt x="95192" y="0"/>
                  </a:lnTo>
                  <a:lnTo>
                    <a:pt x="95192" y="209550"/>
                  </a:lnTo>
                  <a:lnTo>
                    <a:pt x="0" y="209550"/>
                  </a:lnTo>
                  <a:close/>
                </a:path>
              </a:pathLst>
            </a:custGeom>
          </p:spPr>
        </p:pic>
      </p:grpSp>
      <p:grpSp>
        <p:nvGrpSpPr>
          <p:cNvPr id="197" name="Graphic 18">
            <a:extLst>
              <a:ext uri="{FF2B5EF4-FFF2-40B4-BE49-F238E27FC236}">
                <a16:creationId xmlns:a16="http://schemas.microsoft.com/office/drawing/2014/main" id="{49047EE8-165C-70BF-993F-0E6529DADA41}"/>
              </a:ext>
            </a:extLst>
          </p:cNvPr>
          <p:cNvGrpSpPr/>
          <p:nvPr/>
        </p:nvGrpSpPr>
        <p:grpSpPr>
          <a:xfrm>
            <a:off x="9553132" y="1654144"/>
            <a:ext cx="59039" cy="271451"/>
            <a:chOff x="8343991" y="6304098"/>
            <a:chExt cx="76153" cy="350139"/>
          </a:xfrm>
        </p:grpSpPr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52CE5FE6-C110-665B-F998-F43C288AEE7E}"/>
                </a:ext>
              </a:extLst>
            </p:cNvPr>
            <p:cNvSpPr/>
            <p:nvPr/>
          </p:nvSpPr>
          <p:spPr>
            <a:xfrm>
              <a:off x="8382068" y="6304098"/>
              <a:ext cx="9519" cy="292989"/>
            </a:xfrm>
            <a:custGeom>
              <a:avLst/>
              <a:gdLst>
                <a:gd name="csX0" fmla="*/ 0 w 9519"/>
                <a:gd name="csY0" fmla="*/ 0 h 292989"/>
                <a:gd name="csX1" fmla="*/ 0 w 9519"/>
                <a:gd name="csY1" fmla="*/ 292989 h 292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19" h="292989">
                  <a:moveTo>
                    <a:pt x="0" y="0"/>
                  </a:moveTo>
                  <a:lnTo>
                    <a:pt x="0" y="292989"/>
                  </a:lnTo>
                </a:path>
              </a:pathLst>
            </a:custGeom>
            <a:noFill/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5C21EE0E-64DC-C4CE-B6D7-4F370E1D2A7D}"/>
                </a:ext>
              </a:extLst>
            </p:cNvPr>
            <p:cNvSpPr/>
            <p:nvPr/>
          </p:nvSpPr>
          <p:spPr>
            <a:xfrm>
              <a:off x="8343991" y="6578037"/>
              <a:ext cx="76153" cy="76200"/>
            </a:xfrm>
            <a:custGeom>
              <a:avLst/>
              <a:gdLst>
                <a:gd name="csX0" fmla="*/ 38077 w 76153"/>
                <a:gd name="csY0" fmla="*/ 76200 h 76200"/>
                <a:gd name="csX1" fmla="*/ 0 w 76153"/>
                <a:gd name="csY1" fmla="*/ 0 h 76200"/>
                <a:gd name="csX2" fmla="*/ 38077 w 76153"/>
                <a:gd name="csY2" fmla="*/ 19050 h 76200"/>
                <a:gd name="csX3" fmla="*/ 76153 w 76153"/>
                <a:gd name="csY3" fmla="*/ 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153" h="76200">
                  <a:moveTo>
                    <a:pt x="38077" y="76200"/>
                  </a:moveTo>
                  <a:lnTo>
                    <a:pt x="0" y="0"/>
                  </a:lnTo>
                  <a:lnTo>
                    <a:pt x="38077" y="19050"/>
                  </a:lnTo>
                  <a:lnTo>
                    <a:pt x="76153" y="0"/>
                  </a:lnTo>
                  <a:close/>
                </a:path>
              </a:pathLst>
            </a:custGeom>
            <a:solidFill>
              <a:srgbClr val="000000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98" name="Graphic 18">
            <a:extLst>
              <a:ext uri="{FF2B5EF4-FFF2-40B4-BE49-F238E27FC236}">
                <a16:creationId xmlns:a16="http://schemas.microsoft.com/office/drawing/2014/main" id="{90CE7194-A2FF-FA78-0107-642DE27F354A}"/>
              </a:ext>
            </a:extLst>
          </p:cNvPr>
          <p:cNvGrpSpPr/>
          <p:nvPr/>
        </p:nvGrpSpPr>
        <p:grpSpPr>
          <a:xfrm>
            <a:off x="10010685" y="1750142"/>
            <a:ext cx="221396" cy="221532"/>
            <a:chOff x="8934179" y="6427923"/>
            <a:chExt cx="285574" cy="285750"/>
          </a:xfrm>
          <a:noFill/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39937E75-011E-D349-B6AD-6A0ECD53C9F7}"/>
                </a:ext>
              </a:extLst>
            </p:cNvPr>
            <p:cNvSpPr/>
            <p:nvPr/>
          </p:nvSpPr>
          <p:spPr>
            <a:xfrm>
              <a:off x="8934179" y="6427923"/>
              <a:ext cx="285574" cy="28575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80" name="Picture 279">
              <a:extLst>
                <a:ext uri="{FF2B5EF4-FFF2-40B4-BE49-F238E27FC236}">
                  <a16:creationId xmlns:a16="http://schemas.microsoft.com/office/drawing/2014/main" id="{49BF8797-3D64-C147-DC92-4A871B4ED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34130" y="6485073"/>
              <a:ext cx="85672" cy="209550"/>
            </a:xfrm>
            <a:custGeom>
              <a:avLst/>
              <a:gdLst>
                <a:gd name="csX0" fmla="*/ 0 w 85672"/>
                <a:gd name="csY0" fmla="*/ 0 h 209550"/>
                <a:gd name="csX1" fmla="*/ 85672 w 85672"/>
                <a:gd name="csY1" fmla="*/ 0 h 209550"/>
                <a:gd name="csX2" fmla="*/ 85672 w 85672"/>
                <a:gd name="csY2" fmla="*/ 209550 h 209550"/>
                <a:gd name="csX3" fmla="*/ 0 w 85672"/>
                <a:gd name="csY3" fmla="*/ 209550 h 2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5672" h="209550">
                  <a:moveTo>
                    <a:pt x="0" y="0"/>
                  </a:moveTo>
                  <a:lnTo>
                    <a:pt x="85672" y="0"/>
                  </a:lnTo>
                  <a:lnTo>
                    <a:pt x="85672" y="209550"/>
                  </a:lnTo>
                  <a:lnTo>
                    <a:pt x="0" y="209550"/>
                  </a:lnTo>
                  <a:close/>
                </a:path>
              </a:pathLst>
            </a:custGeom>
          </p:spPr>
        </p:pic>
      </p:grpSp>
      <p:grpSp>
        <p:nvGrpSpPr>
          <p:cNvPr id="206" name="Graphic 18">
            <a:extLst>
              <a:ext uri="{FF2B5EF4-FFF2-40B4-BE49-F238E27FC236}">
                <a16:creationId xmlns:a16="http://schemas.microsoft.com/office/drawing/2014/main" id="{9EEE51BF-5A6D-06B1-8086-9CEC90AE6BD7}"/>
              </a:ext>
            </a:extLst>
          </p:cNvPr>
          <p:cNvGrpSpPr/>
          <p:nvPr/>
        </p:nvGrpSpPr>
        <p:grpSpPr>
          <a:xfrm>
            <a:off x="10195182" y="1934752"/>
            <a:ext cx="664188" cy="302761"/>
            <a:chOff x="9172158" y="6666048"/>
            <a:chExt cx="856723" cy="390525"/>
          </a:xfrm>
          <a:noFill/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A2237F1E-46AD-ABF4-A535-D2C5EA0A2EE3}"/>
                </a:ext>
              </a:extLst>
            </p:cNvPr>
            <p:cNvSpPr/>
            <p:nvPr/>
          </p:nvSpPr>
          <p:spPr>
            <a:xfrm>
              <a:off x="9172158" y="6666048"/>
              <a:ext cx="856723" cy="38100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9589C0AC-8EC0-3C12-285D-6F6CA0BE7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00568" y="6723198"/>
              <a:ext cx="199902" cy="333375"/>
            </a:xfrm>
            <a:custGeom>
              <a:avLst/>
              <a:gdLst>
                <a:gd name="csX0" fmla="*/ 0 w 199902"/>
                <a:gd name="csY0" fmla="*/ 0 h 333375"/>
                <a:gd name="csX1" fmla="*/ 199902 w 199902"/>
                <a:gd name="csY1" fmla="*/ 0 h 333375"/>
                <a:gd name="csX2" fmla="*/ 199902 w 199902"/>
                <a:gd name="csY2" fmla="*/ 333375 h 333375"/>
                <a:gd name="csX3" fmla="*/ 0 w 199902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902" h="333375">
                  <a:moveTo>
                    <a:pt x="0" y="0"/>
                  </a:moveTo>
                  <a:lnTo>
                    <a:pt x="199902" y="0"/>
                  </a:lnTo>
                  <a:lnTo>
                    <a:pt x="199902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</p:grpSp>
      <p:pic>
        <p:nvPicPr>
          <p:cNvPr id="207" name="Picture 206">
            <a:extLst>
              <a:ext uri="{FF2B5EF4-FFF2-40B4-BE49-F238E27FC236}">
                <a16:creationId xmlns:a16="http://schemas.microsoft.com/office/drawing/2014/main" id="{74D18D68-3554-E423-9E3B-D9A9982CBD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7706" y="1434457"/>
            <a:ext cx="82915" cy="237343"/>
          </a:xfrm>
          <a:custGeom>
            <a:avLst/>
            <a:gdLst>
              <a:gd name="csX0" fmla="*/ 0 w 104619"/>
              <a:gd name="csY0" fmla="*/ 0 h 299472"/>
              <a:gd name="csX1" fmla="*/ 104619 w 104619"/>
              <a:gd name="csY1" fmla="*/ 0 h 299472"/>
              <a:gd name="csX2" fmla="*/ 104619 w 104619"/>
              <a:gd name="csY2" fmla="*/ 299472 h 299472"/>
              <a:gd name="csX3" fmla="*/ 0 w 104619"/>
              <a:gd name="csY3" fmla="*/ 299472 h 2994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4619" h="299472">
                <a:moveTo>
                  <a:pt x="0" y="0"/>
                </a:moveTo>
                <a:lnTo>
                  <a:pt x="104619" y="0"/>
                </a:lnTo>
                <a:lnTo>
                  <a:pt x="104619" y="299472"/>
                </a:lnTo>
                <a:lnTo>
                  <a:pt x="0" y="299472"/>
                </a:lnTo>
                <a:close/>
              </a:path>
            </a:pathLst>
          </a:custGeom>
        </p:spPr>
      </p:pic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A8B22BB9-3D33-EE5A-4CF9-446D6ACC0733}"/>
              </a:ext>
            </a:extLst>
          </p:cNvPr>
          <p:cNvCxnSpPr>
            <a:cxnSpLocks/>
            <a:stCxn id="293" idx="2"/>
            <a:endCxn id="158" idx="3"/>
          </p:cNvCxnSpPr>
          <p:nvPr/>
        </p:nvCxnSpPr>
        <p:spPr>
          <a:xfrm rot="5400000">
            <a:off x="9304242" y="1880886"/>
            <a:ext cx="135797" cy="863818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44D097C3-61C7-E1D6-E668-980B42FD5C28}"/>
              </a:ext>
            </a:extLst>
          </p:cNvPr>
          <p:cNvSpPr/>
          <p:nvPr/>
        </p:nvSpPr>
        <p:spPr>
          <a:xfrm>
            <a:off x="5775760" y="4089464"/>
            <a:ext cx="3483854" cy="2332674"/>
          </a:xfrm>
          <a:prstGeom prst="ellipse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515AAE5E-0520-35C6-A2D2-619DAD8A173F}"/>
              </a:ext>
            </a:extLst>
          </p:cNvPr>
          <p:cNvSpPr/>
          <p:nvPr/>
        </p:nvSpPr>
        <p:spPr>
          <a:xfrm>
            <a:off x="6096000" y="1697156"/>
            <a:ext cx="1844337" cy="2673172"/>
          </a:xfrm>
          <a:prstGeom prst="ellipse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3DE12AA0-EB06-2EB1-1CB9-296AE565C9EF}"/>
              </a:ext>
            </a:extLst>
          </p:cNvPr>
          <p:cNvSpPr/>
          <p:nvPr/>
        </p:nvSpPr>
        <p:spPr>
          <a:xfrm>
            <a:off x="7924745" y="1274235"/>
            <a:ext cx="2934625" cy="1875263"/>
          </a:xfrm>
          <a:prstGeom prst="ellipse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B1292FD-DC7E-D417-820D-CA084AD6DAC5}"/>
              </a:ext>
            </a:extLst>
          </p:cNvPr>
          <p:cNvSpPr txBox="1"/>
          <p:nvPr/>
        </p:nvSpPr>
        <p:spPr>
          <a:xfrm>
            <a:off x="5597859" y="429323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1.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FABC492-098A-9F26-C0EC-6232022104FF}"/>
              </a:ext>
            </a:extLst>
          </p:cNvPr>
          <p:cNvSpPr txBox="1"/>
          <p:nvPr/>
        </p:nvSpPr>
        <p:spPr>
          <a:xfrm>
            <a:off x="5887669" y="179582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2.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BE8C9DD-D7AE-4477-A1E5-C3EDF4ACBCDC}"/>
              </a:ext>
            </a:extLst>
          </p:cNvPr>
          <p:cNvSpPr txBox="1"/>
          <p:nvPr/>
        </p:nvSpPr>
        <p:spPr>
          <a:xfrm>
            <a:off x="7751824" y="138081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3.</a:t>
            </a:r>
            <a:endParaRPr lang="en-CN" dirty="0">
              <a:solidFill>
                <a:schemeClr val="accent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1007B2-8C4D-D287-4656-51FA4A5780BB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36" name="Text 13">
              <a:extLst>
                <a:ext uri="{FF2B5EF4-FFF2-40B4-BE49-F238E27FC236}">
                  <a16:creationId xmlns:a16="http://schemas.microsoft.com/office/drawing/2014/main" id="{D68815FF-7DD1-5DDE-EFCE-215557AE15EC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4B511EF-DD4E-4575-BEE8-7D77B4DDD1B5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0C58E07-8560-712E-9C7C-92B42892EBCB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7AC8E69-87B9-2DAF-25AD-0CB1C3C57D2B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089AF3B-517A-6284-C250-E4743D296D31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1A095C8-839D-83B5-70FB-DD4BFF91CA66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Text 13">
              <a:extLst>
                <a:ext uri="{FF2B5EF4-FFF2-40B4-BE49-F238E27FC236}">
                  <a16:creationId xmlns:a16="http://schemas.microsoft.com/office/drawing/2014/main" id="{D6CFF90F-4DFA-612F-C666-C12AEAB7DD41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8" name="Text 13">
              <a:extLst>
                <a:ext uri="{FF2B5EF4-FFF2-40B4-BE49-F238E27FC236}">
                  <a16:creationId xmlns:a16="http://schemas.microsoft.com/office/drawing/2014/main" id="{D1F58327-616B-5B0C-D0E0-EF5C5844ED1D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9" name="Text 13">
              <a:extLst>
                <a:ext uri="{FF2B5EF4-FFF2-40B4-BE49-F238E27FC236}">
                  <a16:creationId xmlns:a16="http://schemas.microsoft.com/office/drawing/2014/main" id="{98259701-3FDD-CBC4-C580-1B462C033BE3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EF888E0-5884-64F7-D2AF-329B8FEE81FA}"/>
              </a:ext>
            </a:extLst>
          </p:cNvPr>
          <p:cNvSpPr/>
          <p:nvPr/>
        </p:nvSpPr>
        <p:spPr>
          <a:xfrm>
            <a:off x="1823241" y="933225"/>
            <a:ext cx="674117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74" name="Picture 173">
            <a:extLst>
              <a:ext uri="{FF2B5EF4-FFF2-40B4-BE49-F238E27FC236}">
                <a16:creationId xmlns:a16="http://schemas.microsoft.com/office/drawing/2014/main" id="{A0809AF2-E76A-F4E7-73F6-00FA538BD05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21533" y="2601484"/>
            <a:ext cx="952827" cy="262409"/>
          </a:xfrm>
          <a:custGeom>
            <a:avLst/>
            <a:gdLst>
              <a:gd name="csX0" fmla="*/ 0 w 932063"/>
              <a:gd name="csY0" fmla="*/ 0 h 256690"/>
              <a:gd name="csX1" fmla="*/ 932063 w 932063"/>
              <a:gd name="csY1" fmla="*/ 0 h 256690"/>
              <a:gd name="csX2" fmla="*/ 932063 w 932063"/>
              <a:gd name="csY2" fmla="*/ 256691 h 256690"/>
              <a:gd name="csX3" fmla="*/ 0 w 932063"/>
              <a:gd name="csY3" fmla="*/ 256691 h 25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2063" h="256690">
                <a:moveTo>
                  <a:pt x="0" y="0"/>
                </a:moveTo>
                <a:lnTo>
                  <a:pt x="932063" y="0"/>
                </a:lnTo>
                <a:lnTo>
                  <a:pt x="932063" y="256691"/>
                </a:lnTo>
                <a:lnTo>
                  <a:pt x="0" y="256691"/>
                </a:lnTo>
                <a:close/>
              </a:path>
            </a:pathLst>
          </a:cu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0FD3F91F-64BB-8710-A090-4EE34C87036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4688" y="2303753"/>
            <a:ext cx="784312" cy="216000"/>
          </a:xfrm>
          <a:custGeom>
            <a:avLst/>
            <a:gdLst>
              <a:gd name="csX0" fmla="*/ 0 w 932063"/>
              <a:gd name="csY0" fmla="*/ 0 h 256690"/>
              <a:gd name="csX1" fmla="*/ 932063 w 932063"/>
              <a:gd name="csY1" fmla="*/ 0 h 256690"/>
              <a:gd name="csX2" fmla="*/ 932063 w 932063"/>
              <a:gd name="csY2" fmla="*/ 256691 h 256690"/>
              <a:gd name="csX3" fmla="*/ 0 w 932063"/>
              <a:gd name="csY3" fmla="*/ 256691 h 25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2063" h="256690">
                <a:moveTo>
                  <a:pt x="0" y="0"/>
                </a:moveTo>
                <a:lnTo>
                  <a:pt x="932063" y="0"/>
                </a:lnTo>
                <a:lnTo>
                  <a:pt x="932063" y="256691"/>
                </a:lnTo>
                <a:lnTo>
                  <a:pt x="0" y="25669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8864987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  <p:bldP spid="143" grpId="0" animBg="1"/>
      <p:bldP spid="144" grpId="0" animBg="1"/>
      <p:bldP spid="148" grpId="0"/>
      <p:bldP spid="150" grpId="0"/>
      <p:bldP spid="15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9CB5-6AE2-23DA-D964-D37898FC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971119-6F12-F5FE-E429-B071C225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D2FAE0-B53A-0F9B-3E93-E56DCB41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65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CF04F601-CFA5-00BA-CAEE-C2032F7A960A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D00084DB-19E0-6048-7895-F7E84E44E871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E6119FD7-DA6A-C9DF-C0E6-E6ACE678FAE7}"/>
              </a:ext>
            </a:extLst>
          </p:cNvPr>
          <p:cNvGrpSpPr/>
          <p:nvPr/>
        </p:nvGrpSpPr>
        <p:grpSpPr>
          <a:xfrm>
            <a:off x="3043249" y="1907210"/>
            <a:ext cx="6105502" cy="3465213"/>
            <a:chOff x="3306555" y="1920348"/>
            <a:chExt cx="6105502" cy="3465213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609B8714-9375-777E-7545-77F6418D197F}"/>
                </a:ext>
              </a:extLst>
            </p:cNvPr>
            <p:cNvGrpSpPr/>
            <p:nvPr/>
          </p:nvGrpSpPr>
          <p:grpSpPr>
            <a:xfrm>
              <a:off x="3306555" y="2364118"/>
              <a:ext cx="1256745" cy="2596699"/>
              <a:chOff x="4099226" y="2491740"/>
              <a:chExt cx="875879" cy="1809750"/>
            </a:xfrm>
          </p:grpSpPr>
          <p:grpSp>
            <p:nvGrpSpPr>
              <p:cNvPr id="144" name="Graphic 4">
                <a:extLst>
                  <a:ext uri="{FF2B5EF4-FFF2-40B4-BE49-F238E27FC236}">
                    <a16:creationId xmlns:a16="http://schemas.microsoft.com/office/drawing/2014/main" id="{2BC0E663-0572-6023-1E03-A222713AE859}"/>
                  </a:ext>
                </a:extLst>
              </p:cNvPr>
              <p:cNvGrpSpPr/>
              <p:nvPr/>
            </p:nvGrpSpPr>
            <p:grpSpPr>
              <a:xfrm>
                <a:off x="4626201" y="2751886"/>
                <a:ext cx="127573" cy="214122"/>
                <a:chOff x="1822041" y="1959406"/>
                <a:chExt cx="127573" cy="214122"/>
              </a:xfrm>
            </p:grpSpPr>
            <p:sp>
              <p:nvSpPr>
                <p:cNvPr id="190" name="Freeform 189">
                  <a:extLst>
                    <a:ext uri="{FF2B5EF4-FFF2-40B4-BE49-F238E27FC236}">
                      <a16:creationId xmlns:a16="http://schemas.microsoft.com/office/drawing/2014/main" id="{43ACA4A6-F3E8-459E-3C9E-9662B9F9228D}"/>
                    </a:ext>
                  </a:extLst>
                </p:cNvPr>
                <p:cNvSpPr/>
                <p:nvPr/>
              </p:nvSpPr>
              <p:spPr>
                <a:xfrm>
                  <a:off x="1822041" y="1959406"/>
                  <a:ext cx="104115" cy="174802"/>
                </a:xfrm>
                <a:custGeom>
                  <a:avLst/>
                  <a:gdLst>
                    <a:gd name="csX0" fmla="*/ 0 w 104115"/>
                    <a:gd name="csY0" fmla="*/ 0 h 174802"/>
                    <a:gd name="csX1" fmla="*/ 104115 w 104115"/>
                    <a:gd name="csY1" fmla="*/ 174803 h 17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04115" h="174802">
                      <a:moveTo>
                        <a:pt x="0" y="0"/>
                      </a:moveTo>
                      <a:lnTo>
                        <a:pt x="104115" y="174803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91" name="Freeform 190">
                  <a:extLst>
                    <a:ext uri="{FF2B5EF4-FFF2-40B4-BE49-F238E27FC236}">
                      <a16:creationId xmlns:a16="http://schemas.microsoft.com/office/drawing/2014/main" id="{C2A1E503-2115-7E8A-2BE6-506D28E7D419}"/>
                    </a:ext>
                  </a:extLst>
                </p:cNvPr>
                <p:cNvSpPr/>
                <p:nvPr/>
              </p:nvSpPr>
              <p:spPr>
                <a:xfrm>
                  <a:off x="1892188" y="2105558"/>
                  <a:ext cx="57427" cy="67970"/>
                </a:xfrm>
                <a:custGeom>
                  <a:avLst/>
                  <a:gdLst>
                    <a:gd name="csX0" fmla="*/ 57427 w 57427"/>
                    <a:gd name="csY0" fmla="*/ 67970 h 67970"/>
                    <a:gd name="csX1" fmla="*/ 0 w 57427"/>
                    <a:gd name="csY1" fmla="*/ 31166 h 67970"/>
                    <a:gd name="csX2" fmla="*/ 33969 w 57427"/>
                    <a:gd name="csY2" fmla="*/ 28651 h 67970"/>
                    <a:gd name="csX3" fmla="*/ 52400 w 57427"/>
                    <a:gd name="csY3" fmla="*/ 0 h 6797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427" h="67970">
                      <a:moveTo>
                        <a:pt x="57427" y="67970"/>
                      </a:moveTo>
                      <a:lnTo>
                        <a:pt x="0" y="31166"/>
                      </a:lnTo>
                      <a:lnTo>
                        <a:pt x="33969" y="28651"/>
                      </a:lnTo>
                      <a:lnTo>
                        <a:pt x="524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48" name="Graphic 4">
                <a:extLst>
                  <a:ext uri="{FF2B5EF4-FFF2-40B4-BE49-F238E27FC236}">
                    <a16:creationId xmlns:a16="http://schemas.microsoft.com/office/drawing/2014/main" id="{9B904C23-5189-A80C-ACC7-6F96E97A56F0}"/>
                  </a:ext>
                </a:extLst>
              </p:cNvPr>
              <p:cNvGrpSpPr/>
              <p:nvPr/>
            </p:nvGrpSpPr>
            <p:grpSpPr>
              <a:xfrm>
                <a:off x="4366179" y="2491740"/>
                <a:ext cx="304653" cy="304800"/>
                <a:chOff x="1562019" y="1699260"/>
                <a:chExt cx="304653" cy="304800"/>
              </a:xfrm>
              <a:solidFill>
                <a:srgbClr val="FFFFFF"/>
              </a:solidFill>
            </p:grpSpPr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794635ED-C392-697E-59AD-6ED95924440B}"/>
                    </a:ext>
                  </a:extLst>
                </p:cNvPr>
                <p:cNvSpPr/>
                <p:nvPr/>
              </p:nvSpPr>
              <p:spPr>
                <a:xfrm>
                  <a:off x="1562019" y="169926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9" name="Picture 188">
                  <a:extLst>
                    <a:ext uri="{FF2B5EF4-FFF2-40B4-BE49-F238E27FC236}">
                      <a16:creationId xmlns:a16="http://schemas.microsoft.com/office/drawing/2014/main" id="{66E66069-0DE0-8022-0457-8CA6E8BF89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9635" y="177165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49" name="Graphic 4">
                <a:extLst>
                  <a:ext uri="{FF2B5EF4-FFF2-40B4-BE49-F238E27FC236}">
                    <a16:creationId xmlns:a16="http://schemas.microsoft.com/office/drawing/2014/main" id="{93975729-3268-1622-9ED2-ECBC5AECC3F2}"/>
                  </a:ext>
                </a:extLst>
              </p:cNvPr>
              <p:cNvGrpSpPr/>
              <p:nvPr/>
            </p:nvGrpSpPr>
            <p:grpSpPr>
              <a:xfrm>
                <a:off x="4419189" y="3179978"/>
                <a:ext cx="256442" cy="103022"/>
                <a:chOff x="1615029" y="2387498"/>
                <a:chExt cx="256442" cy="103022"/>
              </a:xfrm>
            </p:grpSpPr>
            <p:sp>
              <p:nvSpPr>
                <p:cNvPr id="186" name="Freeform 185">
                  <a:extLst>
                    <a:ext uri="{FF2B5EF4-FFF2-40B4-BE49-F238E27FC236}">
                      <a16:creationId xmlns:a16="http://schemas.microsoft.com/office/drawing/2014/main" id="{102A736D-700A-99ED-D5DD-D50A506C99B6}"/>
                    </a:ext>
                  </a:extLst>
                </p:cNvPr>
                <p:cNvSpPr/>
                <p:nvPr/>
              </p:nvSpPr>
              <p:spPr>
                <a:xfrm>
                  <a:off x="1657909" y="2387498"/>
                  <a:ext cx="213562" cy="79857"/>
                </a:xfrm>
                <a:custGeom>
                  <a:avLst/>
                  <a:gdLst>
                    <a:gd name="csX0" fmla="*/ 213562 w 213562"/>
                    <a:gd name="csY0" fmla="*/ 0 h 79857"/>
                    <a:gd name="csX1" fmla="*/ 0 w 213562"/>
                    <a:gd name="csY1" fmla="*/ 79858 h 798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13562" h="79857">
                      <a:moveTo>
                        <a:pt x="213562" y="0"/>
                      </a:moveTo>
                      <a:lnTo>
                        <a:pt x="0" y="79858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7" name="Freeform 186">
                  <a:extLst>
                    <a:ext uri="{FF2B5EF4-FFF2-40B4-BE49-F238E27FC236}">
                      <a16:creationId xmlns:a16="http://schemas.microsoft.com/office/drawing/2014/main" id="{2881DFA1-F8A3-8334-0589-21524E979BB9}"/>
                    </a:ext>
                  </a:extLst>
                </p:cNvPr>
                <p:cNvSpPr/>
                <p:nvPr/>
              </p:nvSpPr>
              <p:spPr>
                <a:xfrm>
                  <a:off x="1615029" y="2433447"/>
                  <a:ext cx="67785" cy="57073"/>
                </a:xfrm>
                <a:custGeom>
                  <a:avLst/>
                  <a:gdLst>
                    <a:gd name="csX0" fmla="*/ 0 w 67785"/>
                    <a:gd name="csY0" fmla="*/ 49911 h 57073"/>
                    <a:gd name="csX1" fmla="*/ 46460 w 67785"/>
                    <a:gd name="csY1" fmla="*/ 0 h 57073"/>
                    <a:gd name="csX2" fmla="*/ 42880 w 67785"/>
                    <a:gd name="csY2" fmla="*/ 33909 h 57073"/>
                    <a:gd name="csX3" fmla="*/ 67785 w 67785"/>
                    <a:gd name="csY3" fmla="*/ 57074 h 570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7785" h="57073">
                      <a:moveTo>
                        <a:pt x="0" y="49911"/>
                      </a:moveTo>
                      <a:lnTo>
                        <a:pt x="46460" y="0"/>
                      </a:lnTo>
                      <a:lnTo>
                        <a:pt x="42880" y="33909"/>
                      </a:lnTo>
                      <a:lnTo>
                        <a:pt x="67785" y="570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3" name="Graphic 4">
                <a:extLst>
                  <a:ext uri="{FF2B5EF4-FFF2-40B4-BE49-F238E27FC236}">
                    <a16:creationId xmlns:a16="http://schemas.microsoft.com/office/drawing/2014/main" id="{139E6D7E-27FA-3A44-E1D7-73278E83FC82}"/>
                  </a:ext>
                </a:extLst>
              </p:cNvPr>
              <p:cNvGrpSpPr/>
              <p:nvPr/>
            </p:nvGrpSpPr>
            <p:grpSpPr>
              <a:xfrm>
                <a:off x="4670452" y="2964180"/>
                <a:ext cx="304653" cy="304800"/>
                <a:chOff x="1866292" y="2171700"/>
                <a:chExt cx="304653" cy="304800"/>
              </a:xfrm>
              <a:solidFill>
                <a:srgbClr val="FFFFFF"/>
              </a:solidFill>
            </p:grpSpPr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C0340A26-2263-7C98-754E-78BCA34D41A8}"/>
                    </a:ext>
                  </a:extLst>
                </p:cNvPr>
                <p:cNvSpPr/>
                <p:nvPr/>
              </p:nvSpPr>
              <p:spPr>
                <a:xfrm>
                  <a:off x="1866292" y="217170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5" name="Picture 184">
                  <a:extLst>
                    <a:ext uri="{FF2B5EF4-FFF2-40B4-BE49-F238E27FC236}">
                      <a16:creationId xmlns:a16="http://schemas.microsoft.com/office/drawing/2014/main" id="{0544ADC2-AE4B-402C-7852-1A2C122182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74289" y="224409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54" name="Graphic 4">
                <a:extLst>
                  <a:ext uri="{FF2B5EF4-FFF2-40B4-BE49-F238E27FC236}">
                    <a16:creationId xmlns:a16="http://schemas.microsoft.com/office/drawing/2014/main" id="{0D47CA49-8BD4-73A3-1486-36D75A503358}"/>
                  </a:ext>
                </a:extLst>
              </p:cNvPr>
              <p:cNvGrpSpPr/>
              <p:nvPr/>
            </p:nvGrpSpPr>
            <p:grpSpPr>
              <a:xfrm>
                <a:off x="4366865" y="3452926"/>
                <a:ext cx="145853" cy="138531"/>
                <a:chOff x="1562705" y="2660446"/>
                <a:chExt cx="145853" cy="13853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7A474471-B9AD-4239-E228-524714CB9B6B}"/>
                    </a:ext>
                  </a:extLst>
                </p:cNvPr>
                <p:cNvSpPr/>
                <p:nvPr/>
              </p:nvSpPr>
              <p:spPr>
                <a:xfrm>
                  <a:off x="1562705" y="2660446"/>
                  <a:ext cx="112721" cy="107061"/>
                </a:xfrm>
                <a:custGeom>
                  <a:avLst/>
                  <a:gdLst>
                    <a:gd name="csX0" fmla="*/ 0 w 112721"/>
                    <a:gd name="csY0" fmla="*/ 0 h 107061"/>
                    <a:gd name="csX1" fmla="*/ 112722 w 112721"/>
                    <a:gd name="csY1" fmla="*/ 107061 h 1070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12721" h="107061">
                      <a:moveTo>
                        <a:pt x="0" y="0"/>
                      </a:moveTo>
                      <a:lnTo>
                        <a:pt x="112722" y="10706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FC5BABD6-9C6D-0807-8227-663AF8550B2E}"/>
                    </a:ext>
                  </a:extLst>
                </p:cNvPr>
                <p:cNvSpPr/>
                <p:nvPr/>
              </p:nvSpPr>
              <p:spPr>
                <a:xfrm>
                  <a:off x="1643362" y="2734894"/>
                  <a:ext cx="65195" cy="64084"/>
                </a:xfrm>
                <a:custGeom>
                  <a:avLst/>
                  <a:gdLst>
                    <a:gd name="csX0" fmla="*/ 65196 w 65195"/>
                    <a:gd name="csY0" fmla="*/ 64084 h 64084"/>
                    <a:gd name="csX1" fmla="*/ 0 w 65195"/>
                    <a:gd name="csY1" fmla="*/ 44196 h 64084"/>
                    <a:gd name="csX2" fmla="*/ 32065 w 65195"/>
                    <a:gd name="csY2" fmla="*/ 32614 h 64084"/>
                    <a:gd name="csX3" fmla="*/ 41966 w 65195"/>
                    <a:gd name="csY3" fmla="*/ 0 h 640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5195" h="64084">
                      <a:moveTo>
                        <a:pt x="65196" y="64084"/>
                      </a:moveTo>
                      <a:lnTo>
                        <a:pt x="0" y="44196"/>
                      </a:lnTo>
                      <a:lnTo>
                        <a:pt x="32065" y="32614"/>
                      </a:lnTo>
                      <a:lnTo>
                        <a:pt x="4196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5" name="Graphic 4">
                <a:extLst>
                  <a:ext uri="{FF2B5EF4-FFF2-40B4-BE49-F238E27FC236}">
                    <a16:creationId xmlns:a16="http://schemas.microsoft.com/office/drawing/2014/main" id="{8E7369B4-A9EB-C9E7-2767-A550EBD120DC}"/>
                  </a:ext>
                </a:extLst>
              </p:cNvPr>
              <p:cNvGrpSpPr/>
              <p:nvPr/>
            </p:nvGrpSpPr>
            <p:grpSpPr>
              <a:xfrm>
                <a:off x="4189328" y="3497580"/>
                <a:ext cx="69841" cy="554507"/>
                <a:chOff x="1385168" y="2705100"/>
                <a:chExt cx="69841" cy="554507"/>
              </a:xfrm>
            </p:grpSpPr>
            <p:sp>
              <p:nvSpPr>
                <p:cNvPr id="180" name="Freeform 179">
                  <a:extLst>
                    <a:ext uri="{FF2B5EF4-FFF2-40B4-BE49-F238E27FC236}">
                      <a16:creationId xmlns:a16="http://schemas.microsoft.com/office/drawing/2014/main" id="{9947E10A-BA06-3535-48F2-CC8BE6B484C5}"/>
                    </a:ext>
                  </a:extLst>
                </p:cNvPr>
                <p:cNvSpPr/>
                <p:nvPr/>
              </p:nvSpPr>
              <p:spPr>
                <a:xfrm>
                  <a:off x="1414338" y="2705100"/>
                  <a:ext cx="40671" cy="508939"/>
                </a:xfrm>
                <a:custGeom>
                  <a:avLst/>
                  <a:gdLst>
                    <a:gd name="csX0" fmla="*/ 40671 w 40671"/>
                    <a:gd name="csY0" fmla="*/ 0 h 508939"/>
                    <a:gd name="csX1" fmla="*/ 0 w 40671"/>
                    <a:gd name="csY1" fmla="*/ 508940 h 50893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0671" h="508939">
                      <a:moveTo>
                        <a:pt x="40671" y="0"/>
                      </a:moveTo>
                      <a:lnTo>
                        <a:pt x="0" y="50894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1" name="Freeform 180">
                  <a:extLst>
                    <a:ext uri="{FF2B5EF4-FFF2-40B4-BE49-F238E27FC236}">
                      <a16:creationId xmlns:a16="http://schemas.microsoft.com/office/drawing/2014/main" id="{02B18853-5273-3CD9-D698-2D8CFD395755}"/>
                    </a:ext>
                  </a:extLst>
                </p:cNvPr>
                <p:cNvSpPr/>
                <p:nvPr/>
              </p:nvSpPr>
              <p:spPr>
                <a:xfrm>
                  <a:off x="1385168" y="3196437"/>
                  <a:ext cx="60702" cy="63169"/>
                </a:xfrm>
                <a:custGeom>
                  <a:avLst/>
                  <a:gdLst>
                    <a:gd name="csX0" fmla="*/ 25515 w 60702"/>
                    <a:gd name="csY0" fmla="*/ 63170 h 63169"/>
                    <a:gd name="csX1" fmla="*/ 0 w 60702"/>
                    <a:gd name="csY1" fmla="*/ 0 h 63169"/>
                    <a:gd name="csX2" fmla="*/ 29171 w 60702"/>
                    <a:gd name="csY2" fmla="*/ 17602 h 63169"/>
                    <a:gd name="csX3" fmla="*/ 60702 w 60702"/>
                    <a:gd name="csY3" fmla="*/ 4877 h 631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702" h="63169">
                      <a:moveTo>
                        <a:pt x="25515" y="63170"/>
                      </a:moveTo>
                      <a:lnTo>
                        <a:pt x="0" y="0"/>
                      </a:lnTo>
                      <a:lnTo>
                        <a:pt x="29171" y="17602"/>
                      </a:lnTo>
                      <a:lnTo>
                        <a:pt x="60702" y="48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6" name="Graphic 4">
                <a:extLst>
                  <a:ext uri="{FF2B5EF4-FFF2-40B4-BE49-F238E27FC236}">
                    <a16:creationId xmlns:a16="http://schemas.microsoft.com/office/drawing/2014/main" id="{F563F353-7D05-3FC6-6AAE-946CF29E5B84}"/>
                  </a:ext>
                </a:extLst>
              </p:cNvPr>
              <p:cNvGrpSpPr/>
              <p:nvPr/>
            </p:nvGrpSpPr>
            <p:grpSpPr>
              <a:xfrm>
                <a:off x="4106843" y="3192780"/>
                <a:ext cx="304653" cy="304800"/>
                <a:chOff x="1302683" y="2400300"/>
                <a:chExt cx="304653" cy="304800"/>
              </a:xfrm>
              <a:solidFill>
                <a:srgbClr val="FFFFFF"/>
              </a:solidFill>
            </p:grpSpPr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3B48D7A7-49F1-03A6-2D88-F59F8C8068B8}"/>
                    </a:ext>
                  </a:extLst>
                </p:cNvPr>
                <p:cNvSpPr/>
                <p:nvPr/>
              </p:nvSpPr>
              <p:spPr>
                <a:xfrm>
                  <a:off x="1302683" y="240030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79" name="Picture 178">
                  <a:extLst>
                    <a:ext uri="{FF2B5EF4-FFF2-40B4-BE49-F238E27FC236}">
                      <a16:creationId xmlns:a16="http://schemas.microsoft.com/office/drawing/2014/main" id="{B26D7E9C-F6B7-81A1-EBE5-DAD3A22F00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10680" y="247269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57" name="Graphic 4">
                <a:extLst>
                  <a:ext uri="{FF2B5EF4-FFF2-40B4-BE49-F238E27FC236}">
                    <a16:creationId xmlns:a16="http://schemas.microsoft.com/office/drawing/2014/main" id="{1FCD893A-83B6-9319-A3BD-BA9472890FB6}"/>
                  </a:ext>
                </a:extLst>
              </p:cNvPr>
              <p:cNvGrpSpPr/>
              <p:nvPr/>
            </p:nvGrpSpPr>
            <p:grpSpPr>
              <a:xfrm>
                <a:off x="4255742" y="2751886"/>
                <a:ext cx="155068" cy="424815"/>
                <a:chOff x="1451582" y="1959406"/>
                <a:chExt cx="155068" cy="424815"/>
              </a:xfrm>
            </p:grpSpPr>
            <p:sp>
              <p:nvSpPr>
                <p:cNvPr id="176" name="Freeform 175">
                  <a:extLst>
                    <a:ext uri="{FF2B5EF4-FFF2-40B4-BE49-F238E27FC236}">
                      <a16:creationId xmlns:a16="http://schemas.microsoft.com/office/drawing/2014/main" id="{F942BF67-683C-4A87-E199-CE16F3D7CFF1}"/>
                    </a:ext>
                  </a:extLst>
                </p:cNvPr>
                <p:cNvSpPr/>
                <p:nvPr/>
              </p:nvSpPr>
              <p:spPr>
                <a:xfrm>
                  <a:off x="1475421" y="1959406"/>
                  <a:ext cx="131229" cy="381533"/>
                </a:xfrm>
                <a:custGeom>
                  <a:avLst/>
                  <a:gdLst>
                    <a:gd name="csX0" fmla="*/ 131230 w 131229"/>
                    <a:gd name="csY0" fmla="*/ 0 h 381533"/>
                    <a:gd name="csX1" fmla="*/ 0 w 131229"/>
                    <a:gd name="csY1" fmla="*/ 381533 h 3815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31229" h="381533">
                      <a:moveTo>
                        <a:pt x="131230" y="0"/>
                      </a:moveTo>
                      <a:lnTo>
                        <a:pt x="0" y="381533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7" name="Freeform 176">
                  <a:extLst>
                    <a:ext uri="{FF2B5EF4-FFF2-40B4-BE49-F238E27FC236}">
                      <a16:creationId xmlns:a16="http://schemas.microsoft.com/office/drawing/2014/main" id="{73D74310-7590-829F-9181-EF62CE8F01E3}"/>
                    </a:ext>
                  </a:extLst>
                </p:cNvPr>
                <p:cNvSpPr/>
                <p:nvPr/>
              </p:nvSpPr>
              <p:spPr>
                <a:xfrm>
                  <a:off x="1451582" y="2316632"/>
                  <a:ext cx="57579" cy="67589"/>
                </a:xfrm>
                <a:custGeom>
                  <a:avLst/>
                  <a:gdLst>
                    <a:gd name="csX0" fmla="*/ 8987 w 57579"/>
                    <a:gd name="csY0" fmla="*/ 67589 h 67589"/>
                    <a:gd name="csX1" fmla="*/ 0 w 57579"/>
                    <a:gd name="csY1" fmla="*/ 0 h 67589"/>
                    <a:gd name="csX2" fmla="*/ 23839 w 57579"/>
                    <a:gd name="csY2" fmla="*/ 24308 h 67589"/>
                    <a:gd name="csX3" fmla="*/ 57580 w 57579"/>
                    <a:gd name="csY3" fmla="*/ 19812 h 675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579" h="67589">
                      <a:moveTo>
                        <a:pt x="8987" y="67589"/>
                      </a:moveTo>
                      <a:lnTo>
                        <a:pt x="0" y="0"/>
                      </a:lnTo>
                      <a:lnTo>
                        <a:pt x="23839" y="24308"/>
                      </a:lnTo>
                      <a:lnTo>
                        <a:pt x="57580" y="198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8" name="Graphic 4">
                <a:extLst>
                  <a:ext uri="{FF2B5EF4-FFF2-40B4-BE49-F238E27FC236}">
                    <a16:creationId xmlns:a16="http://schemas.microsoft.com/office/drawing/2014/main" id="{DFC16D22-08C5-C488-9A9B-F22DB428501F}"/>
                  </a:ext>
                </a:extLst>
              </p:cNvPr>
              <p:cNvGrpSpPr/>
              <p:nvPr/>
            </p:nvGrpSpPr>
            <p:grpSpPr>
              <a:xfrm>
                <a:off x="4689874" y="3268980"/>
                <a:ext cx="132905" cy="283540"/>
                <a:chOff x="1885714" y="2476500"/>
                <a:chExt cx="132905" cy="283540"/>
              </a:xfrm>
            </p:grpSpPr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F9907DFB-5643-68C3-D224-40DF7AD28295}"/>
                    </a:ext>
                  </a:extLst>
                </p:cNvPr>
                <p:cNvSpPr/>
                <p:nvPr/>
              </p:nvSpPr>
              <p:spPr>
                <a:xfrm>
                  <a:off x="1906963" y="2476500"/>
                  <a:ext cx="111655" cy="242011"/>
                </a:xfrm>
                <a:custGeom>
                  <a:avLst/>
                  <a:gdLst>
                    <a:gd name="csX0" fmla="*/ 111656 w 111655"/>
                    <a:gd name="csY0" fmla="*/ 0 h 242011"/>
                    <a:gd name="csX1" fmla="*/ 0 w 111655"/>
                    <a:gd name="csY1" fmla="*/ 242011 h 2420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11655" h="242011">
                      <a:moveTo>
                        <a:pt x="111656" y="0"/>
                      </a:moveTo>
                      <a:lnTo>
                        <a:pt x="0" y="24201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5" name="Freeform 174">
                  <a:extLst>
                    <a:ext uri="{FF2B5EF4-FFF2-40B4-BE49-F238E27FC236}">
                      <a16:creationId xmlns:a16="http://schemas.microsoft.com/office/drawing/2014/main" id="{DFC8B2A4-F9EA-0A6F-32C5-2DF67F77B11F}"/>
                    </a:ext>
                  </a:extLst>
                </p:cNvPr>
                <p:cNvSpPr/>
                <p:nvPr/>
              </p:nvSpPr>
              <p:spPr>
                <a:xfrm>
                  <a:off x="1885714" y="2691917"/>
                  <a:ext cx="55294" cy="68122"/>
                </a:xfrm>
                <a:custGeom>
                  <a:avLst/>
                  <a:gdLst>
                    <a:gd name="csX0" fmla="*/ 2133 w 55294"/>
                    <a:gd name="csY0" fmla="*/ 68123 h 68122"/>
                    <a:gd name="csX1" fmla="*/ 0 w 55294"/>
                    <a:gd name="csY1" fmla="*/ 0 h 68122"/>
                    <a:gd name="csX2" fmla="*/ 21250 w 55294"/>
                    <a:gd name="csY2" fmla="*/ 26594 h 68122"/>
                    <a:gd name="csX3" fmla="*/ 55295 w 55294"/>
                    <a:gd name="csY3" fmla="*/ 25527 h 681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94" h="68122">
                      <a:moveTo>
                        <a:pt x="2133" y="68123"/>
                      </a:moveTo>
                      <a:lnTo>
                        <a:pt x="0" y="0"/>
                      </a:lnTo>
                      <a:lnTo>
                        <a:pt x="21250" y="26594"/>
                      </a:lnTo>
                      <a:lnTo>
                        <a:pt x="55295" y="255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9" name="Graphic 4">
                <a:extLst>
                  <a:ext uri="{FF2B5EF4-FFF2-40B4-BE49-F238E27FC236}">
                    <a16:creationId xmlns:a16="http://schemas.microsoft.com/office/drawing/2014/main" id="{DC5357D9-DA3E-6542-BD85-38BB1E1E769B}"/>
                  </a:ext>
                </a:extLst>
              </p:cNvPr>
              <p:cNvGrpSpPr/>
              <p:nvPr/>
            </p:nvGrpSpPr>
            <p:grpSpPr>
              <a:xfrm>
                <a:off x="4282704" y="3818686"/>
                <a:ext cx="242352" cy="238429"/>
                <a:chOff x="1478544" y="3026206"/>
                <a:chExt cx="242352" cy="238429"/>
              </a:xfrm>
            </p:grpSpPr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62A3D79B-52E9-2559-4EE6-7CDC916D4FA1}"/>
                    </a:ext>
                  </a:extLst>
                </p:cNvPr>
                <p:cNvSpPr/>
                <p:nvPr/>
              </p:nvSpPr>
              <p:spPr>
                <a:xfrm>
                  <a:off x="1511142" y="3026206"/>
                  <a:ext cx="209754" cy="206349"/>
                </a:xfrm>
                <a:custGeom>
                  <a:avLst/>
                  <a:gdLst>
                    <a:gd name="csX0" fmla="*/ 209754 w 209754"/>
                    <a:gd name="csY0" fmla="*/ 0 h 206349"/>
                    <a:gd name="csX1" fmla="*/ 0 w 209754"/>
                    <a:gd name="csY1" fmla="*/ 206350 h 2063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09754" h="206349">
                      <a:moveTo>
                        <a:pt x="209754" y="0"/>
                      </a:moveTo>
                      <a:lnTo>
                        <a:pt x="0" y="20635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3" name="Freeform 172">
                  <a:extLst>
                    <a:ext uri="{FF2B5EF4-FFF2-40B4-BE49-F238E27FC236}">
                      <a16:creationId xmlns:a16="http://schemas.microsoft.com/office/drawing/2014/main" id="{859B730D-484F-C701-F3FE-F1DAAA96611D}"/>
                    </a:ext>
                  </a:extLst>
                </p:cNvPr>
                <p:cNvSpPr/>
                <p:nvPr/>
              </p:nvSpPr>
              <p:spPr>
                <a:xfrm>
                  <a:off x="1478544" y="3200171"/>
                  <a:ext cx="64815" cy="64465"/>
                </a:xfrm>
                <a:custGeom>
                  <a:avLst/>
                  <a:gdLst>
                    <a:gd name="csX0" fmla="*/ 0 w 64815"/>
                    <a:gd name="csY0" fmla="*/ 64465 h 64465"/>
                    <a:gd name="csX1" fmla="*/ 22087 w 64815"/>
                    <a:gd name="csY1" fmla="*/ 0 h 64465"/>
                    <a:gd name="csX2" fmla="*/ 32598 w 64815"/>
                    <a:gd name="csY2" fmla="*/ 32385 h 64465"/>
                    <a:gd name="csX3" fmla="*/ 64815 w 64815"/>
                    <a:gd name="csY3" fmla="*/ 43434 h 644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4815" h="64465">
                      <a:moveTo>
                        <a:pt x="0" y="64465"/>
                      </a:moveTo>
                      <a:lnTo>
                        <a:pt x="22087" y="0"/>
                      </a:lnTo>
                      <a:lnTo>
                        <a:pt x="32598" y="32385"/>
                      </a:lnTo>
                      <a:lnTo>
                        <a:pt x="64815" y="434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60" name="Graphic 4">
                <a:extLst>
                  <a:ext uri="{FF2B5EF4-FFF2-40B4-BE49-F238E27FC236}">
                    <a16:creationId xmlns:a16="http://schemas.microsoft.com/office/drawing/2014/main" id="{983AC8B3-55A6-7C0E-D642-8A38F405E4A2}"/>
                  </a:ext>
                </a:extLst>
              </p:cNvPr>
              <p:cNvGrpSpPr/>
              <p:nvPr/>
            </p:nvGrpSpPr>
            <p:grpSpPr>
              <a:xfrm>
                <a:off x="4740446" y="3818686"/>
                <a:ext cx="86902" cy="234238"/>
                <a:chOff x="1936286" y="3026206"/>
                <a:chExt cx="86902" cy="234238"/>
              </a:xfrm>
            </p:grpSpPr>
            <p:sp>
              <p:nvSpPr>
                <p:cNvPr id="170" name="Freeform 169">
                  <a:extLst>
                    <a:ext uri="{FF2B5EF4-FFF2-40B4-BE49-F238E27FC236}">
                      <a16:creationId xmlns:a16="http://schemas.microsoft.com/office/drawing/2014/main" id="{B28850A3-77BF-10EC-5040-17F15D4A8FEE}"/>
                    </a:ext>
                  </a:extLst>
                </p:cNvPr>
                <p:cNvSpPr/>
                <p:nvPr/>
              </p:nvSpPr>
              <p:spPr>
                <a:xfrm>
                  <a:off x="1936286" y="3026206"/>
                  <a:ext cx="62758" cy="190804"/>
                </a:xfrm>
                <a:custGeom>
                  <a:avLst/>
                  <a:gdLst>
                    <a:gd name="csX0" fmla="*/ 0 w 62758"/>
                    <a:gd name="csY0" fmla="*/ 0 h 190804"/>
                    <a:gd name="csX1" fmla="*/ 62759 w 62758"/>
                    <a:gd name="csY1" fmla="*/ 190805 h 1908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2758" h="190804">
                      <a:moveTo>
                        <a:pt x="0" y="0"/>
                      </a:moveTo>
                      <a:lnTo>
                        <a:pt x="62759" y="190805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DE38E838-4A38-3EBF-B982-0EBACD297A40}"/>
                    </a:ext>
                  </a:extLst>
                </p:cNvPr>
                <p:cNvSpPr/>
                <p:nvPr/>
              </p:nvSpPr>
              <p:spPr>
                <a:xfrm>
                  <a:off x="1965305" y="3193008"/>
                  <a:ext cx="57884" cy="67437"/>
                </a:xfrm>
                <a:custGeom>
                  <a:avLst/>
                  <a:gdLst>
                    <a:gd name="csX0" fmla="*/ 47983 w 57884"/>
                    <a:gd name="csY0" fmla="*/ 67437 h 67437"/>
                    <a:gd name="csX1" fmla="*/ 0 w 57884"/>
                    <a:gd name="csY1" fmla="*/ 19050 h 67437"/>
                    <a:gd name="csX2" fmla="*/ 33740 w 57884"/>
                    <a:gd name="csY2" fmla="*/ 24003 h 67437"/>
                    <a:gd name="csX3" fmla="*/ 57884 w 57884"/>
                    <a:gd name="csY3" fmla="*/ 0 h 674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884" h="67437">
                      <a:moveTo>
                        <a:pt x="47983" y="67437"/>
                      </a:moveTo>
                      <a:lnTo>
                        <a:pt x="0" y="19050"/>
                      </a:lnTo>
                      <a:lnTo>
                        <a:pt x="33740" y="24003"/>
                      </a:lnTo>
                      <a:lnTo>
                        <a:pt x="578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61" name="Graphic 4">
                <a:extLst>
                  <a:ext uri="{FF2B5EF4-FFF2-40B4-BE49-F238E27FC236}">
                    <a16:creationId xmlns:a16="http://schemas.microsoft.com/office/drawing/2014/main" id="{82F256C0-CD59-3D94-450E-FAE3FA719620}"/>
                  </a:ext>
                </a:extLst>
              </p:cNvPr>
              <p:cNvGrpSpPr/>
              <p:nvPr/>
            </p:nvGrpSpPr>
            <p:grpSpPr>
              <a:xfrm>
                <a:off x="4480424" y="3558540"/>
                <a:ext cx="304653" cy="304800"/>
                <a:chOff x="1676264" y="2766060"/>
                <a:chExt cx="304653" cy="304800"/>
              </a:xfrm>
              <a:solidFill>
                <a:srgbClr val="FFFFFF"/>
              </a:solidFill>
            </p:grpSpPr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0051174A-5D62-A2E4-C65B-4C94D193A297}"/>
                    </a:ext>
                  </a:extLst>
                </p:cNvPr>
                <p:cNvSpPr/>
                <p:nvPr/>
              </p:nvSpPr>
              <p:spPr>
                <a:xfrm>
                  <a:off x="1676264" y="276606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9" name="Picture 168">
                  <a:extLst>
                    <a:ext uri="{FF2B5EF4-FFF2-40B4-BE49-F238E27FC236}">
                      <a16:creationId xmlns:a16="http://schemas.microsoft.com/office/drawing/2014/main" id="{D38FCD9E-2F9D-BCF8-BAB9-B76BA6282A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83881" y="283845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62" name="Graphic 4">
                <a:extLst>
                  <a:ext uri="{FF2B5EF4-FFF2-40B4-BE49-F238E27FC236}">
                    <a16:creationId xmlns:a16="http://schemas.microsoft.com/office/drawing/2014/main" id="{A7783D9B-B470-2F28-1168-FBD55CB950AF}"/>
                  </a:ext>
                </a:extLst>
              </p:cNvPr>
              <p:cNvGrpSpPr/>
              <p:nvPr/>
            </p:nvGrpSpPr>
            <p:grpSpPr>
              <a:xfrm>
                <a:off x="4099226" y="4069080"/>
                <a:ext cx="228490" cy="232410"/>
                <a:chOff x="1295066" y="3276600"/>
                <a:chExt cx="228490" cy="232410"/>
              </a:xfrm>
              <a:solidFill>
                <a:srgbClr val="FFFFFF"/>
              </a:solidFill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7ED6CA6F-8EBC-5B2D-446D-56F2D64B805D}"/>
                    </a:ext>
                  </a:extLst>
                </p:cNvPr>
                <p:cNvSpPr/>
                <p:nvPr/>
              </p:nvSpPr>
              <p:spPr>
                <a:xfrm>
                  <a:off x="1295066" y="3276600"/>
                  <a:ext cx="228490" cy="228600"/>
                </a:xfrm>
                <a:prstGeom prst="rect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7" name="Picture 166">
                  <a:extLst>
                    <a:ext uri="{FF2B5EF4-FFF2-40B4-BE49-F238E27FC236}">
                      <a16:creationId xmlns:a16="http://schemas.microsoft.com/office/drawing/2014/main" id="{2FA1EBDF-6C71-8D60-031E-BD4ED29639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03063" y="3303270"/>
                  <a:ext cx="213257" cy="205740"/>
                </a:xfrm>
                <a:custGeom>
                  <a:avLst/>
                  <a:gdLst>
                    <a:gd name="csX0" fmla="*/ 0 w 213257"/>
                    <a:gd name="csY0" fmla="*/ 0 h 205740"/>
                    <a:gd name="csX1" fmla="*/ 213258 w 213257"/>
                    <a:gd name="csY1" fmla="*/ 0 h 205740"/>
                    <a:gd name="csX2" fmla="*/ 213258 w 213257"/>
                    <a:gd name="csY2" fmla="*/ 205740 h 205740"/>
                    <a:gd name="csX3" fmla="*/ 0 w 213257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13257" h="205740">
                      <a:moveTo>
                        <a:pt x="0" y="0"/>
                      </a:moveTo>
                      <a:lnTo>
                        <a:pt x="213258" y="0"/>
                      </a:lnTo>
                      <a:lnTo>
                        <a:pt x="213258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63" name="Graphic 4">
                <a:extLst>
                  <a:ext uri="{FF2B5EF4-FFF2-40B4-BE49-F238E27FC236}">
                    <a16:creationId xmlns:a16="http://schemas.microsoft.com/office/drawing/2014/main" id="{171750D7-BD93-E7A3-0DF9-B30D78EB6AE6}"/>
                  </a:ext>
                </a:extLst>
              </p:cNvPr>
              <p:cNvGrpSpPr/>
              <p:nvPr/>
            </p:nvGrpSpPr>
            <p:grpSpPr>
              <a:xfrm>
                <a:off x="4708534" y="4069080"/>
                <a:ext cx="228490" cy="232410"/>
                <a:chOff x="1904374" y="3276600"/>
                <a:chExt cx="228490" cy="232410"/>
              </a:xfrm>
              <a:solidFill>
                <a:srgbClr val="FFFFFF"/>
              </a:solidFill>
            </p:grpSpPr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CE110907-5265-2F59-4CE6-D6E39985D4FF}"/>
                    </a:ext>
                  </a:extLst>
                </p:cNvPr>
                <p:cNvSpPr/>
                <p:nvPr/>
              </p:nvSpPr>
              <p:spPr>
                <a:xfrm>
                  <a:off x="1904374" y="3276600"/>
                  <a:ext cx="228490" cy="228600"/>
                </a:xfrm>
                <a:prstGeom prst="rect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5" name="Picture 164">
                  <a:extLst>
                    <a:ext uri="{FF2B5EF4-FFF2-40B4-BE49-F238E27FC236}">
                      <a16:creationId xmlns:a16="http://schemas.microsoft.com/office/drawing/2014/main" id="{2F0F675D-7AB5-B5B0-B4E7-450A40A5B8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12371" y="3303270"/>
                  <a:ext cx="213257" cy="205740"/>
                </a:xfrm>
                <a:custGeom>
                  <a:avLst/>
                  <a:gdLst>
                    <a:gd name="csX0" fmla="*/ 0 w 213257"/>
                    <a:gd name="csY0" fmla="*/ 0 h 205740"/>
                    <a:gd name="csX1" fmla="*/ 213258 w 213257"/>
                    <a:gd name="csY1" fmla="*/ 0 h 205740"/>
                    <a:gd name="csX2" fmla="*/ 213258 w 213257"/>
                    <a:gd name="csY2" fmla="*/ 205740 h 205740"/>
                    <a:gd name="csX3" fmla="*/ 0 w 213257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13257" h="205740">
                      <a:moveTo>
                        <a:pt x="0" y="0"/>
                      </a:moveTo>
                      <a:lnTo>
                        <a:pt x="213258" y="0"/>
                      </a:lnTo>
                      <a:lnTo>
                        <a:pt x="213258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26401005-5D07-4E93-51E8-C2A432E5C3CD}"/>
                </a:ext>
              </a:extLst>
            </p:cNvPr>
            <p:cNvGrpSpPr/>
            <p:nvPr/>
          </p:nvGrpSpPr>
          <p:grpSpPr>
            <a:xfrm>
              <a:off x="6169870" y="1920348"/>
              <a:ext cx="3242187" cy="3465213"/>
              <a:chOff x="6171253" y="1676400"/>
              <a:chExt cx="2650487" cy="2832811"/>
            </a:xfrm>
          </p:grpSpPr>
          <p:grpSp>
            <p:nvGrpSpPr>
              <p:cNvPr id="193" name="Graphic 4">
                <a:extLst>
                  <a:ext uri="{FF2B5EF4-FFF2-40B4-BE49-F238E27FC236}">
                    <a16:creationId xmlns:a16="http://schemas.microsoft.com/office/drawing/2014/main" id="{261680CA-6527-3843-92FF-8B7B827471F3}"/>
                  </a:ext>
                </a:extLst>
              </p:cNvPr>
              <p:cNvGrpSpPr/>
              <p:nvPr/>
            </p:nvGrpSpPr>
            <p:grpSpPr>
              <a:xfrm>
                <a:off x="7100447" y="3977640"/>
                <a:ext cx="761634" cy="304800"/>
                <a:chOff x="4296287" y="3185160"/>
                <a:chExt cx="761634" cy="304800"/>
              </a:xfrm>
              <a:solidFill>
                <a:srgbClr val="DAE8FC"/>
              </a:solidFill>
            </p:grpSpPr>
            <p:sp>
              <p:nvSpPr>
                <p:cNvPr id="338" name="Rectangle 337">
                  <a:extLst>
                    <a:ext uri="{FF2B5EF4-FFF2-40B4-BE49-F238E27FC236}">
                      <a16:creationId xmlns:a16="http://schemas.microsoft.com/office/drawing/2014/main" id="{48E4BB0E-03C2-7D5F-E22B-2F5CD35EFC9E}"/>
                    </a:ext>
                  </a:extLst>
                </p:cNvPr>
                <p:cNvSpPr/>
                <p:nvPr/>
              </p:nvSpPr>
              <p:spPr>
                <a:xfrm>
                  <a:off x="4296287" y="318516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45" name="Picture 344">
                  <a:extLst>
                    <a:ext uri="{FF2B5EF4-FFF2-40B4-BE49-F238E27FC236}">
                      <a16:creationId xmlns:a16="http://schemas.microsoft.com/office/drawing/2014/main" id="{C8AEB7D1-99D3-5BEB-2DD2-2B93613EC6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03903" y="324993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4" name="Graphic 4">
                <a:extLst>
                  <a:ext uri="{FF2B5EF4-FFF2-40B4-BE49-F238E27FC236}">
                    <a16:creationId xmlns:a16="http://schemas.microsoft.com/office/drawing/2014/main" id="{E06E28EC-7802-96D0-3876-D7C1F4AB96F7}"/>
                  </a:ext>
                </a:extLst>
              </p:cNvPr>
              <p:cNvGrpSpPr/>
              <p:nvPr/>
            </p:nvGrpSpPr>
            <p:grpSpPr>
              <a:xfrm>
                <a:off x="8060107" y="3970020"/>
                <a:ext cx="304653" cy="304800"/>
                <a:chOff x="5255947" y="3177540"/>
                <a:chExt cx="304653" cy="304800"/>
              </a:xfrm>
              <a:noFill/>
            </p:grpSpPr>
            <p:sp>
              <p:nvSpPr>
                <p:cNvPr id="336" name="Rectangle 335">
                  <a:extLst>
                    <a:ext uri="{FF2B5EF4-FFF2-40B4-BE49-F238E27FC236}">
                      <a16:creationId xmlns:a16="http://schemas.microsoft.com/office/drawing/2014/main" id="{59F230CB-70E3-9467-1A54-C717674DE308}"/>
                    </a:ext>
                  </a:extLst>
                </p:cNvPr>
                <p:cNvSpPr/>
                <p:nvPr/>
              </p:nvSpPr>
              <p:spPr>
                <a:xfrm>
                  <a:off x="5255947" y="317754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37" name="Picture 336">
                  <a:extLst>
                    <a:ext uri="{FF2B5EF4-FFF2-40B4-BE49-F238E27FC236}">
                      <a16:creationId xmlns:a16="http://schemas.microsoft.com/office/drawing/2014/main" id="{F431FB1F-321E-ED3E-218C-54CB049010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28302" y="323469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5" name="Graphic 4">
                <a:extLst>
                  <a:ext uri="{FF2B5EF4-FFF2-40B4-BE49-F238E27FC236}">
                    <a16:creationId xmlns:a16="http://schemas.microsoft.com/office/drawing/2014/main" id="{143DCEBF-D3F7-C468-2701-E8A1CF3CE816}"/>
                  </a:ext>
                </a:extLst>
              </p:cNvPr>
              <p:cNvGrpSpPr/>
              <p:nvPr/>
            </p:nvGrpSpPr>
            <p:grpSpPr>
              <a:xfrm>
                <a:off x="7686677" y="3442106"/>
                <a:ext cx="60930" cy="510844"/>
                <a:chOff x="4882517" y="2649626"/>
                <a:chExt cx="60930" cy="510844"/>
              </a:xfrm>
            </p:grpSpPr>
            <p:sp>
              <p:nvSpPr>
                <p:cNvPr id="332" name="Freeform 331">
                  <a:extLst>
                    <a:ext uri="{FF2B5EF4-FFF2-40B4-BE49-F238E27FC236}">
                      <a16:creationId xmlns:a16="http://schemas.microsoft.com/office/drawing/2014/main" id="{D477229B-F61D-B1F9-4348-956C45EA181E}"/>
                    </a:ext>
                  </a:extLst>
                </p:cNvPr>
                <p:cNvSpPr/>
                <p:nvPr/>
              </p:nvSpPr>
              <p:spPr>
                <a:xfrm>
                  <a:off x="4912450" y="2649626"/>
                  <a:ext cx="608" cy="465124"/>
                </a:xfrm>
                <a:custGeom>
                  <a:avLst/>
                  <a:gdLst>
                    <a:gd name="csX0" fmla="*/ 0 w 608"/>
                    <a:gd name="csY0" fmla="*/ 0 h 465124"/>
                    <a:gd name="csX1" fmla="*/ 0 w 608"/>
                    <a:gd name="csY1" fmla="*/ 261214 h 465124"/>
                    <a:gd name="csX2" fmla="*/ 609 w 608"/>
                    <a:gd name="csY2" fmla="*/ 465125 h 4651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08" h="465124">
                      <a:moveTo>
                        <a:pt x="0" y="0"/>
                      </a:moveTo>
                      <a:lnTo>
                        <a:pt x="0" y="261214"/>
                      </a:lnTo>
                      <a:lnTo>
                        <a:pt x="609" y="465125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33" name="Freeform 332">
                  <a:extLst>
                    <a:ext uri="{FF2B5EF4-FFF2-40B4-BE49-F238E27FC236}">
                      <a16:creationId xmlns:a16="http://schemas.microsoft.com/office/drawing/2014/main" id="{534705B5-461B-5CAE-81B6-D2F2BFB9302E}"/>
                    </a:ext>
                  </a:extLst>
                </p:cNvPr>
                <p:cNvSpPr/>
                <p:nvPr/>
              </p:nvSpPr>
              <p:spPr>
                <a:xfrm>
                  <a:off x="4882517" y="3099435"/>
                  <a:ext cx="60930" cy="61036"/>
                </a:xfrm>
                <a:custGeom>
                  <a:avLst/>
                  <a:gdLst>
                    <a:gd name="csX0" fmla="*/ 30618 w 60930"/>
                    <a:gd name="csY0" fmla="*/ 61036 h 61036"/>
                    <a:gd name="csX1" fmla="*/ 0 w 60930"/>
                    <a:gd name="csY1" fmla="*/ 229 h 61036"/>
                    <a:gd name="csX2" fmla="*/ 30542 w 60930"/>
                    <a:gd name="csY2" fmla="*/ 15316 h 61036"/>
                    <a:gd name="csX3" fmla="*/ 60931 w 60930"/>
                    <a:gd name="csY3" fmla="*/ 0 h 610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1036">
                      <a:moveTo>
                        <a:pt x="30618" y="61036"/>
                      </a:moveTo>
                      <a:lnTo>
                        <a:pt x="0" y="229"/>
                      </a:lnTo>
                      <a:lnTo>
                        <a:pt x="30542" y="15316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96" name="Graphic 4">
                <a:extLst>
                  <a:ext uri="{FF2B5EF4-FFF2-40B4-BE49-F238E27FC236}">
                    <a16:creationId xmlns:a16="http://schemas.microsoft.com/office/drawing/2014/main" id="{BA5CB6FE-5914-9606-65E4-DC9BF176195B}"/>
                  </a:ext>
                </a:extLst>
              </p:cNvPr>
              <p:cNvGrpSpPr/>
              <p:nvPr/>
            </p:nvGrpSpPr>
            <p:grpSpPr>
              <a:xfrm>
                <a:off x="7557428" y="3131820"/>
                <a:ext cx="761634" cy="304800"/>
                <a:chOff x="4753268" y="2339340"/>
                <a:chExt cx="761634" cy="304800"/>
              </a:xfrm>
              <a:solidFill>
                <a:srgbClr val="DAE8FC"/>
              </a:solidFill>
            </p:grpSpPr>
            <p:sp>
              <p:nvSpPr>
                <p:cNvPr id="325" name="Rectangle 324">
                  <a:extLst>
                    <a:ext uri="{FF2B5EF4-FFF2-40B4-BE49-F238E27FC236}">
                      <a16:creationId xmlns:a16="http://schemas.microsoft.com/office/drawing/2014/main" id="{967FB11D-7A9D-1962-F18C-334B24872316}"/>
                    </a:ext>
                  </a:extLst>
                </p:cNvPr>
                <p:cNvSpPr/>
                <p:nvPr/>
              </p:nvSpPr>
              <p:spPr>
                <a:xfrm>
                  <a:off x="4753268" y="233934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26" name="Picture 325">
                  <a:extLst>
                    <a:ext uri="{FF2B5EF4-FFF2-40B4-BE49-F238E27FC236}">
                      <a16:creationId xmlns:a16="http://schemas.microsoft.com/office/drawing/2014/main" id="{B8834C72-083D-F0E8-D8FE-B32713D25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60884" y="240411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7" name="Graphic 4">
                <a:extLst>
                  <a:ext uri="{FF2B5EF4-FFF2-40B4-BE49-F238E27FC236}">
                    <a16:creationId xmlns:a16="http://schemas.microsoft.com/office/drawing/2014/main" id="{A800E24C-AA32-9496-62FA-12331E40BDB9}"/>
                  </a:ext>
                </a:extLst>
              </p:cNvPr>
              <p:cNvGrpSpPr/>
              <p:nvPr/>
            </p:nvGrpSpPr>
            <p:grpSpPr>
              <a:xfrm>
                <a:off x="7450799" y="4282440"/>
                <a:ext cx="60930" cy="226771"/>
                <a:chOff x="4646639" y="3489960"/>
                <a:chExt cx="60930" cy="226771"/>
              </a:xfrm>
            </p:grpSpPr>
            <p:sp>
              <p:nvSpPr>
                <p:cNvPr id="323" name="Freeform 322">
                  <a:extLst>
                    <a:ext uri="{FF2B5EF4-FFF2-40B4-BE49-F238E27FC236}">
                      <a16:creationId xmlns:a16="http://schemas.microsoft.com/office/drawing/2014/main" id="{1A4D08C1-A2DB-5952-E81F-E45805427309}"/>
                    </a:ext>
                  </a:extLst>
                </p:cNvPr>
                <p:cNvSpPr/>
                <p:nvPr/>
              </p:nvSpPr>
              <p:spPr>
                <a:xfrm>
                  <a:off x="4677104" y="3489960"/>
                  <a:ext cx="7616" cy="181051"/>
                </a:xfrm>
                <a:custGeom>
                  <a:avLst/>
                  <a:gdLst>
                    <a:gd name="csX0" fmla="*/ 0 w 7616"/>
                    <a:gd name="csY0" fmla="*/ 0 h 181051"/>
                    <a:gd name="csX1" fmla="*/ 0 w 7616"/>
                    <a:gd name="csY1" fmla="*/ 181051 h 181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181051">
                      <a:moveTo>
                        <a:pt x="0" y="0"/>
                      </a:moveTo>
                      <a:lnTo>
                        <a:pt x="0" y="18105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24" name="Freeform 323">
                  <a:extLst>
                    <a:ext uri="{FF2B5EF4-FFF2-40B4-BE49-F238E27FC236}">
                      <a16:creationId xmlns:a16="http://schemas.microsoft.com/office/drawing/2014/main" id="{A75CC9BA-96C2-9BD7-BD08-9054D7E047EA}"/>
                    </a:ext>
                  </a:extLst>
                </p:cNvPr>
                <p:cNvSpPr/>
                <p:nvPr/>
              </p:nvSpPr>
              <p:spPr>
                <a:xfrm>
                  <a:off x="4646639" y="365577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98" name="Graphic 4">
                <a:extLst>
                  <a:ext uri="{FF2B5EF4-FFF2-40B4-BE49-F238E27FC236}">
                    <a16:creationId xmlns:a16="http://schemas.microsoft.com/office/drawing/2014/main" id="{9B461864-303B-BA07-E30C-CED3ACE862D9}"/>
                  </a:ext>
                </a:extLst>
              </p:cNvPr>
              <p:cNvGrpSpPr/>
              <p:nvPr/>
            </p:nvGrpSpPr>
            <p:grpSpPr>
              <a:xfrm>
                <a:off x="7886759" y="4103370"/>
                <a:ext cx="211429" cy="60960"/>
                <a:chOff x="5082599" y="3310890"/>
                <a:chExt cx="211429" cy="60960"/>
              </a:xfrm>
            </p:grpSpPr>
            <p:sp>
              <p:nvSpPr>
                <p:cNvPr id="318" name="Freeform 317">
                  <a:extLst>
                    <a:ext uri="{FF2B5EF4-FFF2-40B4-BE49-F238E27FC236}">
                      <a16:creationId xmlns:a16="http://schemas.microsoft.com/office/drawing/2014/main" id="{2311A267-C0AB-05EA-DC08-9C4E3664D675}"/>
                    </a:ext>
                  </a:extLst>
                </p:cNvPr>
                <p:cNvSpPr/>
                <p:nvPr/>
              </p:nvSpPr>
              <p:spPr>
                <a:xfrm>
                  <a:off x="5128297" y="3341370"/>
                  <a:ext cx="165731" cy="7620"/>
                </a:xfrm>
                <a:custGeom>
                  <a:avLst/>
                  <a:gdLst>
                    <a:gd name="csX0" fmla="*/ 165732 w 165731"/>
                    <a:gd name="csY0" fmla="*/ 0 h 7620"/>
                    <a:gd name="csX1" fmla="*/ 0 w 165731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5731" h="7620">
                      <a:moveTo>
                        <a:pt x="16573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FF656269-83EF-F04D-1AF2-008F2740FDCC}"/>
                    </a:ext>
                  </a:extLst>
                </p:cNvPr>
                <p:cNvSpPr/>
                <p:nvPr/>
              </p:nvSpPr>
              <p:spPr>
                <a:xfrm>
                  <a:off x="5082599" y="3310890"/>
                  <a:ext cx="60930" cy="60960"/>
                </a:xfrm>
                <a:custGeom>
                  <a:avLst/>
                  <a:gdLst>
                    <a:gd name="csX0" fmla="*/ 0 w 60930"/>
                    <a:gd name="csY0" fmla="*/ 30480 h 60960"/>
                    <a:gd name="csX1" fmla="*/ 60931 w 60930"/>
                    <a:gd name="csY1" fmla="*/ 0 h 60960"/>
                    <a:gd name="csX2" fmla="*/ 45698 w 60930"/>
                    <a:gd name="csY2" fmla="*/ 30480 h 60960"/>
                    <a:gd name="csX3" fmla="*/ 60931 w 60930"/>
                    <a:gd name="csY3" fmla="*/ 6096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0" y="30480"/>
                      </a:moveTo>
                      <a:lnTo>
                        <a:pt x="60931" y="0"/>
                      </a:lnTo>
                      <a:lnTo>
                        <a:pt x="45698" y="30480"/>
                      </a:lnTo>
                      <a:lnTo>
                        <a:pt x="60931" y="609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99" name="Graphic 4">
                <a:extLst>
                  <a:ext uri="{FF2B5EF4-FFF2-40B4-BE49-F238E27FC236}">
                    <a16:creationId xmlns:a16="http://schemas.microsoft.com/office/drawing/2014/main" id="{A1460177-8FBB-772C-DF6F-3E602DD55BCF}"/>
                  </a:ext>
                </a:extLst>
              </p:cNvPr>
              <p:cNvGrpSpPr/>
              <p:nvPr/>
            </p:nvGrpSpPr>
            <p:grpSpPr>
              <a:xfrm>
                <a:off x="7031900" y="3771900"/>
                <a:ext cx="228490" cy="228600"/>
                <a:chOff x="4227740" y="2979420"/>
                <a:chExt cx="228490" cy="228600"/>
              </a:xfrm>
              <a:noFill/>
            </p:grpSpPr>
            <p:sp>
              <p:nvSpPr>
                <p:cNvPr id="316" name="Rectangle 315">
                  <a:extLst>
                    <a:ext uri="{FF2B5EF4-FFF2-40B4-BE49-F238E27FC236}">
                      <a16:creationId xmlns:a16="http://schemas.microsoft.com/office/drawing/2014/main" id="{0FE875B0-1325-7C16-B707-A9C2AA26096B}"/>
                    </a:ext>
                  </a:extLst>
                </p:cNvPr>
                <p:cNvSpPr/>
                <p:nvPr/>
              </p:nvSpPr>
              <p:spPr>
                <a:xfrm>
                  <a:off x="4227740" y="297942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17" name="Picture 316">
                  <a:extLst>
                    <a:ext uri="{FF2B5EF4-FFF2-40B4-BE49-F238E27FC236}">
                      <a16:creationId xmlns:a16="http://schemas.microsoft.com/office/drawing/2014/main" id="{38DABDCA-DADE-7603-B4AD-EE1E462ED1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03903" y="302514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0" name="Graphic 4">
                <a:extLst>
                  <a:ext uri="{FF2B5EF4-FFF2-40B4-BE49-F238E27FC236}">
                    <a16:creationId xmlns:a16="http://schemas.microsoft.com/office/drawing/2014/main" id="{B58F7C36-A1BB-7135-E97B-E4D13730FDBF}"/>
                  </a:ext>
                </a:extLst>
              </p:cNvPr>
              <p:cNvGrpSpPr/>
              <p:nvPr/>
            </p:nvGrpSpPr>
            <p:grpSpPr>
              <a:xfrm>
                <a:off x="7223223" y="3439058"/>
                <a:ext cx="60930" cy="513892"/>
                <a:chOff x="4419063" y="2646578"/>
                <a:chExt cx="60930" cy="513892"/>
              </a:xfrm>
            </p:grpSpPr>
            <p:sp>
              <p:nvSpPr>
                <p:cNvPr id="314" name="Freeform 313">
                  <a:extLst>
                    <a:ext uri="{FF2B5EF4-FFF2-40B4-BE49-F238E27FC236}">
                      <a16:creationId xmlns:a16="http://schemas.microsoft.com/office/drawing/2014/main" id="{1E9FAA17-1DD1-82A7-1153-4B2CA7230E8B}"/>
                    </a:ext>
                  </a:extLst>
                </p:cNvPr>
                <p:cNvSpPr/>
                <p:nvPr/>
              </p:nvSpPr>
              <p:spPr>
                <a:xfrm>
                  <a:off x="4447852" y="2646578"/>
                  <a:ext cx="3808" cy="468172"/>
                </a:xfrm>
                <a:custGeom>
                  <a:avLst/>
                  <a:gdLst>
                    <a:gd name="csX0" fmla="*/ 0 w 3808"/>
                    <a:gd name="csY0" fmla="*/ 0 h 468172"/>
                    <a:gd name="csX1" fmla="*/ 3808 w 3808"/>
                    <a:gd name="csY1" fmla="*/ 269596 h 468172"/>
                    <a:gd name="csX2" fmla="*/ 1523 w 3808"/>
                    <a:gd name="csY2" fmla="*/ 468173 h 4681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08" h="468172">
                      <a:moveTo>
                        <a:pt x="0" y="0"/>
                      </a:moveTo>
                      <a:lnTo>
                        <a:pt x="3808" y="269596"/>
                      </a:lnTo>
                      <a:lnTo>
                        <a:pt x="1523" y="468173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15" name="Freeform 314">
                  <a:extLst>
                    <a:ext uri="{FF2B5EF4-FFF2-40B4-BE49-F238E27FC236}">
                      <a16:creationId xmlns:a16="http://schemas.microsoft.com/office/drawing/2014/main" id="{F91C7BCF-B33D-AEC0-423F-56C600CBE975}"/>
                    </a:ext>
                  </a:extLst>
                </p:cNvPr>
                <p:cNvSpPr/>
                <p:nvPr/>
              </p:nvSpPr>
              <p:spPr>
                <a:xfrm>
                  <a:off x="4419063" y="3099206"/>
                  <a:ext cx="60930" cy="61264"/>
                </a:xfrm>
                <a:custGeom>
                  <a:avLst/>
                  <a:gdLst>
                    <a:gd name="csX0" fmla="*/ 29780 w 60930"/>
                    <a:gd name="csY0" fmla="*/ 61265 h 61264"/>
                    <a:gd name="csX1" fmla="*/ 0 w 60930"/>
                    <a:gd name="csY1" fmla="*/ 0 h 61264"/>
                    <a:gd name="csX2" fmla="*/ 30313 w 60930"/>
                    <a:gd name="csY2" fmla="*/ 15545 h 61264"/>
                    <a:gd name="csX3" fmla="*/ 60931 w 60930"/>
                    <a:gd name="csY3" fmla="*/ 686 h 612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1264">
                      <a:moveTo>
                        <a:pt x="29780" y="61265"/>
                      </a:moveTo>
                      <a:lnTo>
                        <a:pt x="0" y="0"/>
                      </a:lnTo>
                      <a:lnTo>
                        <a:pt x="30313" y="15545"/>
                      </a:lnTo>
                      <a:lnTo>
                        <a:pt x="60931" y="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1" name="Graphic 4">
                <a:extLst>
                  <a:ext uri="{FF2B5EF4-FFF2-40B4-BE49-F238E27FC236}">
                    <a16:creationId xmlns:a16="http://schemas.microsoft.com/office/drawing/2014/main" id="{FD1525E1-C1A9-B562-76FC-926F6AE88001}"/>
                  </a:ext>
                </a:extLst>
              </p:cNvPr>
              <p:cNvGrpSpPr/>
              <p:nvPr/>
            </p:nvGrpSpPr>
            <p:grpSpPr>
              <a:xfrm>
                <a:off x="7694522" y="3771900"/>
                <a:ext cx="228490" cy="228600"/>
                <a:chOff x="4890362" y="2979420"/>
                <a:chExt cx="228490" cy="228600"/>
              </a:xfrm>
              <a:noFill/>
            </p:grpSpPr>
            <p:sp>
              <p:nvSpPr>
                <p:cNvPr id="309" name="Rectangle 308">
                  <a:extLst>
                    <a:ext uri="{FF2B5EF4-FFF2-40B4-BE49-F238E27FC236}">
                      <a16:creationId xmlns:a16="http://schemas.microsoft.com/office/drawing/2014/main" id="{749654EF-F63F-9172-A5FE-8801E9007A42}"/>
                    </a:ext>
                  </a:extLst>
                </p:cNvPr>
                <p:cNvSpPr/>
                <p:nvPr/>
              </p:nvSpPr>
              <p:spPr>
                <a:xfrm>
                  <a:off x="4890362" y="297942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10" name="Picture 309">
                  <a:extLst>
                    <a:ext uri="{FF2B5EF4-FFF2-40B4-BE49-F238E27FC236}">
                      <a16:creationId xmlns:a16="http://schemas.microsoft.com/office/drawing/2014/main" id="{397C03D7-057C-F3DD-88F9-0F0A9481F5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70334" y="302514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2" name="Graphic 4">
                <a:extLst>
                  <a:ext uri="{FF2B5EF4-FFF2-40B4-BE49-F238E27FC236}">
                    <a16:creationId xmlns:a16="http://schemas.microsoft.com/office/drawing/2014/main" id="{11228893-00F9-6601-8787-BF6CE78CADAB}"/>
                  </a:ext>
                </a:extLst>
              </p:cNvPr>
              <p:cNvGrpSpPr/>
              <p:nvPr/>
            </p:nvGrpSpPr>
            <p:grpSpPr>
              <a:xfrm>
                <a:off x="8143886" y="2811780"/>
                <a:ext cx="60930" cy="295351"/>
                <a:chOff x="5339726" y="2019300"/>
                <a:chExt cx="60930" cy="295351"/>
              </a:xfrm>
            </p:grpSpPr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4BAF1B39-DD2B-2478-4CDA-2D7AC9D70F11}"/>
                    </a:ext>
                  </a:extLst>
                </p:cNvPr>
                <p:cNvSpPr/>
                <p:nvPr/>
              </p:nvSpPr>
              <p:spPr>
                <a:xfrm>
                  <a:off x="5370192" y="2019300"/>
                  <a:ext cx="7616" cy="249631"/>
                </a:xfrm>
                <a:custGeom>
                  <a:avLst/>
                  <a:gdLst>
                    <a:gd name="csX0" fmla="*/ 0 w 7616"/>
                    <a:gd name="csY0" fmla="*/ 0 h 249631"/>
                    <a:gd name="csX1" fmla="*/ 0 w 7616"/>
                    <a:gd name="csY1" fmla="*/ 249631 h 2496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49631">
                      <a:moveTo>
                        <a:pt x="0" y="0"/>
                      </a:moveTo>
                      <a:lnTo>
                        <a:pt x="0" y="2496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D009EE95-42CD-F2F3-3D41-BBC423A47243}"/>
                    </a:ext>
                  </a:extLst>
                </p:cNvPr>
                <p:cNvSpPr/>
                <p:nvPr/>
              </p:nvSpPr>
              <p:spPr>
                <a:xfrm>
                  <a:off x="5339726" y="225369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3" name="Graphic 4">
                <a:extLst>
                  <a:ext uri="{FF2B5EF4-FFF2-40B4-BE49-F238E27FC236}">
                    <a16:creationId xmlns:a16="http://schemas.microsoft.com/office/drawing/2014/main" id="{974ECDC8-0C2D-96F7-A5EF-CBF5CD63C21B}"/>
                  </a:ext>
                </a:extLst>
              </p:cNvPr>
              <p:cNvGrpSpPr/>
              <p:nvPr/>
            </p:nvGrpSpPr>
            <p:grpSpPr>
              <a:xfrm>
                <a:off x="8343739" y="3257550"/>
                <a:ext cx="211429" cy="60960"/>
                <a:chOff x="5539579" y="2465070"/>
                <a:chExt cx="211429" cy="60960"/>
              </a:xfrm>
            </p:grpSpPr>
            <p:sp>
              <p:nvSpPr>
                <p:cNvPr id="305" name="Freeform 304">
                  <a:extLst>
                    <a:ext uri="{FF2B5EF4-FFF2-40B4-BE49-F238E27FC236}">
                      <a16:creationId xmlns:a16="http://schemas.microsoft.com/office/drawing/2014/main" id="{723F96A3-FBC4-1F73-BBFE-35C39C9B812E}"/>
                    </a:ext>
                  </a:extLst>
                </p:cNvPr>
                <p:cNvSpPr/>
                <p:nvPr/>
              </p:nvSpPr>
              <p:spPr>
                <a:xfrm>
                  <a:off x="5585277" y="2495550"/>
                  <a:ext cx="165731" cy="7620"/>
                </a:xfrm>
                <a:custGeom>
                  <a:avLst/>
                  <a:gdLst>
                    <a:gd name="csX0" fmla="*/ 165732 w 165731"/>
                    <a:gd name="csY0" fmla="*/ 0 h 7620"/>
                    <a:gd name="csX1" fmla="*/ 0 w 165731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5731" h="7620">
                      <a:moveTo>
                        <a:pt x="16573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06" name="Freeform 305">
                  <a:extLst>
                    <a:ext uri="{FF2B5EF4-FFF2-40B4-BE49-F238E27FC236}">
                      <a16:creationId xmlns:a16="http://schemas.microsoft.com/office/drawing/2014/main" id="{38ECD463-BABB-5E5C-3D61-D38A7B8BB642}"/>
                    </a:ext>
                  </a:extLst>
                </p:cNvPr>
                <p:cNvSpPr/>
                <p:nvPr/>
              </p:nvSpPr>
              <p:spPr>
                <a:xfrm>
                  <a:off x="5539579" y="2465070"/>
                  <a:ext cx="60930" cy="60960"/>
                </a:xfrm>
                <a:custGeom>
                  <a:avLst/>
                  <a:gdLst>
                    <a:gd name="csX0" fmla="*/ 0 w 60930"/>
                    <a:gd name="csY0" fmla="*/ 30480 h 60960"/>
                    <a:gd name="csX1" fmla="*/ 60931 w 60930"/>
                    <a:gd name="csY1" fmla="*/ 0 h 60960"/>
                    <a:gd name="csX2" fmla="*/ 45698 w 60930"/>
                    <a:gd name="csY2" fmla="*/ 30480 h 60960"/>
                    <a:gd name="csX3" fmla="*/ 60931 w 60930"/>
                    <a:gd name="csY3" fmla="*/ 6096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0" y="30480"/>
                      </a:moveTo>
                      <a:lnTo>
                        <a:pt x="60931" y="0"/>
                      </a:lnTo>
                      <a:lnTo>
                        <a:pt x="45698" y="30480"/>
                      </a:lnTo>
                      <a:lnTo>
                        <a:pt x="60931" y="609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4" name="Graphic 4">
                <a:extLst>
                  <a:ext uri="{FF2B5EF4-FFF2-40B4-BE49-F238E27FC236}">
                    <a16:creationId xmlns:a16="http://schemas.microsoft.com/office/drawing/2014/main" id="{07B6F7F4-CE6D-1870-9161-9C100C0D6B28}"/>
                  </a:ext>
                </a:extLst>
              </p:cNvPr>
              <p:cNvGrpSpPr/>
              <p:nvPr/>
            </p:nvGrpSpPr>
            <p:grpSpPr>
              <a:xfrm>
                <a:off x="7488881" y="2926080"/>
                <a:ext cx="228490" cy="228600"/>
                <a:chOff x="4684721" y="2133600"/>
                <a:chExt cx="228490" cy="228600"/>
              </a:xfrm>
              <a:noFill/>
            </p:grpSpPr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A9BE3A46-8237-8D93-90CA-103AD6545BD8}"/>
                    </a:ext>
                  </a:extLst>
                </p:cNvPr>
                <p:cNvSpPr/>
                <p:nvPr/>
              </p:nvSpPr>
              <p:spPr>
                <a:xfrm>
                  <a:off x="4684721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04" name="Picture 303">
                  <a:extLst>
                    <a:ext uri="{FF2B5EF4-FFF2-40B4-BE49-F238E27FC236}">
                      <a16:creationId xmlns:a16="http://schemas.microsoft.com/office/drawing/2014/main" id="{E55DC72C-B95F-A30B-6EC7-0C72DD37D4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60884" y="217932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5" name="Graphic 4">
                <a:extLst>
                  <a:ext uri="{FF2B5EF4-FFF2-40B4-BE49-F238E27FC236}">
                    <a16:creationId xmlns:a16="http://schemas.microsoft.com/office/drawing/2014/main" id="{12B98140-EA65-D9E9-80A3-2BB2CDE5BA6A}"/>
                  </a:ext>
                </a:extLst>
              </p:cNvPr>
              <p:cNvGrpSpPr/>
              <p:nvPr/>
            </p:nvGrpSpPr>
            <p:grpSpPr>
              <a:xfrm>
                <a:off x="7679823" y="2545080"/>
                <a:ext cx="60930" cy="562051"/>
                <a:chOff x="4875663" y="1752600"/>
                <a:chExt cx="60930" cy="562051"/>
              </a:xfrm>
            </p:grpSpPr>
            <p:sp>
              <p:nvSpPr>
                <p:cNvPr id="301" name="Freeform 300">
                  <a:extLst>
                    <a:ext uri="{FF2B5EF4-FFF2-40B4-BE49-F238E27FC236}">
                      <a16:creationId xmlns:a16="http://schemas.microsoft.com/office/drawing/2014/main" id="{38CF6260-2DDC-74DD-B904-53B50718E4BD}"/>
                    </a:ext>
                  </a:extLst>
                </p:cNvPr>
                <p:cNvSpPr/>
                <p:nvPr/>
              </p:nvSpPr>
              <p:spPr>
                <a:xfrm>
                  <a:off x="4905975" y="1752600"/>
                  <a:ext cx="3427" cy="516331"/>
                </a:xfrm>
                <a:custGeom>
                  <a:avLst/>
                  <a:gdLst>
                    <a:gd name="csX0" fmla="*/ 3427 w 3427"/>
                    <a:gd name="csY0" fmla="*/ 0 h 516331"/>
                    <a:gd name="csX1" fmla="*/ 0 w 3427"/>
                    <a:gd name="csY1" fmla="*/ 516331 h 5163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427" h="516331">
                      <a:moveTo>
                        <a:pt x="3427" y="0"/>
                      </a:moveTo>
                      <a:lnTo>
                        <a:pt x="0" y="5163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02" name="Freeform 301">
                  <a:extLst>
                    <a:ext uri="{FF2B5EF4-FFF2-40B4-BE49-F238E27FC236}">
                      <a16:creationId xmlns:a16="http://schemas.microsoft.com/office/drawing/2014/main" id="{8823234A-9B30-5E29-E49C-A108F7D8FF19}"/>
                    </a:ext>
                  </a:extLst>
                </p:cNvPr>
                <p:cNvSpPr/>
                <p:nvPr/>
              </p:nvSpPr>
              <p:spPr>
                <a:xfrm>
                  <a:off x="4875663" y="2253538"/>
                  <a:ext cx="60930" cy="61112"/>
                </a:xfrm>
                <a:custGeom>
                  <a:avLst/>
                  <a:gdLst>
                    <a:gd name="csX0" fmla="*/ 30008 w 60930"/>
                    <a:gd name="csY0" fmla="*/ 61112 h 61112"/>
                    <a:gd name="csX1" fmla="*/ 0 w 60930"/>
                    <a:gd name="csY1" fmla="*/ 0 h 61112"/>
                    <a:gd name="csX2" fmla="*/ 30313 w 60930"/>
                    <a:gd name="csY2" fmla="*/ 15392 h 61112"/>
                    <a:gd name="csX3" fmla="*/ 60931 w 60930"/>
                    <a:gd name="csY3" fmla="*/ 381 h 611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1112">
                      <a:moveTo>
                        <a:pt x="30008" y="61112"/>
                      </a:moveTo>
                      <a:lnTo>
                        <a:pt x="0" y="0"/>
                      </a:lnTo>
                      <a:lnTo>
                        <a:pt x="30313" y="15392"/>
                      </a:lnTo>
                      <a:lnTo>
                        <a:pt x="60931" y="3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6" name="Graphic 4">
                <a:extLst>
                  <a:ext uri="{FF2B5EF4-FFF2-40B4-BE49-F238E27FC236}">
                    <a16:creationId xmlns:a16="http://schemas.microsoft.com/office/drawing/2014/main" id="{FF40B433-B079-9D23-9BEB-033CCC22F7AF}"/>
                  </a:ext>
                </a:extLst>
              </p:cNvPr>
              <p:cNvGrpSpPr/>
              <p:nvPr/>
            </p:nvGrpSpPr>
            <p:grpSpPr>
              <a:xfrm>
                <a:off x="8151503" y="2926080"/>
                <a:ext cx="228490" cy="228600"/>
                <a:chOff x="5347343" y="2133600"/>
                <a:chExt cx="228490" cy="228600"/>
              </a:xfrm>
              <a:noFill/>
            </p:grpSpPr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62DB7790-2249-A312-4A33-BD7393114078}"/>
                    </a:ext>
                  </a:extLst>
                </p:cNvPr>
                <p:cNvSpPr/>
                <p:nvPr/>
              </p:nvSpPr>
              <p:spPr>
                <a:xfrm>
                  <a:off x="5347343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00" name="Picture 299">
                  <a:extLst>
                    <a:ext uri="{FF2B5EF4-FFF2-40B4-BE49-F238E27FC236}">
                      <a16:creationId xmlns:a16="http://schemas.microsoft.com/office/drawing/2014/main" id="{3909F707-509F-92AD-63E6-4A166837AD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27314" y="217932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7" name="Graphic 4">
                <a:extLst>
                  <a:ext uri="{FF2B5EF4-FFF2-40B4-BE49-F238E27FC236}">
                    <a16:creationId xmlns:a16="http://schemas.microsoft.com/office/drawing/2014/main" id="{61CF7EA9-E834-7948-D89C-AE2FF0F608CE}"/>
                  </a:ext>
                </a:extLst>
              </p:cNvPr>
              <p:cNvGrpSpPr/>
              <p:nvPr/>
            </p:nvGrpSpPr>
            <p:grpSpPr>
              <a:xfrm>
                <a:off x="8517087" y="3116580"/>
                <a:ext cx="304653" cy="304800"/>
                <a:chOff x="5712927" y="2324100"/>
                <a:chExt cx="304653" cy="304800"/>
              </a:xfrm>
              <a:noFill/>
            </p:grpSpPr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D4CD43D0-4D31-2514-9788-4689C6FC77AF}"/>
                    </a:ext>
                  </a:extLst>
                </p:cNvPr>
                <p:cNvSpPr/>
                <p:nvPr/>
              </p:nvSpPr>
              <p:spPr>
                <a:xfrm>
                  <a:off x="5712927" y="232410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8" name="Picture 297">
                  <a:extLst>
                    <a:ext uri="{FF2B5EF4-FFF2-40B4-BE49-F238E27FC236}">
                      <a16:creationId xmlns:a16="http://schemas.microsoft.com/office/drawing/2014/main" id="{FC5AEEB1-4A08-25E0-2205-958AFFC54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85283" y="238125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8" name="Graphic 4">
                <a:extLst>
                  <a:ext uri="{FF2B5EF4-FFF2-40B4-BE49-F238E27FC236}">
                    <a16:creationId xmlns:a16="http://schemas.microsoft.com/office/drawing/2014/main" id="{5DE0E4C1-D0CA-FC8D-BF42-E4E3284472BF}"/>
                  </a:ext>
                </a:extLst>
              </p:cNvPr>
              <p:cNvGrpSpPr/>
              <p:nvPr/>
            </p:nvGrpSpPr>
            <p:grpSpPr>
              <a:xfrm>
                <a:off x="8014409" y="2567940"/>
                <a:ext cx="304653" cy="304800"/>
                <a:chOff x="5210249" y="1775460"/>
                <a:chExt cx="304653" cy="304800"/>
              </a:xfrm>
              <a:noFill/>
            </p:grpSpPr>
            <p:sp>
              <p:nvSpPr>
                <p:cNvPr id="295" name="Rectangle 294">
                  <a:extLst>
                    <a:ext uri="{FF2B5EF4-FFF2-40B4-BE49-F238E27FC236}">
                      <a16:creationId xmlns:a16="http://schemas.microsoft.com/office/drawing/2014/main" id="{340F7809-3233-FD39-8081-D0614423D223}"/>
                    </a:ext>
                  </a:extLst>
                </p:cNvPr>
                <p:cNvSpPr/>
                <p:nvPr/>
              </p:nvSpPr>
              <p:spPr>
                <a:xfrm>
                  <a:off x="5210249" y="177546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6" name="Picture 295">
                  <a:extLst>
                    <a:ext uri="{FF2B5EF4-FFF2-40B4-BE49-F238E27FC236}">
                      <a16:creationId xmlns:a16="http://schemas.microsoft.com/office/drawing/2014/main" id="{6D551E3E-325A-BA76-00F2-00AC499CB2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82604" y="183261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9" name="Graphic 4">
                <a:extLst>
                  <a:ext uri="{FF2B5EF4-FFF2-40B4-BE49-F238E27FC236}">
                    <a16:creationId xmlns:a16="http://schemas.microsoft.com/office/drawing/2014/main" id="{46CB45E7-F48A-722F-6795-4E228DCF595F}"/>
                  </a:ext>
                </a:extLst>
              </p:cNvPr>
              <p:cNvGrpSpPr/>
              <p:nvPr/>
            </p:nvGrpSpPr>
            <p:grpSpPr>
              <a:xfrm>
                <a:off x="6635850" y="3131820"/>
                <a:ext cx="761634" cy="304800"/>
                <a:chOff x="3831690" y="2339340"/>
                <a:chExt cx="761634" cy="304800"/>
              </a:xfrm>
              <a:solidFill>
                <a:srgbClr val="DAE8FC"/>
              </a:solidFill>
            </p:grpSpPr>
            <p:sp>
              <p:nvSpPr>
                <p:cNvPr id="293" name="Rectangle 292">
                  <a:extLst>
                    <a:ext uri="{FF2B5EF4-FFF2-40B4-BE49-F238E27FC236}">
                      <a16:creationId xmlns:a16="http://schemas.microsoft.com/office/drawing/2014/main" id="{69B2F1D7-198E-92A3-0F06-E7AA18029A9B}"/>
                    </a:ext>
                  </a:extLst>
                </p:cNvPr>
                <p:cNvSpPr/>
                <p:nvPr/>
              </p:nvSpPr>
              <p:spPr>
                <a:xfrm>
                  <a:off x="3831690" y="233934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4" name="Picture 293">
                  <a:extLst>
                    <a:ext uri="{FF2B5EF4-FFF2-40B4-BE49-F238E27FC236}">
                      <a16:creationId xmlns:a16="http://schemas.microsoft.com/office/drawing/2014/main" id="{060FEE50-7AD9-DCEB-6EE1-D90CA3547F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39306" y="240411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0" name="Graphic 4">
                <a:extLst>
                  <a:ext uri="{FF2B5EF4-FFF2-40B4-BE49-F238E27FC236}">
                    <a16:creationId xmlns:a16="http://schemas.microsoft.com/office/drawing/2014/main" id="{E107C5F2-80C0-A3C1-39BE-3665E2AFBA6B}"/>
                  </a:ext>
                </a:extLst>
              </p:cNvPr>
              <p:cNvGrpSpPr/>
              <p:nvPr/>
            </p:nvGrpSpPr>
            <p:grpSpPr>
              <a:xfrm>
                <a:off x="7222309" y="2811780"/>
                <a:ext cx="60930" cy="295351"/>
                <a:chOff x="4418149" y="2019300"/>
                <a:chExt cx="60930" cy="295351"/>
              </a:xfrm>
            </p:grpSpPr>
            <p:sp>
              <p:nvSpPr>
                <p:cNvPr id="291" name="Freeform 290">
                  <a:extLst>
                    <a:ext uri="{FF2B5EF4-FFF2-40B4-BE49-F238E27FC236}">
                      <a16:creationId xmlns:a16="http://schemas.microsoft.com/office/drawing/2014/main" id="{B89DB9A5-9602-20C6-A80B-B212F37D71DF}"/>
                    </a:ext>
                  </a:extLst>
                </p:cNvPr>
                <p:cNvSpPr/>
                <p:nvPr/>
              </p:nvSpPr>
              <p:spPr>
                <a:xfrm>
                  <a:off x="4448614" y="2019300"/>
                  <a:ext cx="7616" cy="249631"/>
                </a:xfrm>
                <a:custGeom>
                  <a:avLst/>
                  <a:gdLst>
                    <a:gd name="csX0" fmla="*/ 0 w 7616"/>
                    <a:gd name="csY0" fmla="*/ 0 h 249631"/>
                    <a:gd name="csX1" fmla="*/ 0 w 7616"/>
                    <a:gd name="csY1" fmla="*/ 249631 h 2496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49631">
                      <a:moveTo>
                        <a:pt x="0" y="0"/>
                      </a:moveTo>
                      <a:lnTo>
                        <a:pt x="0" y="2496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92" name="Freeform 291">
                  <a:extLst>
                    <a:ext uri="{FF2B5EF4-FFF2-40B4-BE49-F238E27FC236}">
                      <a16:creationId xmlns:a16="http://schemas.microsoft.com/office/drawing/2014/main" id="{5AF02175-EB9C-48B1-8EB3-454E1D838B59}"/>
                    </a:ext>
                  </a:extLst>
                </p:cNvPr>
                <p:cNvSpPr/>
                <p:nvPr/>
              </p:nvSpPr>
              <p:spPr>
                <a:xfrm>
                  <a:off x="4418149" y="225369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11" name="Graphic 4">
                <a:extLst>
                  <a:ext uri="{FF2B5EF4-FFF2-40B4-BE49-F238E27FC236}">
                    <a16:creationId xmlns:a16="http://schemas.microsoft.com/office/drawing/2014/main" id="{5A39B6D3-34E6-7C74-4192-A1433EC9450E}"/>
                  </a:ext>
                </a:extLst>
              </p:cNvPr>
              <p:cNvGrpSpPr/>
              <p:nvPr/>
            </p:nvGrpSpPr>
            <p:grpSpPr>
              <a:xfrm>
                <a:off x="6567303" y="2926080"/>
                <a:ext cx="228490" cy="228600"/>
                <a:chOff x="3763143" y="2133600"/>
                <a:chExt cx="228490" cy="228600"/>
              </a:xfrm>
              <a:noFill/>
            </p:grpSpPr>
            <p:sp>
              <p:nvSpPr>
                <p:cNvPr id="289" name="Rectangle 288">
                  <a:extLst>
                    <a:ext uri="{FF2B5EF4-FFF2-40B4-BE49-F238E27FC236}">
                      <a16:creationId xmlns:a16="http://schemas.microsoft.com/office/drawing/2014/main" id="{80754683-1638-CE38-CD59-419140B3CC26}"/>
                    </a:ext>
                  </a:extLst>
                </p:cNvPr>
                <p:cNvSpPr/>
                <p:nvPr/>
              </p:nvSpPr>
              <p:spPr>
                <a:xfrm>
                  <a:off x="3763143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0" name="Picture 289">
                  <a:extLst>
                    <a:ext uri="{FF2B5EF4-FFF2-40B4-BE49-F238E27FC236}">
                      <a16:creationId xmlns:a16="http://schemas.microsoft.com/office/drawing/2014/main" id="{185D3051-D575-0854-36A6-FCE7E10BE4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39306" y="217932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2" name="Graphic 4">
                <a:extLst>
                  <a:ext uri="{FF2B5EF4-FFF2-40B4-BE49-F238E27FC236}">
                    <a16:creationId xmlns:a16="http://schemas.microsoft.com/office/drawing/2014/main" id="{9194E0CB-6D00-165F-7D83-5E733D92412A}"/>
                  </a:ext>
                </a:extLst>
              </p:cNvPr>
              <p:cNvGrpSpPr/>
              <p:nvPr/>
            </p:nvGrpSpPr>
            <p:grpSpPr>
              <a:xfrm>
                <a:off x="6757712" y="2827020"/>
                <a:ext cx="60930" cy="280111"/>
                <a:chOff x="3953552" y="2034540"/>
                <a:chExt cx="60930" cy="280111"/>
              </a:xfrm>
            </p:grpSpPr>
            <p:sp>
              <p:nvSpPr>
                <p:cNvPr id="287" name="Freeform 286">
                  <a:extLst>
                    <a:ext uri="{FF2B5EF4-FFF2-40B4-BE49-F238E27FC236}">
                      <a16:creationId xmlns:a16="http://schemas.microsoft.com/office/drawing/2014/main" id="{75373C48-EA29-40BE-88ED-C3D77A460628}"/>
                    </a:ext>
                  </a:extLst>
                </p:cNvPr>
                <p:cNvSpPr/>
                <p:nvPr/>
              </p:nvSpPr>
              <p:spPr>
                <a:xfrm>
                  <a:off x="3984017" y="2034540"/>
                  <a:ext cx="7616" cy="234391"/>
                </a:xfrm>
                <a:custGeom>
                  <a:avLst/>
                  <a:gdLst>
                    <a:gd name="csX0" fmla="*/ 0 w 7616"/>
                    <a:gd name="csY0" fmla="*/ 0 h 234391"/>
                    <a:gd name="csX1" fmla="*/ 0 w 7616"/>
                    <a:gd name="csY1" fmla="*/ 234391 h 2343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34391">
                      <a:moveTo>
                        <a:pt x="0" y="0"/>
                      </a:moveTo>
                      <a:lnTo>
                        <a:pt x="0" y="23439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8" name="Freeform 287">
                  <a:extLst>
                    <a:ext uri="{FF2B5EF4-FFF2-40B4-BE49-F238E27FC236}">
                      <a16:creationId xmlns:a16="http://schemas.microsoft.com/office/drawing/2014/main" id="{F9A92911-AF9A-B78A-F671-807250D2C80C}"/>
                    </a:ext>
                  </a:extLst>
                </p:cNvPr>
                <p:cNvSpPr/>
                <p:nvPr/>
              </p:nvSpPr>
              <p:spPr>
                <a:xfrm>
                  <a:off x="3953552" y="225369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13" name="Graphic 4">
                <a:extLst>
                  <a:ext uri="{FF2B5EF4-FFF2-40B4-BE49-F238E27FC236}">
                    <a16:creationId xmlns:a16="http://schemas.microsoft.com/office/drawing/2014/main" id="{0D1EB0DD-55FF-E11C-A16A-1DDDC2D81E43}"/>
                  </a:ext>
                </a:extLst>
              </p:cNvPr>
              <p:cNvGrpSpPr/>
              <p:nvPr/>
            </p:nvGrpSpPr>
            <p:grpSpPr>
              <a:xfrm>
                <a:off x="7229925" y="2926080"/>
                <a:ext cx="228490" cy="228600"/>
                <a:chOff x="4425765" y="2133600"/>
                <a:chExt cx="228490" cy="228600"/>
              </a:xfrm>
              <a:noFill/>
            </p:grpSpPr>
            <p:sp>
              <p:nvSpPr>
                <p:cNvPr id="285" name="Rectangle 284">
                  <a:extLst>
                    <a:ext uri="{FF2B5EF4-FFF2-40B4-BE49-F238E27FC236}">
                      <a16:creationId xmlns:a16="http://schemas.microsoft.com/office/drawing/2014/main" id="{AB47FB73-7AA5-A01D-AAC2-08FF6B923D6D}"/>
                    </a:ext>
                  </a:extLst>
                </p:cNvPr>
                <p:cNvSpPr/>
                <p:nvPr/>
              </p:nvSpPr>
              <p:spPr>
                <a:xfrm>
                  <a:off x="4425765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6" name="Picture 285">
                  <a:extLst>
                    <a:ext uri="{FF2B5EF4-FFF2-40B4-BE49-F238E27FC236}">
                      <a16:creationId xmlns:a16="http://schemas.microsoft.com/office/drawing/2014/main" id="{B9058A33-F0BC-58F4-797C-9D69188FD4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05737" y="217932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4" name="Graphic 4">
                <a:extLst>
                  <a:ext uri="{FF2B5EF4-FFF2-40B4-BE49-F238E27FC236}">
                    <a16:creationId xmlns:a16="http://schemas.microsoft.com/office/drawing/2014/main" id="{741F2006-C1E6-858A-E22C-649379689CEE}"/>
                  </a:ext>
                </a:extLst>
              </p:cNvPr>
              <p:cNvGrpSpPr/>
              <p:nvPr/>
            </p:nvGrpSpPr>
            <p:grpSpPr>
              <a:xfrm>
                <a:off x="6673932" y="2575560"/>
                <a:ext cx="228490" cy="304800"/>
                <a:chOff x="3869772" y="1783080"/>
                <a:chExt cx="228490" cy="304800"/>
              </a:xfrm>
              <a:noFill/>
            </p:grpSpPr>
            <p:sp>
              <p:nvSpPr>
                <p:cNvPr id="283" name="Rectangle 282">
                  <a:extLst>
                    <a:ext uri="{FF2B5EF4-FFF2-40B4-BE49-F238E27FC236}">
                      <a16:creationId xmlns:a16="http://schemas.microsoft.com/office/drawing/2014/main" id="{6AC3DA95-1058-CDF0-4357-0C98AA322901}"/>
                    </a:ext>
                  </a:extLst>
                </p:cNvPr>
                <p:cNvSpPr/>
                <p:nvPr/>
              </p:nvSpPr>
              <p:spPr>
                <a:xfrm>
                  <a:off x="3869772" y="1783080"/>
                  <a:ext cx="228490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4" name="Picture 283">
                  <a:extLst>
                    <a:ext uri="{FF2B5EF4-FFF2-40B4-BE49-F238E27FC236}">
                      <a16:creationId xmlns:a16="http://schemas.microsoft.com/office/drawing/2014/main" id="{E4B7D811-950B-51E5-BDAF-2B4C794D56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42127" y="1840230"/>
                  <a:ext cx="83779" cy="240030"/>
                </a:xfrm>
                <a:custGeom>
                  <a:avLst/>
                  <a:gdLst>
                    <a:gd name="csX0" fmla="*/ 0 w 83779"/>
                    <a:gd name="csY0" fmla="*/ 0 h 240030"/>
                    <a:gd name="csX1" fmla="*/ 83780 w 83779"/>
                    <a:gd name="csY1" fmla="*/ 0 h 240030"/>
                    <a:gd name="csX2" fmla="*/ 83780 w 83779"/>
                    <a:gd name="csY2" fmla="*/ 240030 h 240030"/>
                    <a:gd name="csX3" fmla="*/ 0 w 83779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3779" h="240030">
                      <a:moveTo>
                        <a:pt x="0" y="0"/>
                      </a:moveTo>
                      <a:lnTo>
                        <a:pt x="83780" y="0"/>
                      </a:lnTo>
                      <a:lnTo>
                        <a:pt x="83780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5" name="Graphic 4">
                <a:extLst>
                  <a:ext uri="{FF2B5EF4-FFF2-40B4-BE49-F238E27FC236}">
                    <a16:creationId xmlns:a16="http://schemas.microsoft.com/office/drawing/2014/main" id="{E5E1F10A-A2A3-1714-08F6-DA7102898D15}"/>
                  </a:ext>
                </a:extLst>
              </p:cNvPr>
              <p:cNvGrpSpPr/>
              <p:nvPr/>
            </p:nvGrpSpPr>
            <p:grpSpPr>
              <a:xfrm>
                <a:off x="7092831" y="2567940"/>
                <a:ext cx="304653" cy="304800"/>
                <a:chOff x="4288671" y="1775460"/>
                <a:chExt cx="304653" cy="304800"/>
              </a:xfrm>
              <a:noFill/>
            </p:grpSpPr>
            <p:sp>
              <p:nvSpPr>
                <p:cNvPr id="281" name="Rectangle 280">
                  <a:extLst>
                    <a:ext uri="{FF2B5EF4-FFF2-40B4-BE49-F238E27FC236}">
                      <a16:creationId xmlns:a16="http://schemas.microsoft.com/office/drawing/2014/main" id="{B5885655-1A9C-2E47-2143-D9A11B9A3EF9}"/>
                    </a:ext>
                  </a:extLst>
                </p:cNvPr>
                <p:cNvSpPr/>
                <p:nvPr/>
              </p:nvSpPr>
              <p:spPr>
                <a:xfrm>
                  <a:off x="4288671" y="177546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2" name="Picture 281">
                  <a:extLst>
                    <a:ext uri="{FF2B5EF4-FFF2-40B4-BE49-F238E27FC236}">
                      <a16:creationId xmlns:a16="http://schemas.microsoft.com/office/drawing/2014/main" id="{68E1299E-95C9-ED27-1B0D-814C77452C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61026" y="183261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6" name="Graphic 4">
                <a:extLst>
                  <a:ext uri="{FF2B5EF4-FFF2-40B4-BE49-F238E27FC236}">
                    <a16:creationId xmlns:a16="http://schemas.microsoft.com/office/drawing/2014/main" id="{1C6E6E54-F51C-362D-B551-A4D972CB9F48}"/>
                  </a:ext>
                </a:extLst>
              </p:cNvPr>
              <p:cNvGrpSpPr/>
              <p:nvPr/>
            </p:nvGrpSpPr>
            <p:grpSpPr>
              <a:xfrm>
                <a:off x="6171253" y="3131820"/>
                <a:ext cx="304653" cy="304800"/>
                <a:chOff x="3367093" y="2339340"/>
                <a:chExt cx="304653" cy="304800"/>
              </a:xfrm>
              <a:noFill/>
            </p:grpSpPr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C976DB5E-7DAC-E0F2-89C7-7627D04542DE}"/>
                    </a:ext>
                  </a:extLst>
                </p:cNvPr>
                <p:cNvSpPr/>
                <p:nvPr/>
              </p:nvSpPr>
              <p:spPr>
                <a:xfrm>
                  <a:off x="3367093" y="233934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0" name="Picture 279">
                  <a:extLst>
                    <a:ext uri="{FF2B5EF4-FFF2-40B4-BE49-F238E27FC236}">
                      <a16:creationId xmlns:a16="http://schemas.microsoft.com/office/drawing/2014/main" id="{B584C8C7-D46E-A5E2-6923-5B05386E22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39448" y="239649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7" name="Graphic 4">
                <a:extLst>
                  <a:ext uri="{FF2B5EF4-FFF2-40B4-BE49-F238E27FC236}">
                    <a16:creationId xmlns:a16="http://schemas.microsoft.com/office/drawing/2014/main" id="{B718184B-F422-DA93-4A13-30D074177963}"/>
                  </a:ext>
                </a:extLst>
              </p:cNvPr>
              <p:cNvGrpSpPr/>
              <p:nvPr/>
            </p:nvGrpSpPr>
            <p:grpSpPr>
              <a:xfrm>
                <a:off x="6422592" y="3253740"/>
                <a:ext cx="196197" cy="60960"/>
                <a:chOff x="3618432" y="2461260"/>
                <a:chExt cx="196197" cy="60960"/>
              </a:xfrm>
            </p:grpSpPr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1C75A871-2922-BC07-11D5-509E79E898FE}"/>
                    </a:ext>
                  </a:extLst>
                </p:cNvPr>
                <p:cNvSpPr/>
                <p:nvPr/>
              </p:nvSpPr>
              <p:spPr>
                <a:xfrm>
                  <a:off x="3618432" y="2491740"/>
                  <a:ext cx="150499" cy="7620"/>
                </a:xfrm>
                <a:custGeom>
                  <a:avLst/>
                  <a:gdLst>
                    <a:gd name="csX0" fmla="*/ 0 w 150499"/>
                    <a:gd name="csY0" fmla="*/ 0 h 7620"/>
                    <a:gd name="csX1" fmla="*/ 150499 w 150499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0499" h="7620">
                      <a:moveTo>
                        <a:pt x="0" y="0"/>
                      </a:moveTo>
                      <a:lnTo>
                        <a:pt x="150499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78" name="Freeform 277">
                  <a:extLst>
                    <a:ext uri="{FF2B5EF4-FFF2-40B4-BE49-F238E27FC236}">
                      <a16:creationId xmlns:a16="http://schemas.microsoft.com/office/drawing/2014/main" id="{85E2FF8E-C95A-D439-8B1D-C3109B974AFC}"/>
                    </a:ext>
                  </a:extLst>
                </p:cNvPr>
                <p:cNvSpPr/>
                <p:nvPr/>
              </p:nvSpPr>
              <p:spPr>
                <a:xfrm>
                  <a:off x="3753699" y="2461260"/>
                  <a:ext cx="60930" cy="60960"/>
                </a:xfrm>
                <a:custGeom>
                  <a:avLst/>
                  <a:gdLst>
                    <a:gd name="csX0" fmla="*/ 60931 w 60930"/>
                    <a:gd name="csY0" fmla="*/ 30480 h 60960"/>
                    <a:gd name="csX1" fmla="*/ 0 w 60930"/>
                    <a:gd name="csY1" fmla="*/ 60960 h 60960"/>
                    <a:gd name="csX2" fmla="*/ 15233 w 60930"/>
                    <a:gd name="csY2" fmla="*/ 30480 h 60960"/>
                    <a:gd name="csX3" fmla="*/ 0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60931" y="30480"/>
                      </a:moveTo>
                      <a:lnTo>
                        <a:pt x="0" y="60960"/>
                      </a:lnTo>
                      <a:lnTo>
                        <a:pt x="15233" y="304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18" name="Graphic 4">
                <a:extLst>
                  <a:ext uri="{FF2B5EF4-FFF2-40B4-BE49-F238E27FC236}">
                    <a16:creationId xmlns:a16="http://schemas.microsoft.com/office/drawing/2014/main" id="{90B9BC04-21AD-94D3-E7D7-D3C2132BDDF2}"/>
                  </a:ext>
                </a:extLst>
              </p:cNvPr>
              <p:cNvGrpSpPr/>
              <p:nvPr/>
            </p:nvGrpSpPr>
            <p:grpSpPr>
              <a:xfrm>
                <a:off x="7332746" y="2240280"/>
                <a:ext cx="761634" cy="304800"/>
                <a:chOff x="4528586" y="1447800"/>
                <a:chExt cx="761634" cy="304800"/>
              </a:xfrm>
              <a:solidFill>
                <a:srgbClr val="DAE8FC"/>
              </a:solidFill>
            </p:grpSpPr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C1DD1500-7C63-CD2B-0718-982B8D3BE7F2}"/>
                    </a:ext>
                  </a:extLst>
                </p:cNvPr>
                <p:cNvSpPr/>
                <p:nvPr/>
              </p:nvSpPr>
              <p:spPr>
                <a:xfrm>
                  <a:off x="4528586" y="144780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76" name="Picture 275">
                  <a:extLst>
                    <a:ext uri="{FF2B5EF4-FFF2-40B4-BE49-F238E27FC236}">
                      <a16:creationId xmlns:a16="http://schemas.microsoft.com/office/drawing/2014/main" id="{4C901D05-2EBB-8E61-8FC0-BCC5E61BED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40010" y="151257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9" name="Graphic 4">
                <a:extLst>
                  <a:ext uri="{FF2B5EF4-FFF2-40B4-BE49-F238E27FC236}">
                    <a16:creationId xmlns:a16="http://schemas.microsoft.com/office/drawing/2014/main" id="{89C8E78B-7EE8-55B1-3714-F4599591C1CC}"/>
                  </a:ext>
                </a:extLst>
              </p:cNvPr>
              <p:cNvGrpSpPr/>
              <p:nvPr/>
            </p:nvGrpSpPr>
            <p:grpSpPr>
              <a:xfrm>
                <a:off x="7919204" y="1920240"/>
                <a:ext cx="60930" cy="295351"/>
                <a:chOff x="5115044" y="1127760"/>
                <a:chExt cx="60930" cy="295351"/>
              </a:xfrm>
            </p:grpSpPr>
            <p:sp>
              <p:nvSpPr>
                <p:cNvPr id="241" name="Freeform 240">
                  <a:extLst>
                    <a:ext uri="{FF2B5EF4-FFF2-40B4-BE49-F238E27FC236}">
                      <a16:creationId xmlns:a16="http://schemas.microsoft.com/office/drawing/2014/main" id="{D3DEDA0B-279C-4CBB-14F7-F734AA84497A}"/>
                    </a:ext>
                  </a:extLst>
                </p:cNvPr>
                <p:cNvSpPr/>
                <p:nvPr/>
              </p:nvSpPr>
              <p:spPr>
                <a:xfrm>
                  <a:off x="5145510" y="1127760"/>
                  <a:ext cx="7616" cy="249631"/>
                </a:xfrm>
                <a:custGeom>
                  <a:avLst/>
                  <a:gdLst>
                    <a:gd name="csX0" fmla="*/ 0 w 7616"/>
                    <a:gd name="csY0" fmla="*/ 0 h 249631"/>
                    <a:gd name="csX1" fmla="*/ 0 w 7616"/>
                    <a:gd name="csY1" fmla="*/ 249631 h 2496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49631">
                      <a:moveTo>
                        <a:pt x="0" y="0"/>
                      </a:moveTo>
                      <a:lnTo>
                        <a:pt x="0" y="2496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42" name="Freeform 241">
                  <a:extLst>
                    <a:ext uri="{FF2B5EF4-FFF2-40B4-BE49-F238E27FC236}">
                      <a16:creationId xmlns:a16="http://schemas.microsoft.com/office/drawing/2014/main" id="{649B28EC-77ED-9FCE-1122-A5C5DB326294}"/>
                    </a:ext>
                  </a:extLst>
                </p:cNvPr>
                <p:cNvSpPr/>
                <p:nvPr/>
              </p:nvSpPr>
              <p:spPr>
                <a:xfrm>
                  <a:off x="5115044" y="136215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20" name="Graphic 4">
                <a:extLst>
                  <a:ext uri="{FF2B5EF4-FFF2-40B4-BE49-F238E27FC236}">
                    <a16:creationId xmlns:a16="http://schemas.microsoft.com/office/drawing/2014/main" id="{80C7C63C-0CD0-C759-6D10-7AA83D5A78EC}"/>
                  </a:ext>
                </a:extLst>
              </p:cNvPr>
              <p:cNvGrpSpPr/>
              <p:nvPr/>
            </p:nvGrpSpPr>
            <p:grpSpPr>
              <a:xfrm>
                <a:off x="7264199" y="2034540"/>
                <a:ext cx="228490" cy="228600"/>
                <a:chOff x="4460039" y="1242060"/>
                <a:chExt cx="228490" cy="228600"/>
              </a:xfrm>
              <a:noFill/>
            </p:grpSpPr>
            <p:sp>
              <p:nvSpPr>
                <p:cNvPr id="239" name="Rectangle 238">
                  <a:extLst>
                    <a:ext uri="{FF2B5EF4-FFF2-40B4-BE49-F238E27FC236}">
                      <a16:creationId xmlns:a16="http://schemas.microsoft.com/office/drawing/2014/main" id="{88C3682C-A6FD-3981-4455-75F0953676DB}"/>
                    </a:ext>
                  </a:extLst>
                </p:cNvPr>
                <p:cNvSpPr/>
                <p:nvPr/>
              </p:nvSpPr>
              <p:spPr>
                <a:xfrm>
                  <a:off x="4460039" y="124206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40" name="Picture 239">
                  <a:extLst>
                    <a:ext uri="{FF2B5EF4-FFF2-40B4-BE49-F238E27FC236}">
                      <a16:creationId xmlns:a16="http://schemas.microsoft.com/office/drawing/2014/main" id="{D026FAC7-2A76-74F4-0360-9E0662A0E7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40010" y="128778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1" name="Graphic 4">
                <a:extLst>
                  <a:ext uri="{FF2B5EF4-FFF2-40B4-BE49-F238E27FC236}">
                    <a16:creationId xmlns:a16="http://schemas.microsoft.com/office/drawing/2014/main" id="{86BEEAB6-B56C-4FB6-85FA-01D3BC8D59BF}"/>
                  </a:ext>
                </a:extLst>
              </p:cNvPr>
              <p:cNvGrpSpPr/>
              <p:nvPr/>
            </p:nvGrpSpPr>
            <p:grpSpPr>
              <a:xfrm>
                <a:off x="7454607" y="1935480"/>
                <a:ext cx="60930" cy="280111"/>
                <a:chOff x="4650447" y="1143000"/>
                <a:chExt cx="60930" cy="280111"/>
              </a:xfrm>
            </p:grpSpPr>
            <p:sp>
              <p:nvSpPr>
                <p:cNvPr id="237" name="Freeform 236">
                  <a:extLst>
                    <a:ext uri="{FF2B5EF4-FFF2-40B4-BE49-F238E27FC236}">
                      <a16:creationId xmlns:a16="http://schemas.microsoft.com/office/drawing/2014/main" id="{57E99F07-5421-AD30-4BC6-67B232A23246}"/>
                    </a:ext>
                  </a:extLst>
                </p:cNvPr>
                <p:cNvSpPr/>
                <p:nvPr/>
              </p:nvSpPr>
              <p:spPr>
                <a:xfrm>
                  <a:off x="4680913" y="1143000"/>
                  <a:ext cx="7616" cy="234391"/>
                </a:xfrm>
                <a:custGeom>
                  <a:avLst/>
                  <a:gdLst>
                    <a:gd name="csX0" fmla="*/ 0 w 7616"/>
                    <a:gd name="csY0" fmla="*/ 0 h 234391"/>
                    <a:gd name="csX1" fmla="*/ 0 w 7616"/>
                    <a:gd name="csY1" fmla="*/ 234391 h 2343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34391">
                      <a:moveTo>
                        <a:pt x="0" y="0"/>
                      </a:moveTo>
                      <a:lnTo>
                        <a:pt x="0" y="23439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8" name="Freeform 237">
                  <a:extLst>
                    <a:ext uri="{FF2B5EF4-FFF2-40B4-BE49-F238E27FC236}">
                      <a16:creationId xmlns:a16="http://schemas.microsoft.com/office/drawing/2014/main" id="{D383B79D-867E-E5F8-7FFD-3F64CB8FECD6}"/>
                    </a:ext>
                  </a:extLst>
                </p:cNvPr>
                <p:cNvSpPr/>
                <p:nvPr/>
              </p:nvSpPr>
              <p:spPr>
                <a:xfrm>
                  <a:off x="4650447" y="136215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22" name="Graphic 4">
                <a:extLst>
                  <a:ext uri="{FF2B5EF4-FFF2-40B4-BE49-F238E27FC236}">
                    <a16:creationId xmlns:a16="http://schemas.microsoft.com/office/drawing/2014/main" id="{2880A69F-D717-5B2C-8117-679D8D6601A6}"/>
                  </a:ext>
                </a:extLst>
              </p:cNvPr>
              <p:cNvGrpSpPr/>
              <p:nvPr/>
            </p:nvGrpSpPr>
            <p:grpSpPr>
              <a:xfrm>
                <a:off x="7926821" y="2034540"/>
                <a:ext cx="228490" cy="228600"/>
                <a:chOff x="5122661" y="1242060"/>
                <a:chExt cx="228490" cy="228600"/>
              </a:xfrm>
              <a:noFill/>
            </p:grpSpPr>
            <p:sp>
              <p:nvSpPr>
                <p:cNvPr id="235" name="Rectangle 234">
                  <a:extLst>
                    <a:ext uri="{FF2B5EF4-FFF2-40B4-BE49-F238E27FC236}">
                      <a16:creationId xmlns:a16="http://schemas.microsoft.com/office/drawing/2014/main" id="{3BF920B0-6943-5B50-4D70-A27743F38590}"/>
                    </a:ext>
                  </a:extLst>
                </p:cNvPr>
                <p:cNvSpPr/>
                <p:nvPr/>
              </p:nvSpPr>
              <p:spPr>
                <a:xfrm>
                  <a:off x="5122661" y="124206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6" name="Picture 235">
                  <a:extLst>
                    <a:ext uri="{FF2B5EF4-FFF2-40B4-BE49-F238E27FC236}">
                      <a16:creationId xmlns:a16="http://schemas.microsoft.com/office/drawing/2014/main" id="{504DF082-6A87-2B0E-D097-CC1A2E476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06440" y="128778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3" name="Graphic 4">
                <a:extLst>
                  <a:ext uri="{FF2B5EF4-FFF2-40B4-BE49-F238E27FC236}">
                    <a16:creationId xmlns:a16="http://schemas.microsoft.com/office/drawing/2014/main" id="{D9A2414B-91E3-41AA-401B-542DFA5324E0}"/>
                  </a:ext>
                </a:extLst>
              </p:cNvPr>
              <p:cNvGrpSpPr/>
              <p:nvPr/>
            </p:nvGrpSpPr>
            <p:grpSpPr>
              <a:xfrm>
                <a:off x="7370827" y="1684020"/>
                <a:ext cx="228490" cy="304800"/>
                <a:chOff x="4566667" y="891540"/>
                <a:chExt cx="228490" cy="304800"/>
              </a:xfrm>
              <a:noFill/>
            </p:grpSpPr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7B983631-3675-561A-BB17-8DB09554441B}"/>
                    </a:ext>
                  </a:extLst>
                </p:cNvPr>
                <p:cNvSpPr/>
                <p:nvPr/>
              </p:nvSpPr>
              <p:spPr>
                <a:xfrm>
                  <a:off x="4566667" y="891540"/>
                  <a:ext cx="228490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4" name="Picture 233">
                  <a:extLst>
                    <a:ext uri="{FF2B5EF4-FFF2-40B4-BE49-F238E27FC236}">
                      <a16:creationId xmlns:a16="http://schemas.microsoft.com/office/drawing/2014/main" id="{F12B9935-23BC-A01D-114F-2C81B39227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42831" y="948690"/>
                  <a:ext cx="83779" cy="240030"/>
                </a:xfrm>
                <a:custGeom>
                  <a:avLst/>
                  <a:gdLst>
                    <a:gd name="csX0" fmla="*/ 0 w 83779"/>
                    <a:gd name="csY0" fmla="*/ 0 h 240030"/>
                    <a:gd name="csX1" fmla="*/ 83780 w 83779"/>
                    <a:gd name="csY1" fmla="*/ 0 h 240030"/>
                    <a:gd name="csX2" fmla="*/ 83780 w 83779"/>
                    <a:gd name="csY2" fmla="*/ 240030 h 240030"/>
                    <a:gd name="csX3" fmla="*/ 0 w 83779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3779" h="240030">
                      <a:moveTo>
                        <a:pt x="0" y="0"/>
                      </a:moveTo>
                      <a:lnTo>
                        <a:pt x="83780" y="0"/>
                      </a:lnTo>
                      <a:lnTo>
                        <a:pt x="83780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4" name="Graphic 4">
                <a:extLst>
                  <a:ext uri="{FF2B5EF4-FFF2-40B4-BE49-F238E27FC236}">
                    <a16:creationId xmlns:a16="http://schemas.microsoft.com/office/drawing/2014/main" id="{80BF9910-BC93-962F-8DC6-5DD2CDE1AF8B}"/>
                  </a:ext>
                </a:extLst>
              </p:cNvPr>
              <p:cNvGrpSpPr/>
              <p:nvPr/>
            </p:nvGrpSpPr>
            <p:grpSpPr>
              <a:xfrm>
                <a:off x="7789726" y="1676400"/>
                <a:ext cx="304653" cy="304800"/>
                <a:chOff x="4985566" y="883920"/>
                <a:chExt cx="304653" cy="304800"/>
              </a:xfrm>
              <a:noFill/>
            </p:grpSpPr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8FAC52DC-69E3-EB05-D1BF-3C595D06A1DF}"/>
                    </a:ext>
                  </a:extLst>
                </p:cNvPr>
                <p:cNvSpPr/>
                <p:nvPr/>
              </p:nvSpPr>
              <p:spPr>
                <a:xfrm>
                  <a:off x="4985566" y="88392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2" name="Picture 231">
                  <a:extLst>
                    <a:ext uri="{FF2B5EF4-FFF2-40B4-BE49-F238E27FC236}">
                      <a16:creationId xmlns:a16="http://schemas.microsoft.com/office/drawing/2014/main" id="{508977D5-B53B-15F8-F010-4FF553E5E2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61730" y="94107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5" name="Graphic 4">
                <a:extLst>
                  <a:ext uri="{FF2B5EF4-FFF2-40B4-BE49-F238E27FC236}">
                    <a16:creationId xmlns:a16="http://schemas.microsoft.com/office/drawing/2014/main" id="{2C9AEDFF-CA1A-129B-4BF9-6B27644CAFB6}"/>
                  </a:ext>
                </a:extLst>
              </p:cNvPr>
              <p:cNvGrpSpPr/>
              <p:nvPr/>
            </p:nvGrpSpPr>
            <p:grpSpPr>
              <a:xfrm>
                <a:off x="6868149" y="2240280"/>
                <a:ext cx="304653" cy="304800"/>
                <a:chOff x="4063989" y="1447800"/>
                <a:chExt cx="304653" cy="304800"/>
              </a:xfrm>
              <a:noFill/>
            </p:grpSpPr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2F088C7F-7F96-8A45-3A96-D91922962543}"/>
                    </a:ext>
                  </a:extLst>
                </p:cNvPr>
                <p:cNvSpPr/>
                <p:nvPr/>
              </p:nvSpPr>
              <p:spPr>
                <a:xfrm>
                  <a:off x="4063989" y="144780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0" name="Picture 229">
                  <a:extLst>
                    <a:ext uri="{FF2B5EF4-FFF2-40B4-BE49-F238E27FC236}">
                      <a16:creationId xmlns:a16="http://schemas.microsoft.com/office/drawing/2014/main" id="{447FA09C-EFFA-A1C5-4206-43D18C184C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40152" y="150495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6" name="Graphic 4">
                <a:extLst>
                  <a:ext uri="{FF2B5EF4-FFF2-40B4-BE49-F238E27FC236}">
                    <a16:creationId xmlns:a16="http://schemas.microsoft.com/office/drawing/2014/main" id="{CCAAAB67-B970-FC3D-0939-BC41005B047B}"/>
                  </a:ext>
                </a:extLst>
              </p:cNvPr>
              <p:cNvGrpSpPr/>
              <p:nvPr/>
            </p:nvGrpSpPr>
            <p:grpSpPr>
              <a:xfrm>
                <a:off x="7119488" y="2362200"/>
                <a:ext cx="196197" cy="60960"/>
                <a:chOff x="4315328" y="1569720"/>
                <a:chExt cx="196197" cy="60960"/>
              </a:xfrm>
            </p:grpSpPr>
            <p:sp>
              <p:nvSpPr>
                <p:cNvPr id="227" name="Freeform 226">
                  <a:extLst>
                    <a:ext uri="{FF2B5EF4-FFF2-40B4-BE49-F238E27FC236}">
                      <a16:creationId xmlns:a16="http://schemas.microsoft.com/office/drawing/2014/main" id="{FF46799F-D5A9-ACC3-6E85-DC4B9C1A401E}"/>
                    </a:ext>
                  </a:extLst>
                </p:cNvPr>
                <p:cNvSpPr/>
                <p:nvPr/>
              </p:nvSpPr>
              <p:spPr>
                <a:xfrm>
                  <a:off x="4315328" y="1600200"/>
                  <a:ext cx="150499" cy="7620"/>
                </a:xfrm>
                <a:custGeom>
                  <a:avLst/>
                  <a:gdLst>
                    <a:gd name="csX0" fmla="*/ 0 w 150499"/>
                    <a:gd name="csY0" fmla="*/ 0 h 7620"/>
                    <a:gd name="csX1" fmla="*/ 150499 w 150499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0499" h="7620">
                      <a:moveTo>
                        <a:pt x="0" y="0"/>
                      </a:moveTo>
                      <a:lnTo>
                        <a:pt x="150499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28" name="Freeform 227">
                  <a:extLst>
                    <a:ext uri="{FF2B5EF4-FFF2-40B4-BE49-F238E27FC236}">
                      <a16:creationId xmlns:a16="http://schemas.microsoft.com/office/drawing/2014/main" id="{64B4783B-DD01-46F7-5679-7EF36C609831}"/>
                    </a:ext>
                  </a:extLst>
                </p:cNvPr>
                <p:cNvSpPr/>
                <p:nvPr/>
              </p:nvSpPr>
              <p:spPr>
                <a:xfrm>
                  <a:off x="4450594" y="1569720"/>
                  <a:ext cx="60930" cy="60960"/>
                </a:xfrm>
                <a:custGeom>
                  <a:avLst/>
                  <a:gdLst>
                    <a:gd name="csX0" fmla="*/ 60931 w 60930"/>
                    <a:gd name="csY0" fmla="*/ 30480 h 60960"/>
                    <a:gd name="csX1" fmla="*/ 0 w 60930"/>
                    <a:gd name="csY1" fmla="*/ 60960 h 60960"/>
                    <a:gd name="csX2" fmla="*/ 15233 w 60930"/>
                    <a:gd name="csY2" fmla="*/ 30480 h 60960"/>
                    <a:gd name="csX3" fmla="*/ 0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60931" y="30480"/>
                      </a:moveTo>
                      <a:lnTo>
                        <a:pt x="0" y="60960"/>
                      </a:lnTo>
                      <a:lnTo>
                        <a:pt x="15233" y="304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</p:grp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84821AC-60E4-73BB-6CD4-4D204699CE15}"/>
              </a:ext>
            </a:extLst>
          </p:cNvPr>
          <p:cNvCxnSpPr>
            <a:cxnSpLocks/>
          </p:cNvCxnSpPr>
          <p:nvPr/>
        </p:nvCxnSpPr>
        <p:spPr>
          <a:xfrm flipH="1">
            <a:off x="3169462" y="2722574"/>
            <a:ext cx="206255" cy="59126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1F58C2-34D7-F2F5-8697-A46EF589545A}"/>
              </a:ext>
            </a:extLst>
          </p:cNvPr>
          <p:cNvCxnSpPr>
            <a:cxnSpLocks/>
          </p:cNvCxnSpPr>
          <p:nvPr/>
        </p:nvCxnSpPr>
        <p:spPr>
          <a:xfrm>
            <a:off x="3375717" y="3808854"/>
            <a:ext cx="173082" cy="196908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A0D74D-E166-7D44-5535-43D2303BD79D}"/>
              </a:ext>
            </a:extLst>
          </p:cNvPr>
          <p:cNvCxnSpPr>
            <a:cxnSpLocks/>
          </p:cNvCxnSpPr>
          <p:nvPr/>
        </p:nvCxnSpPr>
        <p:spPr>
          <a:xfrm>
            <a:off x="3735400" y="2832886"/>
            <a:ext cx="128456" cy="23344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0D2403-37D1-BD52-0EDC-18F8F1503ED8}"/>
              </a:ext>
            </a:extLst>
          </p:cNvPr>
          <p:cNvCxnSpPr>
            <a:cxnSpLocks/>
          </p:cNvCxnSpPr>
          <p:nvPr/>
        </p:nvCxnSpPr>
        <p:spPr>
          <a:xfrm>
            <a:off x="3509903" y="3678226"/>
            <a:ext cx="166043" cy="17875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020383-083F-0539-5BA0-B1AE91AF7685}"/>
              </a:ext>
            </a:extLst>
          </p:cNvPr>
          <p:cNvCxnSpPr>
            <a:cxnSpLocks/>
          </p:cNvCxnSpPr>
          <p:nvPr/>
        </p:nvCxnSpPr>
        <p:spPr>
          <a:xfrm flipH="1">
            <a:off x="3552264" y="3257311"/>
            <a:ext cx="247364" cy="11587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C0FD31-5CBC-FDF2-2717-66BACFC5785B}"/>
              </a:ext>
            </a:extLst>
          </p:cNvPr>
          <p:cNvCxnSpPr>
            <a:cxnSpLocks/>
          </p:cNvCxnSpPr>
          <p:nvPr/>
        </p:nvCxnSpPr>
        <p:spPr>
          <a:xfrm>
            <a:off x="3863856" y="2722574"/>
            <a:ext cx="192505" cy="227036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3394E9-E7E1-674F-8007-00661ECD41EE}"/>
              </a:ext>
            </a:extLst>
          </p:cNvPr>
          <p:cNvCxnSpPr>
            <a:cxnSpLocks/>
          </p:cNvCxnSpPr>
          <p:nvPr/>
        </p:nvCxnSpPr>
        <p:spPr>
          <a:xfrm flipH="1">
            <a:off x="4008235" y="3506346"/>
            <a:ext cx="185630" cy="400962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87B339A4-BEB8-C446-04E0-2D640806E59E}"/>
              </a:ext>
            </a:extLst>
          </p:cNvPr>
          <p:cNvSpPr/>
          <p:nvPr/>
        </p:nvSpPr>
        <p:spPr>
          <a:xfrm>
            <a:off x="6988947" y="2998131"/>
            <a:ext cx="426838" cy="3831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60AE8C9-667E-C94D-3A29-3A63D58D04C9}"/>
              </a:ext>
            </a:extLst>
          </p:cNvPr>
          <p:cNvSpPr/>
          <p:nvPr/>
        </p:nvSpPr>
        <p:spPr>
          <a:xfrm>
            <a:off x="7871094" y="1888659"/>
            <a:ext cx="426838" cy="38311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15A340B-2F52-6E60-75B2-9FE38D6C80E0}"/>
              </a:ext>
            </a:extLst>
          </p:cNvPr>
          <p:cNvSpPr/>
          <p:nvPr/>
        </p:nvSpPr>
        <p:spPr>
          <a:xfrm>
            <a:off x="8121089" y="2998131"/>
            <a:ext cx="426838" cy="383114"/>
          </a:xfrm>
          <a:prstGeom prst="rect">
            <a:avLst/>
          </a:prstGeom>
          <a:noFill/>
          <a:ln w="28575">
            <a:solidFill>
              <a:srgbClr val="6273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4A3F8F-3934-715C-3769-5905CB93DC98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4088F0A3-8270-F4B8-D0E8-9A0FB6752784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8EF716B-B40F-3F60-8926-6A2BC97EBF03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A2B6A7B-56E3-D233-1A95-204924F98902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C7F9EB-8194-56A6-FC52-9997E9F9D069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C480DD9-EE82-CDF1-4159-C18C4F218C68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DB0F6BF-4D2E-2497-EB03-7B20E9A90B57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13">
              <a:extLst>
                <a:ext uri="{FF2B5EF4-FFF2-40B4-BE49-F238E27FC236}">
                  <a16:creationId xmlns:a16="http://schemas.microsoft.com/office/drawing/2014/main" id="{1EDD58D8-3BE4-4FFA-560A-22C02886180C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5" name="Text 13">
              <a:extLst>
                <a:ext uri="{FF2B5EF4-FFF2-40B4-BE49-F238E27FC236}">
                  <a16:creationId xmlns:a16="http://schemas.microsoft.com/office/drawing/2014/main" id="{9C753017-BF41-A805-2F7F-A5B6EF20D54E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6" name="Text 13">
              <a:extLst>
                <a:ext uri="{FF2B5EF4-FFF2-40B4-BE49-F238E27FC236}">
                  <a16:creationId xmlns:a16="http://schemas.microsoft.com/office/drawing/2014/main" id="{8C97E8D6-0EB4-3FEE-A9E5-70E1B8372893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86D517F-1719-4D76-25E3-6B25717645BA}"/>
              </a:ext>
            </a:extLst>
          </p:cNvPr>
          <p:cNvSpPr/>
          <p:nvPr/>
        </p:nvSpPr>
        <p:spPr>
          <a:xfrm>
            <a:off x="1823241" y="933225"/>
            <a:ext cx="674117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7657087"/>
      </p:ext>
    </p:extLst>
  </p:cSld>
  <p:clrMapOvr>
    <a:masterClrMapping/>
  </p:clrMapOvr>
  <p:transition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E690-D223-2E8D-5D4E-9EA51B206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E15D78-FB62-D091-ECA6-D1CED83B40D0}"/>
              </a:ext>
            </a:extLst>
          </p:cNvPr>
          <p:cNvGrpSpPr/>
          <p:nvPr/>
        </p:nvGrpSpPr>
        <p:grpSpPr>
          <a:xfrm>
            <a:off x="5783248" y="1893444"/>
            <a:ext cx="3388393" cy="3520319"/>
            <a:chOff x="5822371" y="1714500"/>
            <a:chExt cx="2726650" cy="2832811"/>
          </a:xfrm>
        </p:grpSpPr>
        <p:grpSp>
          <p:nvGrpSpPr>
            <p:cNvPr id="19" name="Graphic 1">
              <a:extLst>
                <a:ext uri="{FF2B5EF4-FFF2-40B4-BE49-F238E27FC236}">
                  <a16:creationId xmlns:a16="http://schemas.microsoft.com/office/drawing/2014/main" id="{4AD8FF08-63E5-B631-1FA5-55CFA107A1FA}"/>
                </a:ext>
              </a:extLst>
            </p:cNvPr>
            <p:cNvGrpSpPr/>
            <p:nvPr/>
          </p:nvGrpSpPr>
          <p:grpSpPr>
            <a:xfrm>
              <a:off x="6827728" y="4015740"/>
              <a:ext cx="761634" cy="304800"/>
              <a:chOff x="8246625" y="6026106"/>
              <a:chExt cx="761634" cy="304800"/>
            </a:xfrm>
            <a:solidFill>
              <a:srgbClr val="DAE8FC"/>
            </a:solidFill>
          </p:grpSpPr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B13A21F7-3134-20E5-A33A-411DDDEA68E6}"/>
                  </a:ext>
                </a:extLst>
              </p:cNvPr>
              <p:cNvSpPr/>
              <p:nvPr/>
            </p:nvSpPr>
            <p:spPr>
              <a:xfrm>
                <a:off x="8246625" y="602610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2" name="Picture 321">
                <a:extLst>
                  <a:ext uri="{FF2B5EF4-FFF2-40B4-BE49-F238E27FC236}">
                    <a16:creationId xmlns:a16="http://schemas.microsoft.com/office/drawing/2014/main" id="{DFDB0CA5-D07D-AA32-2F94-B31E5B04F8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54241" y="609087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0" name="Graphic 1">
              <a:extLst>
                <a:ext uri="{FF2B5EF4-FFF2-40B4-BE49-F238E27FC236}">
                  <a16:creationId xmlns:a16="http://schemas.microsoft.com/office/drawing/2014/main" id="{7C99DB8F-A09E-3635-3DAA-0127CAAFF534}"/>
                </a:ext>
              </a:extLst>
            </p:cNvPr>
            <p:cNvGrpSpPr/>
            <p:nvPr/>
          </p:nvGrpSpPr>
          <p:grpSpPr>
            <a:xfrm>
              <a:off x="7787388" y="4008120"/>
              <a:ext cx="304653" cy="304800"/>
              <a:chOff x="9206285" y="6018486"/>
              <a:chExt cx="304653" cy="304800"/>
            </a:xfrm>
            <a:noFill/>
          </p:grpSpPr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FA484114-9DA2-63C8-3198-740D2E629382}"/>
                  </a:ext>
                </a:extLst>
              </p:cNvPr>
              <p:cNvSpPr/>
              <p:nvPr/>
            </p:nvSpPr>
            <p:spPr>
              <a:xfrm>
                <a:off x="9206285" y="6018486"/>
                <a:ext cx="304653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0" name="Picture 319">
                <a:extLst>
                  <a:ext uri="{FF2B5EF4-FFF2-40B4-BE49-F238E27FC236}">
                    <a16:creationId xmlns:a16="http://schemas.microsoft.com/office/drawing/2014/main" id="{589555BB-1810-C883-547D-05EB9C8A31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78640" y="6075636"/>
                <a:ext cx="159943" cy="240030"/>
              </a:xfrm>
              <a:custGeom>
                <a:avLst/>
                <a:gdLst>
                  <a:gd name="csX0" fmla="*/ 0 w 159943"/>
                  <a:gd name="csY0" fmla="*/ 0 h 240030"/>
                  <a:gd name="csX1" fmla="*/ 159943 w 159943"/>
                  <a:gd name="csY1" fmla="*/ 0 h 240030"/>
                  <a:gd name="csX2" fmla="*/ 159943 w 159943"/>
                  <a:gd name="csY2" fmla="*/ 240030 h 240030"/>
                  <a:gd name="csX3" fmla="*/ 0 w 159943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943" h="240030">
                    <a:moveTo>
                      <a:pt x="0" y="0"/>
                    </a:moveTo>
                    <a:lnTo>
                      <a:pt x="159943" y="0"/>
                    </a:lnTo>
                    <a:lnTo>
                      <a:pt x="159943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21" name="Graphic 1">
              <a:extLst>
                <a:ext uri="{FF2B5EF4-FFF2-40B4-BE49-F238E27FC236}">
                  <a16:creationId xmlns:a16="http://schemas.microsoft.com/office/drawing/2014/main" id="{FB570C49-BA4F-50CC-84AF-96C695CB6EDF}"/>
                </a:ext>
              </a:extLst>
            </p:cNvPr>
            <p:cNvGrpSpPr/>
            <p:nvPr/>
          </p:nvGrpSpPr>
          <p:grpSpPr>
            <a:xfrm>
              <a:off x="7413958" y="3480206"/>
              <a:ext cx="60930" cy="510845"/>
              <a:chOff x="8832855" y="5490572"/>
              <a:chExt cx="60930" cy="510845"/>
            </a:xfrm>
          </p:grpSpPr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C4500533-D046-5C64-0BA6-78CED12ED842}"/>
                  </a:ext>
                </a:extLst>
              </p:cNvPr>
              <p:cNvSpPr/>
              <p:nvPr/>
            </p:nvSpPr>
            <p:spPr>
              <a:xfrm>
                <a:off x="8862788" y="5490572"/>
                <a:ext cx="608" cy="465125"/>
              </a:xfrm>
              <a:custGeom>
                <a:avLst/>
                <a:gdLst>
                  <a:gd name="csX0" fmla="*/ 0 w 608"/>
                  <a:gd name="csY0" fmla="*/ 0 h 465125"/>
                  <a:gd name="csX1" fmla="*/ 0 w 608"/>
                  <a:gd name="csY1" fmla="*/ 261214 h 465125"/>
                  <a:gd name="csX2" fmla="*/ 609 w 608"/>
                  <a:gd name="csY2" fmla="*/ 465125 h 465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08" h="465125">
                    <a:moveTo>
                      <a:pt x="0" y="0"/>
                    </a:moveTo>
                    <a:lnTo>
                      <a:pt x="0" y="261214"/>
                    </a:lnTo>
                    <a:lnTo>
                      <a:pt x="609" y="465125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FF7EEEA0-DBE2-FAD3-EFB9-D7DBF810E733}"/>
                  </a:ext>
                </a:extLst>
              </p:cNvPr>
              <p:cNvSpPr/>
              <p:nvPr/>
            </p:nvSpPr>
            <p:spPr>
              <a:xfrm>
                <a:off x="8832855" y="5940381"/>
                <a:ext cx="60930" cy="61036"/>
              </a:xfrm>
              <a:custGeom>
                <a:avLst/>
                <a:gdLst>
                  <a:gd name="csX0" fmla="*/ 30618 w 60930"/>
                  <a:gd name="csY0" fmla="*/ 61036 h 61036"/>
                  <a:gd name="csX1" fmla="*/ 0 w 60930"/>
                  <a:gd name="csY1" fmla="*/ 229 h 61036"/>
                  <a:gd name="csX2" fmla="*/ 30542 w 60930"/>
                  <a:gd name="csY2" fmla="*/ 15316 h 61036"/>
                  <a:gd name="csX3" fmla="*/ 60931 w 60930"/>
                  <a:gd name="csY3" fmla="*/ 0 h 61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036">
                    <a:moveTo>
                      <a:pt x="30618" y="61036"/>
                    </a:moveTo>
                    <a:lnTo>
                      <a:pt x="0" y="229"/>
                    </a:lnTo>
                    <a:lnTo>
                      <a:pt x="30542" y="15316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" name="Graphic 1">
              <a:extLst>
                <a:ext uri="{FF2B5EF4-FFF2-40B4-BE49-F238E27FC236}">
                  <a16:creationId xmlns:a16="http://schemas.microsoft.com/office/drawing/2014/main" id="{62DAB146-11DF-076E-DBD7-1EAB6CCC8BC8}"/>
                </a:ext>
              </a:extLst>
            </p:cNvPr>
            <p:cNvGrpSpPr/>
            <p:nvPr/>
          </p:nvGrpSpPr>
          <p:grpSpPr>
            <a:xfrm>
              <a:off x="7284709" y="3169920"/>
              <a:ext cx="761634" cy="304800"/>
              <a:chOff x="8703606" y="5180286"/>
              <a:chExt cx="761634" cy="304800"/>
            </a:xfrm>
            <a:solidFill>
              <a:srgbClr val="DAE8FC"/>
            </a:solidFill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B21AB313-A9C3-9220-297B-938427DAFD18}"/>
                  </a:ext>
                </a:extLst>
              </p:cNvPr>
              <p:cNvSpPr/>
              <p:nvPr/>
            </p:nvSpPr>
            <p:spPr>
              <a:xfrm>
                <a:off x="8703606" y="518028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4" name="Picture 273">
                <a:extLst>
                  <a:ext uri="{FF2B5EF4-FFF2-40B4-BE49-F238E27FC236}">
                    <a16:creationId xmlns:a16="http://schemas.microsoft.com/office/drawing/2014/main" id="{5459FA8F-1F63-D155-3D50-BD59BC0AEA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11222" y="524505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" name="Graphic 1">
              <a:extLst>
                <a:ext uri="{FF2B5EF4-FFF2-40B4-BE49-F238E27FC236}">
                  <a16:creationId xmlns:a16="http://schemas.microsoft.com/office/drawing/2014/main" id="{F9C1AFCA-2428-2E02-59D5-F3C9D8F2EC19}"/>
                </a:ext>
              </a:extLst>
            </p:cNvPr>
            <p:cNvGrpSpPr/>
            <p:nvPr/>
          </p:nvGrpSpPr>
          <p:grpSpPr>
            <a:xfrm>
              <a:off x="7178080" y="4320540"/>
              <a:ext cx="60930" cy="226771"/>
              <a:chOff x="8596977" y="6330906"/>
              <a:chExt cx="60930" cy="226771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440AF2A8-CF60-C554-2CF9-3DC13F7FDDDF}"/>
                  </a:ext>
                </a:extLst>
              </p:cNvPr>
              <p:cNvSpPr/>
              <p:nvPr/>
            </p:nvSpPr>
            <p:spPr>
              <a:xfrm>
                <a:off x="8627442" y="6330906"/>
                <a:ext cx="7616" cy="181051"/>
              </a:xfrm>
              <a:custGeom>
                <a:avLst/>
                <a:gdLst>
                  <a:gd name="csX0" fmla="*/ 0 w 7616"/>
                  <a:gd name="csY0" fmla="*/ 0 h 181051"/>
                  <a:gd name="csX1" fmla="*/ 0 w 7616"/>
                  <a:gd name="csY1" fmla="*/ 181051 h 1810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181051">
                    <a:moveTo>
                      <a:pt x="0" y="0"/>
                    </a:moveTo>
                    <a:lnTo>
                      <a:pt x="0" y="18105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75C56B55-BEEC-8532-1A58-6B83E526F571}"/>
                  </a:ext>
                </a:extLst>
              </p:cNvPr>
              <p:cNvSpPr/>
              <p:nvPr/>
            </p:nvSpPr>
            <p:spPr>
              <a:xfrm>
                <a:off x="8596977" y="649671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" name="Graphic 1">
              <a:extLst>
                <a:ext uri="{FF2B5EF4-FFF2-40B4-BE49-F238E27FC236}">
                  <a16:creationId xmlns:a16="http://schemas.microsoft.com/office/drawing/2014/main" id="{D5AD96DF-197A-8DAF-80D5-DCA35784B13E}"/>
                </a:ext>
              </a:extLst>
            </p:cNvPr>
            <p:cNvGrpSpPr/>
            <p:nvPr/>
          </p:nvGrpSpPr>
          <p:grpSpPr>
            <a:xfrm>
              <a:off x="7614040" y="4141470"/>
              <a:ext cx="211429" cy="60960"/>
              <a:chOff x="9032937" y="6151836"/>
              <a:chExt cx="211429" cy="60960"/>
            </a:xfrm>
          </p:grpSpPr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E34BD37C-D4D7-FB07-7B05-59A8CF6AFAD2}"/>
                  </a:ext>
                </a:extLst>
              </p:cNvPr>
              <p:cNvSpPr/>
              <p:nvPr/>
            </p:nvSpPr>
            <p:spPr>
              <a:xfrm>
                <a:off x="9078635" y="6182316"/>
                <a:ext cx="165731" cy="7620"/>
              </a:xfrm>
              <a:custGeom>
                <a:avLst/>
                <a:gdLst>
                  <a:gd name="csX0" fmla="*/ 165732 w 165731"/>
                  <a:gd name="csY0" fmla="*/ 0 h 7620"/>
                  <a:gd name="csX1" fmla="*/ 0 w 165731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731" h="7620">
                    <a:moveTo>
                      <a:pt x="165732" y="0"/>
                    </a:moveTo>
                    <a:lnTo>
                      <a:pt x="0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0312C0D6-7A70-F616-9771-B228B94E5B8B}"/>
                  </a:ext>
                </a:extLst>
              </p:cNvPr>
              <p:cNvSpPr/>
              <p:nvPr/>
            </p:nvSpPr>
            <p:spPr>
              <a:xfrm>
                <a:off x="9032937" y="6151836"/>
                <a:ext cx="60930" cy="60960"/>
              </a:xfrm>
              <a:custGeom>
                <a:avLst/>
                <a:gdLst>
                  <a:gd name="csX0" fmla="*/ 0 w 60930"/>
                  <a:gd name="csY0" fmla="*/ 30480 h 60960"/>
                  <a:gd name="csX1" fmla="*/ 60931 w 60930"/>
                  <a:gd name="csY1" fmla="*/ 0 h 60960"/>
                  <a:gd name="csX2" fmla="*/ 45698 w 60930"/>
                  <a:gd name="csY2" fmla="*/ 30480 h 60960"/>
                  <a:gd name="csX3" fmla="*/ 60931 w 60930"/>
                  <a:gd name="csY3" fmla="*/ 6096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0" y="30480"/>
                    </a:moveTo>
                    <a:lnTo>
                      <a:pt x="60931" y="0"/>
                    </a:lnTo>
                    <a:lnTo>
                      <a:pt x="45698" y="30480"/>
                    </a:lnTo>
                    <a:lnTo>
                      <a:pt x="60931" y="6096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" name="Graphic 1">
              <a:extLst>
                <a:ext uri="{FF2B5EF4-FFF2-40B4-BE49-F238E27FC236}">
                  <a16:creationId xmlns:a16="http://schemas.microsoft.com/office/drawing/2014/main" id="{EBBAD936-1AD9-14AE-53FC-680637BBCEE5}"/>
                </a:ext>
              </a:extLst>
            </p:cNvPr>
            <p:cNvGrpSpPr/>
            <p:nvPr/>
          </p:nvGrpSpPr>
          <p:grpSpPr>
            <a:xfrm>
              <a:off x="6759181" y="3810000"/>
              <a:ext cx="228490" cy="228600"/>
              <a:chOff x="8178078" y="5820366"/>
              <a:chExt cx="228490" cy="228600"/>
            </a:xfrm>
            <a:noFill/>
          </p:grpSpPr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811D17D7-0DF5-AAD6-13EF-B8EFBE65354C}"/>
                  </a:ext>
                </a:extLst>
              </p:cNvPr>
              <p:cNvSpPr/>
              <p:nvPr/>
            </p:nvSpPr>
            <p:spPr>
              <a:xfrm>
                <a:off x="8178078" y="582036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8" name="Picture 267">
                <a:extLst>
                  <a:ext uri="{FF2B5EF4-FFF2-40B4-BE49-F238E27FC236}">
                    <a16:creationId xmlns:a16="http://schemas.microsoft.com/office/drawing/2014/main" id="{CEF52287-9AAA-0E7D-EE0F-0ECC1C3015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54241" y="586608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Graphic 1">
              <a:extLst>
                <a:ext uri="{FF2B5EF4-FFF2-40B4-BE49-F238E27FC236}">
                  <a16:creationId xmlns:a16="http://schemas.microsoft.com/office/drawing/2014/main" id="{0434B8D1-A84E-69D0-D4FD-F9BB2E040867}"/>
                </a:ext>
              </a:extLst>
            </p:cNvPr>
            <p:cNvGrpSpPr/>
            <p:nvPr/>
          </p:nvGrpSpPr>
          <p:grpSpPr>
            <a:xfrm>
              <a:off x="6950504" y="3477158"/>
              <a:ext cx="60930" cy="513892"/>
              <a:chOff x="8369401" y="5487524"/>
              <a:chExt cx="60930" cy="513892"/>
            </a:xfrm>
          </p:grpSpPr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2DE4DC8F-7212-2712-5659-1B212B0BEFC3}"/>
                  </a:ext>
                </a:extLst>
              </p:cNvPr>
              <p:cNvSpPr/>
              <p:nvPr/>
            </p:nvSpPr>
            <p:spPr>
              <a:xfrm>
                <a:off x="8398190" y="5487524"/>
                <a:ext cx="3808" cy="468172"/>
              </a:xfrm>
              <a:custGeom>
                <a:avLst/>
                <a:gdLst>
                  <a:gd name="csX0" fmla="*/ 0 w 3808"/>
                  <a:gd name="csY0" fmla="*/ 0 h 468172"/>
                  <a:gd name="csX1" fmla="*/ 3808 w 3808"/>
                  <a:gd name="csY1" fmla="*/ 269596 h 468172"/>
                  <a:gd name="csX2" fmla="*/ 1523 w 3808"/>
                  <a:gd name="csY2" fmla="*/ 468173 h 468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808" h="468172">
                    <a:moveTo>
                      <a:pt x="0" y="0"/>
                    </a:moveTo>
                    <a:lnTo>
                      <a:pt x="3808" y="269596"/>
                    </a:lnTo>
                    <a:lnTo>
                      <a:pt x="1523" y="468173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315C6155-86A9-A2B9-8C1D-E6CC66A4DA2C}"/>
                  </a:ext>
                </a:extLst>
              </p:cNvPr>
              <p:cNvSpPr/>
              <p:nvPr/>
            </p:nvSpPr>
            <p:spPr>
              <a:xfrm>
                <a:off x="8369401" y="5940152"/>
                <a:ext cx="60930" cy="61265"/>
              </a:xfrm>
              <a:custGeom>
                <a:avLst/>
                <a:gdLst>
                  <a:gd name="csX0" fmla="*/ 29780 w 60930"/>
                  <a:gd name="csY0" fmla="*/ 61265 h 61265"/>
                  <a:gd name="csX1" fmla="*/ 0 w 60930"/>
                  <a:gd name="csY1" fmla="*/ 0 h 61265"/>
                  <a:gd name="csX2" fmla="*/ 30313 w 60930"/>
                  <a:gd name="csY2" fmla="*/ 15545 h 61265"/>
                  <a:gd name="csX3" fmla="*/ 60931 w 60930"/>
                  <a:gd name="csY3" fmla="*/ 686 h 61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265">
                    <a:moveTo>
                      <a:pt x="29780" y="61265"/>
                    </a:moveTo>
                    <a:lnTo>
                      <a:pt x="0" y="0"/>
                    </a:lnTo>
                    <a:lnTo>
                      <a:pt x="30313" y="15545"/>
                    </a:lnTo>
                    <a:lnTo>
                      <a:pt x="60931" y="686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" name="Graphic 1">
              <a:extLst>
                <a:ext uri="{FF2B5EF4-FFF2-40B4-BE49-F238E27FC236}">
                  <a16:creationId xmlns:a16="http://schemas.microsoft.com/office/drawing/2014/main" id="{F0F95FBD-CDF5-1C0D-5011-1208306699C4}"/>
                </a:ext>
              </a:extLst>
            </p:cNvPr>
            <p:cNvGrpSpPr/>
            <p:nvPr/>
          </p:nvGrpSpPr>
          <p:grpSpPr>
            <a:xfrm>
              <a:off x="7421803" y="3810000"/>
              <a:ext cx="228490" cy="228600"/>
              <a:chOff x="8840700" y="5820366"/>
              <a:chExt cx="228490" cy="228600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8699C105-43E2-B36F-877F-704ECB7C36F5}"/>
                  </a:ext>
                </a:extLst>
              </p:cNvPr>
              <p:cNvSpPr/>
              <p:nvPr/>
            </p:nvSpPr>
            <p:spPr>
              <a:xfrm>
                <a:off x="8840700" y="582036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39973F2E-127A-A175-8789-2D38C94426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20672" y="586608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1">
              <a:extLst>
                <a:ext uri="{FF2B5EF4-FFF2-40B4-BE49-F238E27FC236}">
                  <a16:creationId xmlns:a16="http://schemas.microsoft.com/office/drawing/2014/main" id="{D2D75C6A-8340-DDA6-9305-9E002DB894E0}"/>
                </a:ext>
              </a:extLst>
            </p:cNvPr>
            <p:cNvGrpSpPr/>
            <p:nvPr/>
          </p:nvGrpSpPr>
          <p:grpSpPr>
            <a:xfrm>
              <a:off x="7871167" y="2849880"/>
              <a:ext cx="60930" cy="295351"/>
              <a:chOff x="9290064" y="4860246"/>
              <a:chExt cx="60930" cy="295351"/>
            </a:xfrm>
          </p:grpSpPr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D9D2C2A2-6571-2644-0C07-14FEBF91CDAC}"/>
                  </a:ext>
                </a:extLst>
              </p:cNvPr>
              <p:cNvSpPr/>
              <p:nvPr/>
            </p:nvSpPr>
            <p:spPr>
              <a:xfrm>
                <a:off x="9320530" y="486024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B4ABB167-53F3-2475-8432-79C4BB346A60}"/>
                  </a:ext>
                </a:extLst>
              </p:cNvPr>
              <p:cNvSpPr/>
              <p:nvPr/>
            </p:nvSpPr>
            <p:spPr>
              <a:xfrm>
                <a:off x="9290064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9" name="Graphic 1">
              <a:extLst>
                <a:ext uri="{FF2B5EF4-FFF2-40B4-BE49-F238E27FC236}">
                  <a16:creationId xmlns:a16="http://schemas.microsoft.com/office/drawing/2014/main" id="{371AE82F-20C8-CF43-4C64-00C83F200D38}"/>
                </a:ext>
              </a:extLst>
            </p:cNvPr>
            <p:cNvGrpSpPr/>
            <p:nvPr/>
          </p:nvGrpSpPr>
          <p:grpSpPr>
            <a:xfrm>
              <a:off x="8071020" y="3295650"/>
              <a:ext cx="211429" cy="60960"/>
              <a:chOff x="9489917" y="5306016"/>
              <a:chExt cx="211429" cy="60960"/>
            </a:xfrm>
          </p:grpSpPr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4BC49239-ACFF-65CA-5395-F2EDCBB29088}"/>
                  </a:ext>
                </a:extLst>
              </p:cNvPr>
              <p:cNvSpPr/>
              <p:nvPr/>
            </p:nvSpPr>
            <p:spPr>
              <a:xfrm>
                <a:off x="9535615" y="5336496"/>
                <a:ext cx="165731" cy="7620"/>
              </a:xfrm>
              <a:custGeom>
                <a:avLst/>
                <a:gdLst>
                  <a:gd name="csX0" fmla="*/ 165732 w 165731"/>
                  <a:gd name="csY0" fmla="*/ 0 h 7620"/>
                  <a:gd name="csX1" fmla="*/ 0 w 165731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731" h="7620">
                    <a:moveTo>
                      <a:pt x="165732" y="0"/>
                    </a:moveTo>
                    <a:lnTo>
                      <a:pt x="0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379F07E2-A0AB-9F44-3D48-8C0F596451C3}"/>
                  </a:ext>
                </a:extLst>
              </p:cNvPr>
              <p:cNvSpPr/>
              <p:nvPr/>
            </p:nvSpPr>
            <p:spPr>
              <a:xfrm>
                <a:off x="9489917" y="5306016"/>
                <a:ext cx="60930" cy="60960"/>
              </a:xfrm>
              <a:custGeom>
                <a:avLst/>
                <a:gdLst>
                  <a:gd name="csX0" fmla="*/ 0 w 60930"/>
                  <a:gd name="csY0" fmla="*/ 30480 h 60960"/>
                  <a:gd name="csX1" fmla="*/ 60931 w 60930"/>
                  <a:gd name="csY1" fmla="*/ 0 h 60960"/>
                  <a:gd name="csX2" fmla="*/ 45698 w 60930"/>
                  <a:gd name="csY2" fmla="*/ 30480 h 60960"/>
                  <a:gd name="csX3" fmla="*/ 60931 w 60930"/>
                  <a:gd name="csY3" fmla="*/ 6096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0" y="30480"/>
                    </a:moveTo>
                    <a:lnTo>
                      <a:pt x="60931" y="0"/>
                    </a:lnTo>
                    <a:lnTo>
                      <a:pt x="45698" y="30480"/>
                    </a:lnTo>
                    <a:lnTo>
                      <a:pt x="60931" y="6096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0" name="Graphic 1">
              <a:extLst>
                <a:ext uri="{FF2B5EF4-FFF2-40B4-BE49-F238E27FC236}">
                  <a16:creationId xmlns:a16="http://schemas.microsoft.com/office/drawing/2014/main" id="{B42A6128-2624-58AB-4FFF-0FEEA5F0C5BD}"/>
                </a:ext>
              </a:extLst>
            </p:cNvPr>
            <p:cNvGrpSpPr/>
            <p:nvPr/>
          </p:nvGrpSpPr>
          <p:grpSpPr>
            <a:xfrm>
              <a:off x="7216162" y="2964180"/>
              <a:ext cx="228490" cy="228600"/>
              <a:chOff x="8635059" y="4974546"/>
              <a:chExt cx="228490" cy="228600"/>
            </a:xfrm>
            <a:noFill/>
          </p:grpSpPr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AD29A0C5-F18F-08AB-CCB4-69792F9A63AE}"/>
                  </a:ext>
                </a:extLst>
              </p:cNvPr>
              <p:cNvSpPr/>
              <p:nvPr/>
            </p:nvSpPr>
            <p:spPr>
              <a:xfrm>
                <a:off x="8635059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8" name="Picture 257">
                <a:extLst>
                  <a:ext uri="{FF2B5EF4-FFF2-40B4-BE49-F238E27FC236}">
                    <a16:creationId xmlns:a16="http://schemas.microsoft.com/office/drawing/2014/main" id="{7D27425C-6DBB-D3EF-F744-EF5275A7A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1222" y="502026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1">
              <a:extLst>
                <a:ext uri="{FF2B5EF4-FFF2-40B4-BE49-F238E27FC236}">
                  <a16:creationId xmlns:a16="http://schemas.microsoft.com/office/drawing/2014/main" id="{0FE4FD66-2D09-C3FB-C6D6-E430882651D3}"/>
                </a:ext>
              </a:extLst>
            </p:cNvPr>
            <p:cNvGrpSpPr/>
            <p:nvPr/>
          </p:nvGrpSpPr>
          <p:grpSpPr>
            <a:xfrm>
              <a:off x="7407104" y="2583180"/>
              <a:ext cx="60930" cy="562051"/>
              <a:chOff x="8826001" y="4593546"/>
              <a:chExt cx="60930" cy="562051"/>
            </a:xfrm>
          </p:grpSpPr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7E004DAB-5632-09F0-1278-D2B71345C7D1}"/>
                  </a:ext>
                </a:extLst>
              </p:cNvPr>
              <p:cNvSpPr/>
              <p:nvPr/>
            </p:nvSpPr>
            <p:spPr>
              <a:xfrm>
                <a:off x="8856313" y="4593546"/>
                <a:ext cx="3427" cy="516331"/>
              </a:xfrm>
              <a:custGeom>
                <a:avLst/>
                <a:gdLst>
                  <a:gd name="csX0" fmla="*/ 3427 w 3427"/>
                  <a:gd name="csY0" fmla="*/ 0 h 516331"/>
                  <a:gd name="csX1" fmla="*/ 0 w 3427"/>
                  <a:gd name="csY1" fmla="*/ 516331 h 51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27" h="516331">
                    <a:moveTo>
                      <a:pt x="3427" y="0"/>
                    </a:moveTo>
                    <a:lnTo>
                      <a:pt x="0" y="5163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3348B391-2898-8F7E-4C72-CF031461D5B2}"/>
                  </a:ext>
                </a:extLst>
              </p:cNvPr>
              <p:cNvSpPr/>
              <p:nvPr/>
            </p:nvSpPr>
            <p:spPr>
              <a:xfrm>
                <a:off x="8826001" y="5094484"/>
                <a:ext cx="60930" cy="61112"/>
              </a:xfrm>
              <a:custGeom>
                <a:avLst/>
                <a:gdLst>
                  <a:gd name="csX0" fmla="*/ 30008 w 60930"/>
                  <a:gd name="csY0" fmla="*/ 61113 h 61112"/>
                  <a:gd name="csX1" fmla="*/ 0 w 60930"/>
                  <a:gd name="csY1" fmla="*/ 0 h 61112"/>
                  <a:gd name="csX2" fmla="*/ 30313 w 60930"/>
                  <a:gd name="csY2" fmla="*/ 15393 h 61112"/>
                  <a:gd name="csX3" fmla="*/ 60931 w 60930"/>
                  <a:gd name="csY3" fmla="*/ 381 h 611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112">
                    <a:moveTo>
                      <a:pt x="30008" y="61113"/>
                    </a:moveTo>
                    <a:lnTo>
                      <a:pt x="0" y="0"/>
                    </a:lnTo>
                    <a:lnTo>
                      <a:pt x="30313" y="15393"/>
                    </a:lnTo>
                    <a:lnTo>
                      <a:pt x="60931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" name="Graphic 1">
              <a:extLst>
                <a:ext uri="{FF2B5EF4-FFF2-40B4-BE49-F238E27FC236}">
                  <a16:creationId xmlns:a16="http://schemas.microsoft.com/office/drawing/2014/main" id="{0E2F7AD8-FCCE-9314-7BC7-2AD8A3A49CCA}"/>
                </a:ext>
              </a:extLst>
            </p:cNvPr>
            <p:cNvGrpSpPr/>
            <p:nvPr/>
          </p:nvGrpSpPr>
          <p:grpSpPr>
            <a:xfrm>
              <a:off x="7878784" y="2964180"/>
              <a:ext cx="228490" cy="228600"/>
              <a:chOff x="9297681" y="4974546"/>
              <a:chExt cx="228490" cy="228600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EE0C3897-AA01-45D6-969E-800E7777828C}"/>
                  </a:ext>
                </a:extLst>
              </p:cNvPr>
              <p:cNvSpPr/>
              <p:nvPr/>
            </p:nvSpPr>
            <p:spPr>
              <a:xfrm>
                <a:off x="9297681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C17313B1-8E6E-6360-BA75-789A9D566F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77652" y="502026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5" name="Graphic 1">
              <a:extLst>
                <a:ext uri="{FF2B5EF4-FFF2-40B4-BE49-F238E27FC236}">
                  <a16:creationId xmlns:a16="http://schemas.microsoft.com/office/drawing/2014/main" id="{6F2B68D2-8230-43B9-5119-C260D6FB015D}"/>
                </a:ext>
              </a:extLst>
            </p:cNvPr>
            <p:cNvGrpSpPr/>
            <p:nvPr/>
          </p:nvGrpSpPr>
          <p:grpSpPr>
            <a:xfrm>
              <a:off x="8244368" y="3154680"/>
              <a:ext cx="304653" cy="304800"/>
              <a:chOff x="9663265" y="5165046"/>
              <a:chExt cx="304653" cy="304800"/>
            </a:xfrm>
            <a:noFill/>
          </p:grpSpPr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926948C-9447-579B-47B1-5B146B14D857}"/>
                  </a:ext>
                </a:extLst>
              </p:cNvPr>
              <p:cNvSpPr/>
              <p:nvPr/>
            </p:nvSpPr>
            <p:spPr>
              <a:xfrm>
                <a:off x="9663265" y="5165046"/>
                <a:ext cx="304653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2" name="Picture 251">
                <a:extLst>
                  <a:ext uri="{FF2B5EF4-FFF2-40B4-BE49-F238E27FC236}">
                    <a16:creationId xmlns:a16="http://schemas.microsoft.com/office/drawing/2014/main" id="{A90B958E-81D7-E8B1-729C-E626A07C91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35621" y="5222196"/>
                <a:ext cx="159943" cy="240030"/>
              </a:xfrm>
              <a:custGeom>
                <a:avLst/>
                <a:gdLst>
                  <a:gd name="csX0" fmla="*/ 0 w 159943"/>
                  <a:gd name="csY0" fmla="*/ 0 h 240030"/>
                  <a:gd name="csX1" fmla="*/ 159943 w 159943"/>
                  <a:gd name="csY1" fmla="*/ 0 h 240030"/>
                  <a:gd name="csX2" fmla="*/ 159943 w 159943"/>
                  <a:gd name="csY2" fmla="*/ 240030 h 240030"/>
                  <a:gd name="csX3" fmla="*/ 0 w 159943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943" h="240030">
                    <a:moveTo>
                      <a:pt x="0" y="0"/>
                    </a:moveTo>
                    <a:lnTo>
                      <a:pt x="159943" y="0"/>
                    </a:lnTo>
                    <a:lnTo>
                      <a:pt x="159943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36" name="Graphic 1">
              <a:extLst>
                <a:ext uri="{FF2B5EF4-FFF2-40B4-BE49-F238E27FC236}">
                  <a16:creationId xmlns:a16="http://schemas.microsoft.com/office/drawing/2014/main" id="{DA734273-CC87-EA05-1556-55BA3E9E45BE}"/>
                </a:ext>
              </a:extLst>
            </p:cNvPr>
            <p:cNvGrpSpPr/>
            <p:nvPr/>
          </p:nvGrpSpPr>
          <p:grpSpPr>
            <a:xfrm>
              <a:off x="7703608" y="2606040"/>
              <a:ext cx="380817" cy="316230"/>
              <a:chOff x="9122505" y="4616406"/>
              <a:chExt cx="380817" cy="316230"/>
            </a:xfrm>
            <a:noFill/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1AFB8BD3-B77A-7DAC-672C-F6DBF57DCEB5}"/>
                  </a:ext>
                </a:extLst>
              </p:cNvPr>
              <p:cNvSpPr/>
              <p:nvPr/>
            </p:nvSpPr>
            <p:spPr>
              <a:xfrm>
                <a:off x="9122505" y="461640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0" name="Picture 249">
                <a:extLst>
                  <a:ext uri="{FF2B5EF4-FFF2-40B4-BE49-F238E27FC236}">
                    <a16:creationId xmlns:a16="http://schemas.microsoft.com/office/drawing/2014/main" id="{A3046258-83FB-5F8A-5779-6B701D6BA8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98668" y="465450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37" name="Graphic 1">
              <a:extLst>
                <a:ext uri="{FF2B5EF4-FFF2-40B4-BE49-F238E27FC236}">
                  <a16:creationId xmlns:a16="http://schemas.microsoft.com/office/drawing/2014/main" id="{ACED0FE6-D087-ABDA-78DF-4514AB4DD25D}"/>
                </a:ext>
              </a:extLst>
            </p:cNvPr>
            <p:cNvGrpSpPr/>
            <p:nvPr/>
          </p:nvGrpSpPr>
          <p:grpSpPr>
            <a:xfrm>
              <a:off x="6363131" y="3169920"/>
              <a:ext cx="761634" cy="304800"/>
              <a:chOff x="7782028" y="5180286"/>
              <a:chExt cx="761634" cy="304800"/>
            </a:xfrm>
            <a:solidFill>
              <a:srgbClr val="DAE8FC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D2451D9-70FA-184D-49AB-5D793020DA9E}"/>
                  </a:ext>
                </a:extLst>
              </p:cNvPr>
              <p:cNvSpPr/>
              <p:nvPr/>
            </p:nvSpPr>
            <p:spPr>
              <a:xfrm>
                <a:off x="7782028" y="518028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4AF57140-0973-CDD8-B846-A432BD0390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89644" y="524505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8" name="Graphic 1">
              <a:extLst>
                <a:ext uri="{FF2B5EF4-FFF2-40B4-BE49-F238E27FC236}">
                  <a16:creationId xmlns:a16="http://schemas.microsoft.com/office/drawing/2014/main" id="{62AA2E94-6E79-E1ED-25F7-08806C2D5913}"/>
                </a:ext>
              </a:extLst>
            </p:cNvPr>
            <p:cNvGrpSpPr/>
            <p:nvPr/>
          </p:nvGrpSpPr>
          <p:grpSpPr>
            <a:xfrm>
              <a:off x="6949590" y="2849880"/>
              <a:ext cx="60930" cy="295351"/>
              <a:chOff x="8368487" y="4860246"/>
              <a:chExt cx="60930" cy="295351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ACF06AA3-2127-0ACD-02BD-3587CE12F15D}"/>
                  </a:ext>
                </a:extLst>
              </p:cNvPr>
              <p:cNvSpPr/>
              <p:nvPr/>
            </p:nvSpPr>
            <p:spPr>
              <a:xfrm>
                <a:off x="8398952" y="486024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F7836644-4D74-19A5-B8C1-0D02090CFBE5}"/>
                  </a:ext>
                </a:extLst>
              </p:cNvPr>
              <p:cNvSpPr/>
              <p:nvPr/>
            </p:nvSpPr>
            <p:spPr>
              <a:xfrm>
                <a:off x="8368487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9" name="Graphic 1">
              <a:extLst>
                <a:ext uri="{FF2B5EF4-FFF2-40B4-BE49-F238E27FC236}">
                  <a16:creationId xmlns:a16="http://schemas.microsoft.com/office/drawing/2014/main" id="{E672284C-9948-E174-49E4-615FA805A612}"/>
                </a:ext>
              </a:extLst>
            </p:cNvPr>
            <p:cNvGrpSpPr/>
            <p:nvPr/>
          </p:nvGrpSpPr>
          <p:grpSpPr>
            <a:xfrm>
              <a:off x="6294584" y="2964180"/>
              <a:ext cx="228490" cy="228600"/>
              <a:chOff x="7713481" y="4974546"/>
              <a:chExt cx="228490" cy="228600"/>
            </a:xfrm>
            <a:noFill/>
          </p:grpSpPr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5FA09E8A-D036-C8B2-A18E-D8A887606D70}"/>
                  </a:ext>
                </a:extLst>
              </p:cNvPr>
              <p:cNvSpPr/>
              <p:nvPr/>
            </p:nvSpPr>
            <p:spPr>
              <a:xfrm>
                <a:off x="7713481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4" name="Picture 243">
                <a:extLst>
                  <a:ext uri="{FF2B5EF4-FFF2-40B4-BE49-F238E27FC236}">
                    <a16:creationId xmlns:a16="http://schemas.microsoft.com/office/drawing/2014/main" id="{9E97EF28-33EC-B204-81F5-CAE36CAD26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89644" y="502026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0" name="Graphic 1">
              <a:extLst>
                <a:ext uri="{FF2B5EF4-FFF2-40B4-BE49-F238E27FC236}">
                  <a16:creationId xmlns:a16="http://schemas.microsoft.com/office/drawing/2014/main" id="{24E0990C-E01E-2AFC-256E-393ADAB69F89}"/>
                </a:ext>
              </a:extLst>
            </p:cNvPr>
            <p:cNvGrpSpPr/>
            <p:nvPr/>
          </p:nvGrpSpPr>
          <p:grpSpPr>
            <a:xfrm>
              <a:off x="6484993" y="2865120"/>
              <a:ext cx="60930" cy="280111"/>
              <a:chOff x="7903890" y="4875486"/>
              <a:chExt cx="60930" cy="280111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0D7ECF1E-959C-B84E-9EFE-6596989E1385}"/>
                  </a:ext>
                </a:extLst>
              </p:cNvPr>
              <p:cNvSpPr/>
              <p:nvPr/>
            </p:nvSpPr>
            <p:spPr>
              <a:xfrm>
                <a:off x="7934355" y="4875486"/>
                <a:ext cx="7616" cy="234391"/>
              </a:xfrm>
              <a:custGeom>
                <a:avLst/>
                <a:gdLst>
                  <a:gd name="csX0" fmla="*/ 0 w 7616"/>
                  <a:gd name="csY0" fmla="*/ 0 h 234391"/>
                  <a:gd name="csX1" fmla="*/ 0 w 7616"/>
                  <a:gd name="csY1" fmla="*/ 234391 h 234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34391">
                    <a:moveTo>
                      <a:pt x="0" y="0"/>
                    </a:moveTo>
                    <a:lnTo>
                      <a:pt x="0" y="23439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53FE62A7-476D-E0B4-2389-592A6E96FC38}"/>
                  </a:ext>
                </a:extLst>
              </p:cNvPr>
              <p:cNvSpPr/>
              <p:nvPr/>
            </p:nvSpPr>
            <p:spPr>
              <a:xfrm>
                <a:off x="7903890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1" name="Graphic 1">
              <a:extLst>
                <a:ext uri="{FF2B5EF4-FFF2-40B4-BE49-F238E27FC236}">
                  <a16:creationId xmlns:a16="http://schemas.microsoft.com/office/drawing/2014/main" id="{178F4BD8-5B84-C90A-0D19-4C76643971F2}"/>
                </a:ext>
              </a:extLst>
            </p:cNvPr>
            <p:cNvGrpSpPr/>
            <p:nvPr/>
          </p:nvGrpSpPr>
          <p:grpSpPr>
            <a:xfrm>
              <a:off x="6957206" y="2964180"/>
              <a:ext cx="228490" cy="228600"/>
              <a:chOff x="8376103" y="4974546"/>
              <a:chExt cx="228490" cy="228600"/>
            </a:xfrm>
            <a:noFill/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C0AEBD0B-E200-2343-3F29-02FA7967D3FF}"/>
                  </a:ext>
                </a:extLst>
              </p:cNvPr>
              <p:cNvSpPr/>
              <p:nvPr/>
            </p:nvSpPr>
            <p:spPr>
              <a:xfrm>
                <a:off x="8376103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0" name="Picture 149">
                <a:extLst>
                  <a:ext uri="{FF2B5EF4-FFF2-40B4-BE49-F238E27FC236}">
                    <a16:creationId xmlns:a16="http://schemas.microsoft.com/office/drawing/2014/main" id="{94DAB0F9-A10A-4F2E-30C5-A644EC415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56075" y="502026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2" name="Graphic 1">
              <a:extLst>
                <a:ext uri="{FF2B5EF4-FFF2-40B4-BE49-F238E27FC236}">
                  <a16:creationId xmlns:a16="http://schemas.microsoft.com/office/drawing/2014/main" id="{6749472F-908F-7E94-C210-ADEE006B928A}"/>
                </a:ext>
              </a:extLst>
            </p:cNvPr>
            <p:cNvGrpSpPr/>
            <p:nvPr/>
          </p:nvGrpSpPr>
          <p:grpSpPr>
            <a:xfrm>
              <a:off x="6401213" y="2613660"/>
              <a:ext cx="228490" cy="304800"/>
              <a:chOff x="7820110" y="4624026"/>
              <a:chExt cx="228490" cy="304800"/>
            </a:xfrm>
            <a:noFill/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67F84A71-A345-3489-47BC-99090CB65802}"/>
                  </a:ext>
                </a:extLst>
              </p:cNvPr>
              <p:cNvSpPr/>
              <p:nvPr/>
            </p:nvSpPr>
            <p:spPr>
              <a:xfrm>
                <a:off x="7820110" y="4624026"/>
                <a:ext cx="228490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6" name="Picture 145">
                <a:extLst>
                  <a:ext uri="{FF2B5EF4-FFF2-40B4-BE49-F238E27FC236}">
                    <a16:creationId xmlns:a16="http://schemas.microsoft.com/office/drawing/2014/main" id="{8C3A9AFB-EA42-DC4F-18D6-E3A7784422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92465" y="4681176"/>
                <a:ext cx="83779" cy="240030"/>
              </a:xfrm>
              <a:custGeom>
                <a:avLst/>
                <a:gdLst>
                  <a:gd name="csX0" fmla="*/ 0 w 83779"/>
                  <a:gd name="csY0" fmla="*/ 0 h 240030"/>
                  <a:gd name="csX1" fmla="*/ 83780 w 83779"/>
                  <a:gd name="csY1" fmla="*/ 0 h 240030"/>
                  <a:gd name="csX2" fmla="*/ 83780 w 83779"/>
                  <a:gd name="csY2" fmla="*/ 240030 h 240030"/>
                  <a:gd name="csX3" fmla="*/ 0 w 83779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79" h="240030">
                    <a:moveTo>
                      <a:pt x="0" y="0"/>
                    </a:moveTo>
                    <a:lnTo>
                      <a:pt x="83780" y="0"/>
                    </a:lnTo>
                    <a:lnTo>
                      <a:pt x="83780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" name="Graphic 1">
              <a:extLst>
                <a:ext uri="{FF2B5EF4-FFF2-40B4-BE49-F238E27FC236}">
                  <a16:creationId xmlns:a16="http://schemas.microsoft.com/office/drawing/2014/main" id="{BCD76CC2-591C-1B4C-82F2-D666F3983E28}"/>
                </a:ext>
              </a:extLst>
            </p:cNvPr>
            <p:cNvGrpSpPr/>
            <p:nvPr/>
          </p:nvGrpSpPr>
          <p:grpSpPr>
            <a:xfrm>
              <a:off x="6782030" y="2606040"/>
              <a:ext cx="380817" cy="316230"/>
              <a:chOff x="8200927" y="4616406"/>
              <a:chExt cx="380817" cy="316230"/>
            </a:xfrm>
            <a:noFill/>
          </p:grpSpPr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0DE17F79-DC19-31F9-C382-91C9EC98A9C0}"/>
                  </a:ext>
                </a:extLst>
              </p:cNvPr>
              <p:cNvSpPr/>
              <p:nvPr/>
            </p:nvSpPr>
            <p:spPr>
              <a:xfrm>
                <a:off x="8200927" y="461640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2" name="Picture 141">
                <a:extLst>
                  <a:ext uri="{FF2B5EF4-FFF2-40B4-BE49-F238E27FC236}">
                    <a16:creationId xmlns:a16="http://schemas.microsoft.com/office/drawing/2014/main" id="{8D2A706D-FA6B-9C92-3100-49F447E0B5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77090" y="465450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" name="Graphic 1">
              <a:extLst>
                <a:ext uri="{FF2B5EF4-FFF2-40B4-BE49-F238E27FC236}">
                  <a16:creationId xmlns:a16="http://schemas.microsoft.com/office/drawing/2014/main" id="{583398D0-E355-FF4E-D318-30160FAF9628}"/>
                </a:ext>
              </a:extLst>
            </p:cNvPr>
            <p:cNvGrpSpPr/>
            <p:nvPr/>
          </p:nvGrpSpPr>
          <p:grpSpPr>
            <a:xfrm>
              <a:off x="5822371" y="3169920"/>
              <a:ext cx="380817" cy="316230"/>
              <a:chOff x="7241268" y="5180286"/>
              <a:chExt cx="380817" cy="316230"/>
            </a:xfrm>
            <a:noFill/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6BF6F60A-629A-58A9-774C-99A57478C854}"/>
                  </a:ext>
                </a:extLst>
              </p:cNvPr>
              <p:cNvSpPr/>
              <p:nvPr/>
            </p:nvSpPr>
            <p:spPr>
              <a:xfrm>
                <a:off x="7241268" y="518028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0" name="Picture 139">
                <a:extLst>
                  <a:ext uri="{FF2B5EF4-FFF2-40B4-BE49-F238E27FC236}">
                    <a16:creationId xmlns:a16="http://schemas.microsoft.com/office/drawing/2014/main" id="{559F8368-0131-9DC2-5D90-1AC0D3862A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17431" y="521838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" name="Graphic 1">
              <a:extLst>
                <a:ext uri="{FF2B5EF4-FFF2-40B4-BE49-F238E27FC236}">
                  <a16:creationId xmlns:a16="http://schemas.microsoft.com/office/drawing/2014/main" id="{13EF2373-D3B6-03D3-3352-54E3840BE9A3}"/>
                </a:ext>
              </a:extLst>
            </p:cNvPr>
            <p:cNvGrpSpPr/>
            <p:nvPr/>
          </p:nvGrpSpPr>
          <p:grpSpPr>
            <a:xfrm>
              <a:off x="6149873" y="3291840"/>
              <a:ext cx="196197" cy="60960"/>
              <a:chOff x="7568770" y="5302206"/>
              <a:chExt cx="196197" cy="60960"/>
            </a:xfrm>
          </p:grpSpPr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94B5AAF1-AF23-34B4-E34E-79A57F6CAC25}"/>
                  </a:ext>
                </a:extLst>
              </p:cNvPr>
              <p:cNvSpPr/>
              <p:nvPr/>
            </p:nvSpPr>
            <p:spPr>
              <a:xfrm>
                <a:off x="7568770" y="5332686"/>
                <a:ext cx="150499" cy="7620"/>
              </a:xfrm>
              <a:custGeom>
                <a:avLst/>
                <a:gdLst>
                  <a:gd name="csX0" fmla="*/ 0 w 150499"/>
                  <a:gd name="csY0" fmla="*/ 0 h 7620"/>
                  <a:gd name="csX1" fmla="*/ 150499 w 150499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499" h="7620">
                    <a:moveTo>
                      <a:pt x="0" y="0"/>
                    </a:moveTo>
                    <a:lnTo>
                      <a:pt x="150499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EB6F8ABF-21BF-8417-A92C-C405A2898C70}"/>
                  </a:ext>
                </a:extLst>
              </p:cNvPr>
              <p:cNvSpPr/>
              <p:nvPr/>
            </p:nvSpPr>
            <p:spPr>
              <a:xfrm>
                <a:off x="7704037" y="5302206"/>
                <a:ext cx="60930" cy="60960"/>
              </a:xfrm>
              <a:custGeom>
                <a:avLst/>
                <a:gdLst>
                  <a:gd name="csX0" fmla="*/ 60931 w 60930"/>
                  <a:gd name="csY0" fmla="*/ 30480 h 60960"/>
                  <a:gd name="csX1" fmla="*/ 0 w 60930"/>
                  <a:gd name="csY1" fmla="*/ 60960 h 60960"/>
                  <a:gd name="csX2" fmla="*/ 15233 w 60930"/>
                  <a:gd name="csY2" fmla="*/ 30480 h 60960"/>
                  <a:gd name="csX3" fmla="*/ 0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60931" y="30480"/>
                    </a:moveTo>
                    <a:lnTo>
                      <a:pt x="0" y="60960"/>
                    </a:lnTo>
                    <a:lnTo>
                      <a:pt x="15233" y="30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6" name="Graphic 1">
              <a:extLst>
                <a:ext uri="{FF2B5EF4-FFF2-40B4-BE49-F238E27FC236}">
                  <a16:creationId xmlns:a16="http://schemas.microsoft.com/office/drawing/2014/main" id="{994D2412-764F-303E-F2F7-560351E29745}"/>
                </a:ext>
              </a:extLst>
            </p:cNvPr>
            <p:cNvGrpSpPr/>
            <p:nvPr/>
          </p:nvGrpSpPr>
          <p:grpSpPr>
            <a:xfrm>
              <a:off x="7060027" y="2278380"/>
              <a:ext cx="761634" cy="304800"/>
              <a:chOff x="8478924" y="4288746"/>
              <a:chExt cx="761634" cy="304800"/>
            </a:xfrm>
            <a:solidFill>
              <a:srgbClr val="DAE8FC"/>
            </a:solidFill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7B1BB78E-307C-2045-C207-0D139D5A612F}"/>
                  </a:ext>
                </a:extLst>
              </p:cNvPr>
              <p:cNvSpPr/>
              <p:nvPr/>
            </p:nvSpPr>
            <p:spPr>
              <a:xfrm>
                <a:off x="8478924" y="428874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FCC62DB8-D9A2-A2CD-F84C-8356064A11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90348" y="435351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7" name="Graphic 1">
              <a:extLst>
                <a:ext uri="{FF2B5EF4-FFF2-40B4-BE49-F238E27FC236}">
                  <a16:creationId xmlns:a16="http://schemas.microsoft.com/office/drawing/2014/main" id="{86E6B577-C7E8-3DB8-AE97-D064B6DACE63}"/>
                </a:ext>
              </a:extLst>
            </p:cNvPr>
            <p:cNvGrpSpPr/>
            <p:nvPr/>
          </p:nvGrpSpPr>
          <p:grpSpPr>
            <a:xfrm>
              <a:off x="7646485" y="1958340"/>
              <a:ext cx="60930" cy="295351"/>
              <a:chOff x="9065382" y="3968706"/>
              <a:chExt cx="60930" cy="295351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5F11A541-9318-587F-1F51-22A78B0CB34D}"/>
                  </a:ext>
                </a:extLst>
              </p:cNvPr>
              <p:cNvSpPr/>
              <p:nvPr/>
            </p:nvSpPr>
            <p:spPr>
              <a:xfrm>
                <a:off x="9095848" y="396870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646F1D4B-DD74-EB00-6A2D-94D7F7B17FAD}"/>
                  </a:ext>
                </a:extLst>
              </p:cNvPr>
              <p:cNvSpPr/>
              <p:nvPr/>
            </p:nvSpPr>
            <p:spPr>
              <a:xfrm>
                <a:off x="9065382" y="420309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8" name="Graphic 1">
              <a:extLst>
                <a:ext uri="{FF2B5EF4-FFF2-40B4-BE49-F238E27FC236}">
                  <a16:creationId xmlns:a16="http://schemas.microsoft.com/office/drawing/2014/main" id="{EA8F6642-E350-D68F-66AD-72EAAB19F194}"/>
                </a:ext>
              </a:extLst>
            </p:cNvPr>
            <p:cNvGrpSpPr/>
            <p:nvPr/>
          </p:nvGrpSpPr>
          <p:grpSpPr>
            <a:xfrm>
              <a:off x="6991480" y="2072640"/>
              <a:ext cx="228490" cy="228600"/>
              <a:chOff x="8410377" y="4083006"/>
              <a:chExt cx="228490" cy="228600"/>
            </a:xfrm>
            <a:noFill/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4972735A-92B8-4479-BF61-A806F64CBAC2}"/>
                  </a:ext>
                </a:extLst>
              </p:cNvPr>
              <p:cNvSpPr/>
              <p:nvPr/>
            </p:nvSpPr>
            <p:spPr>
              <a:xfrm>
                <a:off x="8410377" y="408300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B46575D1-04AB-1019-4767-6334789DD7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90348" y="412872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9" name="Graphic 1">
              <a:extLst>
                <a:ext uri="{FF2B5EF4-FFF2-40B4-BE49-F238E27FC236}">
                  <a16:creationId xmlns:a16="http://schemas.microsoft.com/office/drawing/2014/main" id="{3FF6C678-4F3A-1C31-B0B5-0A1B043BB602}"/>
                </a:ext>
              </a:extLst>
            </p:cNvPr>
            <p:cNvGrpSpPr/>
            <p:nvPr/>
          </p:nvGrpSpPr>
          <p:grpSpPr>
            <a:xfrm>
              <a:off x="7181888" y="1973580"/>
              <a:ext cx="60930" cy="280111"/>
              <a:chOff x="8600785" y="3983946"/>
              <a:chExt cx="60930" cy="280111"/>
            </a:xfrm>
          </p:grpSpPr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313AFAC4-CCAF-B66F-72ED-96631400B77B}"/>
                  </a:ext>
                </a:extLst>
              </p:cNvPr>
              <p:cNvSpPr/>
              <p:nvPr/>
            </p:nvSpPr>
            <p:spPr>
              <a:xfrm>
                <a:off x="8631251" y="3983946"/>
                <a:ext cx="7616" cy="234391"/>
              </a:xfrm>
              <a:custGeom>
                <a:avLst/>
                <a:gdLst>
                  <a:gd name="csX0" fmla="*/ 0 w 7616"/>
                  <a:gd name="csY0" fmla="*/ 0 h 234391"/>
                  <a:gd name="csX1" fmla="*/ 0 w 7616"/>
                  <a:gd name="csY1" fmla="*/ 234391 h 234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34391">
                    <a:moveTo>
                      <a:pt x="0" y="0"/>
                    </a:moveTo>
                    <a:lnTo>
                      <a:pt x="0" y="23439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F96A7824-DA50-CE5E-B4E3-7B3E736B2C27}"/>
                  </a:ext>
                </a:extLst>
              </p:cNvPr>
              <p:cNvSpPr/>
              <p:nvPr/>
            </p:nvSpPr>
            <p:spPr>
              <a:xfrm>
                <a:off x="8600785" y="420309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0" name="Graphic 1">
              <a:extLst>
                <a:ext uri="{FF2B5EF4-FFF2-40B4-BE49-F238E27FC236}">
                  <a16:creationId xmlns:a16="http://schemas.microsoft.com/office/drawing/2014/main" id="{0460C2F2-4F45-D576-A200-1BDAA9F5BBB5}"/>
                </a:ext>
              </a:extLst>
            </p:cNvPr>
            <p:cNvGrpSpPr/>
            <p:nvPr/>
          </p:nvGrpSpPr>
          <p:grpSpPr>
            <a:xfrm>
              <a:off x="7654102" y="2072640"/>
              <a:ext cx="228490" cy="228600"/>
              <a:chOff x="9072999" y="4083006"/>
              <a:chExt cx="228490" cy="228600"/>
            </a:xfrm>
            <a:noFill/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95DD425-4D0F-34F4-F2B1-B5C2D029F81B}"/>
                  </a:ext>
                </a:extLst>
              </p:cNvPr>
              <p:cNvSpPr/>
              <p:nvPr/>
            </p:nvSpPr>
            <p:spPr>
              <a:xfrm>
                <a:off x="9072999" y="408300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87EDD23E-628D-737B-E463-16780D3B9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56778" y="412872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51" name="Graphic 1">
              <a:extLst>
                <a:ext uri="{FF2B5EF4-FFF2-40B4-BE49-F238E27FC236}">
                  <a16:creationId xmlns:a16="http://schemas.microsoft.com/office/drawing/2014/main" id="{FB93D74B-95FA-EC3F-A65D-DDB643E03EB7}"/>
                </a:ext>
              </a:extLst>
            </p:cNvPr>
            <p:cNvGrpSpPr/>
            <p:nvPr/>
          </p:nvGrpSpPr>
          <p:grpSpPr>
            <a:xfrm>
              <a:off x="7098108" y="1722120"/>
              <a:ext cx="228490" cy="304800"/>
              <a:chOff x="8517005" y="3732486"/>
              <a:chExt cx="228490" cy="304800"/>
            </a:xfrm>
            <a:noFill/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C9A2CD1-C34A-36ED-2E5C-969C316E8887}"/>
                  </a:ext>
                </a:extLst>
              </p:cNvPr>
              <p:cNvSpPr/>
              <p:nvPr/>
            </p:nvSpPr>
            <p:spPr>
              <a:xfrm>
                <a:off x="8517005" y="3732486"/>
                <a:ext cx="228490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360D0FD9-0593-B63F-EA2D-18390FB82A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93169" y="3789636"/>
                <a:ext cx="83779" cy="240030"/>
              </a:xfrm>
              <a:custGeom>
                <a:avLst/>
                <a:gdLst>
                  <a:gd name="csX0" fmla="*/ 0 w 83779"/>
                  <a:gd name="csY0" fmla="*/ 0 h 240030"/>
                  <a:gd name="csX1" fmla="*/ 83780 w 83779"/>
                  <a:gd name="csY1" fmla="*/ 0 h 240030"/>
                  <a:gd name="csX2" fmla="*/ 83780 w 83779"/>
                  <a:gd name="csY2" fmla="*/ 240030 h 240030"/>
                  <a:gd name="csX3" fmla="*/ 0 w 83779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79" h="240030">
                    <a:moveTo>
                      <a:pt x="0" y="0"/>
                    </a:moveTo>
                    <a:lnTo>
                      <a:pt x="83780" y="0"/>
                    </a:lnTo>
                    <a:lnTo>
                      <a:pt x="83780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52" name="Graphic 1">
              <a:extLst>
                <a:ext uri="{FF2B5EF4-FFF2-40B4-BE49-F238E27FC236}">
                  <a16:creationId xmlns:a16="http://schemas.microsoft.com/office/drawing/2014/main" id="{1156624B-DB0D-0CEE-5D90-1477B04A5D2C}"/>
                </a:ext>
              </a:extLst>
            </p:cNvPr>
            <p:cNvGrpSpPr/>
            <p:nvPr/>
          </p:nvGrpSpPr>
          <p:grpSpPr>
            <a:xfrm>
              <a:off x="7478926" y="1714500"/>
              <a:ext cx="380817" cy="316230"/>
              <a:chOff x="8897823" y="3724866"/>
              <a:chExt cx="380817" cy="316230"/>
            </a:xfrm>
            <a:noFill/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29216C4-61DD-EE2F-774E-7A32F88665DE}"/>
                  </a:ext>
                </a:extLst>
              </p:cNvPr>
              <p:cNvSpPr/>
              <p:nvPr/>
            </p:nvSpPr>
            <p:spPr>
              <a:xfrm>
                <a:off x="8897823" y="372486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B20A3E60-25D5-2930-5E12-D16E4EE44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77794" y="376296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53" name="Graphic 1">
              <a:extLst>
                <a:ext uri="{FF2B5EF4-FFF2-40B4-BE49-F238E27FC236}">
                  <a16:creationId xmlns:a16="http://schemas.microsoft.com/office/drawing/2014/main" id="{57ADC9A9-8B9E-E036-0074-4921E38D13B2}"/>
                </a:ext>
              </a:extLst>
            </p:cNvPr>
            <p:cNvGrpSpPr/>
            <p:nvPr/>
          </p:nvGrpSpPr>
          <p:grpSpPr>
            <a:xfrm>
              <a:off x="6511650" y="2278380"/>
              <a:ext cx="380817" cy="316230"/>
              <a:chOff x="7930547" y="4288746"/>
              <a:chExt cx="380817" cy="316230"/>
            </a:xfrm>
            <a:noFill/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D4067F4-58E5-C75B-BA99-51F0296EBAFB}"/>
                  </a:ext>
                </a:extLst>
              </p:cNvPr>
              <p:cNvSpPr/>
              <p:nvPr/>
            </p:nvSpPr>
            <p:spPr>
              <a:xfrm>
                <a:off x="7930547" y="428874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D78A51A1-C327-26E8-F1DE-FC70825616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10518" y="432684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54" name="Graphic 1">
              <a:extLst>
                <a:ext uri="{FF2B5EF4-FFF2-40B4-BE49-F238E27FC236}">
                  <a16:creationId xmlns:a16="http://schemas.microsoft.com/office/drawing/2014/main" id="{AEC31A15-9840-C11F-6A5C-46D2A807E9D7}"/>
                </a:ext>
              </a:extLst>
            </p:cNvPr>
            <p:cNvGrpSpPr/>
            <p:nvPr/>
          </p:nvGrpSpPr>
          <p:grpSpPr>
            <a:xfrm>
              <a:off x="6846769" y="2400300"/>
              <a:ext cx="196197" cy="60960"/>
              <a:chOff x="8265666" y="4410666"/>
              <a:chExt cx="196197" cy="60960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5343BCAC-98E7-A156-B51C-939614D77AE0}"/>
                  </a:ext>
                </a:extLst>
              </p:cNvPr>
              <p:cNvSpPr/>
              <p:nvPr/>
            </p:nvSpPr>
            <p:spPr>
              <a:xfrm>
                <a:off x="8265666" y="4441146"/>
                <a:ext cx="150499" cy="7620"/>
              </a:xfrm>
              <a:custGeom>
                <a:avLst/>
                <a:gdLst>
                  <a:gd name="csX0" fmla="*/ 0 w 150499"/>
                  <a:gd name="csY0" fmla="*/ 0 h 7620"/>
                  <a:gd name="csX1" fmla="*/ 150499 w 150499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499" h="7620">
                    <a:moveTo>
                      <a:pt x="0" y="0"/>
                    </a:moveTo>
                    <a:lnTo>
                      <a:pt x="150499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1DB76A0-D3CA-8708-5268-B716EC584668}"/>
                  </a:ext>
                </a:extLst>
              </p:cNvPr>
              <p:cNvSpPr/>
              <p:nvPr/>
            </p:nvSpPr>
            <p:spPr>
              <a:xfrm>
                <a:off x="8400932" y="4410666"/>
                <a:ext cx="60930" cy="60960"/>
              </a:xfrm>
              <a:custGeom>
                <a:avLst/>
                <a:gdLst>
                  <a:gd name="csX0" fmla="*/ 60931 w 60930"/>
                  <a:gd name="csY0" fmla="*/ 30480 h 60960"/>
                  <a:gd name="csX1" fmla="*/ 0 w 60930"/>
                  <a:gd name="csY1" fmla="*/ 60960 h 60960"/>
                  <a:gd name="csX2" fmla="*/ 15233 w 60930"/>
                  <a:gd name="csY2" fmla="*/ 30480 h 60960"/>
                  <a:gd name="csX3" fmla="*/ 0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60931" y="30480"/>
                    </a:moveTo>
                    <a:lnTo>
                      <a:pt x="0" y="60960"/>
                    </a:lnTo>
                    <a:lnTo>
                      <a:pt x="15233" y="30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E7A551-4B7D-2109-3016-FEC11463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59CAB3-D985-3CBC-A9EE-E3E79DE9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66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07E38612-8A41-C161-DFBB-B892FE04A295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0179FD2E-C239-1693-895E-10702AD5E50B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DE45FBB0-23D8-718E-248A-70A4BD82D504}"/>
              </a:ext>
            </a:extLst>
          </p:cNvPr>
          <p:cNvGrpSpPr/>
          <p:nvPr/>
        </p:nvGrpSpPr>
        <p:grpSpPr>
          <a:xfrm>
            <a:off x="2459084" y="2019914"/>
            <a:ext cx="2787417" cy="3352084"/>
            <a:chOff x="3385140" y="2141220"/>
            <a:chExt cx="1904086" cy="2289810"/>
          </a:xfrm>
        </p:grpSpPr>
        <p:grpSp>
          <p:nvGrpSpPr>
            <p:cNvPr id="328" name="Graphic 1">
              <a:extLst>
                <a:ext uri="{FF2B5EF4-FFF2-40B4-BE49-F238E27FC236}">
                  <a16:creationId xmlns:a16="http://schemas.microsoft.com/office/drawing/2014/main" id="{2BAD033B-E23A-F223-7476-2EDE693E77E6}"/>
                </a:ext>
              </a:extLst>
            </p:cNvPr>
            <p:cNvGrpSpPr/>
            <p:nvPr/>
          </p:nvGrpSpPr>
          <p:grpSpPr>
            <a:xfrm>
              <a:off x="4277319" y="2401366"/>
              <a:ext cx="238467" cy="224713"/>
              <a:chOff x="5696216" y="4411732"/>
              <a:chExt cx="238467" cy="224713"/>
            </a:xfrm>
          </p:grpSpPr>
          <p:sp>
            <p:nvSpPr>
              <p:cNvPr id="402" name="Freeform 401">
                <a:extLst>
                  <a:ext uri="{FF2B5EF4-FFF2-40B4-BE49-F238E27FC236}">
                    <a16:creationId xmlns:a16="http://schemas.microsoft.com/office/drawing/2014/main" id="{407A7BA9-3C88-5ADF-76E5-544E37C32560}"/>
                  </a:ext>
                </a:extLst>
              </p:cNvPr>
              <p:cNvSpPr/>
              <p:nvPr/>
            </p:nvSpPr>
            <p:spPr>
              <a:xfrm>
                <a:off x="5696216" y="4411732"/>
                <a:ext cx="205184" cy="193319"/>
              </a:xfrm>
              <a:custGeom>
                <a:avLst/>
                <a:gdLst>
                  <a:gd name="csX0" fmla="*/ 0 w 205184"/>
                  <a:gd name="csY0" fmla="*/ 0 h 193319"/>
                  <a:gd name="csX1" fmla="*/ 205184 w 205184"/>
                  <a:gd name="csY1" fmla="*/ 193319 h 193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5184" h="193319">
                    <a:moveTo>
                      <a:pt x="0" y="0"/>
                    </a:moveTo>
                    <a:lnTo>
                      <a:pt x="205184" y="193319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392959D0-710D-9003-8BFD-6AF447433724}"/>
                  </a:ext>
                </a:extLst>
              </p:cNvPr>
              <p:cNvSpPr/>
              <p:nvPr/>
            </p:nvSpPr>
            <p:spPr>
              <a:xfrm>
                <a:off x="5869488" y="4572438"/>
                <a:ext cx="65195" cy="64008"/>
              </a:xfrm>
              <a:custGeom>
                <a:avLst/>
                <a:gdLst>
                  <a:gd name="csX0" fmla="*/ 65196 w 65195"/>
                  <a:gd name="csY0" fmla="*/ 64008 h 64008"/>
                  <a:gd name="csX1" fmla="*/ 0 w 65195"/>
                  <a:gd name="csY1" fmla="*/ 44348 h 64008"/>
                  <a:gd name="csX2" fmla="*/ 31913 w 65195"/>
                  <a:gd name="csY2" fmla="*/ 32614 h 64008"/>
                  <a:gd name="csX3" fmla="*/ 41738 w 65195"/>
                  <a:gd name="csY3" fmla="*/ 0 h 640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195" h="64008">
                    <a:moveTo>
                      <a:pt x="65196" y="64008"/>
                    </a:moveTo>
                    <a:lnTo>
                      <a:pt x="0" y="44348"/>
                    </a:lnTo>
                    <a:lnTo>
                      <a:pt x="31913" y="32614"/>
                    </a:lnTo>
                    <a:lnTo>
                      <a:pt x="417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29" name="Graphic 1">
              <a:extLst>
                <a:ext uri="{FF2B5EF4-FFF2-40B4-BE49-F238E27FC236}">
                  <a16:creationId xmlns:a16="http://schemas.microsoft.com/office/drawing/2014/main" id="{4FDCCFD6-CBD5-8074-0196-CFC4E3751DD9}"/>
                </a:ext>
              </a:extLst>
            </p:cNvPr>
            <p:cNvGrpSpPr/>
            <p:nvPr/>
          </p:nvGrpSpPr>
          <p:grpSpPr>
            <a:xfrm>
              <a:off x="4017297" y="2141220"/>
              <a:ext cx="304653" cy="304800"/>
              <a:chOff x="5436194" y="4151586"/>
              <a:chExt cx="304653" cy="304800"/>
            </a:xfrm>
            <a:solidFill>
              <a:srgbClr val="FFFFFF"/>
            </a:solidFill>
          </p:grpSpPr>
          <p:sp>
            <p:nvSpPr>
              <p:cNvPr id="400" name="Oval 399">
                <a:extLst>
                  <a:ext uri="{FF2B5EF4-FFF2-40B4-BE49-F238E27FC236}">
                    <a16:creationId xmlns:a16="http://schemas.microsoft.com/office/drawing/2014/main" id="{45E7A5B8-4909-2390-28F7-EFBF011DE0D0}"/>
                  </a:ext>
                </a:extLst>
              </p:cNvPr>
              <p:cNvSpPr/>
              <p:nvPr/>
            </p:nvSpPr>
            <p:spPr>
              <a:xfrm>
                <a:off x="5436194" y="415158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01" name="Picture 400">
                <a:extLst>
                  <a:ext uri="{FF2B5EF4-FFF2-40B4-BE49-F238E27FC236}">
                    <a16:creationId xmlns:a16="http://schemas.microsoft.com/office/drawing/2014/main" id="{9E96F2E3-1F1E-0600-88E0-2BBFF7E47A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43810" y="4223976"/>
                <a:ext cx="289421" cy="190500"/>
              </a:xfrm>
              <a:custGeom>
                <a:avLst/>
                <a:gdLst>
                  <a:gd name="csX0" fmla="*/ 0 w 289421"/>
                  <a:gd name="csY0" fmla="*/ 0 h 190500"/>
                  <a:gd name="csX1" fmla="*/ 289421 w 289421"/>
                  <a:gd name="csY1" fmla="*/ 0 h 190500"/>
                  <a:gd name="csX2" fmla="*/ 289421 w 289421"/>
                  <a:gd name="csY2" fmla="*/ 190500 h 190500"/>
                  <a:gd name="csX3" fmla="*/ 0 w 289421"/>
                  <a:gd name="csY3" fmla="*/ 190500 h 19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050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0500"/>
                    </a:lnTo>
                    <a:lnTo>
                      <a:pt x="0" y="190500"/>
                    </a:lnTo>
                    <a:close/>
                  </a:path>
                </a:pathLst>
              </a:custGeom>
            </p:spPr>
          </p:pic>
        </p:grpSp>
        <p:grpSp>
          <p:nvGrpSpPr>
            <p:cNvPr id="330" name="Graphic 1">
              <a:extLst>
                <a:ext uri="{FF2B5EF4-FFF2-40B4-BE49-F238E27FC236}">
                  <a16:creationId xmlns:a16="http://schemas.microsoft.com/office/drawing/2014/main" id="{C2CBB153-F69E-FC89-19FF-B914FC8D3088}"/>
                </a:ext>
              </a:extLst>
            </p:cNvPr>
            <p:cNvGrpSpPr/>
            <p:nvPr/>
          </p:nvGrpSpPr>
          <p:grpSpPr>
            <a:xfrm>
              <a:off x="4696218" y="2881426"/>
              <a:ext cx="322704" cy="426262"/>
              <a:chOff x="6115115" y="4891792"/>
              <a:chExt cx="322704" cy="426262"/>
            </a:xfrm>
          </p:grpSpPr>
          <p:sp>
            <p:nvSpPr>
              <p:cNvPr id="398" name="Freeform 397">
                <a:extLst>
                  <a:ext uri="{FF2B5EF4-FFF2-40B4-BE49-F238E27FC236}">
                    <a16:creationId xmlns:a16="http://schemas.microsoft.com/office/drawing/2014/main" id="{77D3C933-30AF-AF35-BBCC-89846035BC79}"/>
                  </a:ext>
                </a:extLst>
              </p:cNvPr>
              <p:cNvSpPr/>
              <p:nvPr/>
            </p:nvSpPr>
            <p:spPr>
              <a:xfrm>
                <a:off x="6115115" y="4891792"/>
                <a:ext cx="295133" cy="389762"/>
              </a:xfrm>
              <a:custGeom>
                <a:avLst/>
                <a:gdLst>
                  <a:gd name="csX0" fmla="*/ 0 w 295133"/>
                  <a:gd name="csY0" fmla="*/ 0 h 389762"/>
                  <a:gd name="csX1" fmla="*/ 295133 w 295133"/>
                  <a:gd name="csY1" fmla="*/ 389763 h 3897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95133" h="389762">
                    <a:moveTo>
                      <a:pt x="0" y="0"/>
                    </a:moveTo>
                    <a:lnTo>
                      <a:pt x="295133" y="389763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850019BC-2681-2ADF-5BDB-146C4BDF7D61}"/>
                  </a:ext>
                </a:extLst>
              </p:cNvPr>
              <p:cNvSpPr/>
              <p:nvPr/>
            </p:nvSpPr>
            <p:spPr>
              <a:xfrm>
                <a:off x="6376736" y="5250999"/>
                <a:ext cx="61083" cy="67055"/>
              </a:xfrm>
              <a:custGeom>
                <a:avLst/>
                <a:gdLst>
                  <a:gd name="csX0" fmla="*/ 61083 w 61083"/>
                  <a:gd name="csY0" fmla="*/ 67056 h 67055"/>
                  <a:gd name="csX1" fmla="*/ 0 w 61083"/>
                  <a:gd name="csY1" fmla="*/ 36804 h 67055"/>
                  <a:gd name="csX2" fmla="*/ 33512 w 61083"/>
                  <a:gd name="csY2" fmla="*/ 30556 h 67055"/>
                  <a:gd name="csX3" fmla="*/ 48592 w 61083"/>
                  <a:gd name="csY3" fmla="*/ 0 h 67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83" h="67055">
                    <a:moveTo>
                      <a:pt x="61083" y="67056"/>
                    </a:moveTo>
                    <a:lnTo>
                      <a:pt x="0" y="36804"/>
                    </a:lnTo>
                    <a:lnTo>
                      <a:pt x="33512" y="30556"/>
                    </a:lnTo>
                    <a:lnTo>
                      <a:pt x="485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1" name="Graphic 1">
              <a:extLst>
                <a:ext uri="{FF2B5EF4-FFF2-40B4-BE49-F238E27FC236}">
                  <a16:creationId xmlns:a16="http://schemas.microsoft.com/office/drawing/2014/main" id="{F72157F7-79A3-B052-88C6-19EEB7812AA8}"/>
                </a:ext>
              </a:extLst>
            </p:cNvPr>
            <p:cNvGrpSpPr/>
            <p:nvPr/>
          </p:nvGrpSpPr>
          <p:grpSpPr>
            <a:xfrm>
              <a:off x="4355539" y="2881426"/>
              <a:ext cx="125288" cy="153390"/>
              <a:chOff x="5774436" y="4891792"/>
              <a:chExt cx="125288" cy="153390"/>
            </a:xfrm>
          </p:grpSpPr>
          <p:sp>
            <p:nvSpPr>
              <p:cNvPr id="396" name="Freeform 395">
                <a:extLst>
                  <a:ext uri="{FF2B5EF4-FFF2-40B4-BE49-F238E27FC236}">
                    <a16:creationId xmlns:a16="http://schemas.microsoft.com/office/drawing/2014/main" id="{E9C107C0-0AC8-D98F-B4C5-CD20556DDCF0}"/>
                  </a:ext>
                </a:extLst>
              </p:cNvPr>
              <p:cNvSpPr/>
              <p:nvPr/>
            </p:nvSpPr>
            <p:spPr>
              <a:xfrm>
                <a:off x="5803378" y="4891792"/>
                <a:ext cx="96346" cy="117957"/>
              </a:xfrm>
              <a:custGeom>
                <a:avLst/>
                <a:gdLst>
                  <a:gd name="csX0" fmla="*/ 96347 w 96346"/>
                  <a:gd name="csY0" fmla="*/ 0 h 117957"/>
                  <a:gd name="csX1" fmla="*/ 0 w 96346"/>
                  <a:gd name="csY1" fmla="*/ 117957 h 1179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6346" h="117957">
                    <a:moveTo>
                      <a:pt x="96347" y="0"/>
                    </a:moveTo>
                    <a:lnTo>
                      <a:pt x="0" y="117957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702ECDB9-EA9F-2288-729F-DB2C4C7EA60D}"/>
                  </a:ext>
                </a:extLst>
              </p:cNvPr>
              <p:cNvSpPr/>
              <p:nvPr/>
            </p:nvSpPr>
            <p:spPr>
              <a:xfrm>
                <a:off x="5774436" y="4978660"/>
                <a:ext cx="62149" cy="66522"/>
              </a:xfrm>
              <a:custGeom>
                <a:avLst/>
                <a:gdLst>
                  <a:gd name="csX0" fmla="*/ 0 w 62149"/>
                  <a:gd name="csY0" fmla="*/ 66523 h 66522"/>
                  <a:gd name="csX1" fmla="*/ 15004 w 62149"/>
                  <a:gd name="csY1" fmla="*/ 0 h 66522"/>
                  <a:gd name="csX2" fmla="*/ 28942 w 62149"/>
                  <a:gd name="csY2" fmla="*/ 31090 h 66522"/>
                  <a:gd name="csX3" fmla="*/ 62149 w 62149"/>
                  <a:gd name="csY3" fmla="*/ 38557 h 665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2149" h="66522">
                    <a:moveTo>
                      <a:pt x="0" y="66523"/>
                    </a:moveTo>
                    <a:lnTo>
                      <a:pt x="15004" y="0"/>
                    </a:lnTo>
                    <a:lnTo>
                      <a:pt x="28942" y="31090"/>
                    </a:lnTo>
                    <a:lnTo>
                      <a:pt x="62149" y="38557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4" name="Graphic 1">
              <a:extLst>
                <a:ext uri="{FF2B5EF4-FFF2-40B4-BE49-F238E27FC236}">
                  <a16:creationId xmlns:a16="http://schemas.microsoft.com/office/drawing/2014/main" id="{FAF152B4-5993-16C5-13C0-A85F39C842F2}"/>
                </a:ext>
              </a:extLst>
            </p:cNvPr>
            <p:cNvGrpSpPr/>
            <p:nvPr/>
          </p:nvGrpSpPr>
          <p:grpSpPr>
            <a:xfrm>
              <a:off x="4436196" y="2621280"/>
              <a:ext cx="304653" cy="304800"/>
              <a:chOff x="5855093" y="4631646"/>
              <a:chExt cx="304653" cy="304800"/>
            </a:xfrm>
            <a:solidFill>
              <a:srgbClr val="FFFFFF"/>
            </a:solidFill>
          </p:grpSpPr>
          <p:sp>
            <p:nvSpPr>
              <p:cNvPr id="394" name="Oval 393">
                <a:extLst>
                  <a:ext uri="{FF2B5EF4-FFF2-40B4-BE49-F238E27FC236}">
                    <a16:creationId xmlns:a16="http://schemas.microsoft.com/office/drawing/2014/main" id="{48C9C4A4-0C55-B43C-5818-DC8A9E0DA43B}"/>
                  </a:ext>
                </a:extLst>
              </p:cNvPr>
              <p:cNvSpPr/>
              <p:nvPr/>
            </p:nvSpPr>
            <p:spPr>
              <a:xfrm>
                <a:off x="5855093" y="463164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95" name="Picture 394">
                <a:extLst>
                  <a:ext uri="{FF2B5EF4-FFF2-40B4-BE49-F238E27FC236}">
                    <a16:creationId xmlns:a16="http://schemas.microsoft.com/office/drawing/2014/main" id="{9ABE2254-E5EF-78FC-20ED-74458B376F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62709" y="4704036"/>
                <a:ext cx="289421" cy="190500"/>
              </a:xfrm>
              <a:custGeom>
                <a:avLst/>
                <a:gdLst>
                  <a:gd name="csX0" fmla="*/ 0 w 289421"/>
                  <a:gd name="csY0" fmla="*/ 0 h 190500"/>
                  <a:gd name="csX1" fmla="*/ 289421 w 289421"/>
                  <a:gd name="csY1" fmla="*/ 0 h 190500"/>
                  <a:gd name="csX2" fmla="*/ 289421 w 289421"/>
                  <a:gd name="csY2" fmla="*/ 190500 h 190500"/>
                  <a:gd name="csX3" fmla="*/ 0 w 289421"/>
                  <a:gd name="csY3" fmla="*/ 190500 h 19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050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0500"/>
                    </a:lnTo>
                    <a:lnTo>
                      <a:pt x="0" y="190500"/>
                    </a:lnTo>
                    <a:close/>
                  </a:path>
                </a:pathLst>
              </a:custGeom>
            </p:spPr>
          </p:pic>
        </p:grpSp>
        <p:grpSp>
          <p:nvGrpSpPr>
            <p:cNvPr id="335" name="Graphic 1">
              <a:extLst>
                <a:ext uri="{FF2B5EF4-FFF2-40B4-BE49-F238E27FC236}">
                  <a16:creationId xmlns:a16="http://schemas.microsoft.com/office/drawing/2014/main" id="{0A62D80D-4264-C741-1486-A483E5CFFC0E}"/>
                </a:ext>
              </a:extLst>
            </p:cNvPr>
            <p:cNvGrpSpPr/>
            <p:nvPr/>
          </p:nvGrpSpPr>
          <p:grpSpPr>
            <a:xfrm>
              <a:off x="3645162" y="3087166"/>
              <a:ext cx="179898" cy="318287"/>
              <a:chOff x="5064059" y="5097532"/>
              <a:chExt cx="179898" cy="318287"/>
            </a:xfrm>
          </p:grpSpPr>
          <p:sp>
            <p:nvSpPr>
              <p:cNvPr id="392" name="Freeform 391">
                <a:extLst>
                  <a:ext uri="{FF2B5EF4-FFF2-40B4-BE49-F238E27FC236}">
                    <a16:creationId xmlns:a16="http://schemas.microsoft.com/office/drawing/2014/main" id="{FA213A78-1B91-91EE-0274-0B68598D25CA}"/>
                  </a:ext>
                </a:extLst>
              </p:cNvPr>
              <p:cNvSpPr/>
              <p:nvPr/>
            </p:nvSpPr>
            <p:spPr>
              <a:xfrm>
                <a:off x="5064059" y="5097532"/>
                <a:ext cx="157353" cy="278510"/>
              </a:xfrm>
              <a:custGeom>
                <a:avLst/>
                <a:gdLst>
                  <a:gd name="csX0" fmla="*/ 0 w 157353"/>
                  <a:gd name="csY0" fmla="*/ 0 h 278510"/>
                  <a:gd name="csX1" fmla="*/ 157354 w 157353"/>
                  <a:gd name="csY1" fmla="*/ 278511 h 278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7353" h="278510">
                    <a:moveTo>
                      <a:pt x="0" y="0"/>
                    </a:moveTo>
                    <a:lnTo>
                      <a:pt x="157354" y="27851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3" name="Freeform 392">
                <a:extLst>
                  <a:ext uri="{FF2B5EF4-FFF2-40B4-BE49-F238E27FC236}">
                    <a16:creationId xmlns:a16="http://schemas.microsoft.com/office/drawing/2014/main" id="{94BD9F6B-679B-D7F4-4089-268F18CD5236}"/>
                  </a:ext>
                </a:extLst>
              </p:cNvPr>
              <p:cNvSpPr/>
              <p:nvPr/>
            </p:nvSpPr>
            <p:spPr>
              <a:xfrm>
                <a:off x="5187444" y="5347773"/>
                <a:ext cx="56513" cy="68046"/>
              </a:xfrm>
              <a:custGeom>
                <a:avLst/>
                <a:gdLst>
                  <a:gd name="csX0" fmla="*/ 56513 w 56513"/>
                  <a:gd name="csY0" fmla="*/ 68047 h 68046"/>
                  <a:gd name="csX1" fmla="*/ 0 w 56513"/>
                  <a:gd name="csY1" fmla="*/ 30023 h 68046"/>
                  <a:gd name="csX2" fmla="*/ 33969 w 56513"/>
                  <a:gd name="csY2" fmla="*/ 28270 h 68046"/>
                  <a:gd name="csX3" fmla="*/ 53010 w 56513"/>
                  <a:gd name="csY3" fmla="*/ 0 h 68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6513" h="68046">
                    <a:moveTo>
                      <a:pt x="56513" y="68047"/>
                    </a:moveTo>
                    <a:lnTo>
                      <a:pt x="0" y="30023"/>
                    </a:lnTo>
                    <a:lnTo>
                      <a:pt x="33969" y="28270"/>
                    </a:lnTo>
                    <a:lnTo>
                      <a:pt x="530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9" name="Graphic 1">
              <a:extLst>
                <a:ext uri="{FF2B5EF4-FFF2-40B4-BE49-F238E27FC236}">
                  <a16:creationId xmlns:a16="http://schemas.microsoft.com/office/drawing/2014/main" id="{E911567C-7CA9-5E79-AE19-8D7F2BA4C2CB}"/>
                </a:ext>
              </a:extLst>
            </p:cNvPr>
            <p:cNvGrpSpPr/>
            <p:nvPr/>
          </p:nvGrpSpPr>
          <p:grpSpPr>
            <a:xfrm>
              <a:off x="3537467" y="3131820"/>
              <a:ext cx="298408" cy="1050341"/>
              <a:chOff x="4956364" y="5142186"/>
              <a:chExt cx="298408" cy="1050341"/>
            </a:xfrm>
          </p:grpSpPr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2122A886-29DD-866F-CE6B-125DF96ADAB1}"/>
                  </a:ext>
                </a:extLst>
              </p:cNvPr>
              <p:cNvSpPr/>
              <p:nvPr/>
            </p:nvSpPr>
            <p:spPr>
              <a:xfrm>
                <a:off x="4956364" y="5142186"/>
                <a:ext cx="272969" cy="1006220"/>
              </a:xfrm>
              <a:custGeom>
                <a:avLst/>
                <a:gdLst>
                  <a:gd name="csX0" fmla="*/ 0 w 272969"/>
                  <a:gd name="csY0" fmla="*/ 0 h 1006220"/>
                  <a:gd name="csX1" fmla="*/ 272970 w 272969"/>
                  <a:gd name="csY1" fmla="*/ 1006221 h 10062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2969" h="1006220">
                    <a:moveTo>
                      <a:pt x="0" y="0"/>
                    </a:moveTo>
                    <a:lnTo>
                      <a:pt x="272970" y="100622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1" name="Freeform 390">
                <a:extLst>
                  <a:ext uri="{FF2B5EF4-FFF2-40B4-BE49-F238E27FC236}">
                    <a16:creationId xmlns:a16="http://schemas.microsoft.com/office/drawing/2014/main" id="{E5230D99-8C64-EFDB-003E-8BBB35E26DFC}"/>
                  </a:ext>
                </a:extLst>
              </p:cNvPr>
              <p:cNvSpPr/>
              <p:nvPr/>
            </p:nvSpPr>
            <p:spPr>
              <a:xfrm>
                <a:off x="5195974" y="6125699"/>
                <a:ext cx="58798" cy="66827"/>
              </a:xfrm>
              <a:custGeom>
                <a:avLst/>
                <a:gdLst>
                  <a:gd name="csX0" fmla="*/ 45317 w 58798"/>
                  <a:gd name="csY0" fmla="*/ 66828 h 66827"/>
                  <a:gd name="csX1" fmla="*/ 0 w 58798"/>
                  <a:gd name="csY1" fmla="*/ 16002 h 66827"/>
                  <a:gd name="csX2" fmla="*/ 33360 w 58798"/>
                  <a:gd name="csY2" fmla="*/ 22707 h 66827"/>
                  <a:gd name="csX3" fmla="*/ 58798 w 58798"/>
                  <a:gd name="csY3" fmla="*/ 0 h 668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798" h="66827">
                    <a:moveTo>
                      <a:pt x="45317" y="66828"/>
                    </a:moveTo>
                    <a:lnTo>
                      <a:pt x="0" y="16002"/>
                    </a:lnTo>
                    <a:lnTo>
                      <a:pt x="33360" y="22707"/>
                    </a:lnTo>
                    <a:lnTo>
                      <a:pt x="5879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0" name="Graphic 1">
              <a:extLst>
                <a:ext uri="{FF2B5EF4-FFF2-40B4-BE49-F238E27FC236}">
                  <a16:creationId xmlns:a16="http://schemas.microsoft.com/office/drawing/2014/main" id="{3B722DC5-AFFC-C6C0-7B49-B827CBDA4D74}"/>
                </a:ext>
              </a:extLst>
            </p:cNvPr>
            <p:cNvGrpSpPr/>
            <p:nvPr/>
          </p:nvGrpSpPr>
          <p:grpSpPr>
            <a:xfrm>
              <a:off x="3385140" y="2827020"/>
              <a:ext cx="304653" cy="304800"/>
              <a:chOff x="4804037" y="4837386"/>
              <a:chExt cx="304653" cy="304800"/>
            </a:xfrm>
            <a:solidFill>
              <a:srgbClr val="FFFFFF"/>
            </a:solidFill>
          </p:grpSpPr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5E49FAB6-1F20-E23A-C7AC-62230A1A106E}"/>
                  </a:ext>
                </a:extLst>
              </p:cNvPr>
              <p:cNvSpPr/>
              <p:nvPr/>
            </p:nvSpPr>
            <p:spPr>
              <a:xfrm>
                <a:off x="4804037" y="483738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89" name="Picture 388">
                <a:extLst>
                  <a:ext uri="{FF2B5EF4-FFF2-40B4-BE49-F238E27FC236}">
                    <a16:creationId xmlns:a16="http://schemas.microsoft.com/office/drawing/2014/main" id="{8642B5EF-DD95-B385-6382-EB5C9B67E1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11653" y="4905966"/>
                <a:ext cx="289421" cy="198120"/>
              </a:xfrm>
              <a:custGeom>
                <a:avLst/>
                <a:gdLst>
                  <a:gd name="csX0" fmla="*/ 0 w 289421"/>
                  <a:gd name="csY0" fmla="*/ 0 h 198120"/>
                  <a:gd name="csX1" fmla="*/ 289421 w 289421"/>
                  <a:gd name="csY1" fmla="*/ 0 h 198120"/>
                  <a:gd name="csX2" fmla="*/ 289421 w 289421"/>
                  <a:gd name="csY2" fmla="*/ 198120 h 198120"/>
                  <a:gd name="csX3" fmla="*/ 0 w 289421"/>
                  <a:gd name="csY3" fmla="*/ 198120 h 19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812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8120"/>
                    </a:lnTo>
                    <a:lnTo>
                      <a:pt x="0" y="198120"/>
                    </a:lnTo>
                    <a:close/>
                  </a:path>
                </a:pathLst>
              </a:custGeom>
            </p:spPr>
          </p:pic>
        </p:grpSp>
        <p:grpSp>
          <p:nvGrpSpPr>
            <p:cNvPr id="341" name="Graphic 1">
              <a:extLst>
                <a:ext uri="{FF2B5EF4-FFF2-40B4-BE49-F238E27FC236}">
                  <a16:creationId xmlns:a16="http://schemas.microsoft.com/office/drawing/2014/main" id="{BA92B6B9-296A-AA7D-674B-0030C86605E7}"/>
                </a:ext>
              </a:extLst>
            </p:cNvPr>
            <p:cNvGrpSpPr/>
            <p:nvPr/>
          </p:nvGrpSpPr>
          <p:grpSpPr>
            <a:xfrm>
              <a:off x="3550719" y="2401366"/>
              <a:ext cx="511209" cy="414909"/>
              <a:chOff x="4969616" y="4411732"/>
              <a:chExt cx="511209" cy="414909"/>
            </a:xfrm>
          </p:grpSpPr>
          <p:sp>
            <p:nvSpPr>
              <p:cNvPr id="386" name="Freeform 385">
                <a:extLst>
                  <a:ext uri="{FF2B5EF4-FFF2-40B4-BE49-F238E27FC236}">
                    <a16:creationId xmlns:a16="http://schemas.microsoft.com/office/drawing/2014/main" id="{5CD1EF4E-7BFD-985A-8A23-A486472F7115}"/>
                  </a:ext>
                </a:extLst>
              </p:cNvPr>
              <p:cNvSpPr/>
              <p:nvPr/>
            </p:nvSpPr>
            <p:spPr>
              <a:xfrm>
                <a:off x="5005109" y="4411732"/>
                <a:ext cx="475716" cy="386105"/>
              </a:xfrm>
              <a:custGeom>
                <a:avLst/>
                <a:gdLst>
                  <a:gd name="csX0" fmla="*/ 475717 w 475716"/>
                  <a:gd name="csY0" fmla="*/ 0 h 386105"/>
                  <a:gd name="csX1" fmla="*/ 0 w 475716"/>
                  <a:gd name="csY1" fmla="*/ 386105 h 3861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75716" h="386105">
                    <a:moveTo>
                      <a:pt x="475717" y="0"/>
                    </a:moveTo>
                    <a:lnTo>
                      <a:pt x="0" y="386105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87" name="Freeform 386">
                <a:extLst>
                  <a:ext uri="{FF2B5EF4-FFF2-40B4-BE49-F238E27FC236}">
                    <a16:creationId xmlns:a16="http://schemas.microsoft.com/office/drawing/2014/main" id="{DF8F1C8B-60A3-BBA7-1203-76778539DD44}"/>
                  </a:ext>
                </a:extLst>
              </p:cNvPr>
              <p:cNvSpPr/>
              <p:nvPr/>
            </p:nvSpPr>
            <p:spPr>
              <a:xfrm>
                <a:off x="4969616" y="4764615"/>
                <a:ext cx="66490" cy="62026"/>
              </a:xfrm>
              <a:custGeom>
                <a:avLst/>
                <a:gdLst>
                  <a:gd name="csX0" fmla="*/ 0 w 66490"/>
                  <a:gd name="csY0" fmla="*/ 62027 h 62026"/>
                  <a:gd name="csX1" fmla="*/ 28104 w 66490"/>
                  <a:gd name="csY1" fmla="*/ 0 h 62026"/>
                  <a:gd name="csX2" fmla="*/ 35492 w 66490"/>
                  <a:gd name="csY2" fmla="*/ 33223 h 62026"/>
                  <a:gd name="csX3" fmla="*/ 66491 w 66490"/>
                  <a:gd name="csY3" fmla="*/ 47320 h 62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90" h="62026">
                    <a:moveTo>
                      <a:pt x="0" y="62027"/>
                    </a:moveTo>
                    <a:lnTo>
                      <a:pt x="28104" y="0"/>
                    </a:lnTo>
                    <a:lnTo>
                      <a:pt x="35492" y="33223"/>
                    </a:lnTo>
                    <a:lnTo>
                      <a:pt x="66491" y="4732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2" name="Graphic 1">
              <a:extLst>
                <a:ext uri="{FF2B5EF4-FFF2-40B4-BE49-F238E27FC236}">
                  <a16:creationId xmlns:a16="http://schemas.microsoft.com/office/drawing/2014/main" id="{0A35804F-168E-5B1D-AA38-8E70E6BF1A87}"/>
                </a:ext>
              </a:extLst>
            </p:cNvPr>
            <p:cNvGrpSpPr/>
            <p:nvPr/>
          </p:nvGrpSpPr>
          <p:grpSpPr>
            <a:xfrm>
              <a:off x="3862304" y="3680460"/>
              <a:ext cx="78829" cy="501243"/>
              <a:chOff x="5281201" y="5690826"/>
              <a:chExt cx="78829" cy="501243"/>
            </a:xfrm>
          </p:grpSpPr>
          <p:sp>
            <p:nvSpPr>
              <p:cNvPr id="384" name="Freeform 383">
                <a:extLst>
                  <a:ext uri="{FF2B5EF4-FFF2-40B4-BE49-F238E27FC236}">
                    <a16:creationId xmlns:a16="http://schemas.microsoft.com/office/drawing/2014/main" id="{73A85C27-2E0C-13F6-DF81-8DA5D370EE2B}"/>
                  </a:ext>
                </a:extLst>
              </p:cNvPr>
              <p:cNvSpPr/>
              <p:nvPr/>
            </p:nvSpPr>
            <p:spPr>
              <a:xfrm>
                <a:off x="5309762" y="5690826"/>
                <a:ext cx="50267" cy="455752"/>
              </a:xfrm>
              <a:custGeom>
                <a:avLst/>
                <a:gdLst>
                  <a:gd name="csX0" fmla="*/ 50268 w 50267"/>
                  <a:gd name="csY0" fmla="*/ 0 h 455752"/>
                  <a:gd name="csX1" fmla="*/ 0 w 50267"/>
                  <a:gd name="csY1" fmla="*/ 455752 h 4557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0267" h="455752">
                    <a:moveTo>
                      <a:pt x="50268" y="0"/>
                    </a:moveTo>
                    <a:lnTo>
                      <a:pt x="0" y="455752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DFD8DC1F-20D8-8757-66D0-52C145D7640A}"/>
                  </a:ext>
                </a:extLst>
              </p:cNvPr>
              <p:cNvSpPr/>
              <p:nvPr/>
            </p:nvSpPr>
            <p:spPr>
              <a:xfrm>
                <a:off x="5281201" y="6128137"/>
                <a:ext cx="60549" cy="63931"/>
              </a:xfrm>
              <a:custGeom>
                <a:avLst/>
                <a:gdLst>
                  <a:gd name="csX0" fmla="*/ 23611 w 60549"/>
                  <a:gd name="csY0" fmla="*/ 63932 h 63931"/>
                  <a:gd name="csX1" fmla="*/ 0 w 60549"/>
                  <a:gd name="csY1" fmla="*/ 0 h 63931"/>
                  <a:gd name="csX2" fmla="*/ 28561 w 60549"/>
                  <a:gd name="csY2" fmla="*/ 18440 h 63931"/>
                  <a:gd name="csX3" fmla="*/ 60550 w 60549"/>
                  <a:gd name="csY3" fmla="*/ 6629 h 639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549" h="63931">
                    <a:moveTo>
                      <a:pt x="23611" y="63932"/>
                    </a:moveTo>
                    <a:lnTo>
                      <a:pt x="0" y="0"/>
                    </a:lnTo>
                    <a:lnTo>
                      <a:pt x="28561" y="18440"/>
                    </a:lnTo>
                    <a:lnTo>
                      <a:pt x="60550" y="6629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3" name="Graphic 1">
              <a:extLst>
                <a:ext uri="{FF2B5EF4-FFF2-40B4-BE49-F238E27FC236}">
                  <a16:creationId xmlns:a16="http://schemas.microsoft.com/office/drawing/2014/main" id="{A99A358D-ECEF-36A6-1B72-59BA1E804BD4}"/>
                </a:ext>
              </a:extLst>
            </p:cNvPr>
            <p:cNvGrpSpPr/>
            <p:nvPr/>
          </p:nvGrpSpPr>
          <p:grpSpPr>
            <a:xfrm>
              <a:off x="4048828" y="3635806"/>
              <a:ext cx="396049" cy="549020"/>
              <a:chOff x="5467725" y="5646172"/>
              <a:chExt cx="396049" cy="549020"/>
            </a:xfrm>
          </p:grpSpPr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30550D05-A3A3-D2BB-4074-07B844141FD6}"/>
                  </a:ext>
                </a:extLst>
              </p:cNvPr>
              <p:cNvSpPr/>
              <p:nvPr/>
            </p:nvSpPr>
            <p:spPr>
              <a:xfrm>
                <a:off x="5467725" y="5646172"/>
                <a:ext cx="369316" cy="511911"/>
              </a:xfrm>
              <a:custGeom>
                <a:avLst/>
                <a:gdLst>
                  <a:gd name="csX0" fmla="*/ 0 w 369316"/>
                  <a:gd name="csY0" fmla="*/ 0 h 511911"/>
                  <a:gd name="csX1" fmla="*/ 369317 w 369316"/>
                  <a:gd name="csY1" fmla="*/ 511912 h 511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9316" h="511911">
                    <a:moveTo>
                      <a:pt x="0" y="0"/>
                    </a:moveTo>
                    <a:lnTo>
                      <a:pt x="369317" y="511912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C11E84C4-3F94-21E5-23B8-E5C02C8074A6}"/>
                  </a:ext>
                </a:extLst>
              </p:cNvPr>
              <p:cNvSpPr/>
              <p:nvPr/>
            </p:nvSpPr>
            <p:spPr>
              <a:xfrm>
                <a:off x="5803454" y="6127909"/>
                <a:ext cx="60321" cy="67284"/>
              </a:xfrm>
              <a:custGeom>
                <a:avLst/>
                <a:gdLst>
                  <a:gd name="csX0" fmla="*/ 60321 w 60321"/>
                  <a:gd name="csY0" fmla="*/ 67285 h 67284"/>
                  <a:gd name="csX1" fmla="*/ 0 w 60321"/>
                  <a:gd name="csY1" fmla="*/ 35662 h 67284"/>
                  <a:gd name="csX2" fmla="*/ 33588 w 60321"/>
                  <a:gd name="csY2" fmla="*/ 30175 h 67284"/>
                  <a:gd name="csX3" fmla="*/ 49354 w 60321"/>
                  <a:gd name="csY3" fmla="*/ 0 h 672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321" h="67284">
                    <a:moveTo>
                      <a:pt x="60321" y="67285"/>
                    </a:moveTo>
                    <a:lnTo>
                      <a:pt x="0" y="35662"/>
                    </a:lnTo>
                    <a:lnTo>
                      <a:pt x="33588" y="30175"/>
                    </a:lnTo>
                    <a:lnTo>
                      <a:pt x="49354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4" name="Graphic 1">
              <a:extLst>
                <a:ext uri="{FF2B5EF4-FFF2-40B4-BE49-F238E27FC236}">
                  <a16:creationId xmlns:a16="http://schemas.microsoft.com/office/drawing/2014/main" id="{2C80C5E9-8EB2-1BE7-B39C-02B2F11FC31E}"/>
                </a:ext>
              </a:extLst>
            </p:cNvPr>
            <p:cNvGrpSpPr/>
            <p:nvPr/>
          </p:nvGrpSpPr>
          <p:grpSpPr>
            <a:xfrm>
              <a:off x="3788806" y="3375660"/>
              <a:ext cx="304653" cy="304800"/>
              <a:chOff x="5207703" y="5386026"/>
              <a:chExt cx="304653" cy="304800"/>
            </a:xfrm>
            <a:solidFill>
              <a:srgbClr val="FFFFFF"/>
            </a:solidFill>
          </p:grpSpPr>
          <p:sp>
            <p:nvSpPr>
              <p:cNvPr id="380" name="Oval 379">
                <a:extLst>
                  <a:ext uri="{FF2B5EF4-FFF2-40B4-BE49-F238E27FC236}">
                    <a16:creationId xmlns:a16="http://schemas.microsoft.com/office/drawing/2014/main" id="{C79B2E8F-2073-87F2-E485-11A80AA37DDC}"/>
                  </a:ext>
                </a:extLst>
              </p:cNvPr>
              <p:cNvSpPr/>
              <p:nvPr/>
            </p:nvSpPr>
            <p:spPr>
              <a:xfrm>
                <a:off x="5207703" y="538602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81" name="Picture 380">
                <a:extLst>
                  <a:ext uri="{FF2B5EF4-FFF2-40B4-BE49-F238E27FC236}">
                    <a16:creationId xmlns:a16="http://schemas.microsoft.com/office/drawing/2014/main" id="{CCC25772-71B2-D0E5-16BF-E2785330A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15320" y="5454606"/>
                <a:ext cx="289421" cy="198120"/>
              </a:xfrm>
              <a:custGeom>
                <a:avLst/>
                <a:gdLst>
                  <a:gd name="csX0" fmla="*/ 0 w 289421"/>
                  <a:gd name="csY0" fmla="*/ 0 h 198120"/>
                  <a:gd name="csX1" fmla="*/ 289421 w 289421"/>
                  <a:gd name="csY1" fmla="*/ 0 h 198120"/>
                  <a:gd name="csX2" fmla="*/ 289421 w 289421"/>
                  <a:gd name="csY2" fmla="*/ 198120 h 198120"/>
                  <a:gd name="csX3" fmla="*/ 0 w 289421"/>
                  <a:gd name="csY3" fmla="*/ 198120 h 19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812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8120"/>
                    </a:lnTo>
                    <a:lnTo>
                      <a:pt x="0" y="198120"/>
                    </a:lnTo>
                    <a:close/>
                  </a:path>
                </a:pathLst>
              </a:custGeom>
            </p:spPr>
          </p:pic>
        </p:grpSp>
        <p:grpSp>
          <p:nvGrpSpPr>
            <p:cNvPr id="347" name="Graphic 1">
              <a:extLst>
                <a:ext uri="{FF2B5EF4-FFF2-40B4-BE49-F238E27FC236}">
                  <a16:creationId xmlns:a16="http://schemas.microsoft.com/office/drawing/2014/main" id="{CF31DFA4-D9BA-C100-C3B1-B2F9E43B8BA8}"/>
                </a:ext>
              </a:extLst>
            </p:cNvPr>
            <p:cNvGrpSpPr/>
            <p:nvPr/>
          </p:nvGrpSpPr>
          <p:grpSpPr>
            <a:xfrm>
              <a:off x="3826888" y="4198620"/>
              <a:ext cx="228490" cy="232410"/>
              <a:chOff x="5245785" y="6208986"/>
              <a:chExt cx="228490" cy="232410"/>
            </a:xfrm>
            <a:solidFill>
              <a:srgbClr val="FFFFFF"/>
            </a:solidFill>
          </p:grpSpPr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237567E7-621F-D714-9C4C-F64BA08C504F}"/>
                  </a:ext>
                </a:extLst>
              </p:cNvPr>
              <p:cNvSpPr/>
              <p:nvPr/>
            </p:nvSpPr>
            <p:spPr>
              <a:xfrm>
                <a:off x="5245785" y="6208986"/>
                <a:ext cx="228490" cy="228600"/>
              </a:xfrm>
              <a:prstGeom prst="rect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79" name="Picture 378">
                <a:extLst>
                  <a:ext uri="{FF2B5EF4-FFF2-40B4-BE49-F238E27FC236}">
                    <a16:creationId xmlns:a16="http://schemas.microsoft.com/office/drawing/2014/main" id="{5F33F787-3F60-276B-1C2A-ADC0679317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53401" y="6235656"/>
                <a:ext cx="213257" cy="205740"/>
              </a:xfrm>
              <a:custGeom>
                <a:avLst/>
                <a:gdLst>
                  <a:gd name="csX0" fmla="*/ 0 w 213257"/>
                  <a:gd name="csY0" fmla="*/ 0 h 205740"/>
                  <a:gd name="csX1" fmla="*/ 213258 w 213257"/>
                  <a:gd name="csY1" fmla="*/ 0 h 205740"/>
                  <a:gd name="csX2" fmla="*/ 213258 w 213257"/>
                  <a:gd name="csY2" fmla="*/ 205740 h 205740"/>
                  <a:gd name="csX3" fmla="*/ 0 w 213257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3257" h="205740">
                    <a:moveTo>
                      <a:pt x="0" y="0"/>
                    </a:moveTo>
                    <a:lnTo>
                      <a:pt x="213258" y="0"/>
                    </a:lnTo>
                    <a:lnTo>
                      <a:pt x="213258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48" name="Graphic 1">
              <a:extLst>
                <a:ext uri="{FF2B5EF4-FFF2-40B4-BE49-F238E27FC236}">
                  <a16:creationId xmlns:a16="http://schemas.microsoft.com/office/drawing/2014/main" id="{B753DFF3-3406-E703-5E52-FA3649E307E8}"/>
                </a:ext>
              </a:extLst>
            </p:cNvPr>
            <p:cNvGrpSpPr/>
            <p:nvPr/>
          </p:nvGrpSpPr>
          <p:grpSpPr>
            <a:xfrm>
              <a:off x="4397733" y="4198620"/>
              <a:ext cx="228490" cy="232410"/>
              <a:chOff x="5816630" y="6208986"/>
              <a:chExt cx="228490" cy="232410"/>
            </a:xfrm>
            <a:solidFill>
              <a:srgbClr val="FFFFFF"/>
            </a:solidFill>
          </p:grpSpPr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0049EEBD-9361-4488-FC6C-AC081A7C7C4A}"/>
                  </a:ext>
                </a:extLst>
              </p:cNvPr>
              <p:cNvSpPr/>
              <p:nvPr/>
            </p:nvSpPr>
            <p:spPr>
              <a:xfrm>
                <a:off x="5816630" y="6208986"/>
                <a:ext cx="228490" cy="228600"/>
              </a:xfrm>
              <a:prstGeom prst="rect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77" name="Picture 376">
                <a:extLst>
                  <a:ext uri="{FF2B5EF4-FFF2-40B4-BE49-F238E27FC236}">
                    <a16:creationId xmlns:a16="http://schemas.microsoft.com/office/drawing/2014/main" id="{85C65570-3CC9-DE20-6B8A-5F1CB25FDC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24627" y="6235656"/>
                <a:ext cx="213257" cy="205740"/>
              </a:xfrm>
              <a:custGeom>
                <a:avLst/>
                <a:gdLst>
                  <a:gd name="csX0" fmla="*/ 0 w 213257"/>
                  <a:gd name="csY0" fmla="*/ 0 h 205740"/>
                  <a:gd name="csX1" fmla="*/ 213258 w 213257"/>
                  <a:gd name="csY1" fmla="*/ 0 h 205740"/>
                  <a:gd name="csX2" fmla="*/ 213258 w 213257"/>
                  <a:gd name="csY2" fmla="*/ 205740 h 205740"/>
                  <a:gd name="csX3" fmla="*/ 0 w 213257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3257" h="205740">
                    <a:moveTo>
                      <a:pt x="0" y="0"/>
                    </a:moveTo>
                    <a:lnTo>
                      <a:pt x="213258" y="0"/>
                    </a:lnTo>
                    <a:lnTo>
                      <a:pt x="213258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49" name="Graphic 1">
              <a:extLst>
                <a:ext uri="{FF2B5EF4-FFF2-40B4-BE49-F238E27FC236}">
                  <a16:creationId xmlns:a16="http://schemas.microsoft.com/office/drawing/2014/main" id="{6C9375EC-E43C-9D40-132C-8DB87181EE95}"/>
                </a:ext>
              </a:extLst>
            </p:cNvPr>
            <p:cNvGrpSpPr/>
            <p:nvPr/>
          </p:nvGrpSpPr>
          <p:grpSpPr>
            <a:xfrm>
              <a:off x="4452495" y="3308146"/>
              <a:ext cx="78676" cy="98831"/>
              <a:chOff x="5871392" y="5318512"/>
              <a:chExt cx="78676" cy="98831"/>
            </a:xfrm>
          </p:grpSpPr>
          <p:sp>
            <p:nvSpPr>
              <p:cNvPr id="374" name="Freeform 373">
                <a:extLst>
                  <a:ext uri="{FF2B5EF4-FFF2-40B4-BE49-F238E27FC236}">
                    <a16:creationId xmlns:a16="http://schemas.microsoft.com/office/drawing/2014/main" id="{668F22C7-A63E-6483-9437-0DDC29D62210}"/>
                  </a:ext>
                </a:extLst>
              </p:cNvPr>
              <p:cNvSpPr/>
              <p:nvPr/>
            </p:nvSpPr>
            <p:spPr>
              <a:xfrm>
                <a:off x="5871392" y="5318512"/>
                <a:ext cx="50191" cy="63017"/>
              </a:xfrm>
              <a:custGeom>
                <a:avLst/>
                <a:gdLst>
                  <a:gd name="csX0" fmla="*/ 0 w 50191"/>
                  <a:gd name="csY0" fmla="*/ 0 h 63017"/>
                  <a:gd name="csX1" fmla="*/ 50192 w 50191"/>
                  <a:gd name="csY1" fmla="*/ 63017 h 630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0191" h="63017">
                    <a:moveTo>
                      <a:pt x="0" y="0"/>
                    </a:moveTo>
                    <a:lnTo>
                      <a:pt x="50192" y="63017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ECE08806-BB21-18EA-4957-F75F2CEE7390}"/>
                  </a:ext>
                </a:extLst>
              </p:cNvPr>
              <p:cNvSpPr/>
              <p:nvPr/>
            </p:nvSpPr>
            <p:spPr>
              <a:xfrm>
                <a:off x="5888224" y="5350669"/>
                <a:ext cx="61844" cy="66675"/>
              </a:xfrm>
              <a:custGeom>
                <a:avLst/>
                <a:gdLst>
                  <a:gd name="csX0" fmla="*/ 61845 w 61844"/>
                  <a:gd name="csY0" fmla="*/ 66675 h 66675"/>
                  <a:gd name="csX1" fmla="*/ 0 w 61844"/>
                  <a:gd name="csY1" fmla="*/ 37948 h 66675"/>
                  <a:gd name="csX2" fmla="*/ 33360 w 61844"/>
                  <a:gd name="csY2" fmla="*/ 30861 h 66675"/>
                  <a:gd name="csX3" fmla="*/ 47678 w 61844"/>
                  <a:gd name="csY3" fmla="*/ 0 h 66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844" h="66675">
                    <a:moveTo>
                      <a:pt x="61845" y="66675"/>
                    </a:moveTo>
                    <a:lnTo>
                      <a:pt x="0" y="37948"/>
                    </a:lnTo>
                    <a:lnTo>
                      <a:pt x="33360" y="30861"/>
                    </a:lnTo>
                    <a:lnTo>
                      <a:pt x="4767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0" name="Graphic 1">
              <a:extLst>
                <a:ext uri="{FF2B5EF4-FFF2-40B4-BE49-F238E27FC236}">
                  <a16:creationId xmlns:a16="http://schemas.microsoft.com/office/drawing/2014/main" id="{070713FA-2035-F8D8-5BD9-24008FA8CF3A}"/>
                </a:ext>
              </a:extLst>
            </p:cNvPr>
            <p:cNvGrpSpPr/>
            <p:nvPr/>
          </p:nvGrpSpPr>
          <p:grpSpPr>
            <a:xfrm>
              <a:off x="3942733" y="3340303"/>
              <a:ext cx="353017" cy="842543"/>
              <a:chOff x="5361630" y="5350669"/>
              <a:chExt cx="353017" cy="842543"/>
            </a:xfrm>
          </p:grpSpPr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983BE92A-56F8-EA47-3728-1450F90C6858}"/>
                  </a:ext>
                </a:extLst>
              </p:cNvPr>
              <p:cNvSpPr/>
              <p:nvPr/>
            </p:nvSpPr>
            <p:spPr>
              <a:xfrm>
                <a:off x="5384022" y="5350669"/>
                <a:ext cx="330625" cy="800328"/>
              </a:xfrm>
              <a:custGeom>
                <a:avLst/>
                <a:gdLst>
                  <a:gd name="csX0" fmla="*/ 330626 w 330625"/>
                  <a:gd name="csY0" fmla="*/ 0 h 800328"/>
                  <a:gd name="csX1" fmla="*/ 0 w 330625"/>
                  <a:gd name="csY1" fmla="*/ 800329 h 8003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0625" h="800328">
                    <a:moveTo>
                      <a:pt x="330626" y="0"/>
                    </a:moveTo>
                    <a:lnTo>
                      <a:pt x="0" y="800329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760DAA6D-21B0-4210-1C53-3AC456102AFB}"/>
                  </a:ext>
                </a:extLst>
              </p:cNvPr>
              <p:cNvSpPr/>
              <p:nvPr/>
            </p:nvSpPr>
            <p:spPr>
              <a:xfrm>
                <a:off x="5361630" y="6125242"/>
                <a:ext cx="56360" cy="67970"/>
              </a:xfrm>
              <a:custGeom>
                <a:avLst/>
                <a:gdLst>
                  <a:gd name="csX0" fmla="*/ 4874 w 56360"/>
                  <a:gd name="csY0" fmla="*/ 67970 h 67970"/>
                  <a:gd name="csX1" fmla="*/ 0 w 56360"/>
                  <a:gd name="csY1" fmla="*/ 0 h 67970"/>
                  <a:gd name="csX2" fmla="*/ 22392 w 56360"/>
                  <a:gd name="csY2" fmla="*/ 25756 h 67970"/>
                  <a:gd name="csX3" fmla="*/ 56361 w 56360"/>
                  <a:gd name="csY3" fmla="*/ 23317 h 679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6360" h="67970">
                    <a:moveTo>
                      <a:pt x="4874" y="67970"/>
                    </a:moveTo>
                    <a:lnTo>
                      <a:pt x="0" y="0"/>
                    </a:lnTo>
                    <a:lnTo>
                      <a:pt x="22392" y="25756"/>
                    </a:lnTo>
                    <a:lnTo>
                      <a:pt x="56361" y="23317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1" name="Graphic 1">
              <a:extLst>
                <a:ext uri="{FF2B5EF4-FFF2-40B4-BE49-F238E27FC236}">
                  <a16:creationId xmlns:a16="http://schemas.microsoft.com/office/drawing/2014/main" id="{02A74FC3-9C4F-9E46-120E-44D8F0960F34}"/>
                </a:ext>
              </a:extLst>
            </p:cNvPr>
            <p:cNvGrpSpPr/>
            <p:nvPr/>
          </p:nvGrpSpPr>
          <p:grpSpPr>
            <a:xfrm>
              <a:off x="4192473" y="3048000"/>
              <a:ext cx="304653" cy="304800"/>
              <a:chOff x="5611370" y="5058366"/>
              <a:chExt cx="304653" cy="304800"/>
            </a:xfrm>
            <a:solidFill>
              <a:srgbClr val="FFFFFF"/>
            </a:solidFill>
          </p:grpSpPr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417A9CFA-AECE-8654-32E9-1F4F358F58BF}"/>
                  </a:ext>
                </a:extLst>
              </p:cNvPr>
              <p:cNvSpPr/>
              <p:nvPr/>
            </p:nvSpPr>
            <p:spPr>
              <a:xfrm>
                <a:off x="5611370" y="505836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71" name="Picture 370">
                <a:extLst>
                  <a:ext uri="{FF2B5EF4-FFF2-40B4-BE49-F238E27FC236}">
                    <a16:creationId xmlns:a16="http://schemas.microsoft.com/office/drawing/2014/main" id="{D12A7217-C867-ECD6-3F70-F2B4C7FD46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18986" y="5126946"/>
                <a:ext cx="289421" cy="198120"/>
              </a:xfrm>
              <a:custGeom>
                <a:avLst/>
                <a:gdLst>
                  <a:gd name="csX0" fmla="*/ 0 w 289421"/>
                  <a:gd name="csY0" fmla="*/ 0 h 198120"/>
                  <a:gd name="csX1" fmla="*/ 289421 w 289421"/>
                  <a:gd name="csY1" fmla="*/ 0 h 198120"/>
                  <a:gd name="csX2" fmla="*/ 289421 w 289421"/>
                  <a:gd name="csY2" fmla="*/ 198120 h 198120"/>
                  <a:gd name="csX3" fmla="*/ 0 w 289421"/>
                  <a:gd name="csY3" fmla="*/ 198120 h 19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812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8120"/>
                    </a:lnTo>
                    <a:lnTo>
                      <a:pt x="0" y="198120"/>
                    </a:lnTo>
                    <a:close/>
                  </a:path>
                </a:pathLst>
              </a:custGeom>
            </p:spPr>
          </p:pic>
        </p:grpSp>
        <p:grpSp>
          <p:nvGrpSpPr>
            <p:cNvPr id="352" name="Graphic 1">
              <a:extLst>
                <a:ext uri="{FF2B5EF4-FFF2-40B4-BE49-F238E27FC236}">
                  <a16:creationId xmlns:a16="http://schemas.microsoft.com/office/drawing/2014/main" id="{C60B02CE-EAFA-3F1C-B7C6-0C43B08CCF48}"/>
                </a:ext>
              </a:extLst>
            </p:cNvPr>
            <p:cNvGrpSpPr/>
            <p:nvPr/>
          </p:nvGrpSpPr>
          <p:grpSpPr>
            <a:xfrm>
              <a:off x="4013869" y="3635806"/>
              <a:ext cx="527888" cy="550545"/>
              <a:chOff x="5432766" y="5646172"/>
              <a:chExt cx="527888" cy="550545"/>
            </a:xfrm>
          </p:grpSpPr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1C20B26D-3C35-BAEC-1903-535E56D8FC7B}"/>
                  </a:ext>
                </a:extLst>
              </p:cNvPr>
              <p:cNvSpPr/>
              <p:nvPr/>
            </p:nvSpPr>
            <p:spPr>
              <a:xfrm>
                <a:off x="5464374" y="5646172"/>
                <a:ext cx="496281" cy="517550"/>
              </a:xfrm>
              <a:custGeom>
                <a:avLst/>
                <a:gdLst>
                  <a:gd name="csX0" fmla="*/ 496281 w 496281"/>
                  <a:gd name="csY0" fmla="*/ 0 h 517550"/>
                  <a:gd name="csX1" fmla="*/ 0 w 496281"/>
                  <a:gd name="csY1" fmla="*/ 517550 h 517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6281" h="517550">
                    <a:moveTo>
                      <a:pt x="496281" y="0"/>
                    </a:moveTo>
                    <a:lnTo>
                      <a:pt x="0" y="51755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3A68F937-2594-031B-13C8-DB794714C953}"/>
                  </a:ext>
                </a:extLst>
              </p:cNvPr>
              <p:cNvSpPr/>
              <p:nvPr/>
            </p:nvSpPr>
            <p:spPr>
              <a:xfrm>
                <a:off x="5432766" y="6131567"/>
                <a:ext cx="64129" cy="65150"/>
              </a:xfrm>
              <a:custGeom>
                <a:avLst/>
                <a:gdLst>
                  <a:gd name="csX0" fmla="*/ 0 w 64129"/>
                  <a:gd name="csY0" fmla="*/ 65151 h 65150"/>
                  <a:gd name="csX1" fmla="*/ 20183 w 64129"/>
                  <a:gd name="csY1" fmla="*/ 0 h 65150"/>
                  <a:gd name="csX2" fmla="*/ 31608 w 64129"/>
                  <a:gd name="csY2" fmla="*/ 32156 h 65150"/>
                  <a:gd name="csX3" fmla="*/ 64130 w 64129"/>
                  <a:gd name="csY3" fmla="*/ 42215 h 65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4129" h="65150">
                    <a:moveTo>
                      <a:pt x="0" y="65151"/>
                    </a:moveTo>
                    <a:lnTo>
                      <a:pt x="20183" y="0"/>
                    </a:lnTo>
                    <a:lnTo>
                      <a:pt x="31608" y="32156"/>
                    </a:lnTo>
                    <a:lnTo>
                      <a:pt x="64130" y="42215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3" name="Graphic 1">
              <a:extLst>
                <a:ext uri="{FF2B5EF4-FFF2-40B4-BE49-F238E27FC236}">
                  <a16:creationId xmlns:a16="http://schemas.microsoft.com/office/drawing/2014/main" id="{E179F654-BBB6-15AC-5611-535D0E2CB0BC}"/>
                </a:ext>
              </a:extLst>
            </p:cNvPr>
            <p:cNvGrpSpPr/>
            <p:nvPr/>
          </p:nvGrpSpPr>
          <p:grpSpPr>
            <a:xfrm>
              <a:off x="4502534" y="3680460"/>
              <a:ext cx="146919" cy="501701"/>
              <a:chOff x="5921431" y="5690826"/>
              <a:chExt cx="146919" cy="501701"/>
            </a:xfrm>
          </p:grpSpPr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436BB9C5-C4BF-89CD-99FB-EAA702A71144}"/>
                  </a:ext>
                </a:extLst>
              </p:cNvPr>
              <p:cNvSpPr/>
              <p:nvPr/>
            </p:nvSpPr>
            <p:spPr>
              <a:xfrm>
                <a:off x="5946946" y="5690826"/>
                <a:ext cx="121404" cy="457504"/>
              </a:xfrm>
              <a:custGeom>
                <a:avLst/>
                <a:gdLst>
                  <a:gd name="csX0" fmla="*/ 121405 w 121404"/>
                  <a:gd name="csY0" fmla="*/ 0 h 457504"/>
                  <a:gd name="csX1" fmla="*/ 0 w 121404"/>
                  <a:gd name="csY1" fmla="*/ 457505 h 4575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1404" h="457504">
                    <a:moveTo>
                      <a:pt x="121405" y="0"/>
                    </a:moveTo>
                    <a:lnTo>
                      <a:pt x="0" y="457505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6A021AD7-AB1C-1381-570D-1A708691C50F}"/>
                  </a:ext>
                </a:extLst>
              </p:cNvPr>
              <p:cNvSpPr/>
              <p:nvPr/>
            </p:nvSpPr>
            <p:spPr>
              <a:xfrm>
                <a:off x="5921431" y="6125775"/>
                <a:ext cx="58874" cy="66751"/>
              </a:xfrm>
              <a:custGeom>
                <a:avLst/>
                <a:gdLst>
                  <a:gd name="csX0" fmla="*/ 13786 w 58874"/>
                  <a:gd name="csY0" fmla="*/ 66751 h 66751"/>
                  <a:gd name="csX1" fmla="*/ 0 w 58874"/>
                  <a:gd name="csY1" fmla="*/ 0 h 66751"/>
                  <a:gd name="csX2" fmla="*/ 25515 w 58874"/>
                  <a:gd name="csY2" fmla="*/ 22555 h 66751"/>
                  <a:gd name="csX3" fmla="*/ 58874 w 58874"/>
                  <a:gd name="csY3" fmla="*/ 15621 h 667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874" h="66751">
                    <a:moveTo>
                      <a:pt x="13786" y="66751"/>
                    </a:moveTo>
                    <a:lnTo>
                      <a:pt x="0" y="0"/>
                    </a:lnTo>
                    <a:lnTo>
                      <a:pt x="25515" y="22555"/>
                    </a:lnTo>
                    <a:lnTo>
                      <a:pt x="58874" y="15621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4" name="Graphic 1">
              <a:extLst>
                <a:ext uri="{FF2B5EF4-FFF2-40B4-BE49-F238E27FC236}">
                  <a16:creationId xmlns:a16="http://schemas.microsoft.com/office/drawing/2014/main" id="{48A85ED2-9093-49D3-162E-E049009FE537}"/>
                </a:ext>
              </a:extLst>
            </p:cNvPr>
            <p:cNvGrpSpPr/>
            <p:nvPr/>
          </p:nvGrpSpPr>
          <p:grpSpPr>
            <a:xfrm>
              <a:off x="4497126" y="3375660"/>
              <a:ext cx="304653" cy="304800"/>
              <a:chOff x="5916023" y="5386026"/>
              <a:chExt cx="304653" cy="304800"/>
            </a:xfrm>
            <a:solidFill>
              <a:srgbClr val="FFFFFF"/>
            </a:solidFill>
          </p:grpSpPr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10ADB791-AACA-0467-1A1F-ED9CB71B190E}"/>
                  </a:ext>
                </a:extLst>
              </p:cNvPr>
              <p:cNvSpPr/>
              <p:nvPr/>
            </p:nvSpPr>
            <p:spPr>
              <a:xfrm>
                <a:off x="5916023" y="538602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65" name="Picture 364">
                <a:extLst>
                  <a:ext uri="{FF2B5EF4-FFF2-40B4-BE49-F238E27FC236}">
                    <a16:creationId xmlns:a16="http://schemas.microsoft.com/office/drawing/2014/main" id="{38A39323-E8A1-22C6-EC96-F51D3912F2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23640" y="5454606"/>
                <a:ext cx="289421" cy="198120"/>
              </a:xfrm>
              <a:custGeom>
                <a:avLst/>
                <a:gdLst>
                  <a:gd name="csX0" fmla="*/ 0 w 289421"/>
                  <a:gd name="csY0" fmla="*/ 0 h 198120"/>
                  <a:gd name="csX1" fmla="*/ 289421 w 289421"/>
                  <a:gd name="csY1" fmla="*/ 0 h 198120"/>
                  <a:gd name="csX2" fmla="*/ 289421 w 289421"/>
                  <a:gd name="csY2" fmla="*/ 198120 h 198120"/>
                  <a:gd name="csX3" fmla="*/ 0 w 289421"/>
                  <a:gd name="csY3" fmla="*/ 198120 h 19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812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8120"/>
                    </a:lnTo>
                    <a:lnTo>
                      <a:pt x="0" y="198120"/>
                    </a:lnTo>
                    <a:close/>
                  </a:path>
                </a:pathLst>
              </a:custGeom>
            </p:spPr>
          </p:pic>
        </p:grpSp>
        <p:grpSp>
          <p:nvGrpSpPr>
            <p:cNvPr id="355" name="Graphic 1">
              <a:extLst>
                <a:ext uri="{FF2B5EF4-FFF2-40B4-BE49-F238E27FC236}">
                  <a16:creationId xmlns:a16="http://schemas.microsoft.com/office/drawing/2014/main" id="{FA7EED7F-E9F7-0723-E04C-F4F8734EDB09}"/>
                </a:ext>
              </a:extLst>
            </p:cNvPr>
            <p:cNvGrpSpPr/>
            <p:nvPr/>
          </p:nvGrpSpPr>
          <p:grpSpPr>
            <a:xfrm>
              <a:off x="4069469" y="3536746"/>
              <a:ext cx="959735" cy="652271"/>
              <a:chOff x="5488366" y="5547112"/>
              <a:chExt cx="959735" cy="652271"/>
            </a:xfrm>
          </p:grpSpPr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9DD902A4-8B65-46A3-EEA3-952520C3602E}"/>
                  </a:ext>
                </a:extLst>
              </p:cNvPr>
              <p:cNvSpPr/>
              <p:nvPr/>
            </p:nvSpPr>
            <p:spPr>
              <a:xfrm>
                <a:off x="5526143" y="5547112"/>
                <a:ext cx="921958" cy="626592"/>
              </a:xfrm>
              <a:custGeom>
                <a:avLst/>
                <a:gdLst>
                  <a:gd name="csX0" fmla="*/ 921959 w 921958"/>
                  <a:gd name="csY0" fmla="*/ 0 h 626592"/>
                  <a:gd name="csX1" fmla="*/ 0 w 921958"/>
                  <a:gd name="csY1" fmla="*/ 626592 h 6265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21958" h="626592">
                    <a:moveTo>
                      <a:pt x="921959" y="0"/>
                    </a:moveTo>
                    <a:lnTo>
                      <a:pt x="0" y="626592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6FE1A66B-D6A2-CF4F-F497-8A365702647B}"/>
                  </a:ext>
                </a:extLst>
              </p:cNvPr>
              <p:cNvSpPr/>
              <p:nvPr/>
            </p:nvSpPr>
            <p:spPr>
              <a:xfrm>
                <a:off x="5488366" y="6139948"/>
                <a:ext cx="67480" cy="59435"/>
              </a:xfrm>
              <a:custGeom>
                <a:avLst/>
                <a:gdLst>
                  <a:gd name="csX0" fmla="*/ 0 w 67480"/>
                  <a:gd name="csY0" fmla="*/ 59436 h 59435"/>
                  <a:gd name="csX1" fmla="*/ 33283 w 67480"/>
                  <a:gd name="csY1" fmla="*/ 0 h 59435"/>
                  <a:gd name="csX2" fmla="*/ 37777 w 67480"/>
                  <a:gd name="csY2" fmla="*/ 33757 h 59435"/>
                  <a:gd name="csX3" fmla="*/ 67481 w 67480"/>
                  <a:gd name="csY3" fmla="*/ 50444 h 594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80" h="59435">
                    <a:moveTo>
                      <a:pt x="0" y="59436"/>
                    </a:moveTo>
                    <a:lnTo>
                      <a:pt x="33283" y="0"/>
                    </a:lnTo>
                    <a:lnTo>
                      <a:pt x="37777" y="33757"/>
                    </a:lnTo>
                    <a:lnTo>
                      <a:pt x="67481" y="50444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6" name="Graphic 1">
              <a:extLst>
                <a:ext uri="{FF2B5EF4-FFF2-40B4-BE49-F238E27FC236}">
                  <a16:creationId xmlns:a16="http://schemas.microsoft.com/office/drawing/2014/main" id="{DD991535-A6B1-DD00-9831-B0A71F6D9542}"/>
                </a:ext>
              </a:extLst>
            </p:cNvPr>
            <p:cNvGrpSpPr/>
            <p:nvPr/>
          </p:nvGrpSpPr>
          <p:grpSpPr>
            <a:xfrm>
              <a:off x="4580602" y="3581400"/>
              <a:ext cx="556297" cy="604646"/>
              <a:chOff x="5999499" y="5591766"/>
              <a:chExt cx="556297" cy="604646"/>
            </a:xfrm>
          </p:grpSpPr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9D53E7D5-8409-078E-5831-F72CD8775DDF}"/>
                  </a:ext>
                </a:extLst>
              </p:cNvPr>
              <p:cNvSpPr/>
              <p:nvPr/>
            </p:nvSpPr>
            <p:spPr>
              <a:xfrm>
                <a:off x="6030497" y="5591766"/>
                <a:ext cx="525299" cy="571042"/>
              </a:xfrm>
              <a:custGeom>
                <a:avLst/>
                <a:gdLst>
                  <a:gd name="csX0" fmla="*/ 525299 w 525299"/>
                  <a:gd name="csY0" fmla="*/ 0 h 571042"/>
                  <a:gd name="csX1" fmla="*/ 0 w 525299"/>
                  <a:gd name="csY1" fmla="*/ 571043 h 5710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25299" h="571042">
                    <a:moveTo>
                      <a:pt x="525299" y="0"/>
                    </a:moveTo>
                    <a:lnTo>
                      <a:pt x="0" y="571043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3C81E6DD-9E64-760D-66E0-570DF5513860}"/>
                  </a:ext>
                </a:extLst>
              </p:cNvPr>
              <p:cNvSpPr/>
              <p:nvPr/>
            </p:nvSpPr>
            <p:spPr>
              <a:xfrm>
                <a:off x="5999499" y="6130957"/>
                <a:ext cx="63748" cy="65455"/>
              </a:xfrm>
              <a:custGeom>
                <a:avLst/>
                <a:gdLst>
                  <a:gd name="csX0" fmla="*/ 0 w 63748"/>
                  <a:gd name="csY0" fmla="*/ 65456 h 65455"/>
                  <a:gd name="csX1" fmla="*/ 18889 w 63748"/>
                  <a:gd name="csY1" fmla="*/ 0 h 65455"/>
                  <a:gd name="csX2" fmla="*/ 30998 w 63748"/>
                  <a:gd name="csY2" fmla="*/ 31852 h 65455"/>
                  <a:gd name="csX3" fmla="*/ 63749 w 63748"/>
                  <a:gd name="csY3" fmla="*/ 41300 h 6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748" h="65455">
                    <a:moveTo>
                      <a:pt x="0" y="65456"/>
                    </a:moveTo>
                    <a:lnTo>
                      <a:pt x="18889" y="0"/>
                    </a:lnTo>
                    <a:lnTo>
                      <a:pt x="30998" y="31852"/>
                    </a:lnTo>
                    <a:lnTo>
                      <a:pt x="63749" y="4130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7" name="Graphic 1">
              <a:extLst>
                <a:ext uri="{FF2B5EF4-FFF2-40B4-BE49-F238E27FC236}">
                  <a16:creationId xmlns:a16="http://schemas.microsoft.com/office/drawing/2014/main" id="{2D3AF21D-090C-B16A-7FBA-64CAE2D49984}"/>
                </a:ext>
              </a:extLst>
            </p:cNvPr>
            <p:cNvGrpSpPr/>
            <p:nvPr/>
          </p:nvGrpSpPr>
          <p:grpSpPr>
            <a:xfrm>
              <a:off x="4984573" y="3276600"/>
              <a:ext cx="304653" cy="304800"/>
              <a:chOff x="6403470" y="5286966"/>
              <a:chExt cx="304653" cy="304800"/>
            </a:xfrm>
            <a:solidFill>
              <a:srgbClr val="FFFFFF"/>
            </a:solidFill>
          </p:grpSpPr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287B9371-3064-80F0-8223-20B61FC2AD8F}"/>
                  </a:ext>
                </a:extLst>
              </p:cNvPr>
              <p:cNvSpPr/>
              <p:nvPr/>
            </p:nvSpPr>
            <p:spPr>
              <a:xfrm>
                <a:off x="6403470" y="528696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59" name="Picture 358">
                <a:extLst>
                  <a:ext uri="{FF2B5EF4-FFF2-40B4-BE49-F238E27FC236}">
                    <a16:creationId xmlns:a16="http://schemas.microsoft.com/office/drawing/2014/main" id="{D2F70940-D7D4-2266-D8EA-600A941F8A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411086" y="5355546"/>
                <a:ext cx="289421" cy="198120"/>
              </a:xfrm>
              <a:custGeom>
                <a:avLst/>
                <a:gdLst>
                  <a:gd name="csX0" fmla="*/ 0 w 289421"/>
                  <a:gd name="csY0" fmla="*/ 0 h 198120"/>
                  <a:gd name="csX1" fmla="*/ 289421 w 289421"/>
                  <a:gd name="csY1" fmla="*/ 0 h 198120"/>
                  <a:gd name="csX2" fmla="*/ 289421 w 289421"/>
                  <a:gd name="csY2" fmla="*/ 198120 h 198120"/>
                  <a:gd name="csX3" fmla="*/ 0 w 289421"/>
                  <a:gd name="csY3" fmla="*/ 198120 h 19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812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8120"/>
                    </a:lnTo>
                    <a:lnTo>
                      <a:pt x="0" y="19812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F520C40-EDAA-579A-7CDC-214F99CBB306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44" name="Text 13">
              <a:extLst>
                <a:ext uri="{FF2B5EF4-FFF2-40B4-BE49-F238E27FC236}">
                  <a16:creationId xmlns:a16="http://schemas.microsoft.com/office/drawing/2014/main" id="{77E6AA68-C97B-392C-AB2C-C3ECE2BC406E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2F6D28B-341B-7BDB-B31C-ACF963EE26CD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7E23A8C-7B13-59FC-260E-9D462A05ED46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A3E03FE-479E-3FDC-4298-60FDD0C91DBF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FC2A812-AD8B-C202-790F-0D61D2098303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EF53706B-6D78-42FE-864B-B01869FDA144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Text 13">
              <a:extLst>
                <a:ext uri="{FF2B5EF4-FFF2-40B4-BE49-F238E27FC236}">
                  <a16:creationId xmlns:a16="http://schemas.microsoft.com/office/drawing/2014/main" id="{4C2588C0-DBB6-2DFD-AC52-567453D7559B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57" name="Text 13">
              <a:extLst>
                <a:ext uri="{FF2B5EF4-FFF2-40B4-BE49-F238E27FC236}">
                  <a16:creationId xmlns:a16="http://schemas.microsoft.com/office/drawing/2014/main" id="{EEFF657A-F351-DAE8-5436-4E52E6131829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58" name="Text 13">
              <a:extLst>
                <a:ext uri="{FF2B5EF4-FFF2-40B4-BE49-F238E27FC236}">
                  <a16:creationId xmlns:a16="http://schemas.microsoft.com/office/drawing/2014/main" id="{E8A5874D-1495-D45F-E334-5826BE9E61BA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588936C-CC2C-41B9-B06C-61D6FA6A3ADA}"/>
              </a:ext>
            </a:extLst>
          </p:cNvPr>
          <p:cNvSpPr/>
          <p:nvPr/>
        </p:nvSpPr>
        <p:spPr>
          <a:xfrm>
            <a:off x="1823241" y="933225"/>
            <a:ext cx="674117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2011388"/>
      </p:ext>
    </p:extLst>
  </p:cSld>
  <p:clrMapOvr>
    <a:masterClrMapping/>
  </p:clrMapOvr>
  <p:transition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891B6-2F01-47CB-B349-485350928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31D71E-18A0-CD6F-4F0D-FA74DD74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EE16B5-A0F6-5602-EFB2-B1520B2D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67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44615BA8-7B21-5505-3859-3D4D5E9C46F7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E4762E1-84BD-8E2F-0E7A-316F610C583F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47D3FD7-E76E-AD98-9FBC-C3F0BA4BDC2C}"/>
              </a:ext>
            </a:extLst>
          </p:cNvPr>
          <p:cNvGrpSpPr/>
          <p:nvPr/>
        </p:nvGrpSpPr>
        <p:grpSpPr>
          <a:xfrm>
            <a:off x="1767840" y="2249767"/>
            <a:ext cx="3835572" cy="1744549"/>
            <a:chOff x="1553029" y="2475792"/>
            <a:chExt cx="3672217" cy="1670250"/>
          </a:xfrm>
        </p:grpSpPr>
        <p:grpSp>
          <p:nvGrpSpPr>
            <p:cNvPr id="144" name="Graphic 4">
              <a:extLst>
                <a:ext uri="{FF2B5EF4-FFF2-40B4-BE49-F238E27FC236}">
                  <a16:creationId xmlns:a16="http://schemas.microsoft.com/office/drawing/2014/main" id="{DC95F3F4-F190-4FC8-12F1-5087B2506AB6}"/>
                </a:ext>
              </a:extLst>
            </p:cNvPr>
            <p:cNvGrpSpPr/>
            <p:nvPr/>
          </p:nvGrpSpPr>
          <p:grpSpPr>
            <a:xfrm>
              <a:off x="2533207" y="3359231"/>
              <a:ext cx="552213" cy="276074"/>
              <a:chOff x="2533207" y="3359231"/>
              <a:chExt cx="552213" cy="276074"/>
            </a:xfrm>
            <a:noFill/>
          </p:grpSpPr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27FA1B6C-B9CD-5DD3-E672-BD799AE94248}"/>
                  </a:ext>
                </a:extLst>
              </p:cNvPr>
              <p:cNvSpPr/>
              <p:nvPr/>
            </p:nvSpPr>
            <p:spPr>
              <a:xfrm>
                <a:off x="2533207" y="3359231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9" name="Picture 208">
                <a:extLst>
                  <a:ext uri="{FF2B5EF4-FFF2-40B4-BE49-F238E27FC236}">
                    <a16:creationId xmlns:a16="http://schemas.microsoft.com/office/drawing/2014/main" id="{F9988AF5-4A9F-5765-81A0-077A716E2E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3738" y="3410995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9E55303-7DAB-8386-21BC-93680A9BAB97}"/>
                </a:ext>
              </a:extLst>
            </p:cNvPr>
            <p:cNvGrpSpPr/>
            <p:nvPr/>
          </p:nvGrpSpPr>
          <p:grpSpPr>
            <a:xfrm>
              <a:off x="1553029" y="2820885"/>
              <a:ext cx="1180354" cy="1325157"/>
              <a:chOff x="1553029" y="2820885"/>
              <a:chExt cx="1180354" cy="1325157"/>
            </a:xfrm>
          </p:grpSpPr>
          <p:grpSp>
            <p:nvGrpSpPr>
              <p:cNvPr id="178" name="Graphic 4">
                <a:extLst>
                  <a:ext uri="{FF2B5EF4-FFF2-40B4-BE49-F238E27FC236}">
                    <a16:creationId xmlns:a16="http://schemas.microsoft.com/office/drawing/2014/main" id="{86C6164B-AAA4-51A0-F62D-657C7D673854}"/>
                  </a:ext>
                </a:extLst>
              </p:cNvPr>
              <p:cNvGrpSpPr/>
              <p:nvPr/>
            </p:nvGrpSpPr>
            <p:grpSpPr>
              <a:xfrm>
                <a:off x="2514156" y="3483464"/>
                <a:ext cx="191617" cy="55214"/>
                <a:chOff x="2514156" y="3483464"/>
                <a:chExt cx="191617" cy="55214"/>
              </a:xfrm>
            </p:grpSpPr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id="{6A832C4B-0D5D-B2DD-A022-F6190BEF4AEA}"/>
                    </a:ext>
                  </a:extLst>
                </p:cNvPr>
                <p:cNvSpPr/>
                <p:nvPr/>
              </p:nvSpPr>
              <p:spPr>
                <a:xfrm>
                  <a:off x="2555572" y="3511072"/>
                  <a:ext cx="150201" cy="6901"/>
                </a:xfrm>
                <a:custGeom>
                  <a:avLst/>
                  <a:gdLst>
                    <a:gd name="csX0" fmla="*/ 150202 w 150201"/>
                    <a:gd name="csY0" fmla="*/ 0 h 6901"/>
                    <a:gd name="csX1" fmla="*/ 0 w 150201"/>
                    <a:gd name="csY1" fmla="*/ 0 h 69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0201" h="6901">
                      <a:moveTo>
                        <a:pt x="15020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7" name="Freeform 206">
                  <a:extLst>
                    <a:ext uri="{FF2B5EF4-FFF2-40B4-BE49-F238E27FC236}">
                      <a16:creationId xmlns:a16="http://schemas.microsoft.com/office/drawing/2014/main" id="{2DB0E00E-EBBF-0CA2-A005-AB4EAD469DC5}"/>
                    </a:ext>
                  </a:extLst>
                </p:cNvPr>
                <p:cNvSpPr/>
                <p:nvPr/>
              </p:nvSpPr>
              <p:spPr>
                <a:xfrm>
                  <a:off x="2514156" y="3483464"/>
                  <a:ext cx="55221" cy="55214"/>
                </a:xfrm>
                <a:custGeom>
                  <a:avLst/>
                  <a:gdLst>
                    <a:gd name="csX0" fmla="*/ 0 w 55221"/>
                    <a:gd name="csY0" fmla="*/ 27607 h 55214"/>
                    <a:gd name="csX1" fmla="*/ 55221 w 55221"/>
                    <a:gd name="csY1" fmla="*/ 0 h 55214"/>
                    <a:gd name="csX2" fmla="*/ 41416 w 55221"/>
                    <a:gd name="csY2" fmla="*/ 27607 h 55214"/>
                    <a:gd name="csX3" fmla="*/ 55221 w 55221"/>
                    <a:gd name="csY3" fmla="*/ 55215 h 5521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214">
                      <a:moveTo>
                        <a:pt x="0" y="27607"/>
                      </a:moveTo>
                      <a:lnTo>
                        <a:pt x="55221" y="0"/>
                      </a:lnTo>
                      <a:lnTo>
                        <a:pt x="41416" y="27607"/>
                      </a:lnTo>
                      <a:lnTo>
                        <a:pt x="55221" y="552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79" name="Graphic 4">
                <a:extLst>
                  <a:ext uri="{FF2B5EF4-FFF2-40B4-BE49-F238E27FC236}">
                    <a16:creationId xmlns:a16="http://schemas.microsoft.com/office/drawing/2014/main" id="{01535833-3915-0D4F-17C7-C016DE660702}"/>
                  </a:ext>
                </a:extLst>
              </p:cNvPr>
              <p:cNvGrpSpPr/>
              <p:nvPr/>
            </p:nvGrpSpPr>
            <p:grpSpPr>
              <a:xfrm>
                <a:off x="2298861" y="3649109"/>
                <a:ext cx="55221" cy="260614"/>
                <a:chOff x="2298861" y="3649109"/>
                <a:chExt cx="55221" cy="260614"/>
              </a:xfrm>
            </p:grpSpPr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id="{F2E3E135-9648-CC0E-B808-F0C46CE86502}"/>
                    </a:ext>
                  </a:extLst>
                </p:cNvPr>
                <p:cNvSpPr/>
                <p:nvPr/>
              </p:nvSpPr>
              <p:spPr>
                <a:xfrm>
                  <a:off x="2326127" y="3649109"/>
                  <a:ext cx="414" cy="219203"/>
                </a:xfrm>
                <a:custGeom>
                  <a:avLst/>
                  <a:gdLst>
                    <a:gd name="csX0" fmla="*/ 0 w 414"/>
                    <a:gd name="csY0" fmla="*/ 0 h 219203"/>
                    <a:gd name="csX1" fmla="*/ 0 w 414"/>
                    <a:gd name="csY1" fmla="*/ 138037 h 219203"/>
                    <a:gd name="csX2" fmla="*/ 414 w 414"/>
                    <a:gd name="csY2" fmla="*/ 219203 h 2192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14" h="219203">
                      <a:moveTo>
                        <a:pt x="0" y="0"/>
                      </a:moveTo>
                      <a:lnTo>
                        <a:pt x="0" y="138037"/>
                      </a:lnTo>
                      <a:lnTo>
                        <a:pt x="414" y="219203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5" name="Freeform 204">
                  <a:extLst>
                    <a:ext uri="{FF2B5EF4-FFF2-40B4-BE49-F238E27FC236}">
                      <a16:creationId xmlns:a16="http://schemas.microsoft.com/office/drawing/2014/main" id="{4711C20C-8D54-6CF9-BA13-1FCA58A3B9BB}"/>
                    </a:ext>
                  </a:extLst>
                </p:cNvPr>
                <p:cNvSpPr/>
                <p:nvPr/>
              </p:nvSpPr>
              <p:spPr>
                <a:xfrm>
                  <a:off x="2298861" y="3854370"/>
                  <a:ext cx="55221" cy="55353"/>
                </a:xfrm>
                <a:custGeom>
                  <a:avLst/>
                  <a:gdLst>
                    <a:gd name="csX0" fmla="*/ 27887 w 55221"/>
                    <a:gd name="csY0" fmla="*/ 55353 h 55353"/>
                    <a:gd name="csX1" fmla="*/ 0 w 55221"/>
                    <a:gd name="csY1" fmla="*/ 276 h 55353"/>
                    <a:gd name="csX2" fmla="*/ 27680 w 55221"/>
                    <a:gd name="csY2" fmla="*/ 13942 h 55353"/>
                    <a:gd name="csX3" fmla="*/ 55221 w 55221"/>
                    <a:gd name="csY3" fmla="*/ 0 h 55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353">
                      <a:moveTo>
                        <a:pt x="27887" y="55353"/>
                      </a:moveTo>
                      <a:lnTo>
                        <a:pt x="0" y="276"/>
                      </a:lnTo>
                      <a:lnTo>
                        <a:pt x="27680" y="13942"/>
                      </a:lnTo>
                      <a:lnTo>
                        <a:pt x="552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0" name="Graphic 4">
                <a:extLst>
                  <a:ext uri="{FF2B5EF4-FFF2-40B4-BE49-F238E27FC236}">
                    <a16:creationId xmlns:a16="http://schemas.microsoft.com/office/drawing/2014/main" id="{653BDBE1-43CE-6C61-9A20-A180BF774D6E}"/>
                  </a:ext>
                </a:extLst>
              </p:cNvPr>
              <p:cNvGrpSpPr/>
              <p:nvPr/>
            </p:nvGrpSpPr>
            <p:grpSpPr>
              <a:xfrm>
                <a:off x="1953728" y="3649109"/>
                <a:ext cx="55221" cy="260614"/>
                <a:chOff x="1953728" y="3649109"/>
                <a:chExt cx="55221" cy="260614"/>
              </a:xfrm>
            </p:grpSpPr>
            <p:sp>
              <p:nvSpPr>
                <p:cNvPr id="202" name="Freeform 201">
                  <a:extLst>
                    <a:ext uri="{FF2B5EF4-FFF2-40B4-BE49-F238E27FC236}">
                      <a16:creationId xmlns:a16="http://schemas.microsoft.com/office/drawing/2014/main" id="{A610878D-C884-D3FC-0B14-A411E630B34C}"/>
                    </a:ext>
                  </a:extLst>
                </p:cNvPr>
                <p:cNvSpPr/>
                <p:nvPr/>
              </p:nvSpPr>
              <p:spPr>
                <a:xfrm>
                  <a:off x="1980994" y="3649109"/>
                  <a:ext cx="414" cy="219203"/>
                </a:xfrm>
                <a:custGeom>
                  <a:avLst/>
                  <a:gdLst>
                    <a:gd name="csX0" fmla="*/ 0 w 414"/>
                    <a:gd name="csY0" fmla="*/ 0 h 219203"/>
                    <a:gd name="csX1" fmla="*/ 0 w 414"/>
                    <a:gd name="csY1" fmla="*/ 138037 h 219203"/>
                    <a:gd name="csX2" fmla="*/ 414 w 414"/>
                    <a:gd name="csY2" fmla="*/ 219203 h 2192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14" h="219203">
                      <a:moveTo>
                        <a:pt x="0" y="0"/>
                      </a:moveTo>
                      <a:lnTo>
                        <a:pt x="0" y="138037"/>
                      </a:lnTo>
                      <a:lnTo>
                        <a:pt x="414" y="219203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id="{00B17BB5-AC56-BEF4-36AB-CEF3B2DC1D15}"/>
                    </a:ext>
                  </a:extLst>
                </p:cNvPr>
                <p:cNvSpPr/>
                <p:nvPr/>
              </p:nvSpPr>
              <p:spPr>
                <a:xfrm>
                  <a:off x="1953728" y="3854370"/>
                  <a:ext cx="55221" cy="55353"/>
                </a:xfrm>
                <a:custGeom>
                  <a:avLst/>
                  <a:gdLst>
                    <a:gd name="csX0" fmla="*/ 27887 w 55221"/>
                    <a:gd name="csY0" fmla="*/ 55353 h 55353"/>
                    <a:gd name="csX1" fmla="*/ 0 w 55221"/>
                    <a:gd name="csY1" fmla="*/ 276 h 55353"/>
                    <a:gd name="csX2" fmla="*/ 27680 w 55221"/>
                    <a:gd name="csY2" fmla="*/ 13942 h 55353"/>
                    <a:gd name="csX3" fmla="*/ 55221 w 55221"/>
                    <a:gd name="csY3" fmla="*/ 0 h 55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353">
                      <a:moveTo>
                        <a:pt x="27887" y="55353"/>
                      </a:moveTo>
                      <a:lnTo>
                        <a:pt x="0" y="276"/>
                      </a:lnTo>
                      <a:lnTo>
                        <a:pt x="27680" y="13942"/>
                      </a:lnTo>
                      <a:lnTo>
                        <a:pt x="552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1" name="Graphic 4">
                <a:extLst>
                  <a:ext uri="{FF2B5EF4-FFF2-40B4-BE49-F238E27FC236}">
                    <a16:creationId xmlns:a16="http://schemas.microsoft.com/office/drawing/2014/main" id="{6DE82928-3D80-542C-502B-49FA542E6FDE}"/>
                  </a:ext>
                </a:extLst>
              </p:cNvPr>
              <p:cNvGrpSpPr/>
              <p:nvPr/>
            </p:nvGrpSpPr>
            <p:grpSpPr>
              <a:xfrm>
                <a:off x="1808427" y="3373034"/>
                <a:ext cx="690266" cy="276074"/>
                <a:chOff x="1808427" y="3373034"/>
                <a:chExt cx="690266" cy="276074"/>
              </a:xfrm>
              <a:solidFill>
                <a:srgbClr val="D5E8D4"/>
              </a:solidFill>
            </p:grpSpPr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71DFF49D-10B4-F264-8FAA-A39852F80B5B}"/>
                    </a:ext>
                  </a:extLst>
                </p:cNvPr>
                <p:cNvSpPr/>
                <p:nvPr/>
              </p:nvSpPr>
              <p:spPr>
                <a:xfrm>
                  <a:off x="1808427" y="3373034"/>
                  <a:ext cx="690266" cy="276074"/>
                </a:xfrm>
                <a:prstGeom prst="rect">
                  <a:avLst/>
                </a:prstGeom>
                <a:solidFill>
                  <a:srgbClr val="D5E8D4"/>
                </a:solidFill>
                <a:ln w="13805" cap="flat">
                  <a:solidFill>
                    <a:srgbClr val="82B36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01" name="Picture 200">
                  <a:extLst>
                    <a:ext uri="{FF2B5EF4-FFF2-40B4-BE49-F238E27FC236}">
                      <a16:creationId xmlns:a16="http://schemas.microsoft.com/office/drawing/2014/main" id="{F19074E1-4E34-463D-43B2-D24FE4DE12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15330" y="3431700"/>
                  <a:ext cx="676461" cy="186350"/>
                </a:xfrm>
                <a:custGeom>
                  <a:avLst/>
                  <a:gdLst>
                    <a:gd name="csX0" fmla="*/ 0 w 676461"/>
                    <a:gd name="csY0" fmla="*/ 0 h 186350"/>
                    <a:gd name="csX1" fmla="*/ 676461 w 676461"/>
                    <a:gd name="csY1" fmla="*/ 0 h 186350"/>
                    <a:gd name="csX2" fmla="*/ 676461 w 676461"/>
                    <a:gd name="csY2" fmla="*/ 186350 h 186350"/>
                    <a:gd name="csX3" fmla="*/ 0 w 676461"/>
                    <a:gd name="csY3" fmla="*/ 186350 h 1863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76461" h="186350">
                      <a:moveTo>
                        <a:pt x="0" y="0"/>
                      </a:moveTo>
                      <a:lnTo>
                        <a:pt x="676461" y="0"/>
                      </a:lnTo>
                      <a:lnTo>
                        <a:pt x="676461" y="186350"/>
                      </a:lnTo>
                      <a:lnTo>
                        <a:pt x="0" y="18635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2" name="Graphic 4">
                <a:extLst>
                  <a:ext uri="{FF2B5EF4-FFF2-40B4-BE49-F238E27FC236}">
                    <a16:creationId xmlns:a16="http://schemas.microsoft.com/office/drawing/2014/main" id="{845C3463-E01E-015C-97BF-98065DDC77D5}"/>
                  </a:ext>
                </a:extLst>
              </p:cNvPr>
              <p:cNvGrpSpPr/>
              <p:nvPr/>
            </p:nvGrpSpPr>
            <p:grpSpPr>
              <a:xfrm>
                <a:off x="1773914" y="3600796"/>
                <a:ext cx="207079" cy="276074"/>
                <a:chOff x="1773914" y="3600796"/>
                <a:chExt cx="207079" cy="276074"/>
              </a:xfrm>
              <a:noFill/>
            </p:grpSpPr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48065C1E-C01A-C10F-6C93-7FF870B5044C}"/>
                    </a:ext>
                  </a:extLst>
                </p:cNvPr>
                <p:cNvSpPr/>
                <p:nvPr/>
              </p:nvSpPr>
              <p:spPr>
                <a:xfrm>
                  <a:off x="1773914" y="3600796"/>
                  <a:ext cx="20707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9" name="Picture 198">
                  <a:extLst>
                    <a:ext uri="{FF2B5EF4-FFF2-40B4-BE49-F238E27FC236}">
                      <a16:creationId xmlns:a16="http://schemas.microsoft.com/office/drawing/2014/main" id="{C008EBBD-1034-2A29-4A04-E5FF7CAD52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9489" y="3666363"/>
                  <a:ext cx="75929" cy="172546"/>
                </a:xfrm>
                <a:custGeom>
                  <a:avLst/>
                  <a:gdLst>
                    <a:gd name="csX0" fmla="*/ 0 w 75929"/>
                    <a:gd name="csY0" fmla="*/ 0 h 172546"/>
                    <a:gd name="csX1" fmla="*/ 75929 w 75929"/>
                    <a:gd name="csY1" fmla="*/ 0 h 172546"/>
                    <a:gd name="csX2" fmla="*/ 75929 w 75929"/>
                    <a:gd name="csY2" fmla="*/ 172547 h 172546"/>
                    <a:gd name="csX3" fmla="*/ 0 w 75929"/>
                    <a:gd name="csY3" fmla="*/ 172547 h 1725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929" h="172546">
                      <a:moveTo>
                        <a:pt x="0" y="0"/>
                      </a:moveTo>
                      <a:lnTo>
                        <a:pt x="75929" y="0"/>
                      </a:lnTo>
                      <a:lnTo>
                        <a:pt x="75929" y="172547"/>
                      </a:lnTo>
                      <a:lnTo>
                        <a:pt x="0" y="17254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3" name="Graphic 4">
                <a:extLst>
                  <a:ext uri="{FF2B5EF4-FFF2-40B4-BE49-F238E27FC236}">
                    <a16:creationId xmlns:a16="http://schemas.microsoft.com/office/drawing/2014/main" id="{E58156CD-C167-889E-A9FB-FBA881B192C7}"/>
                  </a:ext>
                </a:extLst>
              </p:cNvPr>
              <p:cNvGrpSpPr/>
              <p:nvPr/>
            </p:nvGrpSpPr>
            <p:grpSpPr>
              <a:xfrm>
                <a:off x="2319224" y="3607698"/>
                <a:ext cx="207079" cy="276074"/>
                <a:chOff x="2319224" y="3607698"/>
                <a:chExt cx="207079" cy="276074"/>
              </a:xfrm>
              <a:noFill/>
            </p:grpSpPr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872D93D1-1D26-8036-E7EE-DBC47D3D6178}"/>
                    </a:ext>
                  </a:extLst>
                </p:cNvPr>
                <p:cNvSpPr/>
                <p:nvPr/>
              </p:nvSpPr>
              <p:spPr>
                <a:xfrm>
                  <a:off x="2319224" y="3607698"/>
                  <a:ext cx="20707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7" name="Picture 196">
                  <a:extLst>
                    <a:ext uri="{FF2B5EF4-FFF2-40B4-BE49-F238E27FC236}">
                      <a16:creationId xmlns:a16="http://schemas.microsoft.com/office/drawing/2014/main" id="{53FF0135-1FFB-C3D6-BDF8-ED2DC19411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84800" y="3673265"/>
                  <a:ext cx="75929" cy="172546"/>
                </a:xfrm>
                <a:custGeom>
                  <a:avLst/>
                  <a:gdLst>
                    <a:gd name="csX0" fmla="*/ 0 w 75929"/>
                    <a:gd name="csY0" fmla="*/ 0 h 172546"/>
                    <a:gd name="csX1" fmla="*/ 75929 w 75929"/>
                    <a:gd name="csY1" fmla="*/ 0 h 172546"/>
                    <a:gd name="csX2" fmla="*/ 75929 w 75929"/>
                    <a:gd name="csY2" fmla="*/ 172547 h 172546"/>
                    <a:gd name="csX3" fmla="*/ 0 w 75929"/>
                    <a:gd name="csY3" fmla="*/ 172547 h 1725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929" h="172546">
                      <a:moveTo>
                        <a:pt x="0" y="0"/>
                      </a:moveTo>
                      <a:lnTo>
                        <a:pt x="75929" y="0"/>
                      </a:lnTo>
                      <a:lnTo>
                        <a:pt x="75929" y="172547"/>
                      </a:lnTo>
                      <a:lnTo>
                        <a:pt x="0" y="17254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4" name="Graphic 4">
                <a:extLst>
                  <a:ext uri="{FF2B5EF4-FFF2-40B4-BE49-F238E27FC236}">
                    <a16:creationId xmlns:a16="http://schemas.microsoft.com/office/drawing/2014/main" id="{5ECA00BD-66F2-2719-28D8-91847CCF3CB1}"/>
                  </a:ext>
                </a:extLst>
              </p:cNvPr>
              <p:cNvGrpSpPr/>
              <p:nvPr/>
            </p:nvGrpSpPr>
            <p:grpSpPr>
              <a:xfrm>
                <a:off x="1877454" y="2820885"/>
                <a:ext cx="552213" cy="276074"/>
                <a:chOff x="1877454" y="2820885"/>
                <a:chExt cx="552213" cy="276074"/>
              </a:xfrm>
              <a:noFill/>
            </p:grpSpPr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040CE504-8D9A-FB80-5E60-C9CA8A4E71F1}"/>
                    </a:ext>
                  </a:extLst>
                </p:cNvPr>
                <p:cNvSpPr/>
                <p:nvPr/>
              </p:nvSpPr>
              <p:spPr>
                <a:xfrm>
                  <a:off x="1877454" y="2820885"/>
                  <a:ext cx="552213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5" name="Picture 194">
                  <a:extLst>
                    <a:ext uri="{FF2B5EF4-FFF2-40B4-BE49-F238E27FC236}">
                      <a16:creationId xmlns:a16="http://schemas.microsoft.com/office/drawing/2014/main" id="{84688AE8-852C-3DDD-85BF-5B36AA6F8F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87985" y="2872649"/>
                  <a:ext cx="131150" cy="217408"/>
                </a:xfrm>
                <a:custGeom>
                  <a:avLst/>
                  <a:gdLst>
                    <a:gd name="csX0" fmla="*/ 0 w 131150"/>
                    <a:gd name="csY0" fmla="*/ 0 h 217408"/>
                    <a:gd name="csX1" fmla="*/ 131151 w 131150"/>
                    <a:gd name="csY1" fmla="*/ 0 h 217408"/>
                    <a:gd name="csX2" fmla="*/ 131151 w 131150"/>
                    <a:gd name="csY2" fmla="*/ 217409 h 217408"/>
                    <a:gd name="csX3" fmla="*/ 0 w 131150"/>
                    <a:gd name="csY3" fmla="*/ 217409 h 217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31150" h="217408">
                      <a:moveTo>
                        <a:pt x="0" y="0"/>
                      </a:moveTo>
                      <a:lnTo>
                        <a:pt x="131151" y="0"/>
                      </a:lnTo>
                      <a:lnTo>
                        <a:pt x="131151" y="217409"/>
                      </a:lnTo>
                      <a:lnTo>
                        <a:pt x="0" y="21740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5" name="Graphic 4">
                <a:extLst>
                  <a:ext uri="{FF2B5EF4-FFF2-40B4-BE49-F238E27FC236}">
                    <a16:creationId xmlns:a16="http://schemas.microsoft.com/office/drawing/2014/main" id="{7E19291C-0909-6D2D-C7FA-5C373AF71E34}"/>
                  </a:ext>
                </a:extLst>
              </p:cNvPr>
              <p:cNvGrpSpPr/>
              <p:nvPr/>
            </p:nvGrpSpPr>
            <p:grpSpPr>
              <a:xfrm>
                <a:off x="2126088" y="3096960"/>
                <a:ext cx="55221" cy="260614"/>
                <a:chOff x="2126088" y="3096960"/>
                <a:chExt cx="55221" cy="260614"/>
              </a:xfrm>
            </p:grpSpPr>
            <p:sp>
              <p:nvSpPr>
                <p:cNvPr id="192" name="Freeform 191">
                  <a:extLst>
                    <a:ext uri="{FF2B5EF4-FFF2-40B4-BE49-F238E27FC236}">
                      <a16:creationId xmlns:a16="http://schemas.microsoft.com/office/drawing/2014/main" id="{C46A2CAE-D31C-F6A0-78C4-3E97DCAB5B6F}"/>
                    </a:ext>
                  </a:extLst>
                </p:cNvPr>
                <p:cNvSpPr/>
                <p:nvPr/>
              </p:nvSpPr>
              <p:spPr>
                <a:xfrm>
                  <a:off x="2151559" y="3096960"/>
                  <a:ext cx="3382" cy="219272"/>
                </a:xfrm>
                <a:custGeom>
                  <a:avLst/>
                  <a:gdLst>
                    <a:gd name="csX0" fmla="*/ 0 w 3382"/>
                    <a:gd name="csY0" fmla="*/ 0 h 219272"/>
                    <a:gd name="csX1" fmla="*/ 3382 w 3382"/>
                    <a:gd name="csY1" fmla="*/ 144939 h 219272"/>
                    <a:gd name="csX2" fmla="*/ 1864 w 3382"/>
                    <a:gd name="csY2" fmla="*/ 219272 h 2192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382" h="219272">
                      <a:moveTo>
                        <a:pt x="0" y="0"/>
                      </a:moveTo>
                      <a:lnTo>
                        <a:pt x="3382" y="144939"/>
                      </a:lnTo>
                      <a:lnTo>
                        <a:pt x="1864" y="219272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93" name="Freeform 192">
                  <a:extLst>
                    <a:ext uri="{FF2B5EF4-FFF2-40B4-BE49-F238E27FC236}">
                      <a16:creationId xmlns:a16="http://schemas.microsoft.com/office/drawing/2014/main" id="{AA713A84-C5A6-5033-8DEA-421D3D106205}"/>
                    </a:ext>
                  </a:extLst>
                </p:cNvPr>
                <p:cNvSpPr/>
                <p:nvPr/>
              </p:nvSpPr>
              <p:spPr>
                <a:xfrm>
                  <a:off x="2126088" y="3301807"/>
                  <a:ext cx="55221" cy="55767"/>
                </a:xfrm>
                <a:custGeom>
                  <a:avLst/>
                  <a:gdLst>
                    <a:gd name="csX0" fmla="*/ 26506 w 55221"/>
                    <a:gd name="csY0" fmla="*/ 55767 h 55767"/>
                    <a:gd name="csX1" fmla="*/ 0 w 55221"/>
                    <a:gd name="csY1" fmla="*/ 0 h 55767"/>
                    <a:gd name="csX2" fmla="*/ 27335 w 55221"/>
                    <a:gd name="csY2" fmla="*/ 14425 h 55767"/>
                    <a:gd name="csX3" fmla="*/ 55221 w 55221"/>
                    <a:gd name="csY3" fmla="*/ 1173 h 557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767">
                      <a:moveTo>
                        <a:pt x="26506" y="55767"/>
                      </a:moveTo>
                      <a:lnTo>
                        <a:pt x="0" y="0"/>
                      </a:lnTo>
                      <a:lnTo>
                        <a:pt x="27335" y="14425"/>
                      </a:lnTo>
                      <a:lnTo>
                        <a:pt x="55221" y="11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6" name="Graphic 4">
                <a:extLst>
                  <a:ext uri="{FF2B5EF4-FFF2-40B4-BE49-F238E27FC236}">
                    <a16:creationId xmlns:a16="http://schemas.microsoft.com/office/drawing/2014/main" id="{18CFFB22-011A-E0FB-0A45-6CACC98CD6DF}"/>
                  </a:ext>
                </a:extLst>
              </p:cNvPr>
              <p:cNvGrpSpPr/>
              <p:nvPr/>
            </p:nvGrpSpPr>
            <p:grpSpPr>
              <a:xfrm>
                <a:off x="1553029" y="3869968"/>
                <a:ext cx="828319" cy="276074"/>
                <a:chOff x="1553029" y="3869968"/>
                <a:chExt cx="828319" cy="276074"/>
              </a:xfrm>
              <a:noFill/>
            </p:grpSpPr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A9F26D96-069C-4C6A-79D9-4BD7CD0B9028}"/>
                    </a:ext>
                  </a:extLst>
                </p:cNvPr>
                <p:cNvSpPr/>
                <p:nvPr/>
              </p:nvSpPr>
              <p:spPr>
                <a:xfrm>
                  <a:off x="1553029" y="3869968"/>
                  <a:ext cx="82831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1" name="Picture 190">
                  <a:extLst>
                    <a:ext uri="{FF2B5EF4-FFF2-40B4-BE49-F238E27FC236}">
                      <a16:creationId xmlns:a16="http://schemas.microsoft.com/office/drawing/2014/main" id="{D06367D4-5E1D-F319-D4CB-AB72D1C96E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56746" y="3921732"/>
                  <a:ext cx="220885" cy="217408"/>
                </a:xfrm>
                <a:custGeom>
                  <a:avLst/>
                  <a:gdLst>
                    <a:gd name="csX0" fmla="*/ 0 w 220885"/>
                    <a:gd name="csY0" fmla="*/ 0 h 217408"/>
                    <a:gd name="csX1" fmla="*/ 220885 w 220885"/>
                    <a:gd name="csY1" fmla="*/ 0 h 217408"/>
                    <a:gd name="csX2" fmla="*/ 220885 w 220885"/>
                    <a:gd name="csY2" fmla="*/ 217409 h 217408"/>
                    <a:gd name="csX3" fmla="*/ 0 w 220885"/>
                    <a:gd name="csY3" fmla="*/ 217409 h 217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20885" h="217408">
                      <a:moveTo>
                        <a:pt x="0" y="0"/>
                      </a:moveTo>
                      <a:lnTo>
                        <a:pt x="220885" y="0"/>
                      </a:lnTo>
                      <a:lnTo>
                        <a:pt x="220885" y="217409"/>
                      </a:lnTo>
                      <a:lnTo>
                        <a:pt x="0" y="21740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7" name="Graphic 4">
                <a:extLst>
                  <a:ext uri="{FF2B5EF4-FFF2-40B4-BE49-F238E27FC236}">
                    <a16:creationId xmlns:a16="http://schemas.microsoft.com/office/drawing/2014/main" id="{34025244-E274-401E-EB30-D3883ECF0BE9}"/>
                  </a:ext>
                </a:extLst>
              </p:cNvPr>
              <p:cNvGrpSpPr/>
              <p:nvPr/>
            </p:nvGrpSpPr>
            <p:grpSpPr>
              <a:xfrm>
                <a:off x="1905064" y="3869968"/>
                <a:ext cx="828319" cy="276074"/>
                <a:chOff x="1905064" y="3869968"/>
                <a:chExt cx="828319" cy="276074"/>
              </a:xfrm>
              <a:noFill/>
            </p:grpSpPr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4C5DBDF7-DAB2-2752-73C0-E5B081FC6F26}"/>
                    </a:ext>
                  </a:extLst>
                </p:cNvPr>
                <p:cNvSpPr/>
                <p:nvPr/>
              </p:nvSpPr>
              <p:spPr>
                <a:xfrm>
                  <a:off x="1905064" y="3869968"/>
                  <a:ext cx="82831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9" name="Picture 188">
                  <a:extLst>
                    <a:ext uri="{FF2B5EF4-FFF2-40B4-BE49-F238E27FC236}">
                      <a16:creationId xmlns:a16="http://schemas.microsoft.com/office/drawing/2014/main" id="{5644704A-89CF-6CB0-1F71-D8C55A0A8B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08782" y="3921732"/>
                  <a:ext cx="220885" cy="217408"/>
                </a:xfrm>
                <a:custGeom>
                  <a:avLst/>
                  <a:gdLst>
                    <a:gd name="csX0" fmla="*/ 0 w 220885"/>
                    <a:gd name="csY0" fmla="*/ 0 h 217408"/>
                    <a:gd name="csX1" fmla="*/ 220885 w 220885"/>
                    <a:gd name="csY1" fmla="*/ 0 h 217408"/>
                    <a:gd name="csX2" fmla="*/ 220885 w 220885"/>
                    <a:gd name="csY2" fmla="*/ 217409 h 217408"/>
                    <a:gd name="csX3" fmla="*/ 0 w 220885"/>
                    <a:gd name="csY3" fmla="*/ 217409 h 217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20885" h="217408">
                      <a:moveTo>
                        <a:pt x="0" y="0"/>
                      </a:moveTo>
                      <a:lnTo>
                        <a:pt x="220885" y="0"/>
                      </a:lnTo>
                      <a:lnTo>
                        <a:pt x="220885" y="217409"/>
                      </a:lnTo>
                      <a:lnTo>
                        <a:pt x="0" y="21740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49" name="Graphic 4">
              <a:extLst>
                <a:ext uri="{FF2B5EF4-FFF2-40B4-BE49-F238E27FC236}">
                  <a16:creationId xmlns:a16="http://schemas.microsoft.com/office/drawing/2014/main" id="{C38727B2-A3E5-3A9D-E15A-A7469D280AA0}"/>
                </a:ext>
              </a:extLst>
            </p:cNvPr>
            <p:cNvGrpSpPr/>
            <p:nvPr/>
          </p:nvGrpSpPr>
          <p:grpSpPr>
            <a:xfrm>
              <a:off x="2949023" y="3304016"/>
              <a:ext cx="308963" cy="234663"/>
              <a:chOff x="2949023" y="3304016"/>
              <a:chExt cx="308963" cy="234663"/>
            </a:xfrm>
          </p:grpSpPr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7B239D97-D5D0-4050-DD28-FF67AC2BDD87}"/>
                  </a:ext>
                </a:extLst>
              </p:cNvPr>
              <p:cNvSpPr/>
              <p:nvPr/>
            </p:nvSpPr>
            <p:spPr>
              <a:xfrm>
                <a:off x="2990439" y="3304016"/>
                <a:ext cx="267547" cy="207055"/>
              </a:xfrm>
              <a:custGeom>
                <a:avLst/>
                <a:gdLst>
                  <a:gd name="csX0" fmla="*/ 267547 w 267547"/>
                  <a:gd name="csY0" fmla="*/ 0 h 207055"/>
                  <a:gd name="csX1" fmla="*/ 267547 w 267547"/>
                  <a:gd name="csY1" fmla="*/ 207056 h 207055"/>
                  <a:gd name="csX2" fmla="*/ 0 w 267547"/>
                  <a:gd name="csY2" fmla="*/ 207056 h 207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7547" h="207055">
                    <a:moveTo>
                      <a:pt x="267547" y="0"/>
                    </a:moveTo>
                    <a:lnTo>
                      <a:pt x="267547" y="207056"/>
                    </a:lnTo>
                    <a:lnTo>
                      <a:pt x="0" y="207056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17DC2B66-348D-5020-6A1F-CA1A45BB92A2}"/>
                  </a:ext>
                </a:extLst>
              </p:cNvPr>
              <p:cNvSpPr/>
              <p:nvPr/>
            </p:nvSpPr>
            <p:spPr>
              <a:xfrm>
                <a:off x="2949023" y="3483464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ED381108-5F1B-5060-6611-A150A798C688}"/>
                </a:ext>
              </a:extLst>
            </p:cNvPr>
            <p:cNvSpPr/>
            <p:nvPr/>
          </p:nvSpPr>
          <p:spPr>
            <a:xfrm>
              <a:off x="3603120" y="3304016"/>
              <a:ext cx="483" cy="207055"/>
            </a:xfrm>
            <a:custGeom>
              <a:avLst/>
              <a:gdLst>
                <a:gd name="csX0" fmla="*/ 0 w 483"/>
                <a:gd name="csY0" fmla="*/ 0 h 207055"/>
                <a:gd name="csX1" fmla="*/ 483 w 483"/>
                <a:gd name="csY1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3" h="207055">
                  <a:moveTo>
                    <a:pt x="0" y="0"/>
                  </a:moveTo>
                  <a:lnTo>
                    <a:pt x="483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54" name="Graphic 4">
              <a:extLst>
                <a:ext uri="{FF2B5EF4-FFF2-40B4-BE49-F238E27FC236}">
                  <a16:creationId xmlns:a16="http://schemas.microsoft.com/office/drawing/2014/main" id="{8AE439A6-299F-8DDE-95E5-2910265C527D}"/>
                </a:ext>
              </a:extLst>
            </p:cNvPr>
            <p:cNvGrpSpPr/>
            <p:nvPr/>
          </p:nvGrpSpPr>
          <p:grpSpPr>
            <a:xfrm>
              <a:off x="3085420" y="3027941"/>
              <a:ext cx="690266" cy="276074"/>
              <a:chOff x="3085420" y="3027941"/>
              <a:chExt cx="690266" cy="276074"/>
            </a:xfrm>
            <a:solidFill>
              <a:srgbClr val="FFE6CC"/>
            </a:solidFill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742E76AB-F128-FC2A-0E3A-88E837A356FC}"/>
                  </a:ext>
                </a:extLst>
              </p:cNvPr>
              <p:cNvSpPr/>
              <p:nvPr/>
            </p:nvSpPr>
            <p:spPr>
              <a:xfrm>
                <a:off x="3085420" y="3027941"/>
                <a:ext cx="690266" cy="276074"/>
              </a:xfrm>
              <a:prstGeom prst="rect">
                <a:avLst/>
              </a:prstGeom>
              <a:solidFill>
                <a:srgbClr val="FFE6CC"/>
              </a:solidFill>
              <a:ln w="13805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D6ADF543-EC10-1DE4-D4F2-4355ED21F0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2323" y="3086607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4">
              <a:extLst>
                <a:ext uri="{FF2B5EF4-FFF2-40B4-BE49-F238E27FC236}">
                  <a16:creationId xmlns:a16="http://schemas.microsoft.com/office/drawing/2014/main" id="{23363411-BB36-5240-A4F6-A5C7F93E4AE3}"/>
                </a:ext>
              </a:extLst>
            </p:cNvPr>
            <p:cNvGrpSpPr/>
            <p:nvPr/>
          </p:nvGrpSpPr>
          <p:grpSpPr>
            <a:xfrm>
              <a:off x="3054358" y="3241899"/>
              <a:ext cx="207079" cy="276074"/>
              <a:chOff x="3054358" y="3241899"/>
              <a:chExt cx="207079" cy="276074"/>
            </a:xfrm>
            <a:noFill/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AB78D623-9044-D7D7-4275-548D64022782}"/>
                  </a:ext>
                </a:extLst>
              </p:cNvPr>
              <p:cNvSpPr/>
              <p:nvPr/>
            </p:nvSpPr>
            <p:spPr>
              <a:xfrm>
                <a:off x="3054358" y="3241899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F7130268-361D-4DE5-1E7E-074FE9BC15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3385" y="3307467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156" name="Graphic 4">
              <a:extLst>
                <a:ext uri="{FF2B5EF4-FFF2-40B4-BE49-F238E27FC236}">
                  <a16:creationId xmlns:a16="http://schemas.microsoft.com/office/drawing/2014/main" id="{A1695185-B2D0-2013-45F5-7DD4B9E7B4EE}"/>
                </a:ext>
              </a:extLst>
            </p:cNvPr>
            <p:cNvGrpSpPr/>
            <p:nvPr/>
          </p:nvGrpSpPr>
          <p:grpSpPr>
            <a:xfrm>
              <a:off x="3599668" y="3248801"/>
              <a:ext cx="207079" cy="276074"/>
              <a:chOff x="3599668" y="3248801"/>
              <a:chExt cx="207079" cy="276074"/>
            </a:xfrm>
            <a:noFill/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716874BB-53B8-0D60-051C-F5C2D14110BC}"/>
                  </a:ext>
                </a:extLst>
              </p:cNvPr>
              <p:cNvSpPr/>
              <p:nvPr/>
            </p:nvSpPr>
            <p:spPr>
              <a:xfrm>
                <a:off x="3599668" y="3248801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1" name="Picture 170">
                <a:extLst>
                  <a:ext uri="{FF2B5EF4-FFF2-40B4-BE49-F238E27FC236}">
                    <a16:creationId xmlns:a16="http://schemas.microsoft.com/office/drawing/2014/main" id="{09D3C23D-89A0-4B0D-904B-67A78B5AC4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8695" y="3314368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299C4E13-9CF1-264D-E3EF-B2411F96B8A5}"/>
                </a:ext>
              </a:extLst>
            </p:cNvPr>
            <p:cNvSpPr/>
            <p:nvPr/>
          </p:nvSpPr>
          <p:spPr>
            <a:xfrm>
              <a:off x="3534093" y="3511072"/>
              <a:ext cx="138053" cy="6901"/>
            </a:xfrm>
            <a:custGeom>
              <a:avLst/>
              <a:gdLst>
                <a:gd name="csX0" fmla="*/ 0 w 138053"/>
                <a:gd name="csY0" fmla="*/ 0 h 6901"/>
                <a:gd name="csX1" fmla="*/ 138053 w 138053"/>
                <a:gd name="csY1" fmla="*/ 0 h 6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8053" h="6901">
                  <a:moveTo>
                    <a:pt x="0" y="0"/>
                  </a:moveTo>
                  <a:lnTo>
                    <a:pt x="138053" y="0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58" name="Graphic 4">
              <a:extLst>
                <a:ext uri="{FF2B5EF4-FFF2-40B4-BE49-F238E27FC236}">
                  <a16:creationId xmlns:a16="http://schemas.microsoft.com/office/drawing/2014/main" id="{A13665E7-11C1-120F-E796-B06D0CB39900}"/>
                </a:ext>
              </a:extLst>
            </p:cNvPr>
            <p:cNvGrpSpPr/>
            <p:nvPr/>
          </p:nvGrpSpPr>
          <p:grpSpPr>
            <a:xfrm>
              <a:off x="3154447" y="2475792"/>
              <a:ext cx="552213" cy="276074"/>
              <a:chOff x="3154447" y="2475792"/>
              <a:chExt cx="552213" cy="276074"/>
            </a:xfrm>
            <a:noFill/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65745AC9-7B30-6E48-9EF8-802E1B6112F6}"/>
                  </a:ext>
                </a:extLst>
              </p:cNvPr>
              <p:cNvSpPr/>
              <p:nvPr/>
            </p:nvSpPr>
            <p:spPr>
              <a:xfrm>
                <a:off x="3154447" y="2475792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18AB8253-11EF-0134-479F-A3CBA18C1D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4978" y="2527556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9" name="Graphic 4">
              <a:extLst>
                <a:ext uri="{FF2B5EF4-FFF2-40B4-BE49-F238E27FC236}">
                  <a16:creationId xmlns:a16="http://schemas.microsoft.com/office/drawing/2014/main" id="{0CD20FEB-A52D-08F0-FEA1-FDA432784FB8}"/>
                </a:ext>
              </a:extLst>
            </p:cNvPr>
            <p:cNvGrpSpPr/>
            <p:nvPr/>
          </p:nvGrpSpPr>
          <p:grpSpPr>
            <a:xfrm>
              <a:off x="3403081" y="2751866"/>
              <a:ext cx="55221" cy="260614"/>
              <a:chOff x="3403081" y="2751866"/>
              <a:chExt cx="55221" cy="260614"/>
            </a:xfrm>
          </p:grpSpPr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62B6E1CA-F1F5-581A-95CA-8507217C1582}"/>
                  </a:ext>
                </a:extLst>
              </p:cNvPr>
              <p:cNvSpPr/>
              <p:nvPr/>
            </p:nvSpPr>
            <p:spPr>
              <a:xfrm>
                <a:off x="3428551" y="2751866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4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4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D1C618B2-48C2-4600-F839-620B1650EAD7}"/>
                  </a:ext>
                </a:extLst>
              </p:cNvPr>
              <p:cNvSpPr/>
              <p:nvPr/>
            </p:nvSpPr>
            <p:spPr>
              <a:xfrm>
                <a:off x="3403081" y="2956714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5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5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0" name="Graphic 4">
              <a:extLst>
                <a:ext uri="{FF2B5EF4-FFF2-40B4-BE49-F238E27FC236}">
                  <a16:creationId xmlns:a16="http://schemas.microsoft.com/office/drawing/2014/main" id="{98AF710E-2B4F-2DA6-55C5-CEFD5BCF4CC9}"/>
                </a:ext>
              </a:extLst>
            </p:cNvPr>
            <p:cNvGrpSpPr/>
            <p:nvPr/>
          </p:nvGrpSpPr>
          <p:grpSpPr>
            <a:xfrm>
              <a:off x="3791148" y="3145273"/>
              <a:ext cx="191618" cy="55214"/>
              <a:chOff x="3791148" y="3145273"/>
              <a:chExt cx="191618" cy="55214"/>
            </a:xfrm>
          </p:grpSpPr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0C663C2A-A50F-7A80-D586-5D1C536AAFF8}"/>
                  </a:ext>
                </a:extLst>
              </p:cNvPr>
              <p:cNvSpPr/>
              <p:nvPr/>
            </p:nvSpPr>
            <p:spPr>
              <a:xfrm>
                <a:off x="3832564" y="3172880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AD7F667C-5FE8-BE46-ED00-D256A27C8C02}"/>
                  </a:ext>
                </a:extLst>
              </p:cNvPr>
              <p:cNvSpPr/>
              <p:nvPr/>
            </p:nvSpPr>
            <p:spPr>
              <a:xfrm>
                <a:off x="3791148" y="3145273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1" name="Graphic 4">
              <a:extLst>
                <a:ext uri="{FF2B5EF4-FFF2-40B4-BE49-F238E27FC236}">
                  <a16:creationId xmlns:a16="http://schemas.microsoft.com/office/drawing/2014/main" id="{6FA07C57-64A3-2C30-6B75-CC906AFF5809}"/>
                </a:ext>
              </a:extLst>
            </p:cNvPr>
            <p:cNvGrpSpPr/>
            <p:nvPr/>
          </p:nvGrpSpPr>
          <p:grpSpPr>
            <a:xfrm>
              <a:off x="3361527" y="3021039"/>
              <a:ext cx="1863719" cy="276074"/>
              <a:chOff x="3361527" y="3021039"/>
              <a:chExt cx="1863719" cy="276074"/>
            </a:xfrm>
            <a:noFill/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C2F2409D-DE44-F75B-4312-13AB12FB3A5B}"/>
                  </a:ext>
                </a:extLst>
              </p:cNvPr>
              <p:cNvSpPr/>
              <p:nvPr/>
            </p:nvSpPr>
            <p:spPr>
              <a:xfrm>
                <a:off x="3361527" y="3021039"/>
                <a:ext cx="18637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3" name="Picture 162">
                <a:extLst>
                  <a:ext uri="{FF2B5EF4-FFF2-40B4-BE49-F238E27FC236}">
                    <a16:creationId xmlns:a16="http://schemas.microsoft.com/office/drawing/2014/main" id="{49738B2D-F1A0-8437-7C52-39E5B1F145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00023" y="3072803"/>
                <a:ext cx="586726" cy="217408"/>
              </a:xfrm>
              <a:custGeom>
                <a:avLst/>
                <a:gdLst>
                  <a:gd name="csX0" fmla="*/ 0 w 586726"/>
                  <a:gd name="csY0" fmla="*/ 0 h 217408"/>
                  <a:gd name="csX1" fmla="*/ 586726 w 586726"/>
                  <a:gd name="csY1" fmla="*/ 0 h 217408"/>
                  <a:gd name="csX2" fmla="*/ 586726 w 586726"/>
                  <a:gd name="csY2" fmla="*/ 217409 h 217408"/>
                  <a:gd name="csX3" fmla="*/ 0 w 586726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726" h="217408">
                    <a:moveTo>
                      <a:pt x="0" y="0"/>
                    </a:moveTo>
                    <a:lnTo>
                      <a:pt x="586726" y="0"/>
                    </a:lnTo>
                    <a:lnTo>
                      <a:pt x="586726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8BE9E86-52EC-E265-42E1-2D0EFA05BEBA}"/>
              </a:ext>
            </a:extLst>
          </p:cNvPr>
          <p:cNvGrpSpPr/>
          <p:nvPr/>
        </p:nvGrpSpPr>
        <p:grpSpPr>
          <a:xfrm>
            <a:off x="7129645" y="1730389"/>
            <a:ext cx="5217824" cy="3102129"/>
            <a:chOff x="4728254" y="1630314"/>
            <a:chExt cx="4597174" cy="2733137"/>
          </a:xfrm>
        </p:grpSpPr>
        <p:grpSp>
          <p:nvGrpSpPr>
            <p:cNvPr id="211" name="Graphic 4">
              <a:extLst>
                <a:ext uri="{FF2B5EF4-FFF2-40B4-BE49-F238E27FC236}">
                  <a16:creationId xmlns:a16="http://schemas.microsoft.com/office/drawing/2014/main" id="{A862995D-3E5F-4BA6-12AB-98E439D40E72}"/>
                </a:ext>
              </a:extLst>
            </p:cNvPr>
            <p:cNvGrpSpPr/>
            <p:nvPr/>
          </p:nvGrpSpPr>
          <p:grpSpPr>
            <a:xfrm>
              <a:off x="5689381" y="2796729"/>
              <a:ext cx="191618" cy="55214"/>
              <a:chOff x="5689381" y="2796729"/>
              <a:chExt cx="191618" cy="55214"/>
            </a:xfrm>
          </p:grpSpPr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91B74B87-EF15-986C-84A2-F73CA318F262}"/>
                  </a:ext>
                </a:extLst>
              </p:cNvPr>
              <p:cNvSpPr/>
              <p:nvPr/>
            </p:nvSpPr>
            <p:spPr>
              <a:xfrm>
                <a:off x="5730797" y="2824336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83691D5B-FD77-5DB1-25B5-B06C1D6FB1F1}"/>
                  </a:ext>
                </a:extLst>
              </p:cNvPr>
              <p:cNvSpPr/>
              <p:nvPr/>
            </p:nvSpPr>
            <p:spPr>
              <a:xfrm>
                <a:off x="5689381" y="2796729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4">
              <a:extLst>
                <a:ext uri="{FF2B5EF4-FFF2-40B4-BE49-F238E27FC236}">
                  <a16:creationId xmlns:a16="http://schemas.microsoft.com/office/drawing/2014/main" id="{3DFF3E69-D066-90C9-02B0-2A5B9BF4AAF0}"/>
                </a:ext>
              </a:extLst>
            </p:cNvPr>
            <p:cNvGrpSpPr/>
            <p:nvPr/>
          </p:nvGrpSpPr>
          <p:grpSpPr>
            <a:xfrm>
              <a:off x="5501352" y="2962373"/>
              <a:ext cx="210531" cy="612609"/>
              <a:chOff x="5501352" y="2962373"/>
              <a:chExt cx="210531" cy="612609"/>
            </a:xfrm>
          </p:grpSpPr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A52516AE-C2C6-2415-E011-51312E35B093}"/>
                  </a:ext>
                </a:extLst>
              </p:cNvPr>
              <p:cNvSpPr/>
              <p:nvPr/>
            </p:nvSpPr>
            <p:spPr>
              <a:xfrm>
                <a:off x="5501352" y="2962373"/>
                <a:ext cx="182920" cy="571198"/>
              </a:xfrm>
              <a:custGeom>
                <a:avLst/>
                <a:gdLst>
                  <a:gd name="csX0" fmla="*/ 0 w 182920"/>
                  <a:gd name="csY0" fmla="*/ 0 h 571198"/>
                  <a:gd name="csX1" fmla="*/ 0 w 182920"/>
                  <a:gd name="csY1" fmla="*/ 314035 h 571198"/>
                  <a:gd name="csX2" fmla="*/ 182921 w 182920"/>
                  <a:gd name="csY2" fmla="*/ 314035 h 571198"/>
                  <a:gd name="csX3" fmla="*/ 182921 w 182920"/>
                  <a:gd name="csY3" fmla="*/ 571198 h 5711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2920" h="571198">
                    <a:moveTo>
                      <a:pt x="0" y="0"/>
                    </a:moveTo>
                    <a:lnTo>
                      <a:pt x="0" y="314035"/>
                    </a:lnTo>
                    <a:lnTo>
                      <a:pt x="182921" y="314035"/>
                    </a:lnTo>
                    <a:lnTo>
                      <a:pt x="182921" y="571198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DF09C46B-B077-DC41-8E06-BFE3DBE837DE}"/>
                  </a:ext>
                </a:extLst>
              </p:cNvPr>
              <p:cNvSpPr/>
              <p:nvPr/>
            </p:nvSpPr>
            <p:spPr>
              <a:xfrm>
                <a:off x="5656662" y="3519768"/>
                <a:ext cx="55221" cy="55214"/>
              </a:xfrm>
              <a:custGeom>
                <a:avLst/>
                <a:gdLst>
                  <a:gd name="csX0" fmla="*/ 27611 w 55221"/>
                  <a:gd name="csY0" fmla="*/ 55215 h 55214"/>
                  <a:gd name="csX1" fmla="*/ 0 w 55221"/>
                  <a:gd name="csY1" fmla="*/ 0 h 55214"/>
                  <a:gd name="csX2" fmla="*/ 27611 w 55221"/>
                  <a:gd name="csY2" fmla="*/ 13804 h 55214"/>
                  <a:gd name="csX3" fmla="*/ 55221 w 55221"/>
                  <a:gd name="csY3" fmla="*/ 0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27611" y="55215"/>
                    </a:moveTo>
                    <a:lnTo>
                      <a:pt x="0" y="0"/>
                    </a:lnTo>
                    <a:lnTo>
                      <a:pt x="27611" y="13804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3" name="Graphic 4">
              <a:extLst>
                <a:ext uri="{FF2B5EF4-FFF2-40B4-BE49-F238E27FC236}">
                  <a16:creationId xmlns:a16="http://schemas.microsoft.com/office/drawing/2014/main" id="{04C8D3A3-C1C1-7BB1-1C01-E89F09872A46}"/>
                </a:ext>
              </a:extLst>
            </p:cNvPr>
            <p:cNvGrpSpPr/>
            <p:nvPr/>
          </p:nvGrpSpPr>
          <p:grpSpPr>
            <a:xfrm>
              <a:off x="5128954" y="2962373"/>
              <a:ext cx="55221" cy="260614"/>
              <a:chOff x="5128954" y="2962373"/>
              <a:chExt cx="55221" cy="260614"/>
            </a:xfrm>
          </p:grpSpPr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DD64F28-03F8-D4F3-E517-7564DE9E4365}"/>
                  </a:ext>
                </a:extLst>
              </p:cNvPr>
              <p:cNvSpPr/>
              <p:nvPr/>
            </p:nvSpPr>
            <p:spPr>
              <a:xfrm>
                <a:off x="5156219" y="2962373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5E45F64E-6506-B1B0-0CF2-6636A4DBCE01}"/>
                  </a:ext>
                </a:extLst>
              </p:cNvPr>
              <p:cNvSpPr/>
              <p:nvPr/>
            </p:nvSpPr>
            <p:spPr>
              <a:xfrm>
                <a:off x="5128954" y="3167635"/>
                <a:ext cx="55221" cy="55352"/>
              </a:xfrm>
              <a:custGeom>
                <a:avLst/>
                <a:gdLst>
                  <a:gd name="csX0" fmla="*/ 27887 w 55221"/>
                  <a:gd name="csY0" fmla="*/ 55353 h 55352"/>
                  <a:gd name="csX1" fmla="*/ 0 w 55221"/>
                  <a:gd name="csY1" fmla="*/ 276 h 55352"/>
                  <a:gd name="csX2" fmla="*/ 27680 w 55221"/>
                  <a:gd name="csY2" fmla="*/ 13942 h 55352"/>
                  <a:gd name="csX3" fmla="*/ 55221 w 55221"/>
                  <a:gd name="csY3" fmla="*/ 0 h 553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2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4" name="Graphic 4">
              <a:extLst>
                <a:ext uri="{FF2B5EF4-FFF2-40B4-BE49-F238E27FC236}">
                  <a16:creationId xmlns:a16="http://schemas.microsoft.com/office/drawing/2014/main" id="{9CA06E3C-D73C-EC25-DDAB-43086FA98592}"/>
                </a:ext>
              </a:extLst>
            </p:cNvPr>
            <p:cNvGrpSpPr/>
            <p:nvPr/>
          </p:nvGrpSpPr>
          <p:grpSpPr>
            <a:xfrm>
              <a:off x="4983653" y="2686299"/>
              <a:ext cx="690266" cy="276074"/>
              <a:chOff x="4983653" y="2686299"/>
              <a:chExt cx="690266" cy="276074"/>
            </a:xfrm>
            <a:solidFill>
              <a:srgbClr val="D5E8D4"/>
            </a:solidFill>
          </p:grpSpPr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E2A4A38F-9F5B-9CA5-65FF-A9D12B5AD6BE}"/>
                  </a:ext>
                </a:extLst>
              </p:cNvPr>
              <p:cNvSpPr/>
              <p:nvPr/>
            </p:nvSpPr>
            <p:spPr>
              <a:xfrm>
                <a:off x="4983653" y="2686299"/>
                <a:ext cx="690266" cy="276074"/>
              </a:xfrm>
              <a:prstGeom prst="rect">
                <a:avLst/>
              </a:prstGeom>
              <a:solidFill>
                <a:srgbClr val="D5E8D4"/>
              </a:solidFill>
              <a:ln w="13805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21" name="Picture 420">
                <a:extLst>
                  <a:ext uri="{FF2B5EF4-FFF2-40B4-BE49-F238E27FC236}">
                    <a16:creationId xmlns:a16="http://schemas.microsoft.com/office/drawing/2014/main" id="{B95A6D7D-6DDF-3F62-2112-D36DD7EDBB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90555" y="2748416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15" name="Graphic 4">
              <a:extLst>
                <a:ext uri="{FF2B5EF4-FFF2-40B4-BE49-F238E27FC236}">
                  <a16:creationId xmlns:a16="http://schemas.microsoft.com/office/drawing/2014/main" id="{A1D69389-F091-2645-5E32-9AFCE319C5E3}"/>
                </a:ext>
              </a:extLst>
            </p:cNvPr>
            <p:cNvGrpSpPr/>
            <p:nvPr/>
          </p:nvGrpSpPr>
          <p:grpSpPr>
            <a:xfrm>
              <a:off x="5708432" y="2672495"/>
              <a:ext cx="552213" cy="276074"/>
              <a:chOff x="5708432" y="2672495"/>
              <a:chExt cx="552213" cy="276074"/>
            </a:xfrm>
            <a:noFill/>
          </p:grpSpPr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1DBE99E1-E76C-FF0B-5B35-22690DB86A7E}"/>
                  </a:ext>
                </a:extLst>
              </p:cNvPr>
              <p:cNvSpPr/>
              <p:nvPr/>
            </p:nvSpPr>
            <p:spPr>
              <a:xfrm>
                <a:off x="5708432" y="2672495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9" name="Picture 418">
                <a:extLst>
                  <a:ext uri="{FF2B5EF4-FFF2-40B4-BE49-F238E27FC236}">
                    <a16:creationId xmlns:a16="http://schemas.microsoft.com/office/drawing/2014/main" id="{4757A418-CCE8-DB01-9B11-EFA33CE21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8964" y="2727710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" name="Graphic 4">
              <a:extLst>
                <a:ext uri="{FF2B5EF4-FFF2-40B4-BE49-F238E27FC236}">
                  <a16:creationId xmlns:a16="http://schemas.microsoft.com/office/drawing/2014/main" id="{8154C68F-6F20-E01B-98E6-CAEC076D769D}"/>
                </a:ext>
              </a:extLst>
            </p:cNvPr>
            <p:cNvGrpSpPr/>
            <p:nvPr/>
          </p:nvGrpSpPr>
          <p:grpSpPr>
            <a:xfrm>
              <a:off x="4949139" y="2914060"/>
              <a:ext cx="207079" cy="276074"/>
              <a:chOff x="4949139" y="2914060"/>
              <a:chExt cx="207079" cy="276074"/>
            </a:xfrm>
            <a:noFill/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EEF7856C-833E-58C7-8366-8898698BBE2C}"/>
                  </a:ext>
                </a:extLst>
              </p:cNvPr>
              <p:cNvSpPr/>
              <p:nvPr/>
            </p:nvSpPr>
            <p:spPr>
              <a:xfrm>
                <a:off x="4949139" y="2914060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7" name="Picture 416">
                <a:extLst>
                  <a:ext uri="{FF2B5EF4-FFF2-40B4-BE49-F238E27FC236}">
                    <a16:creationId xmlns:a16="http://schemas.microsoft.com/office/drawing/2014/main" id="{2EDF039E-496A-2E2D-DCBE-E2A49D4251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14715" y="2983079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17" name="Graphic 4">
              <a:extLst>
                <a:ext uri="{FF2B5EF4-FFF2-40B4-BE49-F238E27FC236}">
                  <a16:creationId xmlns:a16="http://schemas.microsoft.com/office/drawing/2014/main" id="{1B7FD484-C301-B10E-756D-3F02FC9D1AB3}"/>
                </a:ext>
              </a:extLst>
            </p:cNvPr>
            <p:cNvGrpSpPr/>
            <p:nvPr/>
          </p:nvGrpSpPr>
          <p:grpSpPr>
            <a:xfrm>
              <a:off x="5494450" y="2920962"/>
              <a:ext cx="207079" cy="276074"/>
              <a:chOff x="5494450" y="2920962"/>
              <a:chExt cx="207079" cy="276074"/>
            </a:xfrm>
            <a:noFill/>
          </p:grpSpPr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2E534DE9-178E-EE2C-F2B4-5DCB20587F97}"/>
                  </a:ext>
                </a:extLst>
              </p:cNvPr>
              <p:cNvSpPr/>
              <p:nvPr/>
            </p:nvSpPr>
            <p:spPr>
              <a:xfrm>
                <a:off x="5494450" y="2920962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5" name="Picture 414">
                <a:extLst>
                  <a:ext uri="{FF2B5EF4-FFF2-40B4-BE49-F238E27FC236}">
                    <a16:creationId xmlns:a16="http://schemas.microsoft.com/office/drawing/2014/main" id="{0A6F1196-051A-B04B-AFA8-19A35C825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0025" y="2989981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4">
              <a:extLst>
                <a:ext uri="{FF2B5EF4-FFF2-40B4-BE49-F238E27FC236}">
                  <a16:creationId xmlns:a16="http://schemas.microsoft.com/office/drawing/2014/main" id="{B1F44595-D72F-B00F-E770-05BA978BD53B}"/>
                </a:ext>
              </a:extLst>
            </p:cNvPr>
            <p:cNvGrpSpPr/>
            <p:nvPr/>
          </p:nvGrpSpPr>
          <p:grpSpPr>
            <a:xfrm>
              <a:off x="5052679" y="2134150"/>
              <a:ext cx="552213" cy="276074"/>
              <a:chOff x="5052679" y="2134150"/>
              <a:chExt cx="552213" cy="276074"/>
            </a:xfrm>
            <a:noFill/>
          </p:grpSpPr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B879E566-0C62-5725-4085-11FB3D17800C}"/>
                  </a:ext>
                </a:extLst>
              </p:cNvPr>
              <p:cNvSpPr/>
              <p:nvPr/>
            </p:nvSpPr>
            <p:spPr>
              <a:xfrm>
                <a:off x="5052679" y="2134150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3" name="Picture 412">
                <a:extLst>
                  <a:ext uri="{FF2B5EF4-FFF2-40B4-BE49-F238E27FC236}">
                    <a16:creationId xmlns:a16="http://schemas.microsoft.com/office/drawing/2014/main" id="{06B21AB0-A6C9-DA82-0A77-C5E5FCA01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63211" y="2189365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9" name="Graphic 4">
              <a:extLst>
                <a:ext uri="{FF2B5EF4-FFF2-40B4-BE49-F238E27FC236}">
                  <a16:creationId xmlns:a16="http://schemas.microsoft.com/office/drawing/2014/main" id="{7DB16789-822F-5E7F-C5C1-D6BFA8FFA4F5}"/>
                </a:ext>
              </a:extLst>
            </p:cNvPr>
            <p:cNvGrpSpPr/>
            <p:nvPr/>
          </p:nvGrpSpPr>
          <p:grpSpPr>
            <a:xfrm>
              <a:off x="5301313" y="2410224"/>
              <a:ext cx="55221" cy="260614"/>
              <a:chOff x="5301313" y="2410224"/>
              <a:chExt cx="55221" cy="260614"/>
            </a:xfrm>
          </p:grpSpPr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7A6DF0AD-233C-F6C3-A379-080AFA402C11}"/>
                  </a:ext>
                </a:extLst>
              </p:cNvPr>
              <p:cNvSpPr/>
              <p:nvPr/>
            </p:nvSpPr>
            <p:spPr>
              <a:xfrm>
                <a:off x="5326784" y="2410224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3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3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962CF7FC-0AC7-2683-1F47-7A935270E0EB}"/>
                  </a:ext>
                </a:extLst>
              </p:cNvPr>
              <p:cNvSpPr/>
              <p:nvPr/>
            </p:nvSpPr>
            <p:spPr>
              <a:xfrm>
                <a:off x="5301313" y="2615071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4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4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0" name="Graphic 4">
              <a:extLst>
                <a:ext uri="{FF2B5EF4-FFF2-40B4-BE49-F238E27FC236}">
                  <a16:creationId xmlns:a16="http://schemas.microsoft.com/office/drawing/2014/main" id="{4832ED21-2E7A-2541-1D27-0690A4D669AC}"/>
                </a:ext>
              </a:extLst>
            </p:cNvPr>
            <p:cNvGrpSpPr/>
            <p:nvPr/>
          </p:nvGrpSpPr>
          <p:grpSpPr>
            <a:xfrm>
              <a:off x="4728254" y="3183233"/>
              <a:ext cx="828319" cy="276074"/>
              <a:chOff x="4728254" y="3183233"/>
              <a:chExt cx="828319" cy="276074"/>
            </a:xfrm>
            <a:noFill/>
          </p:grpSpPr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7DD475E3-B683-5E5B-829E-A0E89D0BA1D5}"/>
                  </a:ext>
                </a:extLst>
              </p:cNvPr>
              <p:cNvSpPr/>
              <p:nvPr/>
            </p:nvSpPr>
            <p:spPr>
              <a:xfrm>
                <a:off x="4728254" y="3183233"/>
                <a:ext cx="8283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09" name="Picture 408">
                <a:extLst>
                  <a:ext uri="{FF2B5EF4-FFF2-40B4-BE49-F238E27FC236}">
                    <a16:creationId xmlns:a16="http://schemas.microsoft.com/office/drawing/2014/main" id="{642EBF71-D505-3045-10A0-E0D72595B1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31971" y="3238448"/>
                <a:ext cx="220885" cy="217408"/>
              </a:xfrm>
              <a:custGeom>
                <a:avLst/>
                <a:gdLst>
                  <a:gd name="csX0" fmla="*/ 0 w 220885"/>
                  <a:gd name="csY0" fmla="*/ 0 h 217408"/>
                  <a:gd name="csX1" fmla="*/ 220885 w 220885"/>
                  <a:gd name="csY1" fmla="*/ 0 h 217408"/>
                  <a:gd name="csX2" fmla="*/ 220885 w 220885"/>
                  <a:gd name="csY2" fmla="*/ 217409 h 217408"/>
                  <a:gd name="csX3" fmla="*/ 0 w 22088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0885" h="217408">
                    <a:moveTo>
                      <a:pt x="0" y="0"/>
                    </a:moveTo>
                    <a:lnTo>
                      <a:pt x="220885" y="0"/>
                    </a:lnTo>
                    <a:lnTo>
                      <a:pt x="220885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1" name="Graphic 4">
              <a:extLst>
                <a:ext uri="{FF2B5EF4-FFF2-40B4-BE49-F238E27FC236}">
                  <a16:creationId xmlns:a16="http://schemas.microsoft.com/office/drawing/2014/main" id="{FEA84C33-273A-2C41-6296-926B269E13BB}"/>
                </a:ext>
              </a:extLst>
            </p:cNvPr>
            <p:cNvGrpSpPr/>
            <p:nvPr/>
          </p:nvGrpSpPr>
          <p:grpSpPr>
            <a:xfrm>
              <a:off x="6124249" y="2410224"/>
              <a:ext cx="170910" cy="441719"/>
              <a:chOff x="6124249" y="2410224"/>
              <a:chExt cx="170910" cy="441719"/>
            </a:xfrm>
          </p:grpSpPr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5EF5DDA4-5D80-C02A-6143-507559934684}"/>
                  </a:ext>
                </a:extLst>
              </p:cNvPr>
              <p:cNvSpPr/>
              <p:nvPr/>
            </p:nvSpPr>
            <p:spPr>
              <a:xfrm>
                <a:off x="6165665" y="2410224"/>
                <a:ext cx="129494" cy="414111"/>
              </a:xfrm>
              <a:custGeom>
                <a:avLst/>
                <a:gdLst>
                  <a:gd name="csX0" fmla="*/ 129494 w 129494"/>
                  <a:gd name="csY0" fmla="*/ 0 h 414111"/>
                  <a:gd name="csX1" fmla="*/ 129494 w 129494"/>
                  <a:gd name="csY1" fmla="*/ 414112 h 414111"/>
                  <a:gd name="csX2" fmla="*/ 0 w 129494"/>
                  <a:gd name="csY2" fmla="*/ 414112 h 4141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9494" h="414111">
                    <a:moveTo>
                      <a:pt x="129494" y="0"/>
                    </a:moveTo>
                    <a:lnTo>
                      <a:pt x="129494" y="414112"/>
                    </a:lnTo>
                    <a:lnTo>
                      <a:pt x="0" y="41411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B4C7346F-D2F9-F4D5-048A-20B4BB3D6BC6}"/>
                  </a:ext>
                </a:extLst>
              </p:cNvPr>
              <p:cNvSpPr/>
              <p:nvPr/>
            </p:nvSpPr>
            <p:spPr>
              <a:xfrm>
                <a:off x="6124249" y="2796729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6FB7CA51-C4EB-EF69-0597-2220388EB6A1}"/>
                </a:ext>
              </a:extLst>
            </p:cNvPr>
            <p:cNvSpPr/>
            <p:nvPr/>
          </p:nvSpPr>
          <p:spPr>
            <a:xfrm>
              <a:off x="6640292" y="2410224"/>
              <a:ext cx="483" cy="207055"/>
            </a:xfrm>
            <a:custGeom>
              <a:avLst/>
              <a:gdLst>
                <a:gd name="csX0" fmla="*/ 0 w 483"/>
                <a:gd name="csY0" fmla="*/ 0 h 207055"/>
                <a:gd name="csX1" fmla="*/ 483 w 483"/>
                <a:gd name="csY1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3" h="207055">
                  <a:moveTo>
                    <a:pt x="0" y="0"/>
                  </a:moveTo>
                  <a:lnTo>
                    <a:pt x="483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23" name="Graphic 4">
              <a:extLst>
                <a:ext uri="{FF2B5EF4-FFF2-40B4-BE49-F238E27FC236}">
                  <a16:creationId xmlns:a16="http://schemas.microsoft.com/office/drawing/2014/main" id="{A92EAFAF-B5B2-1ABA-00B5-D10FD7746058}"/>
                </a:ext>
              </a:extLst>
            </p:cNvPr>
            <p:cNvGrpSpPr/>
            <p:nvPr/>
          </p:nvGrpSpPr>
          <p:grpSpPr>
            <a:xfrm>
              <a:off x="6122592" y="2134150"/>
              <a:ext cx="690266" cy="276074"/>
              <a:chOff x="6122592" y="2134150"/>
              <a:chExt cx="690266" cy="276074"/>
            </a:xfrm>
            <a:solidFill>
              <a:srgbClr val="FFE6CC"/>
            </a:solidFill>
          </p:grpSpPr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AB2988CE-9424-CBFC-F03D-B1E59B4B20F9}"/>
                  </a:ext>
                </a:extLst>
              </p:cNvPr>
              <p:cNvSpPr/>
              <p:nvPr/>
            </p:nvSpPr>
            <p:spPr>
              <a:xfrm>
                <a:off x="6122592" y="2134150"/>
                <a:ext cx="690266" cy="276074"/>
              </a:xfrm>
              <a:prstGeom prst="rect">
                <a:avLst/>
              </a:prstGeom>
              <a:solidFill>
                <a:srgbClr val="FFE6CC"/>
              </a:solidFill>
              <a:ln w="13805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05" name="Picture 404">
                <a:extLst>
                  <a:ext uri="{FF2B5EF4-FFF2-40B4-BE49-F238E27FC236}">
                    <a16:creationId xmlns:a16="http://schemas.microsoft.com/office/drawing/2014/main" id="{408EA9F0-711D-2E2C-BA68-4BD611E50F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29495" y="2196266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4">
              <a:extLst>
                <a:ext uri="{FF2B5EF4-FFF2-40B4-BE49-F238E27FC236}">
                  <a16:creationId xmlns:a16="http://schemas.microsoft.com/office/drawing/2014/main" id="{E56492A1-146B-6F1F-C1FB-C49FA8A6B6AF}"/>
                </a:ext>
              </a:extLst>
            </p:cNvPr>
            <p:cNvGrpSpPr/>
            <p:nvPr/>
          </p:nvGrpSpPr>
          <p:grpSpPr>
            <a:xfrm>
              <a:off x="6091530" y="2348107"/>
              <a:ext cx="207079" cy="276074"/>
              <a:chOff x="6091530" y="2348107"/>
              <a:chExt cx="207079" cy="276074"/>
            </a:xfrm>
            <a:noFill/>
          </p:grpSpPr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B2A6E6F0-2CB1-866D-07BF-34B470C61D48}"/>
                  </a:ext>
                </a:extLst>
              </p:cNvPr>
              <p:cNvSpPr/>
              <p:nvPr/>
            </p:nvSpPr>
            <p:spPr>
              <a:xfrm>
                <a:off x="6091530" y="2348107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6" name="Picture 345">
                <a:extLst>
                  <a:ext uri="{FF2B5EF4-FFF2-40B4-BE49-F238E27FC236}">
                    <a16:creationId xmlns:a16="http://schemas.microsoft.com/office/drawing/2014/main" id="{6EBFA791-2B46-A6D9-D2C6-B75DB82430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0557" y="2417126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25" name="Graphic 4">
              <a:extLst>
                <a:ext uri="{FF2B5EF4-FFF2-40B4-BE49-F238E27FC236}">
                  <a16:creationId xmlns:a16="http://schemas.microsoft.com/office/drawing/2014/main" id="{C53DDCA2-3AE6-4228-E1D5-64AEFFD59254}"/>
                </a:ext>
              </a:extLst>
            </p:cNvPr>
            <p:cNvGrpSpPr/>
            <p:nvPr/>
          </p:nvGrpSpPr>
          <p:grpSpPr>
            <a:xfrm>
              <a:off x="6636841" y="2355009"/>
              <a:ext cx="207079" cy="276074"/>
              <a:chOff x="6636841" y="2355009"/>
              <a:chExt cx="207079" cy="276074"/>
            </a:xfrm>
            <a:noFill/>
          </p:grpSpPr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583DBBF8-D56E-7E84-CD6D-D0E625A29EBE}"/>
                  </a:ext>
                </a:extLst>
              </p:cNvPr>
              <p:cNvSpPr/>
              <p:nvPr/>
            </p:nvSpPr>
            <p:spPr>
              <a:xfrm>
                <a:off x="6636841" y="2355009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8" name="Picture 337">
                <a:extLst>
                  <a:ext uri="{FF2B5EF4-FFF2-40B4-BE49-F238E27FC236}">
                    <a16:creationId xmlns:a16="http://schemas.microsoft.com/office/drawing/2014/main" id="{2AEB7C31-A729-B61D-1BBD-8C09364A7F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5867" y="2424028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5586525E-6374-91B9-7C91-9DECE8A510AE}"/>
                </a:ext>
              </a:extLst>
            </p:cNvPr>
            <p:cNvSpPr/>
            <p:nvPr/>
          </p:nvSpPr>
          <p:spPr>
            <a:xfrm>
              <a:off x="6571265" y="2617280"/>
              <a:ext cx="138053" cy="6901"/>
            </a:xfrm>
            <a:custGeom>
              <a:avLst/>
              <a:gdLst>
                <a:gd name="csX0" fmla="*/ 0 w 138053"/>
                <a:gd name="csY0" fmla="*/ 0 h 6901"/>
                <a:gd name="csX1" fmla="*/ 138053 w 138053"/>
                <a:gd name="csY1" fmla="*/ 0 h 6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8053" h="6901">
                  <a:moveTo>
                    <a:pt x="0" y="0"/>
                  </a:moveTo>
                  <a:lnTo>
                    <a:pt x="138053" y="0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27" name="Graphic 4">
              <a:extLst>
                <a:ext uri="{FF2B5EF4-FFF2-40B4-BE49-F238E27FC236}">
                  <a16:creationId xmlns:a16="http://schemas.microsoft.com/office/drawing/2014/main" id="{DB42A85B-9C1E-205C-8D91-EFF62E86564B}"/>
                </a:ext>
              </a:extLst>
            </p:cNvPr>
            <p:cNvGrpSpPr/>
            <p:nvPr/>
          </p:nvGrpSpPr>
          <p:grpSpPr>
            <a:xfrm>
              <a:off x="6191619" y="1630314"/>
              <a:ext cx="552213" cy="276074"/>
              <a:chOff x="6191619" y="1630314"/>
              <a:chExt cx="552213" cy="276074"/>
            </a:xfrm>
            <a:noFill/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CC452CD6-6CF0-6E58-2FAF-22AAB40E0B5E}"/>
                  </a:ext>
                </a:extLst>
              </p:cNvPr>
              <p:cNvSpPr/>
              <p:nvPr/>
            </p:nvSpPr>
            <p:spPr>
              <a:xfrm>
                <a:off x="6191619" y="1630314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6" name="Picture 335">
                <a:extLst>
                  <a:ext uri="{FF2B5EF4-FFF2-40B4-BE49-F238E27FC236}">
                    <a16:creationId xmlns:a16="http://schemas.microsoft.com/office/drawing/2014/main" id="{3B618651-FC95-22F0-B764-63BE752C0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2150" y="1685528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8" name="Graphic 4">
              <a:extLst>
                <a:ext uri="{FF2B5EF4-FFF2-40B4-BE49-F238E27FC236}">
                  <a16:creationId xmlns:a16="http://schemas.microsoft.com/office/drawing/2014/main" id="{3F523F71-F217-A31B-CFFB-DBFB94080A92}"/>
                </a:ext>
              </a:extLst>
            </p:cNvPr>
            <p:cNvGrpSpPr/>
            <p:nvPr/>
          </p:nvGrpSpPr>
          <p:grpSpPr>
            <a:xfrm>
              <a:off x="6440253" y="1858075"/>
              <a:ext cx="55221" cy="260614"/>
              <a:chOff x="6440253" y="1858075"/>
              <a:chExt cx="55221" cy="260614"/>
            </a:xfrm>
          </p:grpSpPr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D60A91A1-5BFF-6A63-1D6E-124604C20450}"/>
                  </a:ext>
                </a:extLst>
              </p:cNvPr>
              <p:cNvSpPr/>
              <p:nvPr/>
            </p:nvSpPr>
            <p:spPr>
              <a:xfrm>
                <a:off x="6465724" y="1858075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3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3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1D39DBD8-D73E-D074-E9CE-9194006A0698}"/>
                  </a:ext>
                </a:extLst>
              </p:cNvPr>
              <p:cNvSpPr/>
              <p:nvPr/>
            </p:nvSpPr>
            <p:spPr>
              <a:xfrm>
                <a:off x="6440253" y="2062922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4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4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9" name="Graphic 4">
              <a:extLst>
                <a:ext uri="{FF2B5EF4-FFF2-40B4-BE49-F238E27FC236}">
                  <a16:creationId xmlns:a16="http://schemas.microsoft.com/office/drawing/2014/main" id="{951F3EB5-392B-71F7-586B-4BCB14E36571}"/>
                </a:ext>
              </a:extLst>
            </p:cNvPr>
            <p:cNvGrpSpPr/>
            <p:nvPr/>
          </p:nvGrpSpPr>
          <p:grpSpPr>
            <a:xfrm>
              <a:off x="6828321" y="2251481"/>
              <a:ext cx="191618" cy="55214"/>
              <a:chOff x="6828321" y="2251481"/>
              <a:chExt cx="191618" cy="55214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246480F6-A01C-4837-8770-8CD601A2BAF8}"/>
                  </a:ext>
                </a:extLst>
              </p:cNvPr>
              <p:cNvSpPr/>
              <p:nvPr/>
            </p:nvSpPr>
            <p:spPr>
              <a:xfrm>
                <a:off x="6869737" y="2279089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3A2AE808-68D7-6DDC-AE1C-E1E962E2F1F6}"/>
                  </a:ext>
                </a:extLst>
              </p:cNvPr>
              <p:cNvSpPr/>
              <p:nvPr/>
            </p:nvSpPr>
            <p:spPr>
              <a:xfrm>
                <a:off x="6828321" y="2251481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0" name="Graphic 4">
              <a:extLst>
                <a:ext uri="{FF2B5EF4-FFF2-40B4-BE49-F238E27FC236}">
                  <a16:creationId xmlns:a16="http://schemas.microsoft.com/office/drawing/2014/main" id="{C9E2E1B9-1809-732A-54A4-535762BDBFBA}"/>
                </a:ext>
              </a:extLst>
            </p:cNvPr>
            <p:cNvGrpSpPr/>
            <p:nvPr/>
          </p:nvGrpSpPr>
          <p:grpSpPr>
            <a:xfrm>
              <a:off x="6044868" y="3700873"/>
              <a:ext cx="191618" cy="55214"/>
              <a:chOff x="6044868" y="3700873"/>
              <a:chExt cx="191618" cy="55214"/>
            </a:xfrm>
          </p:grpSpPr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8E78E6EA-CF9D-3845-24CA-F0B91F660745}"/>
                  </a:ext>
                </a:extLst>
              </p:cNvPr>
              <p:cNvSpPr/>
              <p:nvPr/>
            </p:nvSpPr>
            <p:spPr>
              <a:xfrm>
                <a:off x="6086284" y="3728480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C9B48939-CBCD-3E2E-0757-A108C81D616A}"/>
                  </a:ext>
                </a:extLst>
              </p:cNvPr>
              <p:cNvSpPr/>
              <p:nvPr/>
            </p:nvSpPr>
            <p:spPr>
              <a:xfrm>
                <a:off x="6044868" y="3700873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1" name="Graphic 4">
              <a:extLst>
                <a:ext uri="{FF2B5EF4-FFF2-40B4-BE49-F238E27FC236}">
                  <a16:creationId xmlns:a16="http://schemas.microsoft.com/office/drawing/2014/main" id="{C7907F8D-343A-35C5-3E50-629C61B1E2E8}"/>
                </a:ext>
              </a:extLst>
            </p:cNvPr>
            <p:cNvGrpSpPr/>
            <p:nvPr/>
          </p:nvGrpSpPr>
          <p:grpSpPr>
            <a:xfrm>
              <a:off x="5829574" y="3866518"/>
              <a:ext cx="55221" cy="260614"/>
              <a:chOff x="5829574" y="3866518"/>
              <a:chExt cx="55221" cy="260614"/>
            </a:xfrm>
          </p:grpSpPr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3758092C-5F27-D389-E52A-E0FF83D72146}"/>
                  </a:ext>
                </a:extLst>
              </p:cNvPr>
              <p:cNvSpPr/>
              <p:nvPr/>
            </p:nvSpPr>
            <p:spPr>
              <a:xfrm>
                <a:off x="5856840" y="3866518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2E12E19B-3F16-6013-A5AF-A1F9E9C61C5A}"/>
                  </a:ext>
                </a:extLst>
              </p:cNvPr>
              <p:cNvSpPr/>
              <p:nvPr/>
            </p:nvSpPr>
            <p:spPr>
              <a:xfrm>
                <a:off x="5829574" y="4071779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2" name="Graphic 4">
              <a:extLst>
                <a:ext uri="{FF2B5EF4-FFF2-40B4-BE49-F238E27FC236}">
                  <a16:creationId xmlns:a16="http://schemas.microsoft.com/office/drawing/2014/main" id="{FAF2EC71-FA5C-B4B2-B35B-8517D3F1093B}"/>
                </a:ext>
              </a:extLst>
            </p:cNvPr>
            <p:cNvGrpSpPr/>
            <p:nvPr/>
          </p:nvGrpSpPr>
          <p:grpSpPr>
            <a:xfrm>
              <a:off x="5484441" y="3866518"/>
              <a:ext cx="55221" cy="260614"/>
              <a:chOff x="5484441" y="3866518"/>
              <a:chExt cx="55221" cy="260614"/>
            </a:xfrm>
          </p:grpSpPr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B894D619-01C3-9227-4D0B-78A37DEB9A5E}"/>
                  </a:ext>
                </a:extLst>
              </p:cNvPr>
              <p:cNvSpPr/>
              <p:nvPr/>
            </p:nvSpPr>
            <p:spPr>
              <a:xfrm>
                <a:off x="5511706" y="3866518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543987D8-9F29-4F92-240D-A9656E9E01A7}"/>
                  </a:ext>
                </a:extLst>
              </p:cNvPr>
              <p:cNvSpPr/>
              <p:nvPr/>
            </p:nvSpPr>
            <p:spPr>
              <a:xfrm>
                <a:off x="5484441" y="4071779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3" name="Graphic 4">
              <a:extLst>
                <a:ext uri="{FF2B5EF4-FFF2-40B4-BE49-F238E27FC236}">
                  <a16:creationId xmlns:a16="http://schemas.microsoft.com/office/drawing/2014/main" id="{AE19BE71-ECC7-A48F-A6C9-A3C7338FB2B0}"/>
                </a:ext>
              </a:extLst>
            </p:cNvPr>
            <p:cNvGrpSpPr/>
            <p:nvPr/>
          </p:nvGrpSpPr>
          <p:grpSpPr>
            <a:xfrm>
              <a:off x="5339140" y="3590443"/>
              <a:ext cx="690266" cy="276074"/>
              <a:chOff x="5339140" y="3590443"/>
              <a:chExt cx="690266" cy="276074"/>
            </a:xfrm>
            <a:solidFill>
              <a:srgbClr val="D5E8D4"/>
            </a:solidFill>
          </p:grpSpPr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19F1DDE6-874A-FE7B-2119-731357ADC0FF}"/>
                  </a:ext>
                </a:extLst>
              </p:cNvPr>
              <p:cNvSpPr/>
              <p:nvPr/>
            </p:nvSpPr>
            <p:spPr>
              <a:xfrm>
                <a:off x="5339140" y="3590443"/>
                <a:ext cx="690266" cy="276074"/>
              </a:xfrm>
              <a:prstGeom prst="rect">
                <a:avLst/>
              </a:prstGeom>
              <a:solidFill>
                <a:srgbClr val="D5E8D4"/>
              </a:solidFill>
              <a:ln w="13805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4" name="Picture 313">
                <a:extLst>
                  <a:ext uri="{FF2B5EF4-FFF2-40B4-BE49-F238E27FC236}">
                    <a16:creationId xmlns:a16="http://schemas.microsoft.com/office/drawing/2014/main" id="{56A393A9-09FD-19B4-208E-FF7EEB484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9494" y="3652560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4" name="Graphic 4">
              <a:extLst>
                <a:ext uri="{FF2B5EF4-FFF2-40B4-BE49-F238E27FC236}">
                  <a16:creationId xmlns:a16="http://schemas.microsoft.com/office/drawing/2014/main" id="{44CCFA54-4679-BEAA-44E5-39620D3C22BE}"/>
                </a:ext>
              </a:extLst>
            </p:cNvPr>
            <p:cNvGrpSpPr/>
            <p:nvPr/>
          </p:nvGrpSpPr>
          <p:grpSpPr>
            <a:xfrm>
              <a:off x="6063920" y="3576639"/>
              <a:ext cx="552213" cy="276074"/>
              <a:chOff x="6063920" y="3576639"/>
              <a:chExt cx="552213" cy="276074"/>
            </a:xfrm>
            <a:noFill/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D0B2C084-176B-E1B5-1F27-665BA980DB72}"/>
                  </a:ext>
                </a:extLst>
              </p:cNvPr>
              <p:cNvSpPr/>
              <p:nvPr/>
            </p:nvSpPr>
            <p:spPr>
              <a:xfrm>
                <a:off x="6063920" y="3576639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9" name="Picture 308">
                <a:extLst>
                  <a:ext uri="{FF2B5EF4-FFF2-40B4-BE49-F238E27FC236}">
                    <a16:creationId xmlns:a16="http://schemas.microsoft.com/office/drawing/2014/main" id="{D4E16B83-FB53-913A-4591-B550F8056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77902" y="3631854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5" name="Graphic 4">
              <a:extLst>
                <a:ext uri="{FF2B5EF4-FFF2-40B4-BE49-F238E27FC236}">
                  <a16:creationId xmlns:a16="http://schemas.microsoft.com/office/drawing/2014/main" id="{A5A047F2-6DCC-2A0F-B079-B5017E08BEFB}"/>
                </a:ext>
              </a:extLst>
            </p:cNvPr>
            <p:cNvGrpSpPr/>
            <p:nvPr/>
          </p:nvGrpSpPr>
          <p:grpSpPr>
            <a:xfrm>
              <a:off x="5304627" y="3818204"/>
              <a:ext cx="207079" cy="276074"/>
              <a:chOff x="5304627" y="3818204"/>
              <a:chExt cx="207079" cy="276074"/>
            </a:xfrm>
            <a:noFill/>
          </p:grpSpPr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7BD39F21-3FDB-13F1-A69A-DF26368E3BE9}"/>
                  </a:ext>
                </a:extLst>
              </p:cNvPr>
              <p:cNvSpPr/>
              <p:nvPr/>
            </p:nvSpPr>
            <p:spPr>
              <a:xfrm>
                <a:off x="5304627" y="3818204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7" name="Picture 306">
                <a:extLst>
                  <a:ext uri="{FF2B5EF4-FFF2-40B4-BE49-F238E27FC236}">
                    <a16:creationId xmlns:a16="http://schemas.microsoft.com/office/drawing/2014/main" id="{7B060645-FA9D-8C46-C4D5-A642D54F1F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73653" y="3887223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36" name="Graphic 4">
              <a:extLst>
                <a:ext uri="{FF2B5EF4-FFF2-40B4-BE49-F238E27FC236}">
                  <a16:creationId xmlns:a16="http://schemas.microsoft.com/office/drawing/2014/main" id="{7117E450-A2BC-FEAE-F51A-91AD04C35867}"/>
                </a:ext>
              </a:extLst>
            </p:cNvPr>
            <p:cNvGrpSpPr/>
            <p:nvPr/>
          </p:nvGrpSpPr>
          <p:grpSpPr>
            <a:xfrm>
              <a:off x="5849937" y="3825106"/>
              <a:ext cx="207079" cy="276074"/>
              <a:chOff x="5849937" y="3825106"/>
              <a:chExt cx="207079" cy="276074"/>
            </a:xfrm>
            <a:noFill/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0D0C4F8D-28B8-B25C-7AE7-40DD14E7547C}"/>
                  </a:ext>
                </a:extLst>
              </p:cNvPr>
              <p:cNvSpPr/>
              <p:nvPr/>
            </p:nvSpPr>
            <p:spPr>
              <a:xfrm>
                <a:off x="5849937" y="3825106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5" name="Picture 304">
                <a:extLst>
                  <a:ext uri="{FF2B5EF4-FFF2-40B4-BE49-F238E27FC236}">
                    <a16:creationId xmlns:a16="http://schemas.microsoft.com/office/drawing/2014/main" id="{2ADA4022-8E98-366F-8118-DBBD4A4349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18964" y="3894125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37" name="Graphic 4">
              <a:extLst>
                <a:ext uri="{FF2B5EF4-FFF2-40B4-BE49-F238E27FC236}">
                  <a16:creationId xmlns:a16="http://schemas.microsoft.com/office/drawing/2014/main" id="{8FCD4155-1CA7-32B2-1669-B22721D0543F}"/>
                </a:ext>
              </a:extLst>
            </p:cNvPr>
            <p:cNvGrpSpPr/>
            <p:nvPr/>
          </p:nvGrpSpPr>
          <p:grpSpPr>
            <a:xfrm>
              <a:off x="5083741" y="4087377"/>
              <a:ext cx="828319" cy="276074"/>
              <a:chOff x="5083741" y="4087377"/>
              <a:chExt cx="828319" cy="276074"/>
            </a:xfrm>
            <a:noFill/>
          </p:grpSpPr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36930565-A09F-3447-0F96-9001375910AF}"/>
                  </a:ext>
                </a:extLst>
              </p:cNvPr>
              <p:cNvSpPr/>
              <p:nvPr/>
            </p:nvSpPr>
            <p:spPr>
              <a:xfrm>
                <a:off x="5083741" y="4087377"/>
                <a:ext cx="8283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4E269A65-B326-F4D6-0B63-1486652E54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90910" y="4142592"/>
                <a:ext cx="220885" cy="217408"/>
              </a:xfrm>
              <a:custGeom>
                <a:avLst/>
                <a:gdLst>
                  <a:gd name="csX0" fmla="*/ 0 w 220885"/>
                  <a:gd name="csY0" fmla="*/ 0 h 217408"/>
                  <a:gd name="csX1" fmla="*/ 220885 w 220885"/>
                  <a:gd name="csY1" fmla="*/ 0 h 217408"/>
                  <a:gd name="csX2" fmla="*/ 220885 w 220885"/>
                  <a:gd name="csY2" fmla="*/ 217409 h 217408"/>
                  <a:gd name="csX3" fmla="*/ 0 w 22088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0885" h="217408">
                    <a:moveTo>
                      <a:pt x="0" y="0"/>
                    </a:moveTo>
                    <a:lnTo>
                      <a:pt x="220885" y="0"/>
                    </a:lnTo>
                    <a:lnTo>
                      <a:pt x="220885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8" name="Graphic 4">
              <a:extLst>
                <a:ext uri="{FF2B5EF4-FFF2-40B4-BE49-F238E27FC236}">
                  <a16:creationId xmlns:a16="http://schemas.microsoft.com/office/drawing/2014/main" id="{5C37F5E1-70BC-D7E1-68EF-82BAD2AF2C1E}"/>
                </a:ext>
              </a:extLst>
            </p:cNvPr>
            <p:cNvGrpSpPr/>
            <p:nvPr/>
          </p:nvGrpSpPr>
          <p:grpSpPr>
            <a:xfrm>
              <a:off x="5435777" y="4087377"/>
              <a:ext cx="828319" cy="276074"/>
              <a:chOff x="5435777" y="4087377"/>
              <a:chExt cx="828319" cy="276074"/>
            </a:xfrm>
            <a:noFill/>
          </p:grpSpPr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19B64131-5DF6-E14E-93E2-BABDF201C99E}"/>
                  </a:ext>
                </a:extLst>
              </p:cNvPr>
              <p:cNvSpPr/>
              <p:nvPr/>
            </p:nvSpPr>
            <p:spPr>
              <a:xfrm>
                <a:off x="5435777" y="4087377"/>
                <a:ext cx="8283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1" name="Picture 300">
                <a:extLst>
                  <a:ext uri="{FF2B5EF4-FFF2-40B4-BE49-F238E27FC236}">
                    <a16:creationId xmlns:a16="http://schemas.microsoft.com/office/drawing/2014/main" id="{C2F94CA1-E89E-8299-44D1-677822973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42946" y="4142592"/>
                <a:ext cx="220885" cy="217408"/>
              </a:xfrm>
              <a:custGeom>
                <a:avLst/>
                <a:gdLst>
                  <a:gd name="csX0" fmla="*/ 0 w 220885"/>
                  <a:gd name="csY0" fmla="*/ 0 h 217408"/>
                  <a:gd name="csX1" fmla="*/ 220885 w 220885"/>
                  <a:gd name="csY1" fmla="*/ 0 h 217408"/>
                  <a:gd name="csX2" fmla="*/ 220885 w 220885"/>
                  <a:gd name="csY2" fmla="*/ 217409 h 217408"/>
                  <a:gd name="csX3" fmla="*/ 0 w 22088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0885" h="217408">
                    <a:moveTo>
                      <a:pt x="0" y="0"/>
                    </a:moveTo>
                    <a:lnTo>
                      <a:pt x="220885" y="0"/>
                    </a:lnTo>
                    <a:lnTo>
                      <a:pt x="220885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4">
              <a:extLst>
                <a:ext uri="{FF2B5EF4-FFF2-40B4-BE49-F238E27FC236}">
                  <a16:creationId xmlns:a16="http://schemas.microsoft.com/office/drawing/2014/main" id="{FD2632BC-E983-F089-3BEF-0F507F04D8B1}"/>
                </a:ext>
              </a:extLst>
            </p:cNvPr>
            <p:cNvGrpSpPr/>
            <p:nvPr/>
          </p:nvGrpSpPr>
          <p:grpSpPr>
            <a:xfrm>
              <a:off x="5805070" y="2134150"/>
              <a:ext cx="3520358" cy="286427"/>
              <a:chOff x="5805070" y="2134150"/>
              <a:chExt cx="3520358" cy="286427"/>
            </a:xfrm>
            <a:noFill/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30A09C75-D0D3-4BA0-7E70-D7CDC398020D}"/>
                  </a:ext>
                </a:extLst>
              </p:cNvPr>
              <p:cNvSpPr/>
              <p:nvPr/>
            </p:nvSpPr>
            <p:spPr>
              <a:xfrm>
                <a:off x="5805070" y="2134150"/>
                <a:ext cx="3520358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9" name="Picture 298">
                <a:extLst>
                  <a:ext uri="{FF2B5EF4-FFF2-40B4-BE49-F238E27FC236}">
                    <a16:creationId xmlns:a16="http://schemas.microsoft.com/office/drawing/2014/main" id="{6077734D-F73B-CE73-F618-1EF6958E65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51001" y="2175561"/>
                <a:ext cx="1028496" cy="245016"/>
              </a:xfrm>
              <a:custGeom>
                <a:avLst/>
                <a:gdLst>
                  <a:gd name="csX0" fmla="*/ 0 w 1028496"/>
                  <a:gd name="csY0" fmla="*/ 0 h 245016"/>
                  <a:gd name="csX1" fmla="*/ 1028497 w 1028496"/>
                  <a:gd name="csY1" fmla="*/ 0 h 245016"/>
                  <a:gd name="csX2" fmla="*/ 1028497 w 1028496"/>
                  <a:gd name="csY2" fmla="*/ 245016 h 245016"/>
                  <a:gd name="csX3" fmla="*/ 0 w 1028496"/>
                  <a:gd name="csY3" fmla="*/ 245016 h 2450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28496" h="245016">
                    <a:moveTo>
                      <a:pt x="0" y="0"/>
                    </a:moveTo>
                    <a:lnTo>
                      <a:pt x="1028497" y="0"/>
                    </a:lnTo>
                    <a:lnTo>
                      <a:pt x="1028497" y="245016"/>
                    </a:lnTo>
                    <a:lnTo>
                      <a:pt x="0" y="245016"/>
                    </a:lnTo>
                    <a:close/>
                  </a:path>
                </a:pathLst>
              </a:custGeom>
            </p:spPr>
          </p:pic>
        </p:grpSp>
        <p:grpSp>
          <p:nvGrpSpPr>
            <p:cNvPr id="240" name="Graphic 4">
              <a:extLst>
                <a:ext uri="{FF2B5EF4-FFF2-40B4-BE49-F238E27FC236}">
                  <a16:creationId xmlns:a16="http://schemas.microsoft.com/office/drawing/2014/main" id="{5C235DB7-A99E-861B-EC46-8C3BEE8D29BE}"/>
                </a:ext>
              </a:extLst>
            </p:cNvPr>
            <p:cNvGrpSpPr/>
            <p:nvPr/>
          </p:nvGrpSpPr>
          <p:grpSpPr>
            <a:xfrm>
              <a:off x="6476285" y="3521424"/>
              <a:ext cx="308963" cy="234663"/>
              <a:chOff x="6476285" y="3521424"/>
              <a:chExt cx="308963" cy="234663"/>
            </a:xfrm>
          </p:grpSpPr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A86D7245-E062-A112-E2DB-F81FBF677B47}"/>
                  </a:ext>
                </a:extLst>
              </p:cNvPr>
              <p:cNvSpPr/>
              <p:nvPr/>
            </p:nvSpPr>
            <p:spPr>
              <a:xfrm>
                <a:off x="6517701" y="3521424"/>
                <a:ext cx="267547" cy="207055"/>
              </a:xfrm>
              <a:custGeom>
                <a:avLst/>
                <a:gdLst>
                  <a:gd name="csX0" fmla="*/ 267547 w 267547"/>
                  <a:gd name="csY0" fmla="*/ 0 h 207055"/>
                  <a:gd name="csX1" fmla="*/ 267547 w 267547"/>
                  <a:gd name="csY1" fmla="*/ 207056 h 207055"/>
                  <a:gd name="csX2" fmla="*/ 0 w 267547"/>
                  <a:gd name="csY2" fmla="*/ 207056 h 207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7547" h="207055">
                    <a:moveTo>
                      <a:pt x="267547" y="0"/>
                    </a:moveTo>
                    <a:lnTo>
                      <a:pt x="267547" y="207056"/>
                    </a:lnTo>
                    <a:lnTo>
                      <a:pt x="0" y="207056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9373F7A5-9EDC-AB89-FD7C-D2FAA0979E9C}"/>
                  </a:ext>
                </a:extLst>
              </p:cNvPr>
              <p:cNvSpPr/>
              <p:nvPr/>
            </p:nvSpPr>
            <p:spPr>
              <a:xfrm>
                <a:off x="6476285" y="3700873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594E0B4F-246D-62F7-1CA5-F98BEBF5DF11}"/>
                </a:ext>
              </a:extLst>
            </p:cNvPr>
            <p:cNvSpPr/>
            <p:nvPr/>
          </p:nvSpPr>
          <p:spPr>
            <a:xfrm>
              <a:off x="7130381" y="3521424"/>
              <a:ext cx="483" cy="207055"/>
            </a:xfrm>
            <a:custGeom>
              <a:avLst/>
              <a:gdLst>
                <a:gd name="csX0" fmla="*/ 0 w 483"/>
                <a:gd name="csY0" fmla="*/ 0 h 207055"/>
                <a:gd name="csX1" fmla="*/ 483 w 483"/>
                <a:gd name="csY1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3" h="207055">
                  <a:moveTo>
                    <a:pt x="0" y="0"/>
                  </a:moveTo>
                  <a:lnTo>
                    <a:pt x="483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2" name="Graphic 4">
              <a:extLst>
                <a:ext uri="{FF2B5EF4-FFF2-40B4-BE49-F238E27FC236}">
                  <a16:creationId xmlns:a16="http://schemas.microsoft.com/office/drawing/2014/main" id="{F3F4BD8D-95FD-C9E6-24E8-0EA68F3ADC48}"/>
                </a:ext>
              </a:extLst>
            </p:cNvPr>
            <p:cNvGrpSpPr/>
            <p:nvPr/>
          </p:nvGrpSpPr>
          <p:grpSpPr>
            <a:xfrm>
              <a:off x="6612681" y="3245350"/>
              <a:ext cx="690266" cy="276074"/>
              <a:chOff x="6612681" y="3245350"/>
              <a:chExt cx="690266" cy="276074"/>
            </a:xfrm>
            <a:solidFill>
              <a:srgbClr val="FFE6CC"/>
            </a:solidFill>
          </p:grpSpPr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C2279148-43B9-A787-1BD3-7E8898BF1DF5}"/>
                  </a:ext>
                </a:extLst>
              </p:cNvPr>
              <p:cNvSpPr/>
              <p:nvPr/>
            </p:nvSpPr>
            <p:spPr>
              <a:xfrm>
                <a:off x="6612681" y="3245350"/>
                <a:ext cx="690266" cy="276074"/>
              </a:xfrm>
              <a:prstGeom prst="rect">
                <a:avLst/>
              </a:prstGeom>
              <a:solidFill>
                <a:srgbClr val="FFE6CC"/>
              </a:solidFill>
              <a:ln w="13805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5" name="Picture 294">
                <a:extLst>
                  <a:ext uri="{FF2B5EF4-FFF2-40B4-BE49-F238E27FC236}">
                    <a16:creationId xmlns:a16="http://schemas.microsoft.com/office/drawing/2014/main" id="{41727737-1F78-6E12-00A9-F16E46CBF6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19584" y="3307467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75" name="Graphic 4">
              <a:extLst>
                <a:ext uri="{FF2B5EF4-FFF2-40B4-BE49-F238E27FC236}">
                  <a16:creationId xmlns:a16="http://schemas.microsoft.com/office/drawing/2014/main" id="{775DE492-2B95-E9F4-BFDF-0EBDEF10F7D0}"/>
                </a:ext>
              </a:extLst>
            </p:cNvPr>
            <p:cNvGrpSpPr/>
            <p:nvPr/>
          </p:nvGrpSpPr>
          <p:grpSpPr>
            <a:xfrm>
              <a:off x="6581619" y="3459308"/>
              <a:ext cx="207079" cy="276074"/>
              <a:chOff x="6581619" y="3459308"/>
              <a:chExt cx="207079" cy="276074"/>
            </a:xfrm>
            <a:noFill/>
          </p:grpSpPr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984BE288-E0B0-088D-32ED-5455863139FA}"/>
                  </a:ext>
                </a:extLst>
              </p:cNvPr>
              <p:cNvSpPr/>
              <p:nvPr/>
            </p:nvSpPr>
            <p:spPr>
              <a:xfrm>
                <a:off x="6581619" y="3459308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3" name="Picture 292">
                <a:extLst>
                  <a:ext uri="{FF2B5EF4-FFF2-40B4-BE49-F238E27FC236}">
                    <a16:creationId xmlns:a16="http://schemas.microsoft.com/office/drawing/2014/main" id="{62C0A030-C952-F6C4-9DFD-06AABF5921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0646" y="3528326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76" name="Graphic 4">
              <a:extLst>
                <a:ext uri="{FF2B5EF4-FFF2-40B4-BE49-F238E27FC236}">
                  <a16:creationId xmlns:a16="http://schemas.microsoft.com/office/drawing/2014/main" id="{B7B6464D-7B2F-A6D4-B494-7A0F1E1D4B66}"/>
                </a:ext>
              </a:extLst>
            </p:cNvPr>
            <p:cNvGrpSpPr/>
            <p:nvPr/>
          </p:nvGrpSpPr>
          <p:grpSpPr>
            <a:xfrm>
              <a:off x="7126930" y="3466209"/>
              <a:ext cx="207079" cy="276074"/>
              <a:chOff x="7126930" y="3466209"/>
              <a:chExt cx="207079" cy="276074"/>
            </a:xfrm>
            <a:noFill/>
          </p:grpSpPr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6CD9F843-C53A-D2DA-ED29-6A147EF28F20}"/>
                  </a:ext>
                </a:extLst>
              </p:cNvPr>
              <p:cNvSpPr/>
              <p:nvPr/>
            </p:nvSpPr>
            <p:spPr>
              <a:xfrm>
                <a:off x="7126930" y="3466209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1" name="Picture 290">
                <a:extLst>
                  <a:ext uri="{FF2B5EF4-FFF2-40B4-BE49-F238E27FC236}">
                    <a16:creationId xmlns:a16="http://schemas.microsoft.com/office/drawing/2014/main" id="{55F391F8-9CB5-1ADB-8A2D-5BE505ABD0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95957" y="3535228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5406B5A7-511F-021C-8E7F-E6B214F0F6A8}"/>
                </a:ext>
              </a:extLst>
            </p:cNvPr>
            <p:cNvSpPr/>
            <p:nvPr/>
          </p:nvSpPr>
          <p:spPr>
            <a:xfrm>
              <a:off x="7061355" y="3728480"/>
              <a:ext cx="138053" cy="6901"/>
            </a:xfrm>
            <a:custGeom>
              <a:avLst/>
              <a:gdLst>
                <a:gd name="csX0" fmla="*/ 0 w 138053"/>
                <a:gd name="csY0" fmla="*/ 0 h 6901"/>
                <a:gd name="csX1" fmla="*/ 138053 w 138053"/>
                <a:gd name="csY1" fmla="*/ 0 h 6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8053" h="6901">
                  <a:moveTo>
                    <a:pt x="0" y="0"/>
                  </a:moveTo>
                  <a:lnTo>
                    <a:pt x="138053" y="0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78" name="Graphic 4">
              <a:extLst>
                <a:ext uri="{FF2B5EF4-FFF2-40B4-BE49-F238E27FC236}">
                  <a16:creationId xmlns:a16="http://schemas.microsoft.com/office/drawing/2014/main" id="{ED9A4D5C-A4C4-517E-F05B-1BE79351A85D}"/>
                </a:ext>
              </a:extLst>
            </p:cNvPr>
            <p:cNvGrpSpPr/>
            <p:nvPr/>
          </p:nvGrpSpPr>
          <p:grpSpPr>
            <a:xfrm>
              <a:off x="6681708" y="2720808"/>
              <a:ext cx="552213" cy="276074"/>
              <a:chOff x="6681708" y="2720808"/>
              <a:chExt cx="552213" cy="276074"/>
            </a:xfrm>
            <a:noFill/>
          </p:grpSpPr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D47DA12D-FF10-F77A-8791-22046A23C42C}"/>
                  </a:ext>
                </a:extLst>
              </p:cNvPr>
              <p:cNvSpPr/>
              <p:nvPr/>
            </p:nvSpPr>
            <p:spPr>
              <a:xfrm>
                <a:off x="6681708" y="2720808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9" name="Picture 288">
                <a:extLst>
                  <a:ext uri="{FF2B5EF4-FFF2-40B4-BE49-F238E27FC236}">
                    <a16:creationId xmlns:a16="http://schemas.microsoft.com/office/drawing/2014/main" id="{E075801E-6644-0939-8DC6-F987F015E6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92239" y="2776023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79" name="Graphic 4">
              <a:extLst>
                <a:ext uri="{FF2B5EF4-FFF2-40B4-BE49-F238E27FC236}">
                  <a16:creationId xmlns:a16="http://schemas.microsoft.com/office/drawing/2014/main" id="{BB294295-EAEB-9AF9-DBD5-95F8069AB216}"/>
                </a:ext>
              </a:extLst>
            </p:cNvPr>
            <p:cNvGrpSpPr/>
            <p:nvPr/>
          </p:nvGrpSpPr>
          <p:grpSpPr>
            <a:xfrm>
              <a:off x="6930342" y="2969275"/>
              <a:ext cx="55221" cy="260614"/>
              <a:chOff x="6930342" y="2969275"/>
              <a:chExt cx="55221" cy="260614"/>
            </a:xfrm>
          </p:grpSpPr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3A93873A-9DEA-22A5-BD13-66447C063F47}"/>
                  </a:ext>
                </a:extLst>
              </p:cNvPr>
              <p:cNvSpPr/>
              <p:nvPr/>
            </p:nvSpPr>
            <p:spPr>
              <a:xfrm>
                <a:off x="6955813" y="2969275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3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3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F6B7D17F-DD60-02EE-B7DC-5D1816E53F9F}"/>
                  </a:ext>
                </a:extLst>
              </p:cNvPr>
              <p:cNvSpPr/>
              <p:nvPr/>
            </p:nvSpPr>
            <p:spPr>
              <a:xfrm>
                <a:off x="6930342" y="3174122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4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4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0" name="Graphic 4">
              <a:extLst>
                <a:ext uri="{FF2B5EF4-FFF2-40B4-BE49-F238E27FC236}">
                  <a16:creationId xmlns:a16="http://schemas.microsoft.com/office/drawing/2014/main" id="{361873AF-87E0-D1CC-8938-58122C9C1EA4}"/>
                </a:ext>
              </a:extLst>
            </p:cNvPr>
            <p:cNvGrpSpPr/>
            <p:nvPr/>
          </p:nvGrpSpPr>
          <p:grpSpPr>
            <a:xfrm>
              <a:off x="7318410" y="3362681"/>
              <a:ext cx="191618" cy="55214"/>
              <a:chOff x="7318410" y="3362681"/>
              <a:chExt cx="191618" cy="55214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716BCC42-76A6-3369-8087-45A262FFE6F3}"/>
                  </a:ext>
                </a:extLst>
              </p:cNvPr>
              <p:cNvSpPr/>
              <p:nvPr/>
            </p:nvSpPr>
            <p:spPr>
              <a:xfrm>
                <a:off x="7359826" y="3390289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7B2607F1-2BB3-1204-ABB7-9B104DDB566D}"/>
                  </a:ext>
                </a:extLst>
              </p:cNvPr>
              <p:cNvSpPr/>
              <p:nvPr/>
            </p:nvSpPr>
            <p:spPr>
              <a:xfrm>
                <a:off x="7318410" y="3362681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1" name="Graphic 4">
              <a:extLst>
                <a:ext uri="{FF2B5EF4-FFF2-40B4-BE49-F238E27FC236}">
                  <a16:creationId xmlns:a16="http://schemas.microsoft.com/office/drawing/2014/main" id="{FCA984E8-3FD1-EDA4-F30C-79C9162EE102}"/>
                </a:ext>
              </a:extLst>
            </p:cNvPr>
            <p:cNvGrpSpPr/>
            <p:nvPr/>
          </p:nvGrpSpPr>
          <p:grpSpPr>
            <a:xfrm>
              <a:off x="6874983" y="3245350"/>
              <a:ext cx="1725666" cy="276074"/>
              <a:chOff x="6874983" y="3245350"/>
              <a:chExt cx="1725666" cy="276074"/>
            </a:xfrm>
            <a:noFill/>
          </p:grpSpPr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139084A8-6DB6-A477-B22C-13AE6D07858D}"/>
                  </a:ext>
                </a:extLst>
              </p:cNvPr>
              <p:cNvSpPr/>
              <p:nvPr/>
            </p:nvSpPr>
            <p:spPr>
              <a:xfrm>
                <a:off x="6874983" y="3245350"/>
                <a:ext cx="1725666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3" name="Picture 282">
                <a:extLst>
                  <a:ext uri="{FF2B5EF4-FFF2-40B4-BE49-F238E27FC236}">
                    <a16:creationId xmlns:a16="http://schemas.microsoft.com/office/drawing/2014/main" id="{317E955C-8FC4-5317-4D26-4B6C053D7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61798" y="3300565"/>
                <a:ext cx="352035" cy="217408"/>
              </a:xfrm>
              <a:custGeom>
                <a:avLst/>
                <a:gdLst>
                  <a:gd name="csX0" fmla="*/ 0 w 352035"/>
                  <a:gd name="csY0" fmla="*/ 0 h 217408"/>
                  <a:gd name="csX1" fmla="*/ 352036 w 352035"/>
                  <a:gd name="csY1" fmla="*/ 0 h 217408"/>
                  <a:gd name="csX2" fmla="*/ 352036 w 352035"/>
                  <a:gd name="csY2" fmla="*/ 217409 h 217408"/>
                  <a:gd name="csX3" fmla="*/ 0 w 35203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52035" h="217408">
                    <a:moveTo>
                      <a:pt x="0" y="0"/>
                    </a:moveTo>
                    <a:lnTo>
                      <a:pt x="352036" y="0"/>
                    </a:lnTo>
                    <a:lnTo>
                      <a:pt x="352036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8FA3F7AD-43C8-3335-3121-5CAD13456660}"/>
              </a:ext>
            </a:extLst>
          </p:cNvPr>
          <p:cNvGrpSpPr/>
          <p:nvPr/>
        </p:nvGrpSpPr>
        <p:grpSpPr>
          <a:xfrm>
            <a:off x="4238020" y="3282796"/>
            <a:ext cx="3021017" cy="3138639"/>
            <a:chOff x="5822371" y="1714500"/>
            <a:chExt cx="2726650" cy="2832811"/>
          </a:xfrm>
        </p:grpSpPr>
        <p:grpSp>
          <p:nvGrpSpPr>
            <p:cNvPr id="429" name="Graphic 1">
              <a:extLst>
                <a:ext uri="{FF2B5EF4-FFF2-40B4-BE49-F238E27FC236}">
                  <a16:creationId xmlns:a16="http://schemas.microsoft.com/office/drawing/2014/main" id="{CC3456B5-1E1E-91B2-EC5F-6718603288AE}"/>
                </a:ext>
              </a:extLst>
            </p:cNvPr>
            <p:cNvGrpSpPr/>
            <p:nvPr/>
          </p:nvGrpSpPr>
          <p:grpSpPr>
            <a:xfrm>
              <a:off x="6827728" y="4015740"/>
              <a:ext cx="761634" cy="304800"/>
              <a:chOff x="8246625" y="6026106"/>
              <a:chExt cx="761634" cy="304800"/>
            </a:xfrm>
            <a:solidFill>
              <a:srgbClr val="DAE8FC"/>
            </a:solidFill>
          </p:grpSpPr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29B0B9ED-829A-2D9B-D92D-58BD05F46709}"/>
                  </a:ext>
                </a:extLst>
              </p:cNvPr>
              <p:cNvSpPr/>
              <p:nvPr/>
            </p:nvSpPr>
            <p:spPr>
              <a:xfrm>
                <a:off x="8246625" y="602610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30" name="Picture 529">
                <a:extLst>
                  <a:ext uri="{FF2B5EF4-FFF2-40B4-BE49-F238E27FC236}">
                    <a16:creationId xmlns:a16="http://schemas.microsoft.com/office/drawing/2014/main" id="{9908803F-9E03-ED23-CD07-7765EE61A1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54241" y="609087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0" name="Graphic 1">
              <a:extLst>
                <a:ext uri="{FF2B5EF4-FFF2-40B4-BE49-F238E27FC236}">
                  <a16:creationId xmlns:a16="http://schemas.microsoft.com/office/drawing/2014/main" id="{C9887171-6E6A-80B8-C18D-64B02D198171}"/>
                </a:ext>
              </a:extLst>
            </p:cNvPr>
            <p:cNvGrpSpPr/>
            <p:nvPr/>
          </p:nvGrpSpPr>
          <p:grpSpPr>
            <a:xfrm>
              <a:off x="7787388" y="4008120"/>
              <a:ext cx="304653" cy="304800"/>
              <a:chOff x="9206285" y="6018486"/>
              <a:chExt cx="304653" cy="304800"/>
            </a:xfrm>
            <a:noFill/>
          </p:grpSpPr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2FEF63ED-A033-69A3-0089-00A020D4043C}"/>
                  </a:ext>
                </a:extLst>
              </p:cNvPr>
              <p:cNvSpPr/>
              <p:nvPr/>
            </p:nvSpPr>
            <p:spPr>
              <a:xfrm>
                <a:off x="9206285" y="6018486"/>
                <a:ext cx="304653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28" name="Picture 527">
                <a:extLst>
                  <a:ext uri="{FF2B5EF4-FFF2-40B4-BE49-F238E27FC236}">
                    <a16:creationId xmlns:a16="http://schemas.microsoft.com/office/drawing/2014/main" id="{C680956F-4D0E-7B44-3D58-1D2BA8EB51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278640" y="6075636"/>
                <a:ext cx="159943" cy="240030"/>
              </a:xfrm>
              <a:custGeom>
                <a:avLst/>
                <a:gdLst>
                  <a:gd name="csX0" fmla="*/ 0 w 159943"/>
                  <a:gd name="csY0" fmla="*/ 0 h 240030"/>
                  <a:gd name="csX1" fmla="*/ 159943 w 159943"/>
                  <a:gd name="csY1" fmla="*/ 0 h 240030"/>
                  <a:gd name="csX2" fmla="*/ 159943 w 159943"/>
                  <a:gd name="csY2" fmla="*/ 240030 h 240030"/>
                  <a:gd name="csX3" fmla="*/ 0 w 159943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943" h="240030">
                    <a:moveTo>
                      <a:pt x="0" y="0"/>
                    </a:moveTo>
                    <a:lnTo>
                      <a:pt x="159943" y="0"/>
                    </a:lnTo>
                    <a:lnTo>
                      <a:pt x="159943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1" name="Graphic 1">
              <a:extLst>
                <a:ext uri="{FF2B5EF4-FFF2-40B4-BE49-F238E27FC236}">
                  <a16:creationId xmlns:a16="http://schemas.microsoft.com/office/drawing/2014/main" id="{7E4A70AD-336A-A4D0-A510-5BA54385FEE0}"/>
                </a:ext>
              </a:extLst>
            </p:cNvPr>
            <p:cNvGrpSpPr/>
            <p:nvPr/>
          </p:nvGrpSpPr>
          <p:grpSpPr>
            <a:xfrm>
              <a:off x="7413958" y="3480206"/>
              <a:ext cx="60930" cy="510845"/>
              <a:chOff x="8832855" y="5490572"/>
              <a:chExt cx="60930" cy="510845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3C2F32ED-51C9-E468-0564-C73A33EF97A8}"/>
                  </a:ext>
                </a:extLst>
              </p:cNvPr>
              <p:cNvSpPr/>
              <p:nvPr/>
            </p:nvSpPr>
            <p:spPr>
              <a:xfrm>
                <a:off x="8862788" y="5490572"/>
                <a:ext cx="608" cy="465125"/>
              </a:xfrm>
              <a:custGeom>
                <a:avLst/>
                <a:gdLst>
                  <a:gd name="csX0" fmla="*/ 0 w 608"/>
                  <a:gd name="csY0" fmla="*/ 0 h 465125"/>
                  <a:gd name="csX1" fmla="*/ 0 w 608"/>
                  <a:gd name="csY1" fmla="*/ 261214 h 465125"/>
                  <a:gd name="csX2" fmla="*/ 609 w 608"/>
                  <a:gd name="csY2" fmla="*/ 465125 h 465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08" h="465125">
                    <a:moveTo>
                      <a:pt x="0" y="0"/>
                    </a:moveTo>
                    <a:lnTo>
                      <a:pt x="0" y="261214"/>
                    </a:lnTo>
                    <a:lnTo>
                      <a:pt x="609" y="465125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17DE3C16-CA3B-E116-87AD-F9CCF086DCB5}"/>
                  </a:ext>
                </a:extLst>
              </p:cNvPr>
              <p:cNvSpPr/>
              <p:nvPr/>
            </p:nvSpPr>
            <p:spPr>
              <a:xfrm>
                <a:off x="8832855" y="5940381"/>
                <a:ext cx="60930" cy="61036"/>
              </a:xfrm>
              <a:custGeom>
                <a:avLst/>
                <a:gdLst>
                  <a:gd name="csX0" fmla="*/ 30618 w 60930"/>
                  <a:gd name="csY0" fmla="*/ 61036 h 61036"/>
                  <a:gd name="csX1" fmla="*/ 0 w 60930"/>
                  <a:gd name="csY1" fmla="*/ 229 h 61036"/>
                  <a:gd name="csX2" fmla="*/ 30542 w 60930"/>
                  <a:gd name="csY2" fmla="*/ 15316 h 61036"/>
                  <a:gd name="csX3" fmla="*/ 60931 w 60930"/>
                  <a:gd name="csY3" fmla="*/ 0 h 61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036">
                    <a:moveTo>
                      <a:pt x="30618" y="61036"/>
                    </a:moveTo>
                    <a:lnTo>
                      <a:pt x="0" y="229"/>
                    </a:lnTo>
                    <a:lnTo>
                      <a:pt x="30542" y="15316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2" name="Graphic 1">
              <a:extLst>
                <a:ext uri="{FF2B5EF4-FFF2-40B4-BE49-F238E27FC236}">
                  <a16:creationId xmlns:a16="http://schemas.microsoft.com/office/drawing/2014/main" id="{1A7ED1AE-97B0-D620-C45B-CCED100DF9A5}"/>
                </a:ext>
              </a:extLst>
            </p:cNvPr>
            <p:cNvGrpSpPr/>
            <p:nvPr/>
          </p:nvGrpSpPr>
          <p:grpSpPr>
            <a:xfrm>
              <a:off x="7284709" y="3169920"/>
              <a:ext cx="761634" cy="304800"/>
              <a:chOff x="8703606" y="5180286"/>
              <a:chExt cx="761634" cy="304800"/>
            </a:xfrm>
            <a:solidFill>
              <a:srgbClr val="DAE8FC"/>
            </a:solidFill>
          </p:grpSpPr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569A8D60-CADF-721F-7A4C-584429FC1DCD}"/>
                  </a:ext>
                </a:extLst>
              </p:cNvPr>
              <p:cNvSpPr/>
              <p:nvPr/>
            </p:nvSpPr>
            <p:spPr>
              <a:xfrm>
                <a:off x="8703606" y="518028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24" name="Picture 523">
                <a:extLst>
                  <a:ext uri="{FF2B5EF4-FFF2-40B4-BE49-F238E27FC236}">
                    <a16:creationId xmlns:a16="http://schemas.microsoft.com/office/drawing/2014/main" id="{B23CEBEF-F8DF-6147-69BD-0622B905FC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1222" y="524505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3" name="Graphic 1">
              <a:extLst>
                <a:ext uri="{FF2B5EF4-FFF2-40B4-BE49-F238E27FC236}">
                  <a16:creationId xmlns:a16="http://schemas.microsoft.com/office/drawing/2014/main" id="{B9DAD9D5-BEEF-759D-AE8C-FC047CAE28B3}"/>
                </a:ext>
              </a:extLst>
            </p:cNvPr>
            <p:cNvGrpSpPr/>
            <p:nvPr/>
          </p:nvGrpSpPr>
          <p:grpSpPr>
            <a:xfrm>
              <a:off x="7178080" y="4320540"/>
              <a:ext cx="60930" cy="226771"/>
              <a:chOff x="8596977" y="6330906"/>
              <a:chExt cx="60930" cy="226771"/>
            </a:xfrm>
          </p:grpSpPr>
          <p:sp>
            <p:nvSpPr>
              <p:cNvPr id="521" name="Freeform 520">
                <a:extLst>
                  <a:ext uri="{FF2B5EF4-FFF2-40B4-BE49-F238E27FC236}">
                    <a16:creationId xmlns:a16="http://schemas.microsoft.com/office/drawing/2014/main" id="{E0E5B840-78AE-5594-024D-D5BF57AE44EF}"/>
                  </a:ext>
                </a:extLst>
              </p:cNvPr>
              <p:cNvSpPr/>
              <p:nvPr/>
            </p:nvSpPr>
            <p:spPr>
              <a:xfrm>
                <a:off x="8627442" y="6330906"/>
                <a:ext cx="7616" cy="181051"/>
              </a:xfrm>
              <a:custGeom>
                <a:avLst/>
                <a:gdLst>
                  <a:gd name="csX0" fmla="*/ 0 w 7616"/>
                  <a:gd name="csY0" fmla="*/ 0 h 181051"/>
                  <a:gd name="csX1" fmla="*/ 0 w 7616"/>
                  <a:gd name="csY1" fmla="*/ 181051 h 1810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181051">
                    <a:moveTo>
                      <a:pt x="0" y="0"/>
                    </a:moveTo>
                    <a:lnTo>
                      <a:pt x="0" y="18105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B78EF1D9-AAD4-4CBA-E33E-C2368D469E9D}"/>
                  </a:ext>
                </a:extLst>
              </p:cNvPr>
              <p:cNvSpPr/>
              <p:nvPr/>
            </p:nvSpPr>
            <p:spPr>
              <a:xfrm>
                <a:off x="8596977" y="649671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4" name="Graphic 1">
              <a:extLst>
                <a:ext uri="{FF2B5EF4-FFF2-40B4-BE49-F238E27FC236}">
                  <a16:creationId xmlns:a16="http://schemas.microsoft.com/office/drawing/2014/main" id="{E0F08C13-49B1-262C-4E80-225A2BDB2EC4}"/>
                </a:ext>
              </a:extLst>
            </p:cNvPr>
            <p:cNvGrpSpPr/>
            <p:nvPr/>
          </p:nvGrpSpPr>
          <p:grpSpPr>
            <a:xfrm>
              <a:off x="7614040" y="4141470"/>
              <a:ext cx="211429" cy="60960"/>
              <a:chOff x="9032937" y="6151836"/>
              <a:chExt cx="211429" cy="60960"/>
            </a:xfrm>
          </p:grpSpPr>
          <p:sp>
            <p:nvSpPr>
              <p:cNvPr id="519" name="Freeform 518">
                <a:extLst>
                  <a:ext uri="{FF2B5EF4-FFF2-40B4-BE49-F238E27FC236}">
                    <a16:creationId xmlns:a16="http://schemas.microsoft.com/office/drawing/2014/main" id="{03378F99-8566-53CC-E705-1024996013DF}"/>
                  </a:ext>
                </a:extLst>
              </p:cNvPr>
              <p:cNvSpPr/>
              <p:nvPr/>
            </p:nvSpPr>
            <p:spPr>
              <a:xfrm>
                <a:off x="9078635" y="6182316"/>
                <a:ext cx="165731" cy="7620"/>
              </a:xfrm>
              <a:custGeom>
                <a:avLst/>
                <a:gdLst>
                  <a:gd name="csX0" fmla="*/ 165732 w 165731"/>
                  <a:gd name="csY0" fmla="*/ 0 h 7620"/>
                  <a:gd name="csX1" fmla="*/ 0 w 165731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731" h="7620">
                    <a:moveTo>
                      <a:pt x="165732" y="0"/>
                    </a:moveTo>
                    <a:lnTo>
                      <a:pt x="0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0" name="Freeform 519">
                <a:extLst>
                  <a:ext uri="{FF2B5EF4-FFF2-40B4-BE49-F238E27FC236}">
                    <a16:creationId xmlns:a16="http://schemas.microsoft.com/office/drawing/2014/main" id="{8F6D1FF2-0A47-CC86-D765-15D24FDA8116}"/>
                  </a:ext>
                </a:extLst>
              </p:cNvPr>
              <p:cNvSpPr/>
              <p:nvPr/>
            </p:nvSpPr>
            <p:spPr>
              <a:xfrm>
                <a:off x="9032937" y="6151836"/>
                <a:ext cx="60930" cy="60960"/>
              </a:xfrm>
              <a:custGeom>
                <a:avLst/>
                <a:gdLst>
                  <a:gd name="csX0" fmla="*/ 0 w 60930"/>
                  <a:gd name="csY0" fmla="*/ 30480 h 60960"/>
                  <a:gd name="csX1" fmla="*/ 60931 w 60930"/>
                  <a:gd name="csY1" fmla="*/ 0 h 60960"/>
                  <a:gd name="csX2" fmla="*/ 45698 w 60930"/>
                  <a:gd name="csY2" fmla="*/ 30480 h 60960"/>
                  <a:gd name="csX3" fmla="*/ 60931 w 60930"/>
                  <a:gd name="csY3" fmla="*/ 6096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0" y="30480"/>
                    </a:moveTo>
                    <a:lnTo>
                      <a:pt x="60931" y="0"/>
                    </a:lnTo>
                    <a:lnTo>
                      <a:pt x="45698" y="30480"/>
                    </a:lnTo>
                    <a:lnTo>
                      <a:pt x="60931" y="6096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5" name="Graphic 1">
              <a:extLst>
                <a:ext uri="{FF2B5EF4-FFF2-40B4-BE49-F238E27FC236}">
                  <a16:creationId xmlns:a16="http://schemas.microsoft.com/office/drawing/2014/main" id="{F91C9418-9FA9-C8A7-21BE-20EAE11AFCB7}"/>
                </a:ext>
              </a:extLst>
            </p:cNvPr>
            <p:cNvGrpSpPr/>
            <p:nvPr/>
          </p:nvGrpSpPr>
          <p:grpSpPr>
            <a:xfrm>
              <a:off x="6759181" y="3810000"/>
              <a:ext cx="228490" cy="228600"/>
              <a:chOff x="8178078" y="5820366"/>
              <a:chExt cx="228490" cy="228600"/>
            </a:xfrm>
            <a:noFill/>
          </p:grpSpPr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343F93EC-AD5F-D568-DD77-6A30948C6CDA}"/>
                  </a:ext>
                </a:extLst>
              </p:cNvPr>
              <p:cNvSpPr/>
              <p:nvPr/>
            </p:nvSpPr>
            <p:spPr>
              <a:xfrm>
                <a:off x="8178078" y="582036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18" name="Picture 517">
                <a:extLst>
                  <a:ext uri="{FF2B5EF4-FFF2-40B4-BE49-F238E27FC236}">
                    <a16:creationId xmlns:a16="http://schemas.microsoft.com/office/drawing/2014/main" id="{EF3AD3C9-D796-4C98-073E-7C7C148FFC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241" y="586608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6" name="Graphic 1">
              <a:extLst>
                <a:ext uri="{FF2B5EF4-FFF2-40B4-BE49-F238E27FC236}">
                  <a16:creationId xmlns:a16="http://schemas.microsoft.com/office/drawing/2014/main" id="{C2D64342-551F-7453-7331-74B605D1A31D}"/>
                </a:ext>
              </a:extLst>
            </p:cNvPr>
            <p:cNvGrpSpPr/>
            <p:nvPr/>
          </p:nvGrpSpPr>
          <p:grpSpPr>
            <a:xfrm>
              <a:off x="6950504" y="3477158"/>
              <a:ext cx="60930" cy="513892"/>
              <a:chOff x="8369401" y="5487524"/>
              <a:chExt cx="60930" cy="513892"/>
            </a:xfrm>
          </p:grpSpPr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351E07B8-D9E8-32CA-629E-B91A8AF4CD6B}"/>
                  </a:ext>
                </a:extLst>
              </p:cNvPr>
              <p:cNvSpPr/>
              <p:nvPr/>
            </p:nvSpPr>
            <p:spPr>
              <a:xfrm>
                <a:off x="8398190" y="5487524"/>
                <a:ext cx="3808" cy="468172"/>
              </a:xfrm>
              <a:custGeom>
                <a:avLst/>
                <a:gdLst>
                  <a:gd name="csX0" fmla="*/ 0 w 3808"/>
                  <a:gd name="csY0" fmla="*/ 0 h 468172"/>
                  <a:gd name="csX1" fmla="*/ 3808 w 3808"/>
                  <a:gd name="csY1" fmla="*/ 269596 h 468172"/>
                  <a:gd name="csX2" fmla="*/ 1523 w 3808"/>
                  <a:gd name="csY2" fmla="*/ 468173 h 468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808" h="468172">
                    <a:moveTo>
                      <a:pt x="0" y="0"/>
                    </a:moveTo>
                    <a:lnTo>
                      <a:pt x="3808" y="269596"/>
                    </a:lnTo>
                    <a:lnTo>
                      <a:pt x="1523" y="468173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C03C978C-56E0-89D2-1B2B-D10D6CD98428}"/>
                  </a:ext>
                </a:extLst>
              </p:cNvPr>
              <p:cNvSpPr/>
              <p:nvPr/>
            </p:nvSpPr>
            <p:spPr>
              <a:xfrm>
                <a:off x="8369401" y="5940152"/>
                <a:ext cx="60930" cy="61265"/>
              </a:xfrm>
              <a:custGeom>
                <a:avLst/>
                <a:gdLst>
                  <a:gd name="csX0" fmla="*/ 29780 w 60930"/>
                  <a:gd name="csY0" fmla="*/ 61265 h 61265"/>
                  <a:gd name="csX1" fmla="*/ 0 w 60930"/>
                  <a:gd name="csY1" fmla="*/ 0 h 61265"/>
                  <a:gd name="csX2" fmla="*/ 30313 w 60930"/>
                  <a:gd name="csY2" fmla="*/ 15545 h 61265"/>
                  <a:gd name="csX3" fmla="*/ 60931 w 60930"/>
                  <a:gd name="csY3" fmla="*/ 686 h 61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265">
                    <a:moveTo>
                      <a:pt x="29780" y="61265"/>
                    </a:moveTo>
                    <a:lnTo>
                      <a:pt x="0" y="0"/>
                    </a:lnTo>
                    <a:lnTo>
                      <a:pt x="30313" y="15545"/>
                    </a:lnTo>
                    <a:lnTo>
                      <a:pt x="60931" y="686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7" name="Graphic 1">
              <a:extLst>
                <a:ext uri="{FF2B5EF4-FFF2-40B4-BE49-F238E27FC236}">
                  <a16:creationId xmlns:a16="http://schemas.microsoft.com/office/drawing/2014/main" id="{6AAFDD0B-9249-D48C-9A41-1CE9A915A1A4}"/>
                </a:ext>
              </a:extLst>
            </p:cNvPr>
            <p:cNvGrpSpPr/>
            <p:nvPr/>
          </p:nvGrpSpPr>
          <p:grpSpPr>
            <a:xfrm>
              <a:off x="7421803" y="3810000"/>
              <a:ext cx="228490" cy="228600"/>
              <a:chOff x="8840700" y="5820366"/>
              <a:chExt cx="228490" cy="228600"/>
            </a:xfrm>
            <a:noFill/>
          </p:grpSpPr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F289D5BC-2F2E-4D1A-F8A1-C1DD3801AE10}"/>
                  </a:ext>
                </a:extLst>
              </p:cNvPr>
              <p:cNvSpPr/>
              <p:nvPr/>
            </p:nvSpPr>
            <p:spPr>
              <a:xfrm>
                <a:off x="8840700" y="582036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14" name="Picture 513">
                <a:extLst>
                  <a:ext uri="{FF2B5EF4-FFF2-40B4-BE49-F238E27FC236}">
                    <a16:creationId xmlns:a16="http://schemas.microsoft.com/office/drawing/2014/main" id="{7BAC5B52-614C-CEEC-D635-6FF870182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20672" y="586608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8" name="Graphic 1">
              <a:extLst>
                <a:ext uri="{FF2B5EF4-FFF2-40B4-BE49-F238E27FC236}">
                  <a16:creationId xmlns:a16="http://schemas.microsoft.com/office/drawing/2014/main" id="{EAB93B10-B68F-3FF3-F739-ED55D554E9B7}"/>
                </a:ext>
              </a:extLst>
            </p:cNvPr>
            <p:cNvGrpSpPr/>
            <p:nvPr/>
          </p:nvGrpSpPr>
          <p:grpSpPr>
            <a:xfrm>
              <a:off x="7871167" y="2849880"/>
              <a:ext cx="60930" cy="295351"/>
              <a:chOff x="9290064" y="4860246"/>
              <a:chExt cx="60930" cy="295351"/>
            </a:xfrm>
          </p:grpSpPr>
          <p:sp>
            <p:nvSpPr>
              <p:cNvPr id="511" name="Freeform 510">
                <a:extLst>
                  <a:ext uri="{FF2B5EF4-FFF2-40B4-BE49-F238E27FC236}">
                    <a16:creationId xmlns:a16="http://schemas.microsoft.com/office/drawing/2014/main" id="{5A011EB0-F3A1-963A-DB4A-6DD4FEA9675F}"/>
                  </a:ext>
                </a:extLst>
              </p:cNvPr>
              <p:cNvSpPr/>
              <p:nvPr/>
            </p:nvSpPr>
            <p:spPr>
              <a:xfrm>
                <a:off x="9320530" y="486024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12" name="Freeform 511">
                <a:extLst>
                  <a:ext uri="{FF2B5EF4-FFF2-40B4-BE49-F238E27FC236}">
                    <a16:creationId xmlns:a16="http://schemas.microsoft.com/office/drawing/2014/main" id="{4FADDE62-C766-D544-E925-FAA0796BFEC9}"/>
                  </a:ext>
                </a:extLst>
              </p:cNvPr>
              <p:cNvSpPr/>
              <p:nvPr/>
            </p:nvSpPr>
            <p:spPr>
              <a:xfrm>
                <a:off x="9290064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9" name="Graphic 1">
              <a:extLst>
                <a:ext uri="{FF2B5EF4-FFF2-40B4-BE49-F238E27FC236}">
                  <a16:creationId xmlns:a16="http://schemas.microsoft.com/office/drawing/2014/main" id="{5C7F6FE5-61AE-CB2C-7172-ECF66A0DDAE8}"/>
                </a:ext>
              </a:extLst>
            </p:cNvPr>
            <p:cNvGrpSpPr/>
            <p:nvPr/>
          </p:nvGrpSpPr>
          <p:grpSpPr>
            <a:xfrm>
              <a:off x="8071020" y="3295650"/>
              <a:ext cx="211429" cy="60960"/>
              <a:chOff x="9489917" y="5306016"/>
              <a:chExt cx="211429" cy="60960"/>
            </a:xfrm>
          </p:grpSpPr>
          <p:sp>
            <p:nvSpPr>
              <p:cNvPr id="509" name="Freeform 508">
                <a:extLst>
                  <a:ext uri="{FF2B5EF4-FFF2-40B4-BE49-F238E27FC236}">
                    <a16:creationId xmlns:a16="http://schemas.microsoft.com/office/drawing/2014/main" id="{1CAE5A2F-0DED-F492-4EDC-C3AA759DFCA5}"/>
                  </a:ext>
                </a:extLst>
              </p:cNvPr>
              <p:cNvSpPr/>
              <p:nvPr/>
            </p:nvSpPr>
            <p:spPr>
              <a:xfrm>
                <a:off x="9535615" y="5336496"/>
                <a:ext cx="165731" cy="7620"/>
              </a:xfrm>
              <a:custGeom>
                <a:avLst/>
                <a:gdLst>
                  <a:gd name="csX0" fmla="*/ 165732 w 165731"/>
                  <a:gd name="csY0" fmla="*/ 0 h 7620"/>
                  <a:gd name="csX1" fmla="*/ 0 w 165731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731" h="7620">
                    <a:moveTo>
                      <a:pt x="165732" y="0"/>
                    </a:moveTo>
                    <a:lnTo>
                      <a:pt x="0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10" name="Freeform 509">
                <a:extLst>
                  <a:ext uri="{FF2B5EF4-FFF2-40B4-BE49-F238E27FC236}">
                    <a16:creationId xmlns:a16="http://schemas.microsoft.com/office/drawing/2014/main" id="{C5790E0E-1E6A-CD4E-3E8A-F94470410B02}"/>
                  </a:ext>
                </a:extLst>
              </p:cNvPr>
              <p:cNvSpPr/>
              <p:nvPr/>
            </p:nvSpPr>
            <p:spPr>
              <a:xfrm>
                <a:off x="9489917" y="5306016"/>
                <a:ext cx="60930" cy="60960"/>
              </a:xfrm>
              <a:custGeom>
                <a:avLst/>
                <a:gdLst>
                  <a:gd name="csX0" fmla="*/ 0 w 60930"/>
                  <a:gd name="csY0" fmla="*/ 30480 h 60960"/>
                  <a:gd name="csX1" fmla="*/ 60931 w 60930"/>
                  <a:gd name="csY1" fmla="*/ 0 h 60960"/>
                  <a:gd name="csX2" fmla="*/ 45698 w 60930"/>
                  <a:gd name="csY2" fmla="*/ 30480 h 60960"/>
                  <a:gd name="csX3" fmla="*/ 60931 w 60930"/>
                  <a:gd name="csY3" fmla="*/ 6096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0" y="30480"/>
                    </a:moveTo>
                    <a:lnTo>
                      <a:pt x="60931" y="0"/>
                    </a:lnTo>
                    <a:lnTo>
                      <a:pt x="45698" y="30480"/>
                    </a:lnTo>
                    <a:lnTo>
                      <a:pt x="60931" y="6096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0" name="Graphic 1">
              <a:extLst>
                <a:ext uri="{FF2B5EF4-FFF2-40B4-BE49-F238E27FC236}">
                  <a16:creationId xmlns:a16="http://schemas.microsoft.com/office/drawing/2014/main" id="{0F2CA64E-4576-6AE6-1F8C-84F6D9326A43}"/>
                </a:ext>
              </a:extLst>
            </p:cNvPr>
            <p:cNvGrpSpPr/>
            <p:nvPr/>
          </p:nvGrpSpPr>
          <p:grpSpPr>
            <a:xfrm>
              <a:off x="7216162" y="2964180"/>
              <a:ext cx="228490" cy="228600"/>
              <a:chOff x="8635059" y="4974546"/>
              <a:chExt cx="228490" cy="228600"/>
            </a:xfrm>
            <a:noFill/>
          </p:grpSpPr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EA5847F9-94D8-8E4F-993F-CB018554F82C}"/>
                  </a:ext>
                </a:extLst>
              </p:cNvPr>
              <p:cNvSpPr/>
              <p:nvPr/>
            </p:nvSpPr>
            <p:spPr>
              <a:xfrm>
                <a:off x="8635059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8" name="Picture 507">
                <a:extLst>
                  <a:ext uri="{FF2B5EF4-FFF2-40B4-BE49-F238E27FC236}">
                    <a16:creationId xmlns:a16="http://schemas.microsoft.com/office/drawing/2014/main" id="{8A3D2F49-4AE2-CA29-C93C-469C7C353C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11222" y="502026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1" name="Graphic 1">
              <a:extLst>
                <a:ext uri="{FF2B5EF4-FFF2-40B4-BE49-F238E27FC236}">
                  <a16:creationId xmlns:a16="http://schemas.microsoft.com/office/drawing/2014/main" id="{6B974EE3-B4DD-7503-990D-B422082ADFEA}"/>
                </a:ext>
              </a:extLst>
            </p:cNvPr>
            <p:cNvGrpSpPr/>
            <p:nvPr/>
          </p:nvGrpSpPr>
          <p:grpSpPr>
            <a:xfrm>
              <a:off x="7407104" y="2583180"/>
              <a:ext cx="60930" cy="562051"/>
              <a:chOff x="8826001" y="4593546"/>
              <a:chExt cx="60930" cy="562051"/>
            </a:xfrm>
          </p:grpSpPr>
          <p:sp>
            <p:nvSpPr>
              <p:cNvPr id="505" name="Freeform 504">
                <a:extLst>
                  <a:ext uri="{FF2B5EF4-FFF2-40B4-BE49-F238E27FC236}">
                    <a16:creationId xmlns:a16="http://schemas.microsoft.com/office/drawing/2014/main" id="{5721650D-2717-6CBB-0F23-F4952D09060F}"/>
                  </a:ext>
                </a:extLst>
              </p:cNvPr>
              <p:cNvSpPr/>
              <p:nvPr/>
            </p:nvSpPr>
            <p:spPr>
              <a:xfrm>
                <a:off x="8856313" y="4593546"/>
                <a:ext cx="3427" cy="516331"/>
              </a:xfrm>
              <a:custGeom>
                <a:avLst/>
                <a:gdLst>
                  <a:gd name="csX0" fmla="*/ 3427 w 3427"/>
                  <a:gd name="csY0" fmla="*/ 0 h 516331"/>
                  <a:gd name="csX1" fmla="*/ 0 w 3427"/>
                  <a:gd name="csY1" fmla="*/ 516331 h 51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27" h="516331">
                    <a:moveTo>
                      <a:pt x="3427" y="0"/>
                    </a:moveTo>
                    <a:lnTo>
                      <a:pt x="0" y="5163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06" name="Freeform 505">
                <a:extLst>
                  <a:ext uri="{FF2B5EF4-FFF2-40B4-BE49-F238E27FC236}">
                    <a16:creationId xmlns:a16="http://schemas.microsoft.com/office/drawing/2014/main" id="{1BC6FE2F-7BE8-7F6A-D67A-C974D743B57E}"/>
                  </a:ext>
                </a:extLst>
              </p:cNvPr>
              <p:cNvSpPr/>
              <p:nvPr/>
            </p:nvSpPr>
            <p:spPr>
              <a:xfrm>
                <a:off x="8826001" y="5094484"/>
                <a:ext cx="60930" cy="61112"/>
              </a:xfrm>
              <a:custGeom>
                <a:avLst/>
                <a:gdLst>
                  <a:gd name="csX0" fmla="*/ 30008 w 60930"/>
                  <a:gd name="csY0" fmla="*/ 61113 h 61112"/>
                  <a:gd name="csX1" fmla="*/ 0 w 60930"/>
                  <a:gd name="csY1" fmla="*/ 0 h 61112"/>
                  <a:gd name="csX2" fmla="*/ 30313 w 60930"/>
                  <a:gd name="csY2" fmla="*/ 15393 h 61112"/>
                  <a:gd name="csX3" fmla="*/ 60931 w 60930"/>
                  <a:gd name="csY3" fmla="*/ 381 h 611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112">
                    <a:moveTo>
                      <a:pt x="30008" y="61113"/>
                    </a:moveTo>
                    <a:lnTo>
                      <a:pt x="0" y="0"/>
                    </a:lnTo>
                    <a:lnTo>
                      <a:pt x="30313" y="15393"/>
                    </a:lnTo>
                    <a:lnTo>
                      <a:pt x="60931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2" name="Graphic 1">
              <a:extLst>
                <a:ext uri="{FF2B5EF4-FFF2-40B4-BE49-F238E27FC236}">
                  <a16:creationId xmlns:a16="http://schemas.microsoft.com/office/drawing/2014/main" id="{598598E5-49B3-5012-4311-F14BCF6EDED7}"/>
                </a:ext>
              </a:extLst>
            </p:cNvPr>
            <p:cNvGrpSpPr/>
            <p:nvPr/>
          </p:nvGrpSpPr>
          <p:grpSpPr>
            <a:xfrm>
              <a:off x="7878784" y="2964180"/>
              <a:ext cx="228490" cy="228600"/>
              <a:chOff x="9297681" y="4974546"/>
              <a:chExt cx="228490" cy="228600"/>
            </a:xfrm>
            <a:noFill/>
          </p:grpSpPr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79C84211-4AA6-D7F3-27C5-ABC32473D92E}"/>
                  </a:ext>
                </a:extLst>
              </p:cNvPr>
              <p:cNvSpPr/>
              <p:nvPr/>
            </p:nvSpPr>
            <p:spPr>
              <a:xfrm>
                <a:off x="9297681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4" name="Picture 503">
                <a:extLst>
                  <a:ext uri="{FF2B5EF4-FFF2-40B4-BE49-F238E27FC236}">
                    <a16:creationId xmlns:a16="http://schemas.microsoft.com/office/drawing/2014/main" id="{98FE5CF5-7964-8B9F-8758-8E6200CA2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77652" y="502026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3" name="Graphic 1">
              <a:extLst>
                <a:ext uri="{FF2B5EF4-FFF2-40B4-BE49-F238E27FC236}">
                  <a16:creationId xmlns:a16="http://schemas.microsoft.com/office/drawing/2014/main" id="{F53FBC6A-18C5-85EC-1AF5-185EB1674A2E}"/>
                </a:ext>
              </a:extLst>
            </p:cNvPr>
            <p:cNvGrpSpPr/>
            <p:nvPr/>
          </p:nvGrpSpPr>
          <p:grpSpPr>
            <a:xfrm>
              <a:off x="8244368" y="3154680"/>
              <a:ext cx="304653" cy="304800"/>
              <a:chOff x="9663265" y="5165046"/>
              <a:chExt cx="304653" cy="304800"/>
            </a:xfrm>
            <a:noFill/>
          </p:grpSpPr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0533AB64-8130-B239-CABD-6910F58F1D8A}"/>
                  </a:ext>
                </a:extLst>
              </p:cNvPr>
              <p:cNvSpPr/>
              <p:nvPr/>
            </p:nvSpPr>
            <p:spPr>
              <a:xfrm>
                <a:off x="9663265" y="5165046"/>
                <a:ext cx="304653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2" name="Picture 501">
                <a:extLst>
                  <a:ext uri="{FF2B5EF4-FFF2-40B4-BE49-F238E27FC236}">
                    <a16:creationId xmlns:a16="http://schemas.microsoft.com/office/drawing/2014/main" id="{F58C979A-7C67-0338-DB72-4077D67DB6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35621" y="5222196"/>
                <a:ext cx="159943" cy="240030"/>
              </a:xfrm>
              <a:custGeom>
                <a:avLst/>
                <a:gdLst>
                  <a:gd name="csX0" fmla="*/ 0 w 159943"/>
                  <a:gd name="csY0" fmla="*/ 0 h 240030"/>
                  <a:gd name="csX1" fmla="*/ 159943 w 159943"/>
                  <a:gd name="csY1" fmla="*/ 0 h 240030"/>
                  <a:gd name="csX2" fmla="*/ 159943 w 159943"/>
                  <a:gd name="csY2" fmla="*/ 240030 h 240030"/>
                  <a:gd name="csX3" fmla="*/ 0 w 159943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943" h="240030">
                    <a:moveTo>
                      <a:pt x="0" y="0"/>
                    </a:moveTo>
                    <a:lnTo>
                      <a:pt x="159943" y="0"/>
                    </a:lnTo>
                    <a:lnTo>
                      <a:pt x="159943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4" name="Graphic 1">
              <a:extLst>
                <a:ext uri="{FF2B5EF4-FFF2-40B4-BE49-F238E27FC236}">
                  <a16:creationId xmlns:a16="http://schemas.microsoft.com/office/drawing/2014/main" id="{CFB686DB-90D9-147E-9401-F150CA945F3A}"/>
                </a:ext>
              </a:extLst>
            </p:cNvPr>
            <p:cNvGrpSpPr/>
            <p:nvPr/>
          </p:nvGrpSpPr>
          <p:grpSpPr>
            <a:xfrm>
              <a:off x="7703608" y="2606040"/>
              <a:ext cx="380817" cy="316230"/>
              <a:chOff x="9122505" y="4616406"/>
              <a:chExt cx="380817" cy="316230"/>
            </a:xfrm>
            <a:noFill/>
          </p:grpSpPr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E0BD194A-652E-D2F5-4910-0A992D953549}"/>
                  </a:ext>
                </a:extLst>
              </p:cNvPr>
              <p:cNvSpPr/>
              <p:nvPr/>
            </p:nvSpPr>
            <p:spPr>
              <a:xfrm>
                <a:off x="9122505" y="461640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0" name="Picture 499">
                <a:extLst>
                  <a:ext uri="{FF2B5EF4-FFF2-40B4-BE49-F238E27FC236}">
                    <a16:creationId xmlns:a16="http://schemas.microsoft.com/office/drawing/2014/main" id="{A361CF5D-9959-94FE-DD42-26AFE410DB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98668" y="465450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5" name="Graphic 1">
              <a:extLst>
                <a:ext uri="{FF2B5EF4-FFF2-40B4-BE49-F238E27FC236}">
                  <a16:creationId xmlns:a16="http://schemas.microsoft.com/office/drawing/2014/main" id="{2EE7F2AA-CC0D-FF13-93D8-4FDAD123C4BD}"/>
                </a:ext>
              </a:extLst>
            </p:cNvPr>
            <p:cNvGrpSpPr/>
            <p:nvPr/>
          </p:nvGrpSpPr>
          <p:grpSpPr>
            <a:xfrm>
              <a:off x="6363131" y="3169920"/>
              <a:ext cx="761634" cy="304800"/>
              <a:chOff x="7782028" y="5180286"/>
              <a:chExt cx="761634" cy="304800"/>
            </a:xfrm>
            <a:solidFill>
              <a:srgbClr val="DAE8FC"/>
            </a:solidFill>
          </p:grpSpPr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0C133D6E-C375-06DA-5B15-8E75876E82BE}"/>
                  </a:ext>
                </a:extLst>
              </p:cNvPr>
              <p:cNvSpPr/>
              <p:nvPr/>
            </p:nvSpPr>
            <p:spPr>
              <a:xfrm>
                <a:off x="7782028" y="518028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8" name="Picture 497">
                <a:extLst>
                  <a:ext uri="{FF2B5EF4-FFF2-40B4-BE49-F238E27FC236}">
                    <a16:creationId xmlns:a16="http://schemas.microsoft.com/office/drawing/2014/main" id="{15DEE600-85CE-FCDE-C54B-24D885234B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89644" y="524505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6" name="Graphic 1">
              <a:extLst>
                <a:ext uri="{FF2B5EF4-FFF2-40B4-BE49-F238E27FC236}">
                  <a16:creationId xmlns:a16="http://schemas.microsoft.com/office/drawing/2014/main" id="{23DB7BF0-187A-9258-9B6B-10A1F699FC3E}"/>
                </a:ext>
              </a:extLst>
            </p:cNvPr>
            <p:cNvGrpSpPr/>
            <p:nvPr/>
          </p:nvGrpSpPr>
          <p:grpSpPr>
            <a:xfrm>
              <a:off x="6949590" y="2849880"/>
              <a:ext cx="60930" cy="295351"/>
              <a:chOff x="8368487" y="4860246"/>
              <a:chExt cx="60930" cy="295351"/>
            </a:xfrm>
          </p:grpSpPr>
          <p:sp>
            <p:nvSpPr>
              <p:cNvPr id="495" name="Freeform 494">
                <a:extLst>
                  <a:ext uri="{FF2B5EF4-FFF2-40B4-BE49-F238E27FC236}">
                    <a16:creationId xmlns:a16="http://schemas.microsoft.com/office/drawing/2014/main" id="{DDE4107B-8371-430E-F17F-638B3ECE6545}"/>
                  </a:ext>
                </a:extLst>
              </p:cNvPr>
              <p:cNvSpPr/>
              <p:nvPr/>
            </p:nvSpPr>
            <p:spPr>
              <a:xfrm>
                <a:off x="8398952" y="486024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96" name="Freeform 495">
                <a:extLst>
                  <a:ext uri="{FF2B5EF4-FFF2-40B4-BE49-F238E27FC236}">
                    <a16:creationId xmlns:a16="http://schemas.microsoft.com/office/drawing/2014/main" id="{195E90AF-637D-6018-B5FE-D08D90E83935}"/>
                  </a:ext>
                </a:extLst>
              </p:cNvPr>
              <p:cNvSpPr/>
              <p:nvPr/>
            </p:nvSpPr>
            <p:spPr>
              <a:xfrm>
                <a:off x="8368487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7" name="Graphic 1">
              <a:extLst>
                <a:ext uri="{FF2B5EF4-FFF2-40B4-BE49-F238E27FC236}">
                  <a16:creationId xmlns:a16="http://schemas.microsoft.com/office/drawing/2014/main" id="{68222568-EB4B-0438-8B22-EF861D6012C1}"/>
                </a:ext>
              </a:extLst>
            </p:cNvPr>
            <p:cNvGrpSpPr/>
            <p:nvPr/>
          </p:nvGrpSpPr>
          <p:grpSpPr>
            <a:xfrm>
              <a:off x="6294584" y="2964180"/>
              <a:ext cx="228490" cy="228600"/>
              <a:chOff x="7713481" y="4974546"/>
              <a:chExt cx="228490" cy="228600"/>
            </a:xfrm>
            <a:noFill/>
          </p:grpSpPr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9788C1F7-1BD8-7647-7C92-7BF2B907B9F2}"/>
                  </a:ext>
                </a:extLst>
              </p:cNvPr>
              <p:cNvSpPr/>
              <p:nvPr/>
            </p:nvSpPr>
            <p:spPr>
              <a:xfrm>
                <a:off x="7713481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4" name="Picture 493">
                <a:extLst>
                  <a:ext uri="{FF2B5EF4-FFF2-40B4-BE49-F238E27FC236}">
                    <a16:creationId xmlns:a16="http://schemas.microsoft.com/office/drawing/2014/main" id="{DF6C492C-4CE8-787D-74C9-C46BD00505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89644" y="502026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8" name="Graphic 1">
              <a:extLst>
                <a:ext uri="{FF2B5EF4-FFF2-40B4-BE49-F238E27FC236}">
                  <a16:creationId xmlns:a16="http://schemas.microsoft.com/office/drawing/2014/main" id="{6F7271B6-33E7-D966-7DF4-B2BA96B9D72B}"/>
                </a:ext>
              </a:extLst>
            </p:cNvPr>
            <p:cNvGrpSpPr/>
            <p:nvPr/>
          </p:nvGrpSpPr>
          <p:grpSpPr>
            <a:xfrm>
              <a:off x="6484993" y="2865120"/>
              <a:ext cx="60930" cy="280111"/>
              <a:chOff x="7903890" y="4875486"/>
              <a:chExt cx="60930" cy="280111"/>
            </a:xfrm>
          </p:grpSpPr>
          <p:sp>
            <p:nvSpPr>
              <p:cNvPr id="491" name="Freeform 490">
                <a:extLst>
                  <a:ext uri="{FF2B5EF4-FFF2-40B4-BE49-F238E27FC236}">
                    <a16:creationId xmlns:a16="http://schemas.microsoft.com/office/drawing/2014/main" id="{F5046C37-C143-B806-08AB-2851F55A39EA}"/>
                  </a:ext>
                </a:extLst>
              </p:cNvPr>
              <p:cNvSpPr/>
              <p:nvPr/>
            </p:nvSpPr>
            <p:spPr>
              <a:xfrm>
                <a:off x="7934355" y="4875486"/>
                <a:ext cx="7616" cy="234391"/>
              </a:xfrm>
              <a:custGeom>
                <a:avLst/>
                <a:gdLst>
                  <a:gd name="csX0" fmla="*/ 0 w 7616"/>
                  <a:gd name="csY0" fmla="*/ 0 h 234391"/>
                  <a:gd name="csX1" fmla="*/ 0 w 7616"/>
                  <a:gd name="csY1" fmla="*/ 234391 h 234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34391">
                    <a:moveTo>
                      <a:pt x="0" y="0"/>
                    </a:moveTo>
                    <a:lnTo>
                      <a:pt x="0" y="23439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92" name="Freeform 491">
                <a:extLst>
                  <a:ext uri="{FF2B5EF4-FFF2-40B4-BE49-F238E27FC236}">
                    <a16:creationId xmlns:a16="http://schemas.microsoft.com/office/drawing/2014/main" id="{635CEEA1-FB4E-EC9F-79DA-717D61BF4701}"/>
                  </a:ext>
                </a:extLst>
              </p:cNvPr>
              <p:cNvSpPr/>
              <p:nvPr/>
            </p:nvSpPr>
            <p:spPr>
              <a:xfrm>
                <a:off x="7903890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9" name="Graphic 1">
              <a:extLst>
                <a:ext uri="{FF2B5EF4-FFF2-40B4-BE49-F238E27FC236}">
                  <a16:creationId xmlns:a16="http://schemas.microsoft.com/office/drawing/2014/main" id="{1E717F0A-36BB-BF0C-87E8-F8A39A9BE71C}"/>
                </a:ext>
              </a:extLst>
            </p:cNvPr>
            <p:cNvGrpSpPr/>
            <p:nvPr/>
          </p:nvGrpSpPr>
          <p:grpSpPr>
            <a:xfrm>
              <a:off x="6957206" y="2964180"/>
              <a:ext cx="228490" cy="228600"/>
              <a:chOff x="8376103" y="4974546"/>
              <a:chExt cx="228490" cy="228600"/>
            </a:xfrm>
            <a:noFill/>
          </p:grpSpPr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9A2613E4-D01C-4C80-385D-870019481224}"/>
                  </a:ext>
                </a:extLst>
              </p:cNvPr>
              <p:cNvSpPr/>
              <p:nvPr/>
            </p:nvSpPr>
            <p:spPr>
              <a:xfrm>
                <a:off x="8376103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0" name="Picture 489">
                <a:extLst>
                  <a:ext uri="{FF2B5EF4-FFF2-40B4-BE49-F238E27FC236}">
                    <a16:creationId xmlns:a16="http://schemas.microsoft.com/office/drawing/2014/main" id="{EFAEA5E8-A12C-1103-CFA4-40405217B1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456075" y="502026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0" name="Graphic 1">
              <a:extLst>
                <a:ext uri="{FF2B5EF4-FFF2-40B4-BE49-F238E27FC236}">
                  <a16:creationId xmlns:a16="http://schemas.microsoft.com/office/drawing/2014/main" id="{1553A94B-7444-5805-96E4-1DB7E2C3D19F}"/>
                </a:ext>
              </a:extLst>
            </p:cNvPr>
            <p:cNvGrpSpPr/>
            <p:nvPr/>
          </p:nvGrpSpPr>
          <p:grpSpPr>
            <a:xfrm>
              <a:off x="6401213" y="2613660"/>
              <a:ext cx="228490" cy="304800"/>
              <a:chOff x="7820110" y="4624026"/>
              <a:chExt cx="228490" cy="304800"/>
            </a:xfrm>
            <a:noFill/>
          </p:grpSpPr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41FBDB24-B5A3-AB05-6B08-E5038E62CE39}"/>
                  </a:ext>
                </a:extLst>
              </p:cNvPr>
              <p:cNvSpPr/>
              <p:nvPr/>
            </p:nvSpPr>
            <p:spPr>
              <a:xfrm>
                <a:off x="7820110" y="4624026"/>
                <a:ext cx="228490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8" name="Picture 487">
                <a:extLst>
                  <a:ext uri="{FF2B5EF4-FFF2-40B4-BE49-F238E27FC236}">
                    <a16:creationId xmlns:a16="http://schemas.microsoft.com/office/drawing/2014/main" id="{3444EE6A-A42A-620E-323D-8DC046F3DF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92465" y="4681176"/>
                <a:ext cx="83779" cy="240030"/>
              </a:xfrm>
              <a:custGeom>
                <a:avLst/>
                <a:gdLst>
                  <a:gd name="csX0" fmla="*/ 0 w 83779"/>
                  <a:gd name="csY0" fmla="*/ 0 h 240030"/>
                  <a:gd name="csX1" fmla="*/ 83780 w 83779"/>
                  <a:gd name="csY1" fmla="*/ 0 h 240030"/>
                  <a:gd name="csX2" fmla="*/ 83780 w 83779"/>
                  <a:gd name="csY2" fmla="*/ 240030 h 240030"/>
                  <a:gd name="csX3" fmla="*/ 0 w 83779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79" h="240030">
                    <a:moveTo>
                      <a:pt x="0" y="0"/>
                    </a:moveTo>
                    <a:lnTo>
                      <a:pt x="83780" y="0"/>
                    </a:lnTo>
                    <a:lnTo>
                      <a:pt x="83780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1" name="Graphic 1">
              <a:extLst>
                <a:ext uri="{FF2B5EF4-FFF2-40B4-BE49-F238E27FC236}">
                  <a16:creationId xmlns:a16="http://schemas.microsoft.com/office/drawing/2014/main" id="{C8CB61B6-D4DB-6817-D14F-0309488FA8FA}"/>
                </a:ext>
              </a:extLst>
            </p:cNvPr>
            <p:cNvGrpSpPr/>
            <p:nvPr/>
          </p:nvGrpSpPr>
          <p:grpSpPr>
            <a:xfrm>
              <a:off x="6782030" y="2606040"/>
              <a:ext cx="380817" cy="316230"/>
              <a:chOff x="8200927" y="4616406"/>
              <a:chExt cx="380817" cy="316230"/>
            </a:xfrm>
            <a:noFill/>
          </p:grpSpPr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4325C6C1-EB7C-7A4F-CBDF-C000235624F0}"/>
                  </a:ext>
                </a:extLst>
              </p:cNvPr>
              <p:cNvSpPr/>
              <p:nvPr/>
            </p:nvSpPr>
            <p:spPr>
              <a:xfrm>
                <a:off x="8200927" y="461640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6" name="Picture 485">
                <a:extLst>
                  <a:ext uri="{FF2B5EF4-FFF2-40B4-BE49-F238E27FC236}">
                    <a16:creationId xmlns:a16="http://schemas.microsoft.com/office/drawing/2014/main" id="{C07B0938-585E-B849-436B-D69412B52E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277090" y="465450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2" name="Graphic 1">
              <a:extLst>
                <a:ext uri="{FF2B5EF4-FFF2-40B4-BE49-F238E27FC236}">
                  <a16:creationId xmlns:a16="http://schemas.microsoft.com/office/drawing/2014/main" id="{F545E623-3AA6-F02E-0C31-BDB73F3D2E39}"/>
                </a:ext>
              </a:extLst>
            </p:cNvPr>
            <p:cNvGrpSpPr/>
            <p:nvPr/>
          </p:nvGrpSpPr>
          <p:grpSpPr>
            <a:xfrm>
              <a:off x="5822371" y="3169920"/>
              <a:ext cx="380817" cy="316230"/>
              <a:chOff x="7241268" y="5180286"/>
              <a:chExt cx="380817" cy="316230"/>
            </a:xfrm>
            <a:noFill/>
          </p:grpSpPr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51FC7913-F8B2-5FE1-1A63-EC0E58840921}"/>
                  </a:ext>
                </a:extLst>
              </p:cNvPr>
              <p:cNvSpPr/>
              <p:nvPr/>
            </p:nvSpPr>
            <p:spPr>
              <a:xfrm>
                <a:off x="7241268" y="518028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4" name="Picture 483">
                <a:extLst>
                  <a:ext uri="{FF2B5EF4-FFF2-40B4-BE49-F238E27FC236}">
                    <a16:creationId xmlns:a16="http://schemas.microsoft.com/office/drawing/2014/main" id="{376D62FB-A4EB-C124-C2F9-BA7FA0FCA8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17431" y="521838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3" name="Graphic 1">
              <a:extLst>
                <a:ext uri="{FF2B5EF4-FFF2-40B4-BE49-F238E27FC236}">
                  <a16:creationId xmlns:a16="http://schemas.microsoft.com/office/drawing/2014/main" id="{5F309B2F-DBD9-1A0A-0DE3-B78416A3AEC6}"/>
                </a:ext>
              </a:extLst>
            </p:cNvPr>
            <p:cNvGrpSpPr/>
            <p:nvPr/>
          </p:nvGrpSpPr>
          <p:grpSpPr>
            <a:xfrm>
              <a:off x="6149873" y="3291840"/>
              <a:ext cx="196197" cy="60960"/>
              <a:chOff x="7568770" y="5302206"/>
              <a:chExt cx="196197" cy="60960"/>
            </a:xfrm>
          </p:grpSpPr>
          <p:sp>
            <p:nvSpPr>
              <p:cNvPr id="481" name="Freeform 480">
                <a:extLst>
                  <a:ext uri="{FF2B5EF4-FFF2-40B4-BE49-F238E27FC236}">
                    <a16:creationId xmlns:a16="http://schemas.microsoft.com/office/drawing/2014/main" id="{FB939723-C9CC-4A0D-7E58-1F3263A8D080}"/>
                  </a:ext>
                </a:extLst>
              </p:cNvPr>
              <p:cNvSpPr/>
              <p:nvPr/>
            </p:nvSpPr>
            <p:spPr>
              <a:xfrm>
                <a:off x="7568770" y="5332686"/>
                <a:ext cx="150499" cy="7620"/>
              </a:xfrm>
              <a:custGeom>
                <a:avLst/>
                <a:gdLst>
                  <a:gd name="csX0" fmla="*/ 0 w 150499"/>
                  <a:gd name="csY0" fmla="*/ 0 h 7620"/>
                  <a:gd name="csX1" fmla="*/ 150499 w 150499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499" h="7620">
                    <a:moveTo>
                      <a:pt x="0" y="0"/>
                    </a:moveTo>
                    <a:lnTo>
                      <a:pt x="150499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82" name="Freeform 481">
                <a:extLst>
                  <a:ext uri="{FF2B5EF4-FFF2-40B4-BE49-F238E27FC236}">
                    <a16:creationId xmlns:a16="http://schemas.microsoft.com/office/drawing/2014/main" id="{E1A99E4C-380B-B335-78D2-3E058C8A866F}"/>
                  </a:ext>
                </a:extLst>
              </p:cNvPr>
              <p:cNvSpPr/>
              <p:nvPr/>
            </p:nvSpPr>
            <p:spPr>
              <a:xfrm>
                <a:off x="7704037" y="5302206"/>
                <a:ext cx="60930" cy="60960"/>
              </a:xfrm>
              <a:custGeom>
                <a:avLst/>
                <a:gdLst>
                  <a:gd name="csX0" fmla="*/ 60931 w 60930"/>
                  <a:gd name="csY0" fmla="*/ 30480 h 60960"/>
                  <a:gd name="csX1" fmla="*/ 0 w 60930"/>
                  <a:gd name="csY1" fmla="*/ 60960 h 60960"/>
                  <a:gd name="csX2" fmla="*/ 15233 w 60930"/>
                  <a:gd name="csY2" fmla="*/ 30480 h 60960"/>
                  <a:gd name="csX3" fmla="*/ 0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60931" y="30480"/>
                    </a:moveTo>
                    <a:lnTo>
                      <a:pt x="0" y="60960"/>
                    </a:lnTo>
                    <a:lnTo>
                      <a:pt x="15233" y="30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4" name="Graphic 1">
              <a:extLst>
                <a:ext uri="{FF2B5EF4-FFF2-40B4-BE49-F238E27FC236}">
                  <a16:creationId xmlns:a16="http://schemas.microsoft.com/office/drawing/2014/main" id="{E241C3E5-6AFD-EA3B-D6ED-5D0604662A47}"/>
                </a:ext>
              </a:extLst>
            </p:cNvPr>
            <p:cNvGrpSpPr/>
            <p:nvPr/>
          </p:nvGrpSpPr>
          <p:grpSpPr>
            <a:xfrm>
              <a:off x="7060027" y="2278380"/>
              <a:ext cx="761634" cy="304800"/>
              <a:chOff x="8478924" y="4288746"/>
              <a:chExt cx="761634" cy="304800"/>
            </a:xfrm>
            <a:solidFill>
              <a:srgbClr val="DAE8FC"/>
            </a:solidFill>
          </p:grpSpPr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E2881C3D-347C-721F-D4A4-08214E81B420}"/>
                  </a:ext>
                </a:extLst>
              </p:cNvPr>
              <p:cNvSpPr/>
              <p:nvPr/>
            </p:nvSpPr>
            <p:spPr>
              <a:xfrm>
                <a:off x="8478924" y="428874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0" name="Picture 479">
                <a:extLst>
                  <a:ext uri="{FF2B5EF4-FFF2-40B4-BE49-F238E27FC236}">
                    <a16:creationId xmlns:a16="http://schemas.microsoft.com/office/drawing/2014/main" id="{8D9BFB44-AD90-C8E3-C6A3-8D248FCB04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90348" y="435351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5" name="Graphic 1">
              <a:extLst>
                <a:ext uri="{FF2B5EF4-FFF2-40B4-BE49-F238E27FC236}">
                  <a16:creationId xmlns:a16="http://schemas.microsoft.com/office/drawing/2014/main" id="{94AB6E70-3E09-C47C-25DB-8A162E52D9EE}"/>
                </a:ext>
              </a:extLst>
            </p:cNvPr>
            <p:cNvGrpSpPr/>
            <p:nvPr/>
          </p:nvGrpSpPr>
          <p:grpSpPr>
            <a:xfrm>
              <a:off x="7646485" y="1958340"/>
              <a:ext cx="60930" cy="295351"/>
              <a:chOff x="9065382" y="3968706"/>
              <a:chExt cx="60930" cy="295351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6A475768-6B56-AF28-F4D0-ED6AC39CE858}"/>
                  </a:ext>
                </a:extLst>
              </p:cNvPr>
              <p:cNvSpPr/>
              <p:nvPr/>
            </p:nvSpPr>
            <p:spPr>
              <a:xfrm>
                <a:off x="9095848" y="396870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98556795-E960-7732-4317-61F15062F4D7}"/>
                  </a:ext>
                </a:extLst>
              </p:cNvPr>
              <p:cNvSpPr/>
              <p:nvPr/>
            </p:nvSpPr>
            <p:spPr>
              <a:xfrm>
                <a:off x="9065382" y="420309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6" name="Graphic 1">
              <a:extLst>
                <a:ext uri="{FF2B5EF4-FFF2-40B4-BE49-F238E27FC236}">
                  <a16:creationId xmlns:a16="http://schemas.microsoft.com/office/drawing/2014/main" id="{A13B1E04-0ED0-7532-4EDA-B02C83595379}"/>
                </a:ext>
              </a:extLst>
            </p:cNvPr>
            <p:cNvGrpSpPr/>
            <p:nvPr/>
          </p:nvGrpSpPr>
          <p:grpSpPr>
            <a:xfrm>
              <a:off x="6991480" y="2072640"/>
              <a:ext cx="228490" cy="228600"/>
              <a:chOff x="8410377" y="4083006"/>
              <a:chExt cx="228490" cy="228600"/>
            </a:xfrm>
            <a:noFill/>
          </p:grpSpPr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E5B21862-80E9-3471-1B92-8C12C38554A5}"/>
                  </a:ext>
                </a:extLst>
              </p:cNvPr>
              <p:cNvSpPr/>
              <p:nvPr/>
            </p:nvSpPr>
            <p:spPr>
              <a:xfrm>
                <a:off x="8410377" y="408300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76" name="Picture 475">
                <a:extLst>
                  <a:ext uri="{FF2B5EF4-FFF2-40B4-BE49-F238E27FC236}">
                    <a16:creationId xmlns:a16="http://schemas.microsoft.com/office/drawing/2014/main" id="{A23B3C4C-0C08-DFA0-1DEE-8D7DA05ACD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90348" y="412872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7" name="Graphic 1">
              <a:extLst>
                <a:ext uri="{FF2B5EF4-FFF2-40B4-BE49-F238E27FC236}">
                  <a16:creationId xmlns:a16="http://schemas.microsoft.com/office/drawing/2014/main" id="{90408381-8D4C-DEB8-C0A9-BE01131364DB}"/>
                </a:ext>
              </a:extLst>
            </p:cNvPr>
            <p:cNvGrpSpPr/>
            <p:nvPr/>
          </p:nvGrpSpPr>
          <p:grpSpPr>
            <a:xfrm>
              <a:off x="7181888" y="1973580"/>
              <a:ext cx="60930" cy="280111"/>
              <a:chOff x="8600785" y="3983946"/>
              <a:chExt cx="60930" cy="280111"/>
            </a:xfrm>
          </p:grpSpPr>
          <p:sp>
            <p:nvSpPr>
              <p:cNvPr id="473" name="Freeform 472">
                <a:extLst>
                  <a:ext uri="{FF2B5EF4-FFF2-40B4-BE49-F238E27FC236}">
                    <a16:creationId xmlns:a16="http://schemas.microsoft.com/office/drawing/2014/main" id="{13BA5751-FD93-1EDB-FFBF-46BEBCAB4C4C}"/>
                  </a:ext>
                </a:extLst>
              </p:cNvPr>
              <p:cNvSpPr/>
              <p:nvPr/>
            </p:nvSpPr>
            <p:spPr>
              <a:xfrm>
                <a:off x="8631251" y="3983946"/>
                <a:ext cx="7616" cy="234391"/>
              </a:xfrm>
              <a:custGeom>
                <a:avLst/>
                <a:gdLst>
                  <a:gd name="csX0" fmla="*/ 0 w 7616"/>
                  <a:gd name="csY0" fmla="*/ 0 h 234391"/>
                  <a:gd name="csX1" fmla="*/ 0 w 7616"/>
                  <a:gd name="csY1" fmla="*/ 234391 h 234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34391">
                    <a:moveTo>
                      <a:pt x="0" y="0"/>
                    </a:moveTo>
                    <a:lnTo>
                      <a:pt x="0" y="23439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74" name="Freeform 473">
                <a:extLst>
                  <a:ext uri="{FF2B5EF4-FFF2-40B4-BE49-F238E27FC236}">
                    <a16:creationId xmlns:a16="http://schemas.microsoft.com/office/drawing/2014/main" id="{966F8E1E-8E5A-CC56-0E5C-10D91DA01654}"/>
                  </a:ext>
                </a:extLst>
              </p:cNvPr>
              <p:cNvSpPr/>
              <p:nvPr/>
            </p:nvSpPr>
            <p:spPr>
              <a:xfrm>
                <a:off x="8600785" y="420309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8" name="Graphic 1">
              <a:extLst>
                <a:ext uri="{FF2B5EF4-FFF2-40B4-BE49-F238E27FC236}">
                  <a16:creationId xmlns:a16="http://schemas.microsoft.com/office/drawing/2014/main" id="{D13463D8-4127-E533-D7DB-BA68AC4E08C9}"/>
                </a:ext>
              </a:extLst>
            </p:cNvPr>
            <p:cNvGrpSpPr/>
            <p:nvPr/>
          </p:nvGrpSpPr>
          <p:grpSpPr>
            <a:xfrm>
              <a:off x="7654102" y="2072640"/>
              <a:ext cx="228490" cy="228600"/>
              <a:chOff x="9072999" y="4083006"/>
              <a:chExt cx="228490" cy="228600"/>
            </a:xfrm>
            <a:noFill/>
          </p:grpSpPr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EF65731A-FECD-903E-38DA-C80BA08E61F5}"/>
                  </a:ext>
                </a:extLst>
              </p:cNvPr>
              <p:cNvSpPr/>
              <p:nvPr/>
            </p:nvSpPr>
            <p:spPr>
              <a:xfrm>
                <a:off x="9072999" y="408300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72" name="Picture 471">
                <a:extLst>
                  <a:ext uri="{FF2B5EF4-FFF2-40B4-BE49-F238E27FC236}">
                    <a16:creationId xmlns:a16="http://schemas.microsoft.com/office/drawing/2014/main" id="{AF84F75B-DBFC-3EAC-926B-7CDB63D6CB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156778" y="412872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9" name="Graphic 1">
              <a:extLst>
                <a:ext uri="{FF2B5EF4-FFF2-40B4-BE49-F238E27FC236}">
                  <a16:creationId xmlns:a16="http://schemas.microsoft.com/office/drawing/2014/main" id="{9CD101C8-96D8-CB1E-E087-143D10A1DB49}"/>
                </a:ext>
              </a:extLst>
            </p:cNvPr>
            <p:cNvGrpSpPr/>
            <p:nvPr/>
          </p:nvGrpSpPr>
          <p:grpSpPr>
            <a:xfrm>
              <a:off x="7098108" y="1722120"/>
              <a:ext cx="228490" cy="304800"/>
              <a:chOff x="8517005" y="3732486"/>
              <a:chExt cx="228490" cy="304800"/>
            </a:xfrm>
            <a:noFill/>
          </p:grpSpPr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F07F306F-FA41-AF41-F341-EBC7C1E8BB14}"/>
                  </a:ext>
                </a:extLst>
              </p:cNvPr>
              <p:cNvSpPr/>
              <p:nvPr/>
            </p:nvSpPr>
            <p:spPr>
              <a:xfrm>
                <a:off x="8517005" y="3732486"/>
                <a:ext cx="228490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70" name="Picture 469">
                <a:extLst>
                  <a:ext uri="{FF2B5EF4-FFF2-40B4-BE49-F238E27FC236}">
                    <a16:creationId xmlns:a16="http://schemas.microsoft.com/office/drawing/2014/main" id="{AA4459D6-7F93-644F-45AD-9C0E109237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593169" y="3789636"/>
                <a:ext cx="83779" cy="240030"/>
              </a:xfrm>
              <a:custGeom>
                <a:avLst/>
                <a:gdLst>
                  <a:gd name="csX0" fmla="*/ 0 w 83779"/>
                  <a:gd name="csY0" fmla="*/ 0 h 240030"/>
                  <a:gd name="csX1" fmla="*/ 83780 w 83779"/>
                  <a:gd name="csY1" fmla="*/ 0 h 240030"/>
                  <a:gd name="csX2" fmla="*/ 83780 w 83779"/>
                  <a:gd name="csY2" fmla="*/ 240030 h 240030"/>
                  <a:gd name="csX3" fmla="*/ 0 w 83779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79" h="240030">
                    <a:moveTo>
                      <a:pt x="0" y="0"/>
                    </a:moveTo>
                    <a:lnTo>
                      <a:pt x="83780" y="0"/>
                    </a:lnTo>
                    <a:lnTo>
                      <a:pt x="83780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60" name="Graphic 1">
              <a:extLst>
                <a:ext uri="{FF2B5EF4-FFF2-40B4-BE49-F238E27FC236}">
                  <a16:creationId xmlns:a16="http://schemas.microsoft.com/office/drawing/2014/main" id="{6532BA30-C953-408C-B87E-63E01A69CABE}"/>
                </a:ext>
              </a:extLst>
            </p:cNvPr>
            <p:cNvGrpSpPr/>
            <p:nvPr/>
          </p:nvGrpSpPr>
          <p:grpSpPr>
            <a:xfrm>
              <a:off x="7478926" y="1714500"/>
              <a:ext cx="380817" cy="316230"/>
              <a:chOff x="8897823" y="3724866"/>
              <a:chExt cx="380817" cy="316230"/>
            </a:xfrm>
            <a:noFill/>
          </p:grpSpPr>
          <p:sp>
            <p:nvSpPr>
              <p:cNvPr id="467" name="Rectangle 466">
                <a:extLst>
                  <a:ext uri="{FF2B5EF4-FFF2-40B4-BE49-F238E27FC236}">
                    <a16:creationId xmlns:a16="http://schemas.microsoft.com/office/drawing/2014/main" id="{BC108ADF-4D4C-ACFC-5320-5F7F3CA47471}"/>
                  </a:ext>
                </a:extLst>
              </p:cNvPr>
              <p:cNvSpPr/>
              <p:nvPr/>
            </p:nvSpPr>
            <p:spPr>
              <a:xfrm>
                <a:off x="8897823" y="372486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8" name="Picture 467">
                <a:extLst>
                  <a:ext uri="{FF2B5EF4-FFF2-40B4-BE49-F238E27FC236}">
                    <a16:creationId xmlns:a16="http://schemas.microsoft.com/office/drawing/2014/main" id="{4608BE61-6F6B-D433-88A9-1147207A82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77794" y="376296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61" name="Graphic 1">
              <a:extLst>
                <a:ext uri="{FF2B5EF4-FFF2-40B4-BE49-F238E27FC236}">
                  <a16:creationId xmlns:a16="http://schemas.microsoft.com/office/drawing/2014/main" id="{5024C375-7C6F-F44B-9EA6-A49C285EE37E}"/>
                </a:ext>
              </a:extLst>
            </p:cNvPr>
            <p:cNvGrpSpPr/>
            <p:nvPr/>
          </p:nvGrpSpPr>
          <p:grpSpPr>
            <a:xfrm>
              <a:off x="6511650" y="2278380"/>
              <a:ext cx="380817" cy="316230"/>
              <a:chOff x="7930547" y="4288746"/>
              <a:chExt cx="380817" cy="316230"/>
            </a:xfrm>
            <a:noFill/>
          </p:grpSpPr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6DE78772-14B7-8E78-7A4C-1C16294D6585}"/>
                  </a:ext>
                </a:extLst>
              </p:cNvPr>
              <p:cNvSpPr/>
              <p:nvPr/>
            </p:nvSpPr>
            <p:spPr>
              <a:xfrm>
                <a:off x="7930547" y="428874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6" name="Picture 465">
                <a:extLst>
                  <a:ext uri="{FF2B5EF4-FFF2-40B4-BE49-F238E27FC236}">
                    <a16:creationId xmlns:a16="http://schemas.microsoft.com/office/drawing/2014/main" id="{D6951005-56FA-ACF2-0BE2-81886278B1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010518" y="432684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62" name="Graphic 1">
              <a:extLst>
                <a:ext uri="{FF2B5EF4-FFF2-40B4-BE49-F238E27FC236}">
                  <a16:creationId xmlns:a16="http://schemas.microsoft.com/office/drawing/2014/main" id="{DCFBAF16-5CB1-BAB2-A81D-CA26B1CAB8A1}"/>
                </a:ext>
              </a:extLst>
            </p:cNvPr>
            <p:cNvGrpSpPr/>
            <p:nvPr/>
          </p:nvGrpSpPr>
          <p:grpSpPr>
            <a:xfrm>
              <a:off x="6846769" y="2400300"/>
              <a:ext cx="196197" cy="60960"/>
              <a:chOff x="8265666" y="4410666"/>
              <a:chExt cx="196197" cy="60960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6316E390-BA14-738E-887B-48D1932ECAE8}"/>
                  </a:ext>
                </a:extLst>
              </p:cNvPr>
              <p:cNvSpPr/>
              <p:nvPr/>
            </p:nvSpPr>
            <p:spPr>
              <a:xfrm>
                <a:off x="8265666" y="4441146"/>
                <a:ext cx="150499" cy="7620"/>
              </a:xfrm>
              <a:custGeom>
                <a:avLst/>
                <a:gdLst>
                  <a:gd name="csX0" fmla="*/ 0 w 150499"/>
                  <a:gd name="csY0" fmla="*/ 0 h 7620"/>
                  <a:gd name="csX1" fmla="*/ 150499 w 150499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499" h="7620">
                    <a:moveTo>
                      <a:pt x="0" y="0"/>
                    </a:moveTo>
                    <a:lnTo>
                      <a:pt x="150499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60091D6E-11CA-5EBD-0DBA-E7BD4F32F9F7}"/>
                  </a:ext>
                </a:extLst>
              </p:cNvPr>
              <p:cNvSpPr/>
              <p:nvPr/>
            </p:nvSpPr>
            <p:spPr>
              <a:xfrm>
                <a:off x="8400932" y="4410666"/>
                <a:ext cx="60930" cy="60960"/>
              </a:xfrm>
              <a:custGeom>
                <a:avLst/>
                <a:gdLst>
                  <a:gd name="csX0" fmla="*/ 60931 w 60930"/>
                  <a:gd name="csY0" fmla="*/ 30480 h 60960"/>
                  <a:gd name="csX1" fmla="*/ 0 w 60930"/>
                  <a:gd name="csY1" fmla="*/ 60960 h 60960"/>
                  <a:gd name="csX2" fmla="*/ 15233 w 60930"/>
                  <a:gd name="csY2" fmla="*/ 30480 h 60960"/>
                  <a:gd name="csX3" fmla="*/ 0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60931" y="30480"/>
                    </a:moveTo>
                    <a:lnTo>
                      <a:pt x="0" y="60960"/>
                    </a:lnTo>
                    <a:lnTo>
                      <a:pt x="15233" y="30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8A053F3-CCDD-F3F4-D1E2-C0F1B62531BC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854FE081-0F62-9475-4DC9-89243D574ED7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F684A4-4E48-70ED-2E82-56C6BF857119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9BCC09-DBB7-5D35-380E-62607651983C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1F5D7E2-39D6-C805-755B-8D4EF5C6A5BC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2D3C59-967A-3572-B7AE-B12D150063A8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19CB7F-AC60-C64D-08CC-D5EACEA682C8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65B5C5AE-6873-9DCA-BF9F-7927CB07A671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CF114273-FD1A-A333-738A-D00DE5AD3146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B8F4244F-4497-1DA7-6520-A5D4266FB57B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3F48A63-E349-B0E3-830F-6A8C8B5D62D6}"/>
              </a:ext>
            </a:extLst>
          </p:cNvPr>
          <p:cNvSpPr/>
          <p:nvPr/>
        </p:nvSpPr>
        <p:spPr>
          <a:xfrm>
            <a:off x="1823241" y="933225"/>
            <a:ext cx="674117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8F07EA1-6CE7-B998-B295-FCBAE158DFFB}"/>
              </a:ext>
            </a:extLst>
          </p:cNvPr>
          <p:cNvCxnSpPr/>
          <p:nvPr/>
        </p:nvCxnSpPr>
        <p:spPr>
          <a:xfrm>
            <a:off x="5527040" y="4541520"/>
            <a:ext cx="0" cy="140208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64E8DE1-3104-BA4B-2D6A-173424A2BA31}"/>
              </a:ext>
            </a:extLst>
          </p:cNvPr>
          <p:cNvCxnSpPr>
            <a:cxnSpLocks/>
          </p:cNvCxnSpPr>
          <p:nvPr/>
        </p:nvCxnSpPr>
        <p:spPr>
          <a:xfrm>
            <a:off x="6024880" y="5161280"/>
            <a:ext cx="0" cy="78232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D928968-6766-639D-BB33-F1F527C063EC}"/>
              </a:ext>
            </a:extLst>
          </p:cNvPr>
          <p:cNvCxnSpPr>
            <a:cxnSpLocks/>
          </p:cNvCxnSpPr>
          <p:nvPr/>
        </p:nvCxnSpPr>
        <p:spPr>
          <a:xfrm>
            <a:off x="6045200" y="4150360"/>
            <a:ext cx="0" cy="78232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76006BE-67A4-3967-6B91-0473CB1DB9F0}"/>
              </a:ext>
            </a:extLst>
          </p:cNvPr>
          <p:cNvCxnSpPr>
            <a:cxnSpLocks/>
          </p:cNvCxnSpPr>
          <p:nvPr/>
        </p:nvCxnSpPr>
        <p:spPr>
          <a:xfrm>
            <a:off x="6532880" y="4541520"/>
            <a:ext cx="0" cy="3911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E03C43-3DDD-2424-6DA2-5ADC2408AF6F}"/>
              </a:ext>
            </a:extLst>
          </p:cNvPr>
          <p:cNvCxnSpPr>
            <a:cxnSpLocks/>
          </p:cNvCxnSpPr>
          <p:nvPr/>
        </p:nvCxnSpPr>
        <p:spPr>
          <a:xfrm flipH="1">
            <a:off x="5966213" y="6015166"/>
            <a:ext cx="50118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88E7CCD-BF0E-8321-0266-76572EAE6ADF}"/>
              </a:ext>
            </a:extLst>
          </p:cNvPr>
          <p:cNvCxnSpPr>
            <a:cxnSpLocks/>
          </p:cNvCxnSpPr>
          <p:nvPr/>
        </p:nvCxnSpPr>
        <p:spPr>
          <a:xfrm flipH="1">
            <a:off x="6611815" y="5067271"/>
            <a:ext cx="35677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AABA5A85-345B-6776-FAEE-70EB48A51AAA}"/>
              </a:ext>
            </a:extLst>
          </p:cNvPr>
          <p:cNvSpPr/>
          <p:nvPr/>
        </p:nvSpPr>
        <p:spPr>
          <a:xfrm>
            <a:off x="7129240" y="2349981"/>
            <a:ext cx="1640230" cy="1495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2AF7A8-8F4D-32CC-D414-8A5BE88CF0A5}"/>
              </a:ext>
            </a:extLst>
          </p:cNvPr>
          <p:cNvSpPr/>
          <p:nvPr/>
        </p:nvSpPr>
        <p:spPr>
          <a:xfrm>
            <a:off x="7737936" y="3747066"/>
            <a:ext cx="1397585" cy="11249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70251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AE1EE-99C5-FA00-BE4B-575D35FB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6165A1-763E-F389-3745-31A65E0C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025C6A-500F-5237-FB71-2BA2437E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68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70602DA-0CE9-3241-9070-AA49DF28D20F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4F27C6B-47BB-E2E5-547D-0609C63EAD97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1D74484-305C-3AF1-8A54-DA984009C19D}"/>
              </a:ext>
            </a:extLst>
          </p:cNvPr>
          <p:cNvGrpSpPr/>
          <p:nvPr/>
        </p:nvGrpSpPr>
        <p:grpSpPr>
          <a:xfrm>
            <a:off x="1767840" y="2249767"/>
            <a:ext cx="3835572" cy="1744549"/>
            <a:chOff x="1553029" y="2475792"/>
            <a:chExt cx="3672217" cy="1670250"/>
          </a:xfrm>
        </p:grpSpPr>
        <p:grpSp>
          <p:nvGrpSpPr>
            <p:cNvPr id="144" name="Graphic 4">
              <a:extLst>
                <a:ext uri="{FF2B5EF4-FFF2-40B4-BE49-F238E27FC236}">
                  <a16:creationId xmlns:a16="http://schemas.microsoft.com/office/drawing/2014/main" id="{90344B3A-76E5-5459-5EEE-71DB79258E30}"/>
                </a:ext>
              </a:extLst>
            </p:cNvPr>
            <p:cNvGrpSpPr/>
            <p:nvPr/>
          </p:nvGrpSpPr>
          <p:grpSpPr>
            <a:xfrm>
              <a:off x="2533207" y="3359231"/>
              <a:ext cx="552213" cy="276074"/>
              <a:chOff x="2533207" y="3359231"/>
              <a:chExt cx="552213" cy="276074"/>
            </a:xfrm>
            <a:noFill/>
          </p:grpSpPr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4C82D3C3-46E4-16E7-547F-55FFE39BB367}"/>
                  </a:ext>
                </a:extLst>
              </p:cNvPr>
              <p:cNvSpPr/>
              <p:nvPr/>
            </p:nvSpPr>
            <p:spPr>
              <a:xfrm>
                <a:off x="2533207" y="3359231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9" name="Picture 208">
                <a:extLst>
                  <a:ext uri="{FF2B5EF4-FFF2-40B4-BE49-F238E27FC236}">
                    <a16:creationId xmlns:a16="http://schemas.microsoft.com/office/drawing/2014/main" id="{1C0C2897-0F80-50C5-36E4-A18639097F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3738" y="3410995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11816B66-2C42-9247-3FD7-E90B9676CC02}"/>
                </a:ext>
              </a:extLst>
            </p:cNvPr>
            <p:cNvGrpSpPr/>
            <p:nvPr/>
          </p:nvGrpSpPr>
          <p:grpSpPr>
            <a:xfrm>
              <a:off x="1553029" y="2820885"/>
              <a:ext cx="1180354" cy="1325157"/>
              <a:chOff x="1553029" y="2820885"/>
              <a:chExt cx="1180354" cy="1325157"/>
            </a:xfrm>
          </p:grpSpPr>
          <p:grpSp>
            <p:nvGrpSpPr>
              <p:cNvPr id="178" name="Graphic 4">
                <a:extLst>
                  <a:ext uri="{FF2B5EF4-FFF2-40B4-BE49-F238E27FC236}">
                    <a16:creationId xmlns:a16="http://schemas.microsoft.com/office/drawing/2014/main" id="{69315051-6255-48E5-6BCC-CD8286F593BC}"/>
                  </a:ext>
                </a:extLst>
              </p:cNvPr>
              <p:cNvGrpSpPr/>
              <p:nvPr/>
            </p:nvGrpSpPr>
            <p:grpSpPr>
              <a:xfrm>
                <a:off x="2514156" y="3483464"/>
                <a:ext cx="191617" cy="55214"/>
                <a:chOff x="2514156" y="3483464"/>
                <a:chExt cx="191617" cy="55214"/>
              </a:xfrm>
            </p:grpSpPr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id="{6884693D-A620-108A-F77F-68521DC08EB3}"/>
                    </a:ext>
                  </a:extLst>
                </p:cNvPr>
                <p:cNvSpPr/>
                <p:nvPr/>
              </p:nvSpPr>
              <p:spPr>
                <a:xfrm>
                  <a:off x="2555572" y="3511072"/>
                  <a:ext cx="150201" cy="6901"/>
                </a:xfrm>
                <a:custGeom>
                  <a:avLst/>
                  <a:gdLst>
                    <a:gd name="csX0" fmla="*/ 150202 w 150201"/>
                    <a:gd name="csY0" fmla="*/ 0 h 6901"/>
                    <a:gd name="csX1" fmla="*/ 0 w 150201"/>
                    <a:gd name="csY1" fmla="*/ 0 h 69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0201" h="6901">
                      <a:moveTo>
                        <a:pt x="15020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7" name="Freeform 206">
                  <a:extLst>
                    <a:ext uri="{FF2B5EF4-FFF2-40B4-BE49-F238E27FC236}">
                      <a16:creationId xmlns:a16="http://schemas.microsoft.com/office/drawing/2014/main" id="{084849B8-5B47-37BA-F39E-139CDABA2914}"/>
                    </a:ext>
                  </a:extLst>
                </p:cNvPr>
                <p:cNvSpPr/>
                <p:nvPr/>
              </p:nvSpPr>
              <p:spPr>
                <a:xfrm>
                  <a:off x="2514156" y="3483464"/>
                  <a:ext cx="55221" cy="55214"/>
                </a:xfrm>
                <a:custGeom>
                  <a:avLst/>
                  <a:gdLst>
                    <a:gd name="csX0" fmla="*/ 0 w 55221"/>
                    <a:gd name="csY0" fmla="*/ 27607 h 55214"/>
                    <a:gd name="csX1" fmla="*/ 55221 w 55221"/>
                    <a:gd name="csY1" fmla="*/ 0 h 55214"/>
                    <a:gd name="csX2" fmla="*/ 41416 w 55221"/>
                    <a:gd name="csY2" fmla="*/ 27607 h 55214"/>
                    <a:gd name="csX3" fmla="*/ 55221 w 55221"/>
                    <a:gd name="csY3" fmla="*/ 55215 h 5521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214">
                      <a:moveTo>
                        <a:pt x="0" y="27607"/>
                      </a:moveTo>
                      <a:lnTo>
                        <a:pt x="55221" y="0"/>
                      </a:lnTo>
                      <a:lnTo>
                        <a:pt x="41416" y="27607"/>
                      </a:lnTo>
                      <a:lnTo>
                        <a:pt x="55221" y="552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79" name="Graphic 4">
                <a:extLst>
                  <a:ext uri="{FF2B5EF4-FFF2-40B4-BE49-F238E27FC236}">
                    <a16:creationId xmlns:a16="http://schemas.microsoft.com/office/drawing/2014/main" id="{D43FDD5C-408B-EE3D-D3F9-FC7C237D87C7}"/>
                  </a:ext>
                </a:extLst>
              </p:cNvPr>
              <p:cNvGrpSpPr/>
              <p:nvPr/>
            </p:nvGrpSpPr>
            <p:grpSpPr>
              <a:xfrm>
                <a:off x="2298861" y="3649109"/>
                <a:ext cx="55221" cy="260614"/>
                <a:chOff x="2298861" y="3649109"/>
                <a:chExt cx="55221" cy="260614"/>
              </a:xfrm>
            </p:grpSpPr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id="{BC18D73A-B467-C8B7-4653-0F912EE99FAB}"/>
                    </a:ext>
                  </a:extLst>
                </p:cNvPr>
                <p:cNvSpPr/>
                <p:nvPr/>
              </p:nvSpPr>
              <p:spPr>
                <a:xfrm>
                  <a:off x="2326127" y="3649109"/>
                  <a:ext cx="414" cy="219203"/>
                </a:xfrm>
                <a:custGeom>
                  <a:avLst/>
                  <a:gdLst>
                    <a:gd name="csX0" fmla="*/ 0 w 414"/>
                    <a:gd name="csY0" fmla="*/ 0 h 219203"/>
                    <a:gd name="csX1" fmla="*/ 0 w 414"/>
                    <a:gd name="csY1" fmla="*/ 138037 h 219203"/>
                    <a:gd name="csX2" fmla="*/ 414 w 414"/>
                    <a:gd name="csY2" fmla="*/ 219203 h 2192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14" h="219203">
                      <a:moveTo>
                        <a:pt x="0" y="0"/>
                      </a:moveTo>
                      <a:lnTo>
                        <a:pt x="0" y="138037"/>
                      </a:lnTo>
                      <a:lnTo>
                        <a:pt x="414" y="219203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5" name="Freeform 204">
                  <a:extLst>
                    <a:ext uri="{FF2B5EF4-FFF2-40B4-BE49-F238E27FC236}">
                      <a16:creationId xmlns:a16="http://schemas.microsoft.com/office/drawing/2014/main" id="{5F847344-C558-16BD-1B74-C549534E4BFF}"/>
                    </a:ext>
                  </a:extLst>
                </p:cNvPr>
                <p:cNvSpPr/>
                <p:nvPr/>
              </p:nvSpPr>
              <p:spPr>
                <a:xfrm>
                  <a:off x="2298861" y="3854370"/>
                  <a:ext cx="55221" cy="55353"/>
                </a:xfrm>
                <a:custGeom>
                  <a:avLst/>
                  <a:gdLst>
                    <a:gd name="csX0" fmla="*/ 27887 w 55221"/>
                    <a:gd name="csY0" fmla="*/ 55353 h 55353"/>
                    <a:gd name="csX1" fmla="*/ 0 w 55221"/>
                    <a:gd name="csY1" fmla="*/ 276 h 55353"/>
                    <a:gd name="csX2" fmla="*/ 27680 w 55221"/>
                    <a:gd name="csY2" fmla="*/ 13942 h 55353"/>
                    <a:gd name="csX3" fmla="*/ 55221 w 55221"/>
                    <a:gd name="csY3" fmla="*/ 0 h 55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353">
                      <a:moveTo>
                        <a:pt x="27887" y="55353"/>
                      </a:moveTo>
                      <a:lnTo>
                        <a:pt x="0" y="276"/>
                      </a:lnTo>
                      <a:lnTo>
                        <a:pt x="27680" y="13942"/>
                      </a:lnTo>
                      <a:lnTo>
                        <a:pt x="552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0" name="Graphic 4">
                <a:extLst>
                  <a:ext uri="{FF2B5EF4-FFF2-40B4-BE49-F238E27FC236}">
                    <a16:creationId xmlns:a16="http://schemas.microsoft.com/office/drawing/2014/main" id="{ADB71D5D-F8A8-DC71-3234-6981E60B5568}"/>
                  </a:ext>
                </a:extLst>
              </p:cNvPr>
              <p:cNvGrpSpPr/>
              <p:nvPr/>
            </p:nvGrpSpPr>
            <p:grpSpPr>
              <a:xfrm>
                <a:off x="1953728" y="3649109"/>
                <a:ext cx="55221" cy="260614"/>
                <a:chOff x="1953728" y="3649109"/>
                <a:chExt cx="55221" cy="260614"/>
              </a:xfrm>
            </p:grpSpPr>
            <p:sp>
              <p:nvSpPr>
                <p:cNvPr id="202" name="Freeform 201">
                  <a:extLst>
                    <a:ext uri="{FF2B5EF4-FFF2-40B4-BE49-F238E27FC236}">
                      <a16:creationId xmlns:a16="http://schemas.microsoft.com/office/drawing/2014/main" id="{CB0A2B5D-0B6C-4A55-B05F-8E85E452C5AD}"/>
                    </a:ext>
                  </a:extLst>
                </p:cNvPr>
                <p:cNvSpPr/>
                <p:nvPr/>
              </p:nvSpPr>
              <p:spPr>
                <a:xfrm>
                  <a:off x="1980994" y="3649109"/>
                  <a:ext cx="414" cy="219203"/>
                </a:xfrm>
                <a:custGeom>
                  <a:avLst/>
                  <a:gdLst>
                    <a:gd name="csX0" fmla="*/ 0 w 414"/>
                    <a:gd name="csY0" fmla="*/ 0 h 219203"/>
                    <a:gd name="csX1" fmla="*/ 0 w 414"/>
                    <a:gd name="csY1" fmla="*/ 138037 h 219203"/>
                    <a:gd name="csX2" fmla="*/ 414 w 414"/>
                    <a:gd name="csY2" fmla="*/ 219203 h 2192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14" h="219203">
                      <a:moveTo>
                        <a:pt x="0" y="0"/>
                      </a:moveTo>
                      <a:lnTo>
                        <a:pt x="0" y="138037"/>
                      </a:lnTo>
                      <a:lnTo>
                        <a:pt x="414" y="219203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id="{ABFE909C-7CCA-400C-0C78-C7A0211D6BEF}"/>
                    </a:ext>
                  </a:extLst>
                </p:cNvPr>
                <p:cNvSpPr/>
                <p:nvPr/>
              </p:nvSpPr>
              <p:spPr>
                <a:xfrm>
                  <a:off x="1953728" y="3854370"/>
                  <a:ext cx="55221" cy="55353"/>
                </a:xfrm>
                <a:custGeom>
                  <a:avLst/>
                  <a:gdLst>
                    <a:gd name="csX0" fmla="*/ 27887 w 55221"/>
                    <a:gd name="csY0" fmla="*/ 55353 h 55353"/>
                    <a:gd name="csX1" fmla="*/ 0 w 55221"/>
                    <a:gd name="csY1" fmla="*/ 276 h 55353"/>
                    <a:gd name="csX2" fmla="*/ 27680 w 55221"/>
                    <a:gd name="csY2" fmla="*/ 13942 h 55353"/>
                    <a:gd name="csX3" fmla="*/ 55221 w 55221"/>
                    <a:gd name="csY3" fmla="*/ 0 h 55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353">
                      <a:moveTo>
                        <a:pt x="27887" y="55353"/>
                      </a:moveTo>
                      <a:lnTo>
                        <a:pt x="0" y="276"/>
                      </a:lnTo>
                      <a:lnTo>
                        <a:pt x="27680" y="13942"/>
                      </a:lnTo>
                      <a:lnTo>
                        <a:pt x="552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1" name="Graphic 4">
                <a:extLst>
                  <a:ext uri="{FF2B5EF4-FFF2-40B4-BE49-F238E27FC236}">
                    <a16:creationId xmlns:a16="http://schemas.microsoft.com/office/drawing/2014/main" id="{F5EA1AD5-1CFE-7952-C132-E32EB528B50D}"/>
                  </a:ext>
                </a:extLst>
              </p:cNvPr>
              <p:cNvGrpSpPr/>
              <p:nvPr/>
            </p:nvGrpSpPr>
            <p:grpSpPr>
              <a:xfrm>
                <a:off x="1808427" y="3373034"/>
                <a:ext cx="690266" cy="276074"/>
                <a:chOff x="1808427" y="3373034"/>
                <a:chExt cx="690266" cy="276074"/>
              </a:xfrm>
              <a:solidFill>
                <a:srgbClr val="D5E8D4"/>
              </a:solidFill>
            </p:grpSpPr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FA6EE684-CA9D-3D30-D023-35B16468EACC}"/>
                    </a:ext>
                  </a:extLst>
                </p:cNvPr>
                <p:cNvSpPr/>
                <p:nvPr/>
              </p:nvSpPr>
              <p:spPr>
                <a:xfrm>
                  <a:off x="1808427" y="3373034"/>
                  <a:ext cx="690266" cy="276074"/>
                </a:xfrm>
                <a:prstGeom prst="rect">
                  <a:avLst/>
                </a:prstGeom>
                <a:solidFill>
                  <a:srgbClr val="D5E8D4"/>
                </a:solidFill>
                <a:ln w="13805" cap="flat">
                  <a:solidFill>
                    <a:srgbClr val="82B36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01" name="Picture 200">
                  <a:extLst>
                    <a:ext uri="{FF2B5EF4-FFF2-40B4-BE49-F238E27FC236}">
                      <a16:creationId xmlns:a16="http://schemas.microsoft.com/office/drawing/2014/main" id="{B16ED795-6F88-C9EB-DD90-C97766155C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15330" y="3431700"/>
                  <a:ext cx="676461" cy="186350"/>
                </a:xfrm>
                <a:custGeom>
                  <a:avLst/>
                  <a:gdLst>
                    <a:gd name="csX0" fmla="*/ 0 w 676461"/>
                    <a:gd name="csY0" fmla="*/ 0 h 186350"/>
                    <a:gd name="csX1" fmla="*/ 676461 w 676461"/>
                    <a:gd name="csY1" fmla="*/ 0 h 186350"/>
                    <a:gd name="csX2" fmla="*/ 676461 w 676461"/>
                    <a:gd name="csY2" fmla="*/ 186350 h 186350"/>
                    <a:gd name="csX3" fmla="*/ 0 w 676461"/>
                    <a:gd name="csY3" fmla="*/ 186350 h 1863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76461" h="186350">
                      <a:moveTo>
                        <a:pt x="0" y="0"/>
                      </a:moveTo>
                      <a:lnTo>
                        <a:pt x="676461" y="0"/>
                      </a:lnTo>
                      <a:lnTo>
                        <a:pt x="676461" y="186350"/>
                      </a:lnTo>
                      <a:lnTo>
                        <a:pt x="0" y="18635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2" name="Graphic 4">
                <a:extLst>
                  <a:ext uri="{FF2B5EF4-FFF2-40B4-BE49-F238E27FC236}">
                    <a16:creationId xmlns:a16="http://schemas.microsoft.com/office/drawing/2014/main" id="{F4291061-754A-7C80-D410-0F13E7E0E1D3}"/>
                  </a:ext>
                </a:extLst>
              </p:cNvPr>
              <p:cNvGrpSpPr/>
              <p:nvPr/>
            </p:nvGrpSpPr>
            <p:grpSpPr>
              <a:xfrm>
                <a:off x="1773914" y="3600796"/>
                <a:ext cx="207079" cy="276074"/>
                <a:chOff x="1773914" y="3600796"/>
                <a:chExt cx="207079" cy="276074"/>
              </a:xfrm>
              <a:noFill/>
            </p:grpSpPr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579851F3-46C5-5C87-41A5-F41E83BBFE18}"/>
                    </a:ext>
                  </a:extLst>
                </p:cNvPr>
                <p:cNvSpPr/>
                <p:nvPr/>
              </p:nvSpPr>
              <p:spPr>
                <a:xfrm>
                  <a:off x="1773914" y="3600796"/>
                  <a:ext cx="20707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9" name="Picture 198">
                  <a:extLst>
                    <a:ext uri="{FF2B5EF4-FFF2-40B4-BE49-F238E27FC236}">
                      <a16:creationId xmlns:a16="http://schemas.microsoft.com/office/drawing/2014/main" id="{00D1B508-F20B-57F3-96F2-DC94CE3A8C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9489" y="3666363"/>
                  <a:ext cx="75929" cy="172546"/>
                </a:xfrm>
                <a:custGeom>
                  <a:avLst/>
                  <a:gdLst>
                    <a:gd name="csX0" fmla="*/ 0 w 75929"/>
                    <a:gd name="csY0" fmla="*/ 0 h 172546"/>
                    <a:gd name="csX1" fmla="*/ 75929 w 75929"/>
                    <a:gd name="csY1" fmla="*/ 0 h 172546"/>
                    <a:gd name="csX2" fmla="*/ 75929 w 75929"/>
                    <a:gd name="csY2" fmla="*/ 172547 h 172546"/>
                    <a:gd name="csX3" fmla="*/ 0 w 75929"/>
                    <a:gd name="csY3" fmla="*/ 172547 h 1725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929" h="172546">
                      <a:moveTo>
                        <a:pt x="0" y="0"/>
                      </a:moveTo>
                      <a:lnTo>
                        <a:pt x="75929" y="0"/>
                      </a:lnTo>
                      <a:lnTo>
                        <a:pt x="75929" y="172547"/>
                      </a:lnTo>
                      <a:lnTo>
                        <a:pt x="0" y="17254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3" name="Graphic 4">
                <a:extLst>
                  <a:ext uri="{FF2B5EF4-FFF2-40B4-BE49-F238E27FC236}">
                    <a16:creationId xmlns:a16="http://schemas.microsoft.com/office/drawing/2014/main" id="{F1C17188-AAF7-718C-E64D-D15C0BF461E0}"/>
                  </a:ext>
                </a:extLst>
              </p:cNvPr>
              <p:cNvGrpSpPr/>
              <p:nvPr/>
            </p:nvGrpSpPr>
            <p:grpSpPr>
              <a:xfrm>
                <a:off x="2319224" y="3607698"/>
                <a:ext cx="207079" cy="276074"/>
                <a:chOff x="2319224" y="3607698"/>
                <a:chExt cx="207079" cy="276074"/>
              </a:xfrm>
              <a:noFill/>
            </p:grpSpPr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5B9DD2E8-0CFB-1CC1-5DEB-9BF68E159184}"/>
                    </a:ext>
                  </a:extLst>
                </p:cNvPr>
                <p:cNvSpPr/>
                <p:nvPr/>
              </p:nvSpPr>
              <p:spPr>
                <a:xfrm>
                  <a:off x="2319224" y="3607698"/>
                  <a:ext cx="20707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7" name="Picture 196">
                  <a:extLst>
                    <a:ext uri="{FF2B5EF4-FFF2-40B4-BE49-F238E27FC236}">
                      <a16:creationId xmlns:a16="http://schemas.microsoft.com/office/drawing/2014/main" id="{DEEACDDA-4A93-6A8F-6932-9BB13A22FE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84800" y="3673265"/>
                  <a:ext cx="75929" cy="172546"/>
                </a:xfrm>
                <a:custGeom>
                  <a:avLst/>
                  <a:gdLst>
                    <a:gd name="csX0" fmla="*/ 0 w 75929"/>
                    <a:gd name="csY0" fmla="*/ 0 h 172546"/>
                    <a:gd name="csX1" fmla="*/ 75929 w 75929"/>
                    <a:gd name="csY1" fmla="*/ 0 h 172546"/>
                    <a:gd name="csX2" fmla="*/ 75929 w 75929"/>
                    <a:gd name="csY2" fmla="*/ 172547 h 172546"/>
                    <a:gd name="csX3" fmla="*/ 0 w 75929"/>
                    <a:gd name="csY3" fmla="*/ 172547 h 1725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929" h="172546">
                      <a:moveTo>
                        <a:pt x="0" y="0"/>
                      </a:moveTo>
                      <a:lnTo>
                        <a:pt x="75929" y="0"/>
                      </a:lnTo>
                      <a:lnTo>
                        <a:pt x="75929" y="172547"/>
                      </a:lnTo>
                      <a:lnTo>
                        <a:pt x="0" y="17254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4" name="Graphic 4">
                <a:extLst>
                  <a:ext uri="{FF2B5EF4-FFF2-40B4-BE49-F238E27FC236}">
                    <a16:creationId xmlns:a16="http://schemas.microsoft.com/office/drawing/2014/main" id="{6FA0D4BA-9439-0167-D1AA-B90EFD5D5DD9}"/>
                  </a:ext>
                </a:extLst>
              </p:cNvPr>
              <p:cNvGrpSpPr/>
              <p:nvPr/>
            </p:nvGrpSpPr>
            <p:grpSpPr>
              <a:xfrm>
                <a:off x="1877454" y="2820885"/>
                <a:ext cx="552213" cy="276074"/>
                <a:chOff x="1877454" y="2820885"/>
                <a:chExt cx="552213" cy="276074"/>
              </a:xfrm>
              <a:noFill/>
            </p:grpSpPr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10629011-3EA8-BDD8-CA4B-54BA571546DB}"/>
                    </a:ext>
                  </a:extLst>
                </p:cNvPr>
                <p:cNvSpPr/>
                <p:nvPr/>
              </p:nvSpPr>
              <p:spPr>
                <a:xfrm>
                  <a:off x="1877454" y="2820885"/>
                  <a:ext cx="552213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5" name="Picture 194">
                  <a:extLst>
                    <a:ext uri="{FF2B5EF4-FFF2-40B4-BE49-F238E27FC236}">
                      <a16:creationId xmlns:a16="http://schemas.microsoft.com/office/drawing/2014/main" id="{B709C495-CCE0-E77F-A4AE-4E013292D6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87985" y="2872649"/>
                  <a:ext cx="131150" cy="217408"/>
                </a:xfrm>
                <a:custGeom>
                  <a:avLst/>
                  <a:gdLst>
                    <a:gd name="csX0" fmla="*/ 0 w 131150"/>
                    <a:gd name="csY0" fmla="*/ 0 h 217408"/>
                    <a:gd name="csX1" fmla="*/ 131151 w 131150"/>
                    <a:gd name="csY1" fmla="*/ 0 h 217408"/>
                    <a:gd name="csX2" fmla="*/ 131151 w 131150"/>
                    <a:gd name="csY2" fmla="*/ 217409 h 217408"/>
                    <a:gd name="csX3" fmla="*/ 0 w 131150"/>
                    <a:gd name="csY3" fmla="*/ 217409 h 217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31150" h="217408">
                      <a:moveTo>
                        <a:pt x="0" y="0"/>
                      </a:moveTo>
                      <a:lnTo>
                        <a:pt x="131151" y="0"/>
                      </a:lnTo>
                      <a:lnTo>
                        <a:pt x="131151" y="217409"/>
                      </a:lnTo>
                      <a:lnTo>
                        <a:pt x="0" y="21740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5" name="Graphic 4">
                <a:extLst>
                  <a:ext uri="{FF2B5EF4-FFF2-40B4-BE49-F238E27FC236}">
                    <a16:creationId xmlns:a16="http://schemas.microsoft.com/office/drawing/2014/main" id="{1FEA72A6-0E83-D22F-FDAC-CB07F390DD0C}"/>
                  </a:ext>
                </a:extLst>
              </p:cNvPr>
              <p:cNvGrpSpPr/>
              <p:nvPr/>
            </p:nvGrpSpPr>
            <p:grpSpPr>
              <a:xfrm>
                <a:off x="2126088" y="3096960"/>
                <a:ext cx="55221" cy="260614"/>
                <a:chOff x="2126088" y="3096960"/>
                <a:chExt cx="55221" cy="260614"/>
              </a:xfrm>
            </p:grpSpPr>
            <p:sp>
              <p:nvSpPr>
                <p:cNvPr id="192" name="Freeform 191">
                  <a:extLst>
                    <a:ext uri="{FF2B5EF4-FFF2-40B4-BE49-F238E27FC236}">
                      <a16:creationId xmlns:a16="http://schemas.microsoft.com/office/drawing/2014/main" id="{0822085A-EBB6-744F-3D2D-43E93CCF845A}"/>
                    </a:ext>
                  </a:extLst>
                </p:cNvPr>
                <p:cNvSpPr/>
                <p:nvPr/>
              </p:nvSpPr>
              <p:spPr>
                <a:xfrm>
                  <a:off x="2151559" y="3096960"/>
                  <a:ext cx="3382" cy="219272"/>
                </a:xfrm>
                <a:custGeom>
                  <a:avLst/>
                  <a:gdLst>
                    <a:gd name="csX0" fmla="*/ 0 w 3382"/>
                    <a:gd name="csY0" fmla="*/ 0 h 219272"/>
                    <a:gd name="csX1" fmla="*/ 3382 w 3382"/>
                    <a:gd name="csY1" fmla="*/ 144939 h 219272"/>
                    <a:gd name="csX2" fmla="*/ 1864 w 3382"/>
                    <a:gd name="csY2" fmla="*/ 219272 h 2192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382" h="219272">
                      <a:moveTo>
                        <a:pt x="0" y="0"/>
                      </a:moveTo>
                      <a:lnTo>
                        <a:pt x="3382" y="144939"/>
                      </a:lnTo>
                      <a:lnTo>
                        <a:pt x="1864" y="219272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93" name="Freeform 192">
                  <a:extLst>
                    <a:ext uri="{FF2B5EF4-FFF2-40B4-BE49-F238E27FC236}">
                      <a16:creationId xmlns:a16="http://schemas.microsoft.com/office/drawing/2014/main" id="{48CA5BD2-D4F4-1D8F-9967-44A23DC235E5}"/>
                    </a:ext>
                  </a:extLst>
                </p:cNvPr>
                <p:cNvSpPr/>
                <p:nvPr/>
              </p:nvSpPr>
              <p:spPr>
                <a:xfrm>
                  <a:off x="2126088" y="3301807"/>
                  <a:ext cx="55221" cy="55767"/>
                </a:xfrm>
                <a:custGeom>
                  <a:avLst/>
                  <a:gdLst>
                    <a:gd name="csX0" fmla="*/ 26506 w 55221"/>
                    <a:gd name="csY0" fmla="*/ 55767 h 55767"/>
                    <a:gd name="csX1" fmla="*/ 0 w 55221"/>
                    <a:gd name="csY1" fmla="*/ 0 h 55767"/>
                    <a:gd name="csX2" fmla="*/ 27335 w 55221"/>
                    <a:gd name="csY2" fmla="*/ 14425 h 55767"/>
                    <a:gd name="csX3" fmla="*/ 55221 w 55221"/>
                    <a:gd name="csY3" fmla="*/ 1173 h 557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767">
                      <a:moveTo>
                        <a:pt x="26506" y="55767"/>
                      </a:moveTo>
                      <a:lnTo>
                        <a:pt x="0" y="0"/>
                      </a:lnTo>
                      <a:lnTo>
                        <a:pt x="27335" y="14425"/>
                      </a:lnTo>
                      <a:lnTo>
                        <a:pt x="55221" y="11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6" name="Graphic 4">
                <a:extLst>
                  <a:ext uri="{FF2B5EF4-FFF2-40B4-BE49-F238E27FC236}">
                    <a16:creationId xmlns:a16="http://schemas.microsoft.com/office/drawing/2014/main" id="{73070904-7DE3-2C41-B887-318227D5750D}"/>
                  </a:ext>
                </a:extLst>
              </p:cNvPr>
              <p:cNvGrpSpPr/>
              <p:nvPr/>
            </p:nvGrpSpPr>
            <p:grpSpPr>
              <a:xfrm>
                <a:off x="1553029" y="3869968"/>
                <a:ext cx="828319" cy="276074"/>
                <a:chOff x="1553029" y="3869968"/>
                <a:chExt cx="828319" cy="276074"/>
              </a:xfrm>
              <a:noFill/>
            </p:grpSpPr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C1A0C3CD-AB7B-66D4-1AC2-2760B329388A}"/>
                    </a:ext>
                  </a:extLst>
                </p:cNvPr>
                <p:cNvSpPr/>
                <p:nvPr/>
              </p:nvSpPr>
              <p:spPr>
                <a:xfrm>
                  <a:off x="1553029" y="3869968"/>
                  <a:ext cx="82831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1" name="Picture 190">
                  <a:extLst>
                    <a:ext uri="{FF2B5EF4-FFF2-40B4-BE49-F238E27FC236}">
                      <a16:creationId xmlns:a16="http://schemas.microsoft.com/office/drawing/2014/main" id="{8AFEA06C-84C1-6626-1EA3-246856B3C9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56746" y="3921732"/>
                  <a:ext cx="220885" cy="217408"/>
                </a:xfrm>
                <a:custGeom>
                  <a:avLst/>
                  <a:gdLst>
                    <a:gd name="csX0" fmla="*/ 0 w 220885"/>
                    <a:gd name="csY0" fmla="*/ 0 h 217408"/>
                    <a:gd name="csX1" fmla="*/ 220885 w 220885"/>
                    <a:gd name="csY1" fmla="*/ 0 h 217408"/>
                    <a:gd name="csX2" fmla="*/ 220885 w 220885"/>
                    <a:gd name="csY2" fmla="*/ 217409 h 217408"/>
                    <a:gd name="csX3" fmla="*/ 0 w 220885"/>
                    <a:gd name="csY3" fmla="*/ 217409 h 217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20885" h="217408">
                      <a:moveTo>
                        <a:pt x="0" y="0"/>
                      </a:moveTo>
                      <a:lnTo>
                        <a:pt x="220885" y="0"/>
                      </a:lnTo>
                      <a:lnTo>
                        <a:pt x="220885" y="217409"/>
                      </a:lnTo>
                      <a:lnTo>
                        <a:pt x="0" y="21740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7" name="Graphic 4">
                <a:extLst>
                  <a:ext uri="{FF2B5EF4-FFF2-40B4-BE49-F238E27FC236}">
                    <a16:creationId xmlns:a16="http://schemas.microsoft.com/office/drawing/2014/main" id="{03C57CCD-3AA1-B11D-3577-8465E5E97441}"/>
                  </a:ext>
                </a:extLst>
              </p:cNvPr>
              <p:cNvGrpSpPr/>
              <p:nvPr/>
            </p:nvGrpSpPr>
            <p:grpSpPr>
              <a:xfrm>
                <a:off x="1905064" y="3869968"/>
                <a:ext cx="828319" cy="276074"/>
                <a:chOff x="1905064" y="3869968"/>
                <a:chExt cx="828319" cy="276074"/>
              </a:xfrm>
              <a:noFill/>
            </p:grpSpPr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21EF7ABC-C273-D372-EB6B-1BE26359334C}"/>
                    </a:ext>
                  </a:extLst>
                </p:cNvPr>
                <p:cNvSpPr/>
                <p:nvPr/>
              </p:nvSpPr>
              <p:spPr>
                <a:xfrm>
                  <a:off x="1905064" y="3869968"/>
                  <a:ext cx="82831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9" name="Picture 188">
                  <a:extLst>
                    <a:ext uri="{FF2B5EF4-FFF2-40B4-BE49-F238E27FC236}">
                      <a16:creationId xmlns:a16="http://schemas.microsoft.com/office/drawing/2014/main" id="{380231BD-6FB7-8FB5-7BA6-B79CA415C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08782" y="3921732"/>
                  <a:ext cx="220885" cy="217408"/>
                </a:xfrm>
                <a:custGeom>
                  <a:avLst/>
                  <a:gdLst>
                    <a:gd name="csX0" fmla="*/ 0 w 220885"/>
                    <a:gd name="csY0" fmla="*/ 0 h 217408"/>
                    <a:gd name="csX1" fmla="*/ 220885 w 220885"/>
                    <a:gd name="csY1" fmla="*/ 0 h 217408"/>
                    <a:gd name="csX2" fmla="*/ 220885 w 220885"/>
                    <a:gd name="csY2" fmla="*/ 217409 h 217408"/>
                    <a:gd name="csX3" fmla="*/ 0 w 220885"/>
                    <a:gd name="csY3" fmla="*/ 217409 h 217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20885" h="217408">
                      <a:moveTo>
                        <a:pt x="0" y="0"/>
                      </a:moveTo>
                      <a:lnTo>
                        <a:pt x="220885" y="0"/>
                      </a:lnTo>
                      <a:lnTo>
                        <a:pt x="220885" y="217409"/>
                      </a:lnTo>
                      <a:lnTo>
                        <a:pt x="0" y="21740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49" name="Graphic 4">
              <a:extLst>
                <a:ext uri="{FF2B5EF4-FFF2-40B4-BE49-F238E27FC236}">
                  <a16:creationId xmlns:a16="http://schemas.microsoft.com/office/drawing/2014/main" id="{A271B793-AB5E-4911-8E43-039208358273}"/>
                </a:ext>
              </a:extLst>
            </p:cNvPr>
            <p:cNvGrpSpPr/>
            <p:nvPr/>
          </p:nvGrpSpPr>
          <p:grpSpPr>
            <a:xfrm>
              <a:off x="2949023" y="3304016"/>
              <a:ext cx="308963" cy="234663"/>
              <a:chOff x="2949023" y="3304016"/>
              <a:chExt cx="308963" cy="234663"/>
            </a:xfrm>
          </p:grpSpPr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180CD6D-7AF3-4C25-E841-F9B240DD2EFA}"/>
                  </a:ext>
                </a:extLst>
              </p:cNvPr>
              <p:cNvSpPr/>
              <p:nvPr/>
            </p:nvSpPr>
            <p:spPr>
              <a:xfrm>
                <a:off x="2990439" y="3304016"/>
                <a:ext cx="267547" cy="207055"/>
              </a:xfrm>
              <a:custGeom>
                <a:avLst/>
                <a:gdLst>
                  <a:gd name="csX0" fmla="*/ 267547 w 267547"/>
                  <a:gd name="csY0" fmla="*/ 0 h 207055"/>
                  <a:gd name="csX1" fmla="*/ 267547 w 267547"/>
                  <a:gd name="csY1" fmla="*/ 207056 h 207055"/>
                  <a:gd name="csX2" fmla="*/ 0 w 267547"/>
                  <a:gd name="csY2" fmla="*/ 207056 h 207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7547" h="207055">
                    <a:moveTo>
                      <a:pt x="267547" y="0"/>
                    </a:moveTo>
                    <a:lnTo>
                      <a:pt x="267547" y="207056"/>
                    </a:lnTo>
                    <a:lnTo>
                      <a:pt x="0" y="207056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D3CB628F-74AD-5CBA-2283-25AA6EBCC218}"/>
                  </a:ext>
                </a:extLst>
              </p:cNvPr>
              <p:cNvSpPr/>
              <p:nvPr/>
            </p:nvSpPr>
            <p:spPr>
              <a:xfrm>
                <a:off x="2949023" y="3483464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DCBB6E71-01B3-621B-D548-B45F07C5E97B}"/>
                </a:ext>
              </a:extLst>
            </p:cNvPr>
            <p:cNvSpPr/>
            <p:nvPr/>
          </p:nvSpPr>
          <p:spPr>
            <a:xfrm>
              <a:off x="3603120" y="3304016"/>
              <a:ext cx="483" cy="207055"/>
            </a:xfrm>
            <a:custGeom>
              <a:avLst/>
              <a:gdLst>
                <a:gd name="csX0" fmla="*/ 0 w 483"/>
                <a:gd name="csY0" fmla="*/ 0 h 207055"/>
                <a:gd name="csX1" fmla="*/ 483 w 483"/>
                <a:gd name="csY1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3" h="207055">
                  <a:moveTo>
                    <a:pt x="0" y="0"/>
                  </a:moveTo>
                  <a:lnTo>
                    <a:pt x="483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54" name="Graphic 4">
              <a:extLst>
                <a:ext uri="{FF2B5EF4-FFF2-40B4-BE49-F238E27FC236}">
                  <a16:creationId xmlns:a16="http://schemas.microsoft.com/office/drawing/2014/main" id="{3C051C8A-84BF-1A48-1100-982470B30116}"/>
                </a:ext>
              </a:extLst>
            </p:cNvPr>
            <p:cNvGrpSpPr/>
            <p:nvPr/>
          </p:nvGrpSpPr>
          <p:grpSpPr>
            <a:xfrm>
              <a:off x="3085420" y="3027941"/>
              <a:ext cx="690266" cy="276074"/>
              <a:chOff x="3085420" y="3027941"/>
              <a:chExt cx="690266" cy="276074"/>
            </a:xfrm>
            <a:solidFill>
              <a:srgbClr val="FFE6CC"/>
            </a:solidFill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22DF41DC-272C-6872-F086-0F44C3589A3A}"/>
                  </a:ext>
                </a:extLst>
              </p:cNvPr>
              <p:cNvSpPr/>
              <p:nvPr/>
            </p:nvSpPr>
            <p:spPr>
              <a:xfrm>
                <a:off x="3085420" y="3027941"/>
                <a:ext cx="690266" cy="276074"/>
              </a:xfrm>
              <a:prstGeom prst="rect">
                <a:avLst/>
              </a:prstGeom>
              <a:solidFill>
                <a:srgbClr val="FFE6CC"/>
              </a:solidFill>
              <a:ln w="13805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4AC5F2AB-D708-F444-7F80-F441F1953E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2323" y="3086607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4">
              <a:extLst>
                <a:ext uri="{FF2B5EF4-FFF2-40B4-BE49-F238E27FC236}">
                  <a16:creationId xmlns:a16="http://schemas.microsoft.com/office/drawing/2014/main" id="{661DCBF7-2BFC-7253-8FA6-759883C57BE2}"/>
                </a:ext>
              </a:extLst>
            </p:cNvPr>
            <p:cNvGrpSpPr/>
            <p:nvPr/>
          </p:nvGrpSpPr>
          <p:grpSpPr>
            <a:xfrm>
              <a:off x="3054358" y="3241899"/>
              <a:ext cx="207079" cy="276074"/>
              <a:chOff x="3054358" y="3241899"/>
              <a:chExt cx="207079" cy="276074"/>
            </a:xfrm>
            <a:noFill/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85C1A910-4C04-463D-16B0-D6E4F804964A}"/>
                  </a:ext>
                </a:extLst>
              </p:cNvPr>
              <p:cNvSpPr/>
              <p:nvPr/>
            </p:nvSpPr>
            <p:spPr>
              <a:xfrm>
                <a:off x="3054358" y="3241899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9A55AFD6-FEC7-0898-CC9B-8C35B83995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3385" y="3307467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156" name="Graphic 4">
              <a:extLst>
                <a:ext uri="{FF2B5EF4-FFF2-40B4-BE49-F238E27FC236}">
                  <a16:creationId xmlns:a16="http://schemas.microsoft.com/office/drawing/2014/main" id="{D9CA9263-1AD0-A08B-54C8-83ECF59437EA}"/>
                </a:ext>
              </a:extLst>
            </p:cNvPr>
            <p:cNvGrpSpPr/>
            <p:nvPr/>
          </p:nvGrpSpPr>
          <p:grpSpPr>
            <a:xfrm>
              <a:off x="3599668" y="3248801"/>
              <a:ext cx="207079" cy="276074"/>
              <a:chOff x="3599668" y="3248801"/>
              <a:chExt cx="207079" cy="276074"/>
            </a:xfrm>
            <a:noFill/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8B0DE893-849B-372C-1692-4C6CF997CFA2}"/>
                  </a:ext>
                </a:extLst>
              </p:cNvPr>
              <p:cNvSpPr/>
              <p:nvPr/>
            </p:nvSpPr>
            <p:spPr>
              <a:xfrm>
                <a:off x="3599668" y="3248801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1" name="Picture 170">
                <a:extLst>
                  <a:ext uri="{FF2B5EF4-FFF2-40B4-BE49-F238E27FC236}">
                    <a16:creationId xmlns:a16="http://schemas.microsoft.com/office/drawing/2014/main" id="{85E2C4B0-6E0F-EEF8-9F3A-AB1973406C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8695" y="3314368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F29A116B-1FEA-47AF-7596-578F8A4B16CC}"/>
                </a:ext>
              </a:extLst>
            </p:cNvPr>
            <p:cNvSpPr/>
            <p:nvPr/>
          </p:nvSpPr>
          <p:spPr>
            <a:xfrm>
              <a:off x="3534093" y="3511072"/>
              <a:ext cx="138053" cy="6901"/>
            </a:xfrm>
            <a:custGeom>
              <a:avLst/>
              <a:gdLst>
                <a:gd name="csX0" fmla="*/ 0 w 138053"/>
                <a:gd name="csY0" fmla="*/ 0 h 6901"/>
                <a:gd name="csX1" fmla="*/ 138053 w 138053"/>
                <a:gd name="csY1" fmla="*/ 0 h 6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8053" h="6901">
                  <a:moveTo>
                    <a:pt x="0" y="0"/>
                  </a:moveTo>
                  <a:lnTo>
                    <a:pt x="138053" y="0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58" name="Graphic 4">
              <a:extLst>
                <a:ext uri="{FF2B5EF4-FFF2-40B4-BE49-F238E27FC236}">
                  <a16:creationId xmlns:a16="http://schemas.microsoft.com/office/drawing/2014/main" id="{C6A31EA5-9384-50A9-A65B-260F2E27161B}"/>
                </a:ext>
              </a:extLst>
            </p:cNvPr>
            <p:cNvGrpSpPr/>
            <p:nvPr/>
          </p:nvGrpSpPr>
          <p:grpSpPr>
            <a:xfrm>
              <a:off x="3154447" y="2475792"/>
              <a:ext cx="552213" cy="276074"/>
              <a:chOff x="3154447" y="2475792"/>
              <a:chExt cx="552213" cy="276074"/>
            </a:xfrm>
            <a:noFill/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AC5443CB-03D5-B1A7-E7CD-35404D64CC25}"/>
                  </a:ext>
                </a:extLst>
              </p:cNvPr>
              <p:cNvSpPr/>
              <p:nvPr/>
            </p:nvSpPr>
            <p:spPr>
              <a:xfrm>
                <a:off x="3154447" y="2475792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7AE72621-C974-DAA3-1D6D-028B6C4A1E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4978" y="2527556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9" name="Graphic 4">
              <a:extLst>
                <a:ext uri="{FF2B5EF4-FFF2-40B4-BE49-F238E27FC236}">
                  <a16:creationId xmlns:a16="http://schemas.microsoft.com/office/drawing/2014/main" id="{4EEAF7AF-A614-C0E3-F346-56A71974FCE4}"/>
                </a:ext>
              </a:extLst>
            </p:cNvPr>
            <p:cNvGrpSpPr/>
            <p:nvPr/>
          </p:nvGrpSpPr>
          <p:grpSpPr>
            <a:xfrm>
              <a:off x="3403081" y="2751866"/>
              <a:ext cx="55221" cy="260614"/>
              <a:chOff x="3403081" y="2751866"/>
              <a:chExt cx="55221" cy="260614"/>
            </a:xfrm>
          </p:grpSpPr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DC58EDAB-81A8-DA3F-A1CB-70DEE16570FF}"/>
                  </a:ext>
                </a:extLst>
              </p:cNvPr>
              <p:cNvSpPr/>
              <p:nvPr/>
            </p:nvSpPr>
            <p:spPr>
              <a:xfrm>
                <a:off x="3428551" y="2751866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4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4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EFDDD6BB-5F50-3FE3-1334-C3F5F7CF1A4B}"/>
                  </a:ext>
                </a:extLst>
              </p:cNvPr>
              <p:cNvSpPr/>
              <p:nvPr/>
            </p:nvSpPr>
            <p:spPr>
              <a:xfrm>
                <a:off x="3403081" y="2956714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5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5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0" name="Graphic 4">
              <a:extLst>
                <a:ext uri="{FF2B5EF4-FFF2-40B4-BE49-F238E27FC236}">
                  <a16:creationId xmlns:a16="http://schemas.microsoft.com/office/drawing/2014/main" id="{7EAFC8DE-F191-7D7F-2738-A089BEE4A9B0}"/>
                </a:ext>
              </a:extLst>
            </p:cNvPr>
            <p:cNvGrpSpPr/>
            <p:nvPr/>
          </p:nvGrpSpPr>
          <p:grpSpPr>
            <a:xfrm>
              <a:off x="3791148" y="3145273"/>
              <a:ext cx="191618" cy="55214"/>
              <a:chOff x="3791148" y="3145273"/>
              <a:chExt cx="191618" cy="55214"/>
            </a:xfrm>
          </p:grpSpPr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34C3CDF5-8493-8BC8-A7D2-D97CBDDED5A3}"/>
                  </a:ext>
                </a:extLst>
              </p:cNvPr>
              <p:cNvSpPr/>
              <p:nvPr/>
            </p:nvSpPr>
            <p:spPr>
              <a:xfrm>
                <a:off x="3832564" y="3172880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8F592965-FAD7-3D53-182A-D6E13DF737E3}"/>
                  </a:ext>
                </a:extLst>
              </p:cNvPr>
              <p:cNvSpPr/>
              <p:nvPr/>
            </p:nvSpPr>
            <p:spPr>
              <a:xfrm>
                <a:off x="3791148" y="3145273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1" name="Graphic 4">
              <a:extLst>
                <a:ext uri="{FF2B5EF4-FFF2-40B4-BE49-F238E27FC236}">
                  <a16:creationId xmlns:a16="http://schemas.microsoft.com/office/drawing/2014/main" id="{3B1B87A6-F265-F8F8-DE10-9A4CB2C6B0C6}"/>
                </a:ext>
              </a:extLst>
            </p:cNvPr>
            <p:cNvGrpSpPr/>
            <p:nvPr/>
          </p:nvGrpSpPr>
          <p:grpSpPr>
            <a:xfrm>
              <a:off x="3361527" y="3021039"/>
              <a:ext cx="1863719" cy="276074"/>
              <a:chOff x="3361527" y="3021039"/>
              <a:chExt cx="1863719" cy="276074"/>
            </a:xfrm>
            <a:noFill/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28A61729-871F-C457-3CC8-FC8920CE7F87}"/>
                  </a:ext>
                </a:extLst>
              </p:cNvPr>
              <p:cNvSpPr/>
              <p:nvPr/>
            </p:nvSpPr>
            <p:spPr>
              <a:xfrm>
                <a:off x="3361527" y="3021039"/>
                <a:ext cx="18637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3" name="Picture 162">
                <a:extLst>
                  <a:ext uri="{FF2B5EF4-FFF2-40B4-BE49-F238E27FC236}">
                    <a16:creationId xmlns:a16="http://schemas.microsoft.com/office/drawing/2014/main" id="{3173822A-F2A2-9AB7-F23A-22E5B4BBE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00023" y="3072803"/>
                <a:ext cx="586726" cy="217408"/>
              </a:xfrm>
              <a:custGeom>
                <a:avLst/>
                <a:gdLst>
                  <a:gd name="csX0" fmla="*/ 0 w 586726"/>
                  <a:gd name="csY0" fmla="*/ 0 h 217408"/>
                  <a:gd name="csX1" fmla="*/ 586726 w 586726"/>
                  <a:gd name="csY1" fmla="*/ 0 h 217408"/>
                  <a:gd name="csX2" fmla="*/ 586726 w 586726"/>
                  <a:gd name="csY2" fmla="*/ 217409 h 217408"/>
                  <a:gd name="csX3" fmla="*/ 0 w 586726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726" h="217408">
                    <a:moveTo>
                      <a:pt x="0" y="0"/>
                    </a:moveTo>
                    <a:lnTo>
                      <a:pt x="586726" y="0"/>
                    </a:lnTo>
                    <a:lnTo>
                      <a:pt x="586726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EFCB125-7BBA-5D26-4B61-476812475840}"/>
              </a:ext>
            </a:extLst>
          </p:cNvPr>
          <p:cNvGrpSpPr/>
          <p:nvPr/>
        </p:nvGrpSpPr>
        <p:grpSpPr>
          <a:xfrm>
            <a:off x="7129645" y="1730389"/>
            <a:ext cx="5217824" cy="3102129"/>
            <a:chOff x="4728254" y="1630314"/>
            <a:chExt cx="4597174" cy="2733137"/>
          </a:xfrm>
        </p:grpSpPr>
        <p:grpSp>
          <p:nvGrpSpPr>
            <p:cNvPr id="211" name="Graphic 4">
              <a:extLst>
                <a:ext uri="{FF2B5EF4-FFF2-40B4-BE49-F238E27FC236}">
                  <a16:creationId xmlns:a16="http://schemas.microsoft.com/office/drawing/2014/main" id="{3E924CEE-118D-9097-67D8-1B63CD1C54A8}"/>
                </a:ext>
              </a:extLst>
            </p:cNvPr>
            <p:cNvGrpSpPr/>
            <p:nvPr/>
          </p:nvGrpSpPr>
          <p:grpSpPr>
            <a:xfrm>
              <a:off x="5689381" y="2796729"/>
              <a:ext cx="191618" cy="55214"/>
              <a:chOff x="5689381" y="2796729"/>
              <a:chExt cx="191618" cy="55214"/>
            </a:xfrm>
          </p:grpSpPr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E867D759-9051-134F-F141-D7EA905C1CD3}"/>
                  </a:ext>
                </a:extLst>
              </p:cNvPr>
              <p:cNvSpPr/>
              <p:nvPr/>
            </p:nvSpPr>
            <p:spPr>
              <a:xfrm>
                <a:off x="5730797" y="2824336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6F2ACA38-2208-E730-0BAC-B2BD1D71ABE2}"/>
                  </a:ext>
                </a:extLst>
              </p:cNvPr>
              <p:cNvSpPr/>
              <p:nvPr/>
            </p:nvSpPr>
            <p:spPr>
              <a:xfrm>
                <a:off x="5689381" y="2796729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4">
              <a:extLst>
                <a:ext uri="{FF2B5EF4-FFF2-40B4-BE49-F238E27FC236}">
                  <a16:creationId xmlns:a16="http://schemas.microsoft.com/office/drawing/2014/main" id="{2C3B501B-BDDA-CB3F-AE34-F543F4B23F52}"/>
                </a:ext>
              </a:extLst>
            </p:cNvPr>
            <p:cNvGrpSpPr/>
            <p:nvPr/>
          </p:nvGrpSpPr>
          <p:grpSpPr>
            <a:xfrm>
              <a:off x="5501352" y="2962373"/>
              <a:ext cx="210531" cy="612609"/>
              <a:chOff x="5501352" y="2962373"/>
              <a:chExt cx="210531" cy="612609"/>
            </a:xfrm>
          </p:grpSpPr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C631CE69-DC24-536C-DF39-09117614173A}"/>
                  </a:ext>
                </a:extLst>
              </p:cNvPr>
              <p:cNvSpPr/>
              <p:nvPr/>
            </p:nvSpPr>
            <p:spPr>
              <a:xfrm>
                <a:off x="5501352" y="2962373"/>
                <a:ext cx="182920" cy="571198"/>
              </a:xfrm>
              <a:custGeom>
                <a:avLst/>
                <a:gdLst>
                  <a:gd name="csX0" fmla="*/ 0 w 182920"/>
                  <a:gd name="csY0" fmla="*/ 0 h 571198"/>
                  <a:gd name="csX1" fmla="*/ 0 w 182920"/>
                  <a:gd name="csY1" fmla="*/ 314035 h 571198"/>
                  <a:gd name="csX2" fmla="*/ 182921 w 182920"/>
                  <a:gd name="csY2" fmla="*/ 314035 h 571198"/>
                  <a:gd name="csX3" fmla="*/ 182921 w 182920"/>
                  <a:gd name="csY3" fmla="*/ 571198 h 5711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2920" h="571198">
                    <a:moveTo>
                      <a:pt x="0" y="0"/>
                    </a:moveTo>
                    <a:lnTo>
                      <a:pt x="0" y="314035"/>
                    </a:lnTo>
                    <a:lnTo>
                      <a:pt x="182921" y="314035"/>
                    </a:lnTo>
                    <a:lnTo>
                      <a:pt x="182921" y="571198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87094A30-AF1B-FD06-4665-E63B6EE44172}"/>
                  </a:ext>
                </a:extLst>
              </p:cNvPr>
              <p:cNvSpPr/>
              <p:nvPr/>
            </p:nvSpPr>
            <p:spPr>
              <a:xfrm>
                <a:off x="5656662" y="3519768"/>
                <a:ext cx="55221" cy="55214"/>
              </a:xfrm>
              <a:custGeom>
                <a:avLst/>
                <a:gdLst>
                  <a:gd name="csX0" fmla="*/ 27611 w 55221"/>
                  <a:gd name="csY0" fmla="*/ 55215 h 55214"/>
                  <a:gd name="csX1" fmla="*/ 0 w 55221"/>
                  <a:gd name="csY1" fmla="*/ 0 h 55214"/>
                  <a:gd name="csX2" fmla="*/ 27611 w 55221"/>
                  <a:gd name="csY2" fmla="*/ 13804 h 55214"/>
                  <a:gd name="csX3" fmla="*/ 55221 w 55221"/>
                  <a:gd name="csY3" fmla="*/ 0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27611" y="55215"/>
                    </a:moveTo>
                    <a:lnTo>
                      <a:pt x="0" y="0"/>
                    </a:lnTo>
                    <a:lnTo>
                      <a:pt x="27611" y="13804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3" name="Graphic 4">
              <a:extLst>
                <a:ext uri="{FF2B5EF4-FFF2-40B4-BE49-F238E27FC236}">
                  <a16:creationId xmlns:a16="http://schemas.microsoft.com/office/drawing/2014/main" id="{86F8EB30-32BA-8B59-DD0F-8450993CFE76}"/>
                </a:ext>
              </a:extLst>
            </p:cNvPr>
            <p:cNvGrpSpPr/>
            <p:nvPr/>
          </p:nvGrpSpPr>
          <p:grpSpPr>
            <a:xfrm>
              <a:off x="5128954" y="2962373"/>
              <a:ext cx="55221" cy="260614"/>
              <a:chOff x="5128954" y="2962373"/>
              <a:chExt cx="55221" cy="260614"/>
            </a:xfrm>
          </p:grpSpPr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81D4CB32-9776-95D9-3583-11FD378E4F74}"/>
                  </a:ext>
                </a:extLst>
              </p:cNvPr>
              <p:cNvSpPr/>
              <p:nvPr/>
            </p:nvSpPr>
            <p:spPr>
              <a:xfrm>
                <a:off x="5156219" y="2962373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D810D7FB-1786-B091-9D12-6175639686B9}"/>
                  </a:ext>
                </a:extLst>
              </p:cNvPr>
              <p:cNvSpPr/>
              <p:nvPr/>
            </p:nvSpPr>
            <p:spPr>
              <a:xfrm>
                <a:off x="5128954" y="3167635"/>
                <a:ext cx="55221" cy="55352"/>
              </a:xfrm>
              <a:custGeom>
                <a:avLst/>
                <a:gdLst>
                  <a:gd name="csX0" fmla="*/ 27887 w 55221"/>
                  <a:gd name="csY0" fmla="*/ 55353 h 55352"/>
                  <a:gd name="csX1" fmla="*/ 0 w 55221"/>
                  <a:gd name="csY1" fmla="*/ 276 h 55352"/>
                  <a:gd name="csX2" fmla="*/ 27680 w 55221"/>
                  <a:gd name="csY2" fmla="*/ 13942 h 55352"/>
                  <a:gd name="csX3" fmla="*/ 55221 w 55221"/>
                  <a:gd name="csY3" fmla="*/ 0 h 553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2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4" name="Graphic 4">
              <a:extLst>
                <a:ext uri="{FF2B5EF4-FFF2-40B4-BE49-F238E27FC236}">
                  <a16:creationId xmlns:a16="http://schemas.microsoft.com/office/drawing/2014/main" id="{4901E9D5-00AA-A5BC-CA13-E614577D29F9}"/>
                </a:ext>
              </a:extLst>
            </p:cNvPr>
            <p:cNvGrpSpPr/>
            <p:nvPr/>
          </p:nvGrpSpPr>
          <p:grpSpPr>
            <a:xfrm>
              <a:off x="4983653" y="2686299"/>
              <a:ext cx="690266" cy="276074"/>
              <a:chOff x="4983653" y="2686299"/>
              <a:chExt cx="690266" cy="276074"/>
            </a:xfrm>
            <a:solidFill>
              <a:srgbClr val="D5E8D4"/>
            </a:solidFill>
          </p:grpSpPr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F35982DA-4163-54BC-A22E-F4651CC383C7}"/>
                  </a:ext>
                </a:extLst>
              </p:cNvPr>
              <p:cNvSpPr/>
              <p:nvPr/>
            </p:nvSpPr>
            <p:spPr>
              <a:xfrm>
                <a:off x="4983653" y="2686299"/>
                <a:ext cx="690266" cy="276074"/>
              </a:xfrm>
              <a:prstGeom prst="rect">
                <a:avLst/>
              </a:prstGeom>
              <a:solidFill>
                <a:srgbClr val="D5E8D4"/>
              </a:solidFill>
              <a:ln w="13805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21" name="Picture 420">
                <a:extLst>
                  <a:ext uri="{FF2B5EF4-FFF2-40B4-BE49-F238E27FC236}">
                    <a16:creationId xmlns:a16="http://schemas.microsoft.com/office/drawing/2014/main" id="{1CBC5EEC-DDFC-9286-7A6C-B313FD1611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90555" y="2748416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15" name="Graphic 4">
              <a:extLst>
                <a:ext uri="{FF2B5EF4-FFF2-40B4-BE49-F238E27FC236}">
                  <a16:creationId xmlns:a16="http://schemas.microsoft.com/office/drawing/2014/main" id="{A6EA1CF1-A84C-CDA1-EF2E-E663E9B3130E}"/>
                </a:ext>
              </a:extLst>
            </p:cNvPr>
            <p:cNvGrpSpPr/>
            <p:nvPr/>
          </p:nvGrpSpPr>
          <p:grpSpPr>
            <a:xfrm>
              <a:off x="5708432" y="2672495"/>
              <a:ext cx="552213" cy="276074"/>
              <a:chOff x="5708432" y="2672495"/>
              <a:chExt cx="552213" cy="276074"/>
            </a:xfrm>
            <a:noFill/>
          </p:grpSpPr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BDDBFC31-F66E-389E-2D68-E9641BE88D36}"/>
                  </a:ext>
                </a:extLst>
              </p:cNvPr>
              <p:cNvSpPr/>
              <p:nvPr/>
            </p:nvSpPr>
            <p:spPr>
              <a:xfrm>
                <a:off x="5708432" y="2672495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9" name="Picture 418">
                <a:extLst>
                  <a:ext uri="{FF2B5EF4-FFF2-40B4-BE49-F238E27FC236}">
                    <a16:creationId xmlns:a16="http://schemas.microsoft.com/office/drawing/2014/main" id="{38365C47-BE87-F179-4B7E-D8FB27F866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8964" y="2727710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" name="Graphic 4">
              <a:extLst>
                <a:ext uri="{FF2B5EF4-FFF2-40B4-BE49-F238E27FC236}">
                  <a16:creationId xmlns:a16="http://schemas.microsoft.com/office/drawing/2014/main" id="{954A0B15-0D4B-58A3-E145-2B797A51B93A}"/>
                </a:ext>
              </a:extLst>
            </p:cNvPr>
            <p:cNvGrpSpPr/>
            <p:nvPr/>
          </p:nvGrpSpPr>
          <p:grpSpPr>
            <a:xfrm>
              <a:off x="4949139" y="2914060"/>
              <a:ext cx="207079" cy="276074"/>
              <a:chOff x="4949139" y="2914060"/>
              <a:chExt cx="207079" cy="276074"/>
            </a:xfrm>
            <a:noFill/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1A871A4E-E54D-9A63-69C0-DE6D245D9CF0}"/>
                  </a:ext>
                </a:extLst>
              </p:cNvPr>
              <p:cNvSpPr/>
              <p:nvPr/>
            </p:nvSpPr>
            <p:spPr>
              <a:xfrm>
                <a:off x="4949139" y="2914060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7" name="Picture 416">
                <a:extLst>
                  <a:ext uri="{FF2B5EF4-FFF2-40B4-BE49-F238E27FC236}">
                    <a16:creationId xmlns:a16="http://schemas.microsoft.com/office/drawing/2014/main" id="{6A63FFEC-0EFC-4B97-F958-6D679D91A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14715" y="2983079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17" name="Graphic 4">
              <a:extLst>
                <a:ext uri="{FF2B5EF4-FFF2-40B4-BE49-F238E27FC236}">
                  <a16:creationId xmlns:a16="http://schemas.microsoft.com/office/drawing/2014/main" id="{99C783A6-35FD-D8A1-FAD1-E2838627B054}"/>
                </a:ext>
              </a:extLst>
            </p:cNvPr>
            <p:cNvGrpSpPr/>
            <p:nvPr/>
          </p:nvGrpSpPr>
          <p:grpSpPr>
            <a:xfrm>
              <a:off x="5494450" y="2920962"/>
              <a:ext cx="207079" cy="276074"/>
              <a:chOff x="5494450" y="2920962"/>
              <a:chExt cx="207079" cy="276074"/>
            </a:xfrm>
            <a:noFill/>
          </p:grpSpPr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B89C3DD0-9A3B-DF84-0446-0BE329F3E12B}"/>
                  </a:ext>
                </a:extLst>
              </p:cNvPr>
              <p:cNvSpPr/>
              <p:nvPr/>
            </p:nvSpPr>
            <p:spPr>
              <a:xfrm>
                <a:off x="5494450" y="2920962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5" name="Picture 414">
                <a:extLst>
                  <a:ext uri="{FF2B5EF4-FFF2-40B4-BE49-F238E27FC236}">
                    <a16:creationId xmlns:a16="http://schemas.microsoft.com/office/drawing/2014/main" id="{110ECA36-E725-D102-7963-45DA22C2B3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0025" y="2989981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4">
              <a:extLst>
                <a:ext uri="{FF2B5EF4-FFF2-40B4-BE49-F238E27FC236}">
                  <a16:creationId xmlns:a16="http://schemas.microsoft.com/office/drawing/2014/main" id="{2B827425-6088-81D8-1C3C-1C0CCB73ADDD}"/>
                </a:ext>
              </a:extLst>
            </p:cNvPr>
            <p:cNvGrpSpPr/>
            <p:nvPr/>
          </p:nvGrpSpPr>
          <p:grpSpPr>
            <a:xfrm>
              <a:off x="5052679" y="2134150"/>
              <a:ext cx="552213" cy="276074"/>
              <a:chOff x="5052679" y="2134150"/>
              <a:chExt cx="552213" cy="276074"/>
            </a:xfrm>
            <a:noFill/>
          </p:grpSpPr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9585CF10-719C-2DAB-30BC-2667ABE56ACE}"/>
                  </a:ext>
                </a:extLst>
              </p:cNvPr>
              <p:cNvSpPr/>
              <p:nvPr/>
            </p:nvSpPr>
            <p:spPr>
              <a:xfrm>
                <a:off x="5052679" y="2134150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3" name="Picture 412">
                <a:extLst>
                  <a:ext uri="{FF2B5EF4-FFF2-40B4-BE49-F238E27FC236}">
                    <a16:creationId xmlns:a16="http://schemas.microsoft.com/office/drawing/2014/main" id="{1D43F470-30E2-AEC2-E051-2B68BC3666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63211" y="2189365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9" name="Graphic 4">
              <a:extLst>
                <a:ext uri="{FF2B5EF4-FFF2-40B4-BE49-F238E27FC236}">
                  <a16:creationId xmlns:a16="http://schemas.microsoft.com/office/drawing/2014/main" id="{78373056-4BE9-50EE-F1E7-29A5C006BA83}"/>
                </a:ext>
              </a:extLst>
            </p:cNvPr>
            <p:cNvGrpSpPr/>
            <p:nvPr/>
          </p:nvGrpSpPr>
          <p:grpSpPr>
            <a:xfrm>
              <a:off x="5301313" y="2410224"/>
              <a:ext cx="55221" cy="260614"/>
              <a:chOff x="5301313" y="2410224"/>
              <a:chExt cx="55221" cy="260614"/>
            </a:xfrm>
          </p:grpSpPr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9AE7B216-8588-878D-FD00-6CBABCBF65C2}"/>
                  </a:ext>
                </a:extLst>
              </p:cNvPr>
              <p:cNvSpPr/>
              <p:nvPr/>
            </p:nvSpPr>
            <p:spPr>
              <a:xfrm>
                <a:off x="5326784" y="2410224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3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3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A63D9B4A-98CC-A979-A115-8771C1DB7BD6}"/>
                  </a:ext>
                </a:extLst>
              </p:cNvPr>
              <p:cNvSpPr/>
              <p:nvPr/>
            </p:nvSpPr>
            <p:spPr>
              <a:xfrm>
                <a:off x="5301313" y="2615071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4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4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0" name="Graphic 4">
              <a:extLst>
                <a:ext uri="{FF2B5EF4-FFF2-40B4-BE49-F238E27FC236}">
                  <a16:creationId xmlns:a16="http://schemas.microsoft.com/office/drawing/2014/main" id="{4D4FA43C-36A2-9DBB-E139-C95ADA4B34D8}"/>
                </a:ext>
              </a:extLst>
            </p:cNvPr>
            <p:cNvGrpSpPr/>
            <p:nvPr/>
          </p:nvGrpSpPr>
          <p:grpSpPr>
            <a:xfrm>
              <a:off x="4728254" y="3183233"/>
              <a:ext cx="828319" cy="276074"/>
              <a:chOff x="4728254" y="3183233"/>
              <a:chExt cx="828319" cy="276074"/>
            </a:xfrm>
            <a:noFill/>
          </p:grpSpPr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DEA22C52-6032-D38C-AAF4-6C7D2D464523}"/>
                  </a:ext>
                </a:extLst>
              </p:cNvPr>
              <p:cNvSpPr/>
              <p:nvPr/>
            </p:nvSpPr>
            <p:spPr>
              <a:xfrm>
                <a:off x="4728254" y="3183233"/>
                <a:ext cx="8283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09" name="Picture 408">
                <a:extLst>
                  <a:ext uri="{FF2B5EF4-FFF2-40B4-BE49-F238E27FC236}">
                    <a16:creationId xmlns:a16="http://schemas.microsoft.com/office/drawing/2014/main" id="{304813CC-9479-B6B5-5786-6562D7312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31971" y="3238448"/>
                <a:ext cx="220885" cy="217408"/>
              </a:xfrm>
              <a:custGeom>
                <a:avLst/>
                <a:gdLst>
                  <a:gd name="csX0" fmla="*/ 0 w 220885"/>
                  <a:gd name="csY0" fmla="*/ 0 h 217408"/>
                  <a:gd name="csX1" fmla="*/ 220885 w 220885"/>
                  <a:gd name="csY1" fmla="*/ 0 h 217408"/>
                  <a:gd name="csX2" fmla="*/ 220885 w 220885"/>
                  <a:gd name="csY2" fmla="*/ 217409 h 217408"/>
                  <a:gd name="csX3" fmla="*/ 0 w 22088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0885" h="217408">
                    <a:moveTo>
                      <a:pt x="0" y="0"/>
                    </a:moveTo>
                    <a:lnTo>
                      <a:pt x="220885" y="0"/>
                    </a:lnTo>
                    <a:lnTo>
                      <a:pt x="220885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1" name="Graphic 4">
              <a:extLst>
                <a:ext uri="{FF2B5EF4-FFF2-40B4-BE49-F238E27FC236}">
                  <a16:creationId xmlns:a16="http://schemas.microsoft.com/office/drawing/2014/main" id="{F1213ED1-0882-E852-CCF9-540513CECBFC}"/>
                </a:ext>
              </a:extLst>
            </p:cNvPr>
            <p:cNvGrpSpPr/>
            <p:nvPr/>
          </p:nvGrpSpPr>
          <p:grpSpPr>
            <a:xfrm>
              <a:off x="6124249" y="2410224"/>
              <a:ext cx="170910" cy="441719"/>
              <a:chOff x="6124249" y="2410224"/>
              <a:chExt cx="170910" cy="441719"/>
            </a:xfrm>
          </p:grpSpPr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AE084DE0-22C5-4005-F135-C0C8B3615D38}"/>
                  </a:ext>
                </a:extLst>
              </p:cNvPr>
              <p:cNvSpPr/>
              <p:nvPr/>
            </p:nvSpPr>
            <p:spPr>
              <a:xfrm>
                <a:off x="6165665" y="2410224"/>
                <a:ext cx="129494" cy="414111"/>
              </a:xfrm>
              <a:custGeom>
                <a:avLst/>
                <a:gdLst>
                  <a:gd name="csX0" fmla="*/ 129494 w 129494"/>
                  <a:gd name="csY0" fmla="*/ 0 h 414111"/>
                  <a:gd name="csX1" fmla="*/ 129494 w 129494"/>
                  <a:gd name="csY1" fmla="*/ 414112 h 414111"/>
                  <a:gd name="csX2" fmla="*/ 0 w 129494"/>
                  <a:gd name="csY2" fmla="*/ 414112 h 4141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9494" h="414111">
                    <a:moveTo>
                      <a:pt x="129494" y="0"/>
                    </a:moveTo>
                    <a:lnTo>
                      <a:pt x="129494" y="414112"/>
                    </a:lnTo>
                    <a:lnTo>
                      <a:pt x="0" y="41411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5B2C796E-6EDF-BC49-F4AE-A9703A7359B7}"/>
                  </a:ext>
                </a:extLst>
              </p:cNvPr>
              <p:cNvSpPr/>
              <p:nvPr/>
            </p:nvSpPr>
            <p:spPr>
              <a:xfrm>
                <a:off x="6124249" y="2796729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A161C3A9-C731-9D2C-CFB1-3605BBEAB81A}"/>
                </a:ext>
              </a:extLst>
            </p:cNvPr>
            <p:cNvSpPr/>
            <p:nvPr/>
          </p:nvSpPr>
          <p:spPr>
            <a:xfrm>
              <a:off x="6640292" y="2410224"/>
              <a:ext cx="483" cy="207055"/>
            </a:xfrm>
            <a:custGeom>
              <a:avLst/>
              <a:gdLst>
                <a:gd name="csX0" fmla="*/ 0 w 483"/>
                <a:gd name="csY0" fmla="*/ 0 h 207055"/>
                <a:gd name="csX1" fmla="*/ 483 w 483"/>
                <a:gd name="csY1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3" h="207055">
                  <a:moveTo>
                    <a:pt x="0" y="0"/>
                  </a:moveTo>
                  <a:lnTo>
                    <a:pt x="483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23" name="Graphic 4">
              <a:extLst>
                <a:ext uri="{FF2B5EF4-FFF2-40B4-BE49-F238E27FC236}">
                  <a16:creationId xmlns:a16="http://schemas.microsoft.com/office/drawing/2014/main" id="{33B20B81-6186-CCBC-2656-0CAFBE9DB4FE}"/>
                </a:ext>
              </a:extLst>
            </p:cNvPr>
            <p:cNvGrpSpPr/>
            <p:nvPr/>
          </p:nvGrpSpPr>
          <p:grpSpPr>
            <a:xfrm>
              <a:off x="6122592" y="2134150"/>
              <a:ext cx="690266" cy="276074"/>
              <a:chOff x="6122592" y="2134150"/>
              <a:chExt cx="690266" cy="276074"/>
            </a:xfrm>
            <a:solidFill>
              <a:srgbClr val="FFE6CC"/>
            </a:solidFill>
          </p:grpSpPr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B40F58CD-8268-D3DA-CF3A-9C3A7ECF3BE7}"/>
                  </a:ext>
                </a:extLst>
              </p:cNvPr>
              <p:cNvSpPr/>
              <p:nvPr/>
            </p:nvSpPr>
            <p:spPr>
              <a:xfrm>
                <a:off x="6122592" y="2134150"/>
                <a:ext cx="690266" cy="276074"/>
              </a:xfrm>
              <a:prstGeom prst="rect">
                <a:avLst/>
              </a:prstGeom>
              <a:solidFill>
                <a:srgbClr val="FFE6CC"/>
              </a:solidFill>
              <a:ln w="13805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05" name="Picture 404">
                <a:extLst>
                  <a:ext uri="{FF2B5EF4-FFF2-40B4-BE49-F238E27FC236}">
                    <a16:creationId xmlns:a16="http://schemas.microsoft.com/office/drawing/2014/main" id="{82D72311-B8E2-ACBB-6E45-582A3ACE6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29495" y="2196266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4">
              <a:extLst>
                <a:ext uri="{FF2B5EF4-FFF2-40B4-BE49-F238E27FC236}">
                  <a16:creationId xmlns:a16="http://schemas.microsoft.com/office/drawing/2014/main" id="{6F9292C5-1A2D-7289-696E-36A2E9D52B69}"/>
                </a:ext>
              </a:extLst>
            </p:cNvPr>
            <p:cNvGrpSpPr/>
            <p:nvPr/>
          </p:nvGrpSpPr>
          <p:grpSpPr>
            <a:xfrm>
              <a:off x="6091530" y="2348107"/>
              <a:ext cx="207079" cy="276074"/>
              <a:chOff x="6091530" y="2348107"/>
              <a:chExt cx="207079" cy="276074"/>
            </a:xfrm>
            <a:noFill/>
          </p:grpSpPr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5F7846F9-BA88-40B7-C5C7-AB001907EBE0}"/>
                  </a:ext>
                </a:extLst>
              </p:cNvPr>
              <p:cNvSpPr/>
              <p:nvPr/>
            </p:nvSpPr>
            <p:spPr>
              <a:xfrm>
                <a:off x="6091530" y="2348107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6" name="Picture 345">
                <a:extLst>
                  <a:ext uri="{FF2B5EF4-FFF2-40B4-BE49-F238E27FC236}">
                    <a16:creationId xmlns:a16="http://schemas.microsoft.com/office/drawing/2014/main" id="{C78ABAF2-F90B-32BD-F0AB-2DD927FAAC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0557" y="2417126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25" name="Graphic 4">
              <a:extLst>
                <a:ext uri="{FF2B5EF4-FFF2-40B4-BE49-F238E27FC236}">
                  <a16:creationId xmlns:a16="http://schemas.microsoft.com/office/drawing/2014/main" id="{D530EDF5-FC09-4A83-3751-FBE97AF711FF}"/>
                </a:ext>
              </a:extLst>
            </p:cNvPr>
            <p:cNvGrpSpPr/>
            <p:nvPr/>
          </p:nvGrpSpPr>
          <p:grpSpPr>
            <a:xfrm>
              <a:off x="6636841" y="2355009"/>
              <a:ext cx="207079" cy="276074"/>
              <a:chOff x="6636841" y="2355009"/>
              <a:chExt cx="207079" cy="276074"/>
            </a:xfrm>
            <a:noFill/>
          </p:grpSpPr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7A406331-8522-1654-FEB0-77145DCA622D}"/>
                  </a:ext>
                </a:extLst>
              </p:cNvPr>
              <p:cNvSpPr/>
              <p:nvPr/>
            </p:nvSpPr>
            <p:spPr>
              <a:xfrm>
                <a:off x="6636841" y="2355009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8" name="Picture 337">
                <a:extLst>
                  <a:ext uri="{FF2B5EF4-FFF2-40B4-BE49-F238E27FC236}">
                    <a16:creationId xmlns:a16="http://schemas.microsoft.com/office/drawing/2014/main" id="{572FE70C-F8A2-918E-27DA-59B0BF2FD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5867" y="2424028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F2120A71-C581-BAD9-AD16-065D030BA247}"/>
                </a:ext>
              </a:extLst>
            </p:cNvPr>
            <p:cNvSpPr/>
            <p:nvPr/>
          </p:nvSpPr>
          <p:spPr>
            <a:xfrm>
              <a:off x="6571265" y="2617280"/>
              <a:ext cx="138053" cy="6901"/>
            </a:xfrm>
            <a:custGeom>
              <a:avLst/>
              <a:gdLst>
                <a:gd name="csX0" fmla="*/ 0 w 138053"/>
                <a:gd name="csY0" fmla="*/ 0 h 6901"/>
                <a:gd name="csX1" fmla="*/ 138053 w 138053"/>
                <a:gd name="csY1" fmla="*/ 0 h 6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8053" h="6901">
                  <a:moveTo>
                    <a:pt x="0" y="0"/>
                  </a:moveTo>
                  <a:lnTo>
                    <a:pt x="138053" y="0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27" name="Graphic 4">
              <a:extLst>
                <a:ext uri="{FF2B5EF4-FFF2-40B4-BE49-F238E27FC236}">
                  <a16:creationId xmlns:a16="http://schemas.microsoft.com/office/drawing/2014/main" id="{BCEA6055-AC6F-D927-177B-BE9EE3AC386E}"/>
                </a:ext>
              </a:extLst>
            </p:cNvPr>
            <p:cNvGrpSpPr/>
            <p:nvPr/>
          </p:nvGrpSpPr>
          <p:grpSpPr>
            <a:xfrm>
              <a:off x="6191619" y="1630314"/>
              <a:ext cx="552213" cy="276074"/>
              <a:chOff x="6191619" y="1630314"/>
              <a:chExt cx="552213" cy="276074"/>
            </a:xfrm>
            <a:noFill/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4312CE4E-F34C-FB16-ED38-D8B953CA6BBE}"/>
                  </a:ext>
                </a:extLst>
              </p:cNvPr>
              <p:cNvSpPr/>
              <p:nvPr/>
            </p:nvSpPr>
            <p:spPr>
              <a:xfrm>
                <a:off x="6191619" y="1630314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6" name="Picture 335">
                <a:extLst>
                  <a:ext uri="{FF2B5EF4-FFF2-40B4-BE49-F238E27FC236}">
                    <a16:creationId xmlns:a16="http://schemas.microsoft.com/office/drawing/2014/main" id="{54507041-DFBB-7922-68D3-B9E10A160F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2150" y="1685528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8" name="Graphic 4">
              <a:extLst>
                <a:ext uri="{FF2B5EF4-FFF2-40B4-BE49-F238E27FC236}">
                  <a16:creationId xmlns:a16="http://schemas.microsoft.com/office/drawing/2014/main" id="{21EE7809-27E1-22BA-F9B8-1C8C4F75A5E1}"/>
                </a:ext>
              </a:extLst>
            </p:cNvPr>
            <p:cNvGrpSpPr/>
            <p:nvPr/>
          </p:nvGrpSpPr>
          <p:grpSpPr>
            <a:xfrm>
              <a:off x="6440253" y="1858075"/>
              <a:ext cx="55221" cy="260614"/>
              <a:chOff x="6440253" y="1858075"/>
              <a:chExt cx="55221" cy="260614"/>
            </a:xfrm>
          </p:grpSpPr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F002C63B-3F4A-5386-7840-2409AC13985F}"/>
                  </a:ext>
                </a:extLst>
              </p:cNvPr>
              <p:cNvSpPr/>
              <p:nvPr/>
            </p:nvSpPr>
            <p:spPr>
              <a:xfrm>
                <a:off x="6465724" y="1858075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3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3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0C669577-32AD-F39B-ABA0-B6872D816B00}"/>
                  </a:ext>
                </a:extLst>
              </p:cNvPr>
              <p:cNvSpPr/>
              <p:nvPr/>
            </p:nvSpPr>
            <p:spPr>
              <a:xfrm>
                <a:off x="6440253" y="2062922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4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4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9" name="Graphic 4">
              <a:extLst>
                <a:ext uri="{FF2B5EF4-FFF2-40B4-BE49-F238E27FC236}">
                  <a16:creationId xmlns:a16="http://schemas.microsoft.com/office/drawing/2014/main" id="{203EE65A-6566-BBC2-D84E-8DF8EE098CB4}"/>
                </a:ext>
              </a:extLst>
            </p:cNvPr>
            <p:cNvGrpSpPr/>
            <p:nvPr/>
          </p:nvGrpSpPr>
          <p:grpSpPr>
            <a:xfrm>
              <a:off x="6828321" y="2251481"/>
              <a:ext cx="191618" cy="55214"/>
              <a:chOff x="6828321" y="2251481"/>
              <a:chExt cx="191618" cy="55214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54C8389B-4918-0495-9B9F-62A82B3D1526}"/>
                  </a:ext>
                </a:extLst>
              </p:cNvPr>
              <p:cNvSpPr/>
              <p:nvPr/>
            </p:nvSpPr>
            <p:spPr>
              <a:xfrm>
                <a:off x="6869737" y="2279089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F8A62361-6098-CFD9-9196-EDEFF6B1F56C}"/>
                  </a:ext>
                </a:extLst>
              </p:cNvPr>
              <p:cNvSpPr/>
              <p:nvPr/>
            </p:nvSpPr>
            <p:spPr>
              <a:xfrm>
                <a:off x="6828321" y="2251481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0" name="Graphic 4">
              <a:extLst>
                <a:ext uri="{FF2B5EF4-FFF2-40B4-BE49-F238E27FC236}">
                  <a16:creationId xmlns:a16="http://schemas.microsoft.com/office/drawing/2014/main" id="{25FDB847-7780-B928-8ED7-2F0D50FB8604}"/>
                </a:ext>
              </a:extLst>
            </p:cNvPr>
            <p:cNvGrpSpPr/>
            <p:nvPr/>
          </p:nvGrpSpPr>
          <p:grpSpPr>
            <a:xfrm>
              <a:off x="6044868" y="3700873"/>
              <a:ext cx="191618" cy="55214"/>
              <a:chOff x="6044868" y="3700873"/>
              <a:chExt cx="191618" cy="55214"/>
            </a:xfrm>
          </p:grpSpPr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E084C8C2-28E9-2CE8-F03E-8D9D47D75BCD}"/>
                  </a:ext>
                </a:extLst>
              </p:cNvPr>
              <p:cNvSpPr/>
              <p:nvPr/>
            </p:nvSpPr>
            <p:spPr>
              <a:xfrm>
                <a:off x="6086284" y="3728480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3C9F4085-C530-E830-750B-2EFF28F929DE}"/>
                  </a:ext>
                </a:extLst>
              </p:cNvPr>
              <p:cNvSpPr/>
              <p:nvPr/>
            </p:nvSpPr>
            <p:spPr>
              <a:xfrm>
                <a:off x="6044868" y="3700873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1" name="Graphic 4">
              <a:extLst>
                <a:ext uri="{FF2B5EF4-FFF2-40B4-BE49-F238E27FC236}">
                  <a16:creationId xmlns:a16="http://schemas.microsoft.com/office/drawing/2014/main" id="{F3C8ED07-7902-9F77-99D5-F0A4E1D5BC8B}"/>
                </a:ext>
              </a:extLst>
            </p:cNvPr>
            <p:cNvGrpSpPr/>
            <p:nvPr/>
          </p:nvGrpSpPr>
          <p:grpSpPr>
            <a:xfrm>
              <a:off x="5829574" y="3866518"/>
              <a:ext cx="55221" cy="260614"/>
              <a:chOff x="5829574" y="3866518"/>
              <a:chExt cx="55221" cy="260614"/>
            </a:xfrm>
          </p:grpSpPr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A5BE8A3A-0146-A2B1-70EA-96AB23251527}"/>
                  </a:ext>
                </a:extLst>
              </p:cNvPr>
              <p:cNvSpPr/>
              <p:nvPr/>
            </p:nvSpPr>
            <p:spPr>
              <a:xfrm>
                <a:off x="5856840" y="3866518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530000F4-D1FC-D1A3-6F37-60E29F43A29A}"/>
                  </a:ext>
                </a:extLst>
              </p:cNvPr>
              <p:cNvSpPr/>
              <p:nvPr/>
            </p:nvSpPr>
            <p:spPr>
              <a:xfrm>
                <a:off x="5829574" y="4071779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2" name="Graphic 4">
              <a:extLst>
                <a:ext uri="{FF2B5EF4-FFF2-40B4-BE49-F238E27FC236}">
                  <a16:creationId xmlns:a16="http://schemas.microsoft.com/office/drawing/2014/main" id="{36C7B432-3730-47E5-B4FA-92E13EB8E3FB}"/>
                </a:ext>
              </a:extLst>
            </p:cNvPr>
            <p:cNvGrpSpPr/>
            <p:nvPr/>
          </p:nvGrpSpPr>
          <p:grpSpPr>
            <a:xfrm>
              <a:off x="5484441" y="3866518"/>
              <a:ext cx="55221" cy="260614"/>
              <a:chOff x="5484441" y="3866518"/>
              <a:chExt cx="55221" cy="260614"/>
            </a:xfrm>
          </p:grpSpPr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85C7EC11-8D80-AA32-CD7A-49BC0F9D4A0E}"/>
                  </a:ext>
                </a:extLst>
              </p:cNvPr>
              <p:cNvSpPr/>
              <p:nvPr/>
            </p:nvSpPr>
            <p:spPr>
              <a:xfrm>
                <a:off x="5511706" y="3866518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D7510150-0ADF-B28C-B3F8-363BE7553B4B}"/>
                  </a:ext>
                </a:extLst>
              </p:cNvPr>
              <p:cNvSpPr/>
              <p:nvPr/>
            </p:nvSpPr>
            <p:spPr>
              <a:xfrm>
                <a:off x="5484441" y="4071779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3" name="Graphic 4">
              <a:extLst>
                <a:ext uri="{FF2B5EF4-FFF2-40B4-BE49-F238E27FC236}">
                  <a16:creationId xmlns:a16="http://schemas.microsoft.com/office/drawing/2014/main" id="{1F9E099F-8CA3-2A04-03C0-43B9C73FCEFC}"/>
                </a:ext>
              </a:extLst>
            </p:cNvPr>
            <p:cNvGrpSpPr/>
            <p:nvPr/>
          </p:nvGrpSpPr>
          <p:grpSpPr>
            <a:xfrm>
              <a:off x="5339140" y="3590443"/>
              <a:ext cx="690266" cy="276074"/>
              <a:chOff x="5339140" y="3590443"/>
              <a:chExt cx="690266" cy="276074"/>
            </a:xfrm>
            <a:solidFill>
              <a:srgbClr val="D5E8D4"/>
            </a:solidFill>
          </p:grpSpPr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D782C93A-AA13-7C2C-2012-F69BEE5680A8}"/>
                  </a:ext>
                </a:extLst>
              </p:cNvPr>
              <p:cNvSpPr/>
              <p:nvPr/>
            </p:nvSpPr>
            <p:spPr>
              <a:xfrm>
                <a:off x="5339140" y="3590443"/>
                <a:ext cx="690266" cy="276074"/>
              </a:xfrm>
              <a:prstGeom prst="rect">
                <a:avLst/>
              </a:prstGeom>
              <a:solidFill>
                <a:srgbClr val="D5E8D4"/>
              </a:solidFill>
              <a:ln w="13805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4" name="Picture 313">
                <a:extLst>
                  <a:ext uri="{FF2B5EF4-FFF2-40B4-BE49-F238E27FC236}">
                    <a16:creationId xmlns:a16="http://schemas.microsoft.com/office/drawing/2014/main" id="{9407539F-4CD0-8DF7-5F73-4D2B37998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9494" y="3652560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4" name="Graphic 4">
              <a:extLst>
                <a:ext uri="{FF2B5EF4-FFF2-40B4-BE49-F238E27FC236}">
                  <a16:creationId xmlns:a16="http://schemas.microsoft.com/office/drawing/2014/main" id="{A6E8C27B-21B5-A289-A7C5-204758D28C3B}"/>
                </a:ext>
              </a:extLst>
            </p:cNvPr>
            <p:cNvGrpSpPr/>
            <p:nvPr/>
          </p:nvGrpSpPr>
          <p:grpSpPr>
            <a:xfrm>
              <a:off x="6063920" y="3576639"/>
              <a:ext cx="552213" cy="276074"/>
              <a:chOff x="6063920" y="3576639"/>
              <a:chExt cx="552213" cy="276074"/>
            </a:xfrm>
            <a:noFill/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B9ABFE7C-B6A6-06E5-059F-3C4571356942}"/>
                  </a:ext>
                </a:extLst>
              </p:cNvPr>
              <p:cNvSpPr/>
              <p:nvPr/>
            </p:nvSpPr>
            <p:spPr>
              <a:xfrm>
                <a:off x="6063920" y="3576639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9" name="Picture 308">
                <a:extLst>
                  <a:ext uri="{FF2B5EF4-FFF2-40B4-BE49-F238E27FC236}">
                    <a16:creationId xmlns:a16="http://schemas.microsoft.com/office/drawing/2014/main" id="{FF120DDA-5829-FDF0-40A5-5C3689C194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77902" y="3631854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5" name="Graphic 4">
              <a:extLst>
                <a:ext uri="{FF2B5EF4-FFF2-40B4-BE49-F238E27FC236}">
                  <a16:creationId xmlns:a16="http://schemas.microsoft.com/office/drawing/2014/main" id="{4DBC5C10-88A6-24CE-B936-2138678B554E}"/>
                </a:ext>
              </a:extLst>
            </p:cNvPr>
            <p:cNvGrpSpPr/>
            <p:nvPr/>
          </p:nvGrpSpPr>
          <p:grpSpPr>
            <a:xfrm>
              <a:off x="5304627" y="3818204"/>
              <a:ext cx="207079" cy="276074"/>
              <a:chOff x="5304627" y="3818204"/>
              <a:chExt cx="207079" cy="276074"/>
            </a:xfrm>
            <a:noFill/>
          </p:grpSpPr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150117C5-5A9D-0BF9-2991-A254E72E19E8}"/>
                  </a:ext>
                </a:extLst>
              </p:cNvPr>
              <p:cNvSpPr/>
              <p:nvPr/>
            </p:nvSpPr>
            <p:spPr>
              <a:xfrm>
                <a:off x="5304627" y="3818204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7" name="Picture 306">
                <a:extLst>
                  <a:ext uri="{FF2B5EF4-FFF2-40B4-BE49-F238E27FC236}">
                    <a16:creationId xmlns:a16="http://schemas.microsoft.com/office/drawing/2014/main" id="{2F908B15-964C-5A64-A3B4-A25C944E2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73653" y="3887223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36" name="Graphic 4">
              <a:extLst>
                <a:ext uri="{FF2B5EF4-FFF2-40B4-BE49-F238E27FC236}">
                  <a16:creationId xmlns:a16="http://schemas.microsoft.com/office/drawing/2014/main" id="{9F348DA1-B4EE-0EDC-9970-FB7EE157E572}"/>
                </a:ext>
              </a:extLst>
            </p:cNvPr>
            <p:cNvGrpSpPr/>
            <p:nvPr/>
          </p:nvGrpSpPr>
          <p:grpSpPr>
            <a:xfrm>
              <a:off x="5849937" y="3825106"/>
              <a:ext cx="207079" cy="276074"/>
              <a:chOff x="5849937" y="3825106"/>
              <a:chExt cx="207079" cy="276074"/>
            </a:xfrm>
            <a:noFill/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8A23F53F-D552-BCE2-B218-52D35DF4FE9F}"/>
                  </a:ext>
                </a:extLst>
              </p:cNvPr>
              <p:cNvSpPr/>
              <p:nvPr/>
            </p:nvSpPr>
            <p:spPr>
              <a:xfrm>
                <a:off x="5849937" y="3825106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5" name="Picture 304">
                <a:extLst>
                  <a:ext uri="{FF2B5EF4-FFF2-40B4-BE49-F238E27FC236}">
                    <a16:creationId xmlns:a16="http://schemas.microsoft.com/office/drawing/2014/main" id="{07BE0E3F-31BA-DD49-32EE-C3EA7E6C2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18964" y="3894125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37" name="Graphic 4">
              <a:extLst>
                <a:ext uri="{FF2B5EF4-FFF2-40B4-BE49-F238E27FC236}">
                  <a16:creationId xmlns:a16="http://schemas.microsoft.com/office/drawing/2014/main" id="{F0657C06-2EA6-B52A-0602-D12865F8057D}"/>
                </a:ext>
              </a:extLst>
            </p:cNvPr>
            <p:cNvGrpSpPr/>
            <p:nvPr/>
          </p:nvGrpSpPr>
          <p:grpSpPr>
            <a:xfrm>
              <a:off x="5083741" y="4087377"/>
              <a:ext cx="828319" cy="276074"/>
              <a:chOff x="5083741" y="4087377"/>
              <a:chExt cx="828319" cy="276074"/>
            </a:xfrm>
            <a:noFill/>
          </p:grpSpPr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5868701E-B30A-055B-573B-7D5BE2F8DE50}"/>
                  </a:ext>
                </a:extLst>
              </p:cNvPr>
              <p:cNvSpPr/>
              <p:nvPr/>
            </p:nvSpPr>
            <p:spPr>
              <a:xfrm>
                <a:off x="5083741" y="4087377"/>
                <a:ext cx="8283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3A299D11-7AB2-02E8-FF19-C9FEF614CE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90910" y="4142592"/>
                <a:ext cx="220885" cy="217408"/>
              </a:xfrm>
              <a:custGeom>
                <a:avLst/>
                <a:gdLst>
                  <a:gd name="csX0" fmla="*/ 0 w 220885"/>
                  <a:gd name="csY0" fmla="*/ 0 h 217408"/>
                  <a:gd name="csX1" fmla="*/ 220885 w 220885"/>
                  <a:gd name="csY1" fmla="*/ 0 h 217408"/>
                  <a:gd name="csX2" fmla="*/ 220885 w 220885"/>
                  <a:gd name="csY2" fmla="*/ 217409 h 217408"/>
                  <a:gd name="csX3" fmla="*/ 0 w 22088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0885" h="217408">
                    <a:moveTo>
                      <a:pt x="0" y="0"/>
                    </a:moveTo>
                    <a:lnTo>
                      <a:pt x="220885" y="0"/>
                    </a:lnTo>
                    <a:lnTo>
                      <a:pt x="220885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8" name="Graphic 4">
              <a:extLst>
                <a:ext uri="{FF2B5EF4-FFF2-40B4-BE49-F238E27FC236}">
                  <a16:creationId xmlns:a16="http://schemas.microsoft.com/office/drawing/2014/main" id="{6AEB978F-4008-3EDC-11E7-FF0FBE582146}"/>
                </a:ext>
              </a:extLst>
            </p:cNvPr>
            <p:cNvGrpSpPr/>
            <p:nvPr/>
          </p:nvGrpSpPr>
          <p:grpSpPr>
            <a:xfrm>
              <a:off x="5435777" y="4087377"/>
              <a:ext cx="828319" cy="276074"/>
              <a:chOff x="5435777" y="4087377"/>
              <a:chExt cx="828319" cy="276074"/>
            </a:xfrm>
            <a:noFill/>
          </p:grpSpPr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5F2C53FA-1830-6F5B-7279-6E74B564A0F6}"/>
                  </a:ext>
                </a:extLst>
              </p:cNvPr>
              <p:cNvSpPr/>
              <p:nvPr/>
            </p:nvSpPr>
            <p:spPr>
              <a:xfrm>
                <a:off x="5435777" y="4087377"/>
                <a:ext cx="8283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1" name="Picture 300">
                <a:extLst>
                  <a:ext uri="{FF2B5EF4-FFF2-40B4-BE49-F238E27FC236}">
                    <a16:creationId xmlns:a16="http://schemas.microsoft.com/office/drawing/2014/main" id="{5EE35D63-443C-F33D-99C0-2D44CE7E1F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42946" y="4142592"/>
                <a:ext cx="220885" cy="217408"/>
              </a:xfrm>
              <a:custGeom>
                <a:avLst/>
                <a:gdLst>
                  <a:gd name="csX0" fmla="*/ 0 w 220885"/>
                  <a:gd name="csY0" fmla="*/ 0 h 217408"/>
                  <a:gd name="csX1" fmla="*/ 220885 w 220885"/>
                  <a:gd name="csY1" fmla="*/ 0 h 217408"/>
                  <a:gd name="csX2" fmla="*/ 220885 w 220885"/>
                  <a:gd name="csY2" fmla="*/ 217409 h 217408"/>
                  <a:gd name="csX3" fmla="*/ 0 w 22088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0885" h="217408">
                    <a:moveTo>
                      <a:pt x="0" y="0"/>
                    </a:moveTo>
                    <a:lnTo>
                      <a:pt x="220885" y="0"/>
                    </a:lnTo>
                    <a:lnTo>
                      <a:pt x="220885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4">
              <a:extLst>
                <a:ext uri="{FF2B5EF4-FFF2-40B4-BE49-F238E27FC236}">
                  <a16:creationId xmlns:a16="http://schemas.microsoft.com/office/drawing/2014/main" id="{D69322FF-9049-9796-A32F-8D3A06F7202B}"/>
                </a:ext>
              </a:extLst>
            </p:cNvPr>
            <p:cNvGrpSpPr/>
            <p:nvPr/>
          </p:nvGrpSpPr>
          <p:grpSpPr>
            <a:xfrm>
              <a:off x="5805070" y="2134150"/>
              <a:ext cx="3520358" cy="286427"/>
              <a:chOff x="5805070" y="2134150"/>
              <a:chExt cx="3520358" cy="286427"/>
            </a:xfrm>
            <a:noFill/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BFFC32AC-1C65-4B55-6AD3-A6879CACB4A0}"/>
                  </a:ext>
                </a:extLst>
              </p:cNvPr>
              <p:cNvSpPr/>
              <p:nvPr/>
            </p:nvSpPr>
            <p:spPr>
              <a:xfrm>
                <a:off x="5805070" y="2134150"/>
                <a:ext cx="3520358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9" name="Picture 298">
                <a:extLst>
                  <a:ext uri="{FF2B5EF4-FFF2-40B4-BE49-F238E27FC236}">
                    <a16:creationId xmlns:a16="http://schemas.microsoft.com/office/drawing/2014/main" id="{17D29139-7ACF-BDCE-F422-D597ACCEC2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51001" y="2175561"/>
                <a:ext cx="1028496" cy="245016"/>
              </a:xfrm>
              <a:custGeom>
                <a:avLst/>
                <a:gdLst>
                  <a:gd name="csX0" fmla="*/ 0 w 1028496"/>
                  <a:gd name="csY0" fmla="*/ 0 h 245016"/>
                  <a:gd name="csX1" fmla="*/ 1028497 w 1028496"/>
                  <a:gd name="csY1" fmla="*/ 0 h 245016"/>
                  <a:gd name="csX2" fmla="*/ 1028497 w 1028496"/>
                  <a:gd name="csY2" fmla="*/ 245016 h 245016"/>
                  <a:gd name="csX3" fmla="*/ 0 w 1028496"/>
                  <a:gd name="csY3" fmla="*/ 245016 h 2450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28496" h="245016">
                    <a:moveTo>
                      <a:pt x="0" y="0"/>
                    </a:moveTo>
                    <a:lnTo>
                      <a:pt x="1028497" y="0"/>
                    </a:lnTo>
                    <a:lnTo>
                      <a:pt x="1028497" y="245016"/>
                    </a:lnTo>
                    <a:lnTo>
                      <a:pt x="0" y="245016"/>
                    </a:lnTo>
                    <a:close/>
                  </a:path>
                </a:pathLst>
              </a:custGeom>
            </p:spPr>
          </p:pic>
        </p:grpSp>
        <p:grpSp>
          <p:nvGrpSpPr>
            <p:cNvPr id="240" name="Graphic 4">
              <a:extLst>
                <a:ext uri="{FF2B5EF4-FFF2-40B4-BE49-F238E27FC236}">
                  <a16:creationId xmlns:a16="http://schemas.microsoft.com/office/drawing/2014/main" id="{E684FEC1-15B9-70E2-E1F9-DC5D47D648A7}"/>
                </a:ext>
              </a:extLst>
            </p:cNvPr>
            <p:cNvGrpSpPr/>
            <p:nvPr/>
          </p:nvGrpSpPr>
          <p:grpSpPr>
            <a:xfrm>
              <a:off x="6476285" y="3521424"/>
              <a:ext cx="308963" cy="234663"/>
              <a:chOff x="6476285" y="3521424"/>
              <a:chExt cx="308963" cy="234663"/>
            </a:xfrm>
          </p:grpSpPr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7815903E-BCC7-8A73-49C6-D21CC0BBC551}"/>
                  </a:ext>
                </a:extLst>
              </p:cNvPr>
              <p:cNvSpPr/>
              <p:nvPr/>
            </p:nvSpPr>
            <p:spPr>
              <a:xfrm>
                <a:off x="6517701" y="3521424"/>
                <a:ext cx="267547" cy="207055"/>
              </a:xfrm>
              <a:custGeom>
                <a:avLst/>
                <a:gdLst>
                  <a:gd name="csX0" fmla="*/ 267547 w 267547"/>
                  <a:gd name="csY0" fmla="*/ 0 h 207055"/>
                  <a:gd name="csX1" fmla="*/ 267547 w 267547"/>
                  <a:gd name="csY1" fmla="*/ 207056 h 207055"/>
                  <a:gd name="csX2" fmla="*/ 0 w 267547"/>
                  <a:gd name="csY2" fmla="*/ 207056 h 207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7547" h="207055">
                    <a:moveTo>
                      <a:pt x="267547" y="0"/>
                    </a:moveTo>
                    <a:lnTo>
                      <a:pt x="267547" y="207056"/>
                    </a:lnTo>
                    <a:lnTo>
                      <a:pt x="0" y="207056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3B764903-83D1-A584-EDF9-25D067241E19}"/>
                  </a:ext>
                </a:extLst>
              </p:cNvPr>
              <p:cNvSpPr/>
              <p:nvPr/>
            </p:nvSpPr>
            <p:spPr>
              <a:xfrm>
                <a:off x="6476285" y="3700873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14A6F65B-A25F-6269-13CF-A331AB289D44}"/>
                </a:ext>
              </a:extLst>
            </p:cNvPr>
            <p:cNvSpPr/>
            <p:nvPr/>
          </p:nvSpPr>
          <p:spPr>
            <a:xfrm>
              <a:off x="7130381" y="3521424"/>
              <a:ext cx="483" cy="207055"/>
            </a:xfrm>
            <a:custGeom>
              <a:avLst/>
              <a:gdLst>
                <a:gd name="csX0" fmla="*/ 0 w 483"/>
                <a:gd name="csY0" fmla="*/ 0 h 207055"/>
                <a:gd name="csX1" fmla="*/ 483 w 483"/>
                <a:gd name="csY1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3" h="207055">
                  <a:moveTo>
                    <a:pt x="0" y="0"/>
                  </a:moveTo>
                  <a:lnTo>
                    <a:pt x="483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2" name="Graphic 4">
              <a:extLst>
                <a:ext uri="{FF2B5EF4-FFF2-40B4-BE49-F238E27FC236}">
                  <a16:creationId xmlns:a16="http://schemas.microsoft.com/office/drawing/2014/main" id="{4F53205C-535B-38E3-40B3-8740BB8EB75D}"/>
                </a:ext>
              </a:extLst>
            </p:cNvPr>
            <p:cNvGrpSpPr/>
            <p:nvPr/>
          </p:nvGrpSpPr>
          <p:grpSpPr>
            <a:xfrm>
              <a:off x="6612681" y="3245350"/>
              <a:ext cx="690266" cy="276074"/>
              <a:chOff x="6612681" y="3245350"/>
              <a:chExt cx="690266" cy="276074"/>
            </a:xfrm>
            <a:solidFill>
              <a:srgbClr val="FFE6CC"/>
            </a:solidFill>
          </p:grpSpPr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377BBC14-D498-10E2-542D-D12ED713124A}"/>
                  </a:ext>
                </a:extLst>
              </p:cNvPr>
              <p:cNvSpPr/>
              <p:nvPr/>
            </p:nvSpPr>
            <p:spPr>
              <a:xfrm>
                <a:off x="6612681" y="3245350"/>
                <a:ext cx="690266" cy="276074"/>
              </a:xfrm>
              <a:prstGeom prst="rect">
                <a:avLst/>
              </a:prstGeom>
              <a:solidFill>
                <a:srgbClr val="FFE6CC"/>
              </a:solidFill>
              <a:ln w="13805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5" name="Picture 294">
                <a:extLst>
                  <a:ext uri="{FF2B5EF4-FFF2-40B4-BE49-F238E27FC236}">
                    <a16:creationId xmlns:a16="http://schemas.microsoft.com/office/drawing/2014/main" id="{9708A1CE-6EAA-37F4-71F6-D81D289B53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19584" y="3307467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75" name="Graphic 4">
              <a:extLst>
                <a:ext uri="{FF2B5EF4-FFF2-40B4-BE49-F238E27FC236}">
                  <a16:creationId xmlns:a16="http://schemas.microsoft.com/office/drawing/2014/main" id="{195CF86A-FDFA-A50B-4541-FF16789598EA}"/>
                </a:ext>
              </a:extLst>
            </p:cNvPr>
            <p:cNvGrpSpPr/>
            <p:nvPr/>
          </p:nvGrpSpPr>
          <p:grpSpPr>
            <a:xfrm>
              <a:off x="6581619" y="3459308"/>
              <a:ext cx="207079" cy="276074"/>
              <a:chOff x="6581619" y="3459308"/>
              <a:chExt cx="207079" cy="276074"/>
            </a:xfrm>
            <a:noFill/>
          </p:grpSpPr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DBF587D1-8C28-5F93-6AF1-B749699FF7DF}"/>
                  </a:ext>
                </a:extLst>
              </p:cNvPr>
              <p:cNvSpPr/>
              <p:nvPr/>
            </p:nvSpPr>
            <p:spPr>
              <a:xfrm>
                <a:off x="6581619" y="3459308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3" name="Picture 292">
                <a:extLst>
                  <a:ext uri="{FF2B5EF4-FFF2-40B4-BE49-F238E27FC236}">
                    <a16:creationId xmlns:a16="http://schemas.microsoft.com/office/drawing/2014/main" id="{8FD6016A-F456-0D18-4A7C-7C1F1FA537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0646" y="3528326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76" name="Graphic 4">
              <a:extLst>
                <a:ext uri="{FF2B5EF4-FFF2-40B4-BE49-F238E27FC236}">
                  <a16:creationId xmlns:a16="http://schemas.microsoft.com/office/drawing/2014/main" id="{814C6BEC-B54E-430C-BAC1-4C161755D0B7}"/>
                </a:ext>
              </a:extLst>
            </p:cNvPr>
            <p:cNvGrpSpPr/>
            <p:nvPr/>
          </p:nvGrpSpPr>
          <p:grpSpPr>
            <a:xfrm>
              <a:off x="7126930" y="3466209"/>
              <a:ext cx="207079" cy="276074"/>
              <a:chOff x="7126930" y="3466209"/>
              <a:chExt cx="207079" cy="276074"/>
            </a:xfrm>
            <a:noFill/>
          </p:grpSpPr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2244C5B5-B4BA-5E5B-4E8A-0DD4FA2982B2}"/>
                  </a:ext>
                </a:extLst>
              </p:cNvPr>
              <p:cNvSpPr/>
              <p:nvPr/>
            </p:nvSpPr>
            <p:spPr>
              <a:xfrm>
                <a:off x="7126930" y="3466209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1" name="Picture 290">
                <a:extLst>
                  <a:ext uri="{FF2B5EF4-FFF2-40B4-BE49-F238E27FC236}">
                    <a16:creationId xmlns:a16="http://schemas.microsoft.com/office/drawing/2014/main" id="{F1661765-B92A-F8E4-A58B-6123544F3D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95957" y="3535228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F84B825F-7BBA-6092-DB3B-B08A0D1C6D92}"/>
                </a:ext>
              </a:extLst>
            </p:cNvPr>
            <p:cNvSpPr/>
            <p:nvPr/>
          </p:nvSpPr>
          <p:spPr>
            <a:xfrm>
              <a:off x="7061355" y="3728480"/>
              <a:ext cx="138053" cy="6901"/>
            </a:xfrm>
            <a:custGeom>
              <a:avLst/>
              <a:gdLst>
                <a:gd name="csX0" fmla="*/ 0 w 138053"/>
                <a:gd name="csY0" fmla="*/ 0 h 6901"/>
                <a:gd name="csX1" fmla="*/ 138053 w 138053"/>
                <a:gd name="csY1" fmla="*/ 0 h 6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8053" h="6901">
                  <a:moveTo>
                    <a:pt x="0" y="0"/>
                  </a:moveTo>
                  <a:lnTo>
                    <a:pt x="138053" y="0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78" name="Graphic 4">
              <a:extLst>
                <a:ext uri="{FF2B5EF4-FFF2-40B4-BE49-F238E27FC236}">
                  <a16:creationId xmlns:a16="http://schemas.microsoft.com/office/drawing/2014/main" id="{42061773-3812-FD6A-EF50-83D1C5C4C41D}"/>
                </a:ext>
              </a:extLst>
            </p:cNvPr>
            <p:cNvGrpSpPr/>
            <p:nvPr/>
          </p:nvGrpSpPr>
          <p:grpSpPr>
            <a:xfrm>
              <a:off x="6681708" y="2720808"/>
              <a:ext cx="552213" cy="276074"/>
              <a:chOff x="6681708" y="2720808"/>
              <a:chExt cx="552213" cy="276074"/>
            </a:xfrm>
            <a:noFill/>
          </p:grpSpPr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A19152CE-17F5-72A1-F0F3-22E631A86E2D}"/>
                  </a:ext>
                </a:extLst>
              </p:cNvPr>
              <p:cNvSpPr/>
              <p:nvPr/>
            </p:nvSpPr>
            <p:spPr>
              <a:xfrm>
                <a:off x="6681708" y="2720808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9" name="Picture 288">
                <a:extLst>
                  <a:ext uri="{FF2B5EF4-FFF2-40B4-BE49-F238E27FC236}">
                    <a16:creationId xmlns:a16="http://schemas.microsoft.com/office/drawing/2014/main" id="{8AE6D238-0952-C5E7-0ED1-FD77CB7484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92239" y="2776023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79" name="Graphic 4">
              <a:extLst>
                <a:ext uri="{FF2B5EF4-FFF2-40B4-BE49-F238E27FC236}">
                  <a16:creationId xmlns:a16="http://schemas.microsoft.com/office/drawing/2014/main" id="{8D226DA7-D36A-F316-CA84-D8EB2A0423C3}"/>
                </a:ext>
              </a:extLst>
            </p:cNvPr>
            <p:cNvGrpSpPr/>
            <p:nvPr/>
          </p:nvGrpSpPr>
          <p:grpSpPr>
            <a:xfrm>
              <a:off x="6930342" y="2969275"/>
              <a:ext cx="55221" cy="260614"/>
              <a:chOff x="6930342" y="2969275"/>
              <a:chExt cx="55221" cy="260614"/>
            </a:xfrm>
          </p:grpSpPr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36B69FF0-F8F6-544A-5A90-49064A7EF457}"/>
                  </a:ext>
                </a:extLst>
              </p:cNvPr>
              <p:cNvSpPr/>
              <p:nvPr/>
            </p:nvSpPr>
            <p:spPr>
              <a:xfrm>
                <a:off x="6955813" y="2969275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3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3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ABDEEC92-1022-D0E1-F498-4C255FD02106}"/>
                  </a:ext>
                </a:extLst>
              </p:cNvPr>
              <p:cNvSpPr/>
              <p:nvPr/>
            </p:nvSpPr>
            <p:spPr>
              <a:xfrm>
                <a:off x="6930342" y="3174122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4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4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0" name="Graphic 4">
              <a:extLst>
                <a:ext uri="{FF2B5EF4-FFF2-40B4-BE49-F238E27FC236}">
                  <a16:creationId xmlns:a16="http://schemas.microsoft.com/office/drawing/2014/main" id="{00F37A64-D73F-B33E-C1AD-06ACB27F916B}"/>
                </a:ext>
              </a:extLst>
            </p:cNvPr>
            <p:cNvGrpSpPr/>
            <p:nvPr/>
          </p:nvGrpSpPr>
          <p:grpSpPr>
            <a:xfrm>
              <a:off x="7318410" y="3362681"/>
              <a:ext cx="191618" cy="55214"/>
              <a:chOff x="7318410" y="3362681"/>
              <a:chExt cx="191618" cy="55214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C19BF404-4069-1713-62A2-D0EBBB63C21C}"/>
                  </a:ext>
                </a:extLst>
              </p:cNvPr>
              <p:cNvSpPr/>
              <p:nvPr/>
            </p:nvSpPr>
            <p:spPr>
              <a:xfrm>
                <a:off x="7359826" y="3390289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B9A248D0-D6C1-CC17-21CB-1C75E3224CD9}"/>
                  </a:ext>
                </a:extLst>
              </p:cNvPr>
              <p:cNvSpPr/>
              <p:nvPr/>
            </p:nvSpPr>
            <p:spPr>
              <a:xfrm>
                <a:off x="7318410" y="3362681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1" name="Graphic 4">
              <a:extLst>
                <a:ext uri="{FF2B5EF4-FFF2-40B4-BE49-F238E27FC236}">
                  <a16:creationId xmlns:a16="http://schemas.microsoft.com/office/drawing/2014/main" id="{4A660D95-20E0-6154-7635-96CD2485AE3B}"/>
                </a:ext>
              </a:extLst>
            </p:cNvPr>
            <p:cNvGrpSpPr/>
            <p:nvPr/>
          </p:nvGrpSpPr>
          <p:grpSpPr>
            <a:xfrm>
              <a:off x="6874983" y="3245350"/>
              <a:ext cx="1725666" cy="276074"/>
              <a:chOff x="6874983" y="3245350"/>
              <a:chExt cx="1725666" cy="276074"/>
            </a:xfrm>
            <a:noFill/>
          </p:grpSpPr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C23CAD13-98EE-E12B-6182-6B892C78508F}"/>
                  </a:ext>
                </a:extLst>
              </p:cNvPr>
              <p:cNvSpPr/>
              <p:nvPr/>
            </p:nvSpPr>
            <p:spPr>
              <a:xfrm>
                <a:off x="6874983" y="3245350"/>
                <a:ext cx="1725666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3" name="Picture 282">
                <a:extLst>
                  <a:ext uri="{FF2B5EF4-FFF2-40B4-BE49-F238E27FC236}">
                    <a16:creationId xmlns:a16="http://schemas.microsoft.com/office/drawing/2014/main" id="{43C3A1FC-57A1-B68E-79E4-AD779500C1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61798" y="3300565"/>
                <a:ext cx="352035" cy="217408"/>
              </a:xfrm>
              <a:custGeom>
                <a:avLst/>
                <a:gdLst>
                  <a:gd name="csX0" fmla="*/ 0 w 352035"/>
                  <a:gd name="csY0" fmla="*/ 0 h 217408"/>
                  <a:gd name="csX1" fmla="*/ 352036 w 352035"/>
                  <a:gd name="csY1" fmla="*/ 0 h 217408"/>
                  <a:gd name="csX2" fmla="*/ 352036 w 352035"/>
                  <a:gd name="csY2" fmla="*/ 217409 h 217408"/>
                  <a:gd name="csX3" fmla="*/ 0 w 35203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52035" h="217408">
                    <a:moveTo>
                      <a:pt x="0" y="0"/>
                    </a:moveTo>
                    <a:lnTo>
                      <a:pt x="352036" y="0"/>
                    </a:lnTo>
                    <a:lnTo>
                      <a:pt x="352036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9D756928-CDBC-29BF-6F6F-E3495E721F59}"/>
              </a:ext>
            </a:extLst>
          </p:cNvPr>
          <p:cNvGrpSpPr/>
          <p:nvPr/>
        </p:nvGrpSpPr>
        <p:grpSpPr>
          <a:xfrm>
            <a:off x="4238020" y="3282796"/>
            <a:ext cx="3021017" cy="3138639"/>
            <a:chOff x="5822371" y="1714500"/>
            <a:chExt cx="2726650" cy="2832811"/>
          </a:xfrm>
        </p:grpSpPr>
        <p:grpSp>
          <p:nvGrpSpPr>
            <p:cNvPr id="429" name="Graphic 1">
              <a:extLst>
                <a:ext uri="{FF2B5EF4-FFF2-40B4-BE49-F238E27FC236}">
                  <a16:creationId xmlns:a16="http://schemas.microsoft.com/office/drawing/2014/main" id="{1F51A062-A550-0BED-22FA-95C6744B266F}"/>
                </a:ext>
              </a:extLst>
            </p:cNvPr>
            <p:cNvGrpSpPr/>
            <p:nvPr/>
          </p:nvGrpSpPr>
          <p:grpSpPr>
            <a:xfrm>
              <a:off x="6827728" y="4015740"/>
              <a:ext cx="761634" cy="304800"/>
              <a:chOff x="8246625" y="6026106"/>
              <a:chExt cx="761634" cy="304800"/>
            </a:xfrm>
            <a:solidFill>
              <a:srgbClr val="DAE8FC"/>
            </a:solidFill>
          </p:grpSpPr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EC275977-4CB5-A989-6184-E9FB22B815A7}"/>
                  </a:ext>
                </a:extLst>
              </p:cNvPr>
              <p:cNvSpPr/>
              <p:nvPr/>
            </p:nvSpPr>
            <p:spPr>
              <a:xfrm>
                <a:off x="8246625" y="602610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30" name="Picture 529">
                <a:extLst>
                  <a:ext uri="{FF2B5EF4-FFF2-40B4-BE49-F238E27FC236}">
                    <a16:creationId xmlns:a16="http://schemas.microsoft.com/office/drawing/2014/main" id="{0E5DFC1B-C4B9-D3BC-D60E-5FBEC59D7B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54241" y="609087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0" name="Graphic 1">
              <a:extLst>
                <a:ext uri="{FF2B5EF4-FFF2-40B4-BE49-F238E27FC236}">
                  <a16:creationId xmlns:a16="http://schemas.microsoft.com/office/drawing/2014/main" id="{B49743A9-C34A-D5C1-4FA4-33662C92E7E2}"/>
                </a:ext>
              </a:extLst>
            </p:cNvPr>
            <p:cNvGrpSpPr/>
            <p:nvPr/>
          </p:nvGrpSpPr>
          <p:grpSpPr>
            <a:xfrm>
              <a:off x="7787388" y="4008120"/>
              <a:ext cx="304653" cy="304800"/>
              <a:chOff x="9206285" y="6018486"/>
              <a:chExt cx="304653" cy="304800"/>
            </a:xfrm>
            <a:noFill/>
          </p:grpSpPr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1EBD4B9C-A686-B157-B7EF-C34A03198825}"/>
                  </a:ext>
                </a:extLst>
              </p:cNvPr>
              <p:cNvSpPr/>
              <p:nvPr/>
            </p:nvSpPr>
            <p:spPr>
              <a:xfrm>
                <a:off x="9206285" y="6018486"/>
                <a:ext cx="304653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28" name="Picture 527">
                <a:extLst>
                  <a:ext uri="{FF2B5EF4-FFF2-40B4-BE49-F238E27FC236}">
                    <a16:creationId xmlns:a16="http://schemas.microsoft.com/office/drawing/2014/main" id="{56971A1B-1458-83B4-9598-5FB26D9231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278640" y="6075636"/>
                <a:ext cx="159943" cy="240030"/>
              </a:xfrm>
              <a:custGeom>
                <a:avLst/>
                <a:gdLst>
                  <a:gd name="csX0" fmla="*/ 0 w 159943"/>
                  <a:gd name="csY0" fmla="*/ 0 h 240030"/>
                  <a:gd name="csX1" fmla="*/ 159943 w 159943"/>
                  <a:gd name="csY1" fmla="*/ 0 h 240030"/>
                  <a:gd name="csX2" fmla="*/ 159943 w 159943"/>
                  <a:gd name="csY2" fmla="*/ 240030 h 240030"/>
                  <a:gd name="csX3" fmla="*/ 0 w 159943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943" h="240030">
                    <a:moveTo>
                      <a:pt x="0" y="0"/>
                    </a:moveTo>
                    <a:lnTo>
                      <a:pt x="159943" y="0"/>
                    </a:lnTo>
                    <a:lnTo>
                      <a:pt x="159943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1" name="Graphic 1">
              <a:extLst>
                <a:ext uri="{FF2B5EF4-FFF2-40B4-BE49-F238E27FC236}">
                  <a16:creationId xmlns:a16="http://schemas.microsoft.com/office/drawing/2014/main" id="{66D6F8A6-1A70-DC5B-8AD5-0DDD036CFE9A}"/>
                </a:ext>
              </a:extLst>
            </p:cNvPr>
            <p:cNvGrpSpPr/>
            <p:nvPr/>
          </p:nvGrpSpPr>
          <p:grpSpPr>
            <a:xfrm>
              <a:off x="7413958" y="3480206"/>
              <a:ext cx="60930" cy="510845"/>
              <a:chOff x="8832855" y="5490572"/>
              <a:chExt cx="60930" cy="510845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A2A93DC-0EA0-D045-B864-B54B449C29D4}"/>
                  </a:ext>
                </a:extLst>
              </p:cNvPr>
              <p:cNvSpPr/>
              <p:nvPr/>
            </p:nvSpPr>
            <p:spPr>
              <a:xfrm>
                <a:off x="8862788" y="5490572"/>
                <a:ext cx="608" cy="465125"/>
              </a:xfrm>
              <a:custGeom>
                <a:avLst/>
                <a:gdLst>
                  <a:gd name="csX0" fmla="*/ 0 w 608"/>
                  <a:gd name="csY0" fmla="*/ 0 h 465125"/>
                  <a:gd name="csX1" fmla="*/ 0 w 608"/>
                  <a:gd name="csY1" fmla="*/ 261214 h 465125"/>
                  <a:gd name="csX2" fmla="*/ 609 w 608"/>
                  <a:gd name="csY2" fmla="*/ 465125 h 465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08" h="465125">
                    <a:moveTo>
                      <a:pt x="0" y="0"/>
                    </a:moveTo>
                    <a:lnTo>
                      <a:pt x="0" y="261214"/>
                    </a:lnTo>
                    <a:lnTo>
                      <a:pt x="609" y="465125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84508308-3E0D-C5EE-1FD2-7547BAE7223E}"/>
                  </a:ext>
                </a:extLst>
              </p:cNvPr>
              <p:cNvSpPr/>
              <p:nvPr/>
            </p:nvSpPr>
            <p:spPr>
              <a:xfrm>
                <a:off x="8832855" y="5940381"/>
                <a:ext cx="60930" cy="61036"/>
              </a:xfrm>
              <a:custGeom>
                <a:avLst/>
                <a:gdLst>
                  <a:gd name="csX0" fmla="*/ 30618 w 60930"/>
                  <a:gd name="csY0" fmla="*/ 61036 h 61036"/>
                  <a:gd name="csX1" fmla="*/ 0 w 60930"/>
                  <a:gd name="csY1" fmla="*/ 229 h 61036"/>
                  <a:gd name="csX2" fmla="*/ 30542 w 60930"/>
                  <a:gd name="csY2" fmla="*/ 15316 h 61036"/>
                  <a:gd name="csX3" fmla="*/ 60931 w 60930"/>
                  <a:gd name="csY3" fmla="*/ 0 h 61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036">
                    <a:moveTo>
                      <a:pt x="30618" y="61036"/>
                    </a:moveTo>
                    <a:lnTo>
                      <a:pt x="0" y="229"/>
                    </a:lnTo>
                    <a:lnTo>
                      <a:pt x="30542" y="15316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2" name="Graphic 1">
              <a:extLst>
                <a:ext uri="{FF2B5EF4-FFF2-40B4-BE49-F238E27FC236}">
                  <a16:creationId xmlns:a16="http://schemas.microsoft.com/office/drawing/2014/main" id="{400B8A43-432D-2246-068F-B947012892DE}"/>
                </a:ext>
              </a:extLst>
            </p:cNvPr>
            <p:cNvGrpSpPr/>
            <p:nvPr/>
          </p:nvGrpSpPr>
          <p:grpSpPr>
            <a:xfrm>
              <a:off x="7284709" y="3169920"/>
              <a:ext cx="761634" cy="304800"/>
              <a:chOff x="8703606" y="5180286"/>
              <a:chExt cx="761634" cy="304800"/>
            </a:xfrm>
            <a:solidFill>
              <a:srgbClr val="DAE8FC"/>
            </a:solidFill>
          </p:grpSpPr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417B5EF3-CE34-5730-443B-0AD45A5467DE}"/>
                  </a:ext>
                </a:extLst>
              </p:cNvPr>
              <p:cNvSpPr/>
              <p:nvPr/>
            </p:nvSpPr>
            <p:spPr>
              <a:xfrm>
                <a:off x="8703606" y="518028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24" name="Picture 523">
                <a:extLst>
                  <a:ext uri="{FF2B5EF4-FFF2-40B4-BE49-F238E27FC236}">
                    <a16:creationId xmlns:a16="http://schemas.microsoft.com/office/drawing/2014/main" id="{A10AF0FF-FAB1-19A0-C8FE-C572BA0F15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1222" y="524505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3" name="Graphic 1">
              <a:extLst>
                <a:ext uri="{FF2B5EF4-FFF2-40B4-BE49-F238E27FC236}">
                  <a16:creationId xmlns:a16="http://schemas.microsoft.com/office/drawing/2014/main" id="{31E0295D-9B3E-C9DA-5A8A-B226502A4306}"/>
                </a:ext>
              </a:extLst>
            </p:cNvPr>
            <p:cNvGrpSpPr/>
            <p:nvPr/>
          </p:nvGrpSpPr>
          <p:grpSpPr>
            <a:xfrm>
              <a:off x="7178080" y="4320540"/>
              <a:ext cx="60930" cy="226771"/>
              <a:chOff x="8596977" y="6330906"/>
              <a:chExt cx="60930" cy="226771"/>
            </a:xfrm>
          </p:grpSpPr>
          <p:sp>
            <p:nvSpPr>
              <p:cNvPr id="521" name="Freeform 520">
                <a:extLst>
                  <a:ext uri="{FF2B5EF4-FFF2-40B4-BE49-F238E27FC236}">
                    <a16:creationId xmlns:a16="http://schemas.microsoft.com/office/drawing/2014/main" id="{331BA900-A846-2695-363E-51F817EF2E36}"/>
                  </a:ext>
                </a:extLst>
              </p:cNvPr>
              <p:cNvSpPr/>
              <p:nvPr/>
            </p:nvSpPr>
            <p:spPr>
              <a:xfrm>
                <a:off x="8627442" y="6330906"/>
                <a:ext cx="7616" cy="181051"/>
              </a:xfrm>
              <a:custGeom>
                <a:avLst/>
                <a:gdLst>
                  <a:gd name="csX0" fmla="*/ 0 w 7616"/>
                  <a:gd name="csY0" fmla="*/ 0 h 181051"/>
                  <a:gd name="csX1" fmla="*/ 0 w 7616"/>
                  <a:gd name="csY1" fmla="*/ 181051 h 1810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181051">
                    <a:moveTo>
                      <a:pt x="0" y="0"/>
                    </a:moveTo>
                    <a:lnTo>
                      <a:pt x="0" y="18105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D04F4DF7-CEA4-1D3A-D9D4-6B8410DF7288}"/>
                  </a:ext>
                </a:extLst>
              </p:cNvPr>
              <p:cNvSpPr/>
              <p:nvPr/>
            </p:nvSpPr>
            <p:spPr>
              <a:xfrm>
                <a:off x="8596977" y="649671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4" name="Graphic 1">
              <a:extLst>
                <a:ext uri="{FF2B5EF4-FFF2-40B4-BE49-F238E27FC236}">
                  <a16:creationId xmlns:a16="http://schemas.microsoft.com/office/drawing/2014/main" id="{1E64324A-1A1A-B728-1717-00DF3C24FBA5}"/>
                </a:ext>
              </a:extLst>
            </p:cNvPr>
            <p:cNvGrpSpPr/>
            <p:nvPr/>
          </p:nvGrpSpPr>
          <p:grpSpPr>
            <a:xfrm>
              <a:off x="7614040" y="4141470"/>
              <a:ext cx="211429" cy="60960"/>
              <a:chOff x="9032937" y="6151836"/>
              <a:chExt cx="211429" cy="60960"/>
            </a:xfrm>
          </p:grpSpPr>
          <p:sp>
            <p:nvSpPr>
              <p:cNvPr id="519" name="Freeform 518">
                <a:extLst>
                  <a:ext uri="{FF2B5EF4-FFF2-40B4-BE49-F238E27FC236}">
                    <a16:creationId xmlns:a16="http://schemas.microsoft.com/office/drawing/2014/main" id="{4198966F-2A31-8294-3226-837174A0C677}"/>
                  </a:ext>
                </a:extLst>
              </p:cNvPr>
              <p:cNvSpPr/>
              <p:nvPr/>
            </p:nvSpPr>
            <p:spPr>
              <a:xfrm>
                <a:off x="9078635" y="6182316"/>
                <a:ext cx="165731" cy="7620"/>
              </a:xfrm>
              <a:custGeom>
                <a:avLst/>
                <a:gdLst>
                  <a:gd name="csX0" fmla="*/ 165732 w 165731"/>
                  <a:gd name="csY0" fmla="*/ 0 h 7620"/>
                  <a:gd name="csX1" fmla="*/ 0 w 165731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731" h="7620">
                    <a:moveTo>
                      <a:pt x="165732" y="0"/>
                    </a:moveTo>
                    <a:lnTo>
                      <a:pt x="0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0" name="Freeform 519">
                <a:extLst>
                  <a:ext uri="{FF2B5EF4-FFF2-40B4-BE49-F238E27FC236}">
                    <a16:creationId xmlns:a16="http://schemas.microsoft.com/office/drawing/2014/main" id="{F226B8D7-607D-FE0F-B364-277B13911CAB}"/>
                  </a:ext>
                </a:extLst>
              </p:cNvPr>
              <p:cNvSpPr/>
              <p:nvPr/>
            </p:nvSpPr>
            <p:spPr>
              <a:xfrm>
                <a:off x="9032937" y="6151836"/>
                <a:ext cx="60930" cy="60960"/>
              </a:xfrm>
              <a:custGeom>
                <a:avLst/>
                <a:gdLst>
                  <a:gd name="csX0" fmla="*/ 0 w 60930"/>
                  <a:gd name="csY0" fmla="*/ 30480 h 60960"/>
                  <a:gd name="csX1" fmla="*/ 60931 w 60930"/>
                  <a:gd name="csY1" fmla="*/ 0 h 60960"/>
                  <a:gd name="csX2" fmla="*/ 45698 w 60930"/>
                  <a:gd name="csY2" fmla="*/ 30480 h 60960"/>
                  <a:gd name="csX3" fmla="*/ 60931 w 60930"/>
                  <a:gd name="csY3" fmla="*/ 6096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0" y="30480"/>
                    </a:moveTo>
                    <a:lnTo>
                      <a:pt x="60931" y="0"/>
                    </a:lnTo>
                    <a:lnTo>
                      <a:pt x="45698" y="30480"/>
                    </a:lnTo>
                    <a:lnTo>
                      <a:pt x="60931" y="6096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5" name="Graphic 1">
              <a:extLst>
                <a:ext uri="{FF2B5EF4-FFF2-40B4-BE49-F238E27FC236}">
                  <a16:creationId xmlns:a16="http://schemas.microsoft.com/office/drawing/2014/main" id="{4228FBEF-A217-8FFF-578B-1DDDEC4397FB}"/>
                </a:ext>
              </a:extLst>
            </p:cNvPr>
            <p:cNvGrpSpPr/>
            <p:nvPr/>
          </p:nvGrpSpPr>
          <p:grpSpPr>
            <a:xfrm>
              <a:off x="6759181" y="3810000"/>
              <a:ext cx="228490" cy="228600"/>
              <a:chOff x="8178078" y="5820366"/>
              <a:chExt cx="228490" cy="228600"/>
            </a:xfrm>
            <a:noFill/>
          </p:grpSpPr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3EF2EDAD-CA9B-B3FF-CD84-DD4EBDBEBFC3}"/>
                  </a:ext>
                </a:extLst>
              </p:cNvPr>
              <p:cNvSpPr/>
              <p:nvPr/>
            </p:nvSpPr>
            <p:spPr>
              <a:xfrm>
                <a:off x="8178078" y="582036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18" name="Picture 517">
                <a:extLst>
                  <a:ext uri="{FF2B5EF4-FFF2-40B4-BE49-F238E27FC236}">
                    <a16:creationId xmlns:a16="http://schemas.microsoft.com/office/drawing/2014/main" id="{88871231-3A1E-9B37-D7C5-B4B5845AE8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241" y="586608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6" name="Graphic 1">
              <a:extLst>
                <a:ext uri="{FF2B5EF4-FFF2-40B4-BE49-F238E27FC236}">
                  <a16:creationId xmlns:a16="http://schemas.microsoft.com/office/drawing/2014/main" id="{8C000626-0647-5203-9F89-932F75504043}"/>
                </a:ext>
              </a:extLst>
            </p:cNvPr>
            <p:cNvGrpSpPr/>
            <p:nvPr/>
          </p:nvGrpSpPr>
          <p:grpSpPr>
            <a:xfrm>
              <a:off x="6950504" y="3477158"/>
              <a:ext cx="60930" cy="513892"/>
              <a:chOff x="8369401" y="5487524"/>
              <a:chExt cx="60930" cy="513892"/>
            </a:xfrm>
          </p:grpSpPr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93E99BB-C234-D21E-C700-FD59A9D24253}"/>
                  </a:ext>
                </a:extLst>
              </p:cNvPr>
              <p:cNvSpPr/>
              <p:nvPr/>
            </p:nvSpPr>
            <p:spPr>
              <a:xfrm>
                <a:off x="8398190" y="5487524"/>
                <a:ext cx="3808" cy="468172"/>
              </a:xfrm>
              <a:custGeom>
                <a:avLst/>
                <a:gdLst>
                  <a:gd name="csX0" fmla="*/ 0 w 3808"/>
                  <a:gd name="csY0" fmla="*/ 0 h 468172"/>
                  <a:gd name="csX1" fmla="*/ 3808 w 3808"/>
                  <a:gd name="csY1" fmla="*/ 269596 h 468172"/>
                  <a:gd name="csX2" fmla="*/ 1523 w 3808"/>
                  <a:gd name="csY2" fmla="*/ 468173 h 468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808" h="468172">
                    <a:moveTo>
                      <a:pt x="0" y="0"/>
                    </a:moveTo>
                    <a:lnTo>
                      <a:pt x="3808" y="269596"/>
                    </a:lnTo>
                    <a:lnTo>
                      <a:pt x="1523" y="468173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254EDE73-97F8-298A-E50A-52B037370205}"/>
                  </a:ext>
                </a:extLst>
              </p:cNvPr>
              <p:cNvSpPr/>
              <p:nvPr/>
            </p:nvSpPr>
            <p:spPr>
              <a:xfrm>
                <a:off x="8369401" y="5940152"/>
                <a:ext cx="60930" cy="61265"/>
              </a:xfrm>
              <a:custGeom>
                <a:avLst/>
                <a:gdLst>
                  <a:gd name="csX0" fmla="*/ 29780 w 60930"/>
                  <a:gd name="csY0" fmla="*/ 61265 h 61265"/>
                  <a:gd name="csX1" fmla="*/ 0 w 60930"/>
                  <a:gd name="csY1" fmla="*/ 0 h 61265"/>
                  <a:gd name="csX2" fmla="*/ 30313 w 60930"/>
                  <a:gd name="csY2" fmla="*/ 15545 h 61265"/>
                  <a:gd name="csX3" fmla="*/ 60931 w 60930"/>
                  <a:gd name="csY3" fmla="*/ 686 h 61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265">
                    <a:moveTo>
                      <a:pt x="29780" y="61265"/>
                    </a:moveTo>
                    <a:lnTo>
                      <a:pt x="0" y="0"/>
                    </a:lnTo>
                    <a:lnTo>
                      <a:pt x="30313" y="15545"/>
                    </a:lnTo>
                    <a:lnTo>
                      <a:pt x="60931" y="686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7" name="Graphic 1">
              <a:extLst>
                <a:ext uri="{FF2B5EF4-FFF2-40B4-BE49-F238E27FC236}">
                  <a16:creationId xmlns:a16="http://schemas.microsoft.com/office/drawing/2014/main" id="{DE51BFE8-7F4B-C8A1-6E36-0E1F651AB789}"/>
                </a:ext>
              </a:extLst>
            </p:cNvPr>
            <p:cNvGrpSpPr/>
            <p:nvPr/>
          </p:nvGrpSpPr>
          <p:grpSpPr>
            <a:xfrm>
              <a:off x="7421803" y="3810000"/>
              <a:ext cx="228490" cy="228600"/>
              <a:chOff x="8840700" y="5820366"/>
              <a:chExt cx="228490" cy="228600"/>
            </a:xfrm>
            <a:noFill/>
          </p:grpSpPr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DBFE22FE-3D11-9B83-1F7C-46A195196178}"/>
                  </a:ext>
                </a:extLst>
              </p:cNvPr>
              <p:cNvSpPr/>
              <p:nvPr/>
            </p:nvSpPr>
            <p:spPr>
              <a:xfrm>
                <a:off x="8840700" y="582036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14" name="Picture 513">
                <a:extLst>
                  <a:ext uri="{FF2B5EF4-FFF2-40B4-BE49-F238E27FC236}">
                    <a16:creationId xmlns:a16="http://schemas.microsoft.com/office/drawing/2014/main" id="{C62DDCBC-518D-2B68-3B11-7724D38781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20672" y="586608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8" name="Graphic 1">
              <a:extLst>
                <a:ext uri="{FF2B5EF4-FFF2-40B4-BE49-F238E27FC236}">
                  <a16:creationId xmlns:a16="http://schemas.microsoft.com/office/drawing/2014/main" id="{1157B945-025A-D0F5-4F72-50D11B057638}"/>
                </a:ext>
              </a:extLst>
            </p:cNvPr>
            <p:cNvGrpSpPr/>
            <p:nvPr/>
          </p:nvGrpSpPr>
          <p:grpSpPr>
            <a:xfrm>
              <a:off x="7871167" y="2849880"/>
              <a:ext cx="60930" cy="295351"/>
              <a:chOff x="9290064" y="4860246"/>
              <a:chExt cx="60930" cy="295351"/>
            </a:xfrm>
          </p:grpSpPr>
          <p:sp>
            <p:nvSpPr>
              <p:cNvPr id="511" name="Freeform 510">
                <a:extLst>
                  <a:ext uri="{FF2B5EF4-FFF2-40B4-BE49-F238E27FC236}">
                    <a16:creationId xmlns:a16="http://schemas.microsoft.com/office/drawing/2014/main" id="{41D588C7-0357-EAA4-0CFE-8C58FD6115C2}"/>
                  </a:ext>
                </a:extLst>
              </p:cNvPr>
              <p:cNvSpPr/>
              <p:nvPr/>
            </p:nvSpPr>
            <p:spPr>
              <a:xfrm>
                <a:off x="9320530" y="486024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12" name="Freeform 511">
                <a:extLst>
                  <a:ext uri="{FF2B5EF4-FFF2-40B4-BE49-F238E27FC236}">
                    <a16:creationId xmlns:a16="http://schemas.microsoft.com/office/drawing/2014/main" id="{673D913E-77CD-4E7B-0F60-66FAA938B098}"/>
                  </a:ext>
                </a:extLst>
              </p:cNvPr>
              <p:cNvSpPr/>
              <p:nvPr/>
            </p:nvSpPr>
            <p:spPr>
              <a:xfrm>
                <a:off x="9290064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9" name="Graphic 1">
              <a:extLst>
                <a:ext uri="{FF2B5EF4-FFF2-40B4-BE49-F238E27FC236}">
                  <a16:creationId xmlns:a16="http://schemas.microsoft.com/office/drawing/2014/main" id="{ED13C4D7-2510-228F-2D67-FB277CFB3982}"/>
                </a:ext>
              </a:extLst>
            </p:cNvPr>
            <p:cNvGrpSpPr/>
            <p:nvPr/>
          </p:nvGrpSpPr>
          <p:grpSpPr>
            <a:xfrm>
              <a:off x="8071020" y="3295650"/>
              <a:ext cx="211429" cy="60960"/>
              <a:chOff x="9489917" y="5306016"/>
              <a:chExt cx="211429" cy="60960"/>
            </a:xfrm>
          </p:grpSpPr>
          <p:sp>
            <p:nvSpPr>
              <p:cNvPr id="509" name="Freeform 508">
                <a:extLst>
                  <a:ext uri="{FF2B5EF4-FFF2-40B4-BE49-F238E27FC236}">
                    <a16:creationId xmlns:a16="http://schemas.microsoft.com/office/drawing/2014/main" id="{7023A795-2719-72A7-24A7-B7BB13D42DBF}"/>
                  </a:ext>
                </a:extLst>
              </p:cNvPr>
              <p:cNvSpPr/>
              <p:nvPr/>
            </p:nvSpPr>
            <p:spPr>
              <a:xfrm>
                <a:off x="9535615" y="5336496"/>
                <a:ext cx="165731" cy="7620"/>
              </a:xfrm>
              <a:custGeom>
                <a:avLst/>
                <a:gdLst>
                  <a:gd name="csX0" fmla="*/ 165732 w 165731"/>
                  <a:gd name="csY0" fmla="*/ 0 h 7620"/>
                  <a:gd name="csX1" fmla="*/ 0 w 165731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731" h="7620">
                    <a:moveTo>
                      <a:pt x="165732" y="0"/>
                    </a:moveTo>
                    <a:lnTo>
                      <a:pt x="0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10" name="Freeform 509">
                <a:extLst>
                  <a:ext uri="{FF2B5EF4-FFF2-40B4-BE49-F238E27FC236}">
                    <a16:creationId xmlns:a16="http://schemas.microsoft.com/office/drawing/2014/main" id="{B4B8D2AE-81A7-5C07-D962-7AA7674C2CEC}"/>
                  </a:ext>
                </a:extLst>
              </p:cNvPr>
              <p:cNvSpPr/>
              <p:nvPr/>
            </p:nvSpPr>
            <p:spPr>
              <a:xfrm>
                <a:off x="9489917" y="5306016"/>
                <a:ext cx="60930" cy="60960"/>
              </a:xfrm>
              <a:custGeom>
                <a:avLst/>
                <a:gdLst>
                  <a:gd name="csX0" fmla="*/ 0 w 60930"/>
                  <a:gd name="csY0" fmla="*/ 30480 h 60960"/>
                  <a:gd name="csX1" fmla="*/ 60931 w 60930"/>
                  <a:gd name="csY1" fmla="*/ 0 h 60960"/>
                  <a:gd name="csX2" fmla="*/ 45698 w 60930"/>
                  <a:gd name="csY2" fmla="*/ 30480 h 60960"/>
                  <a:gd name="csX3" fmla="*/ 60931 w 60930"/>
                  <a:gd name="csY3" fmla="*/ 6096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0" y="30480"/>
                    </a:moveTo>
                    <a:lnTo>
                      <a:pt x="60931" y="0"/>
                    </a:lnTo>
                    <a:lnTo>
                      <a:pt x="45698" y="30480"/>
                    </a:lnTo>
                    <a:lnTo>
                      <a:pt x="60931" y="6096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0" name="Graphic 1">
              <a:extLst>
                <a:ext uri="{FF2B5EF4-FFF2-40B4-BE49-F238E27FC236}">
                  <a16:creationId xmlns:a16="http://schemas.microsoft.com/office/drawing/2014/main" id="{9302E36F-676D-342E-81DB-B6E0137728E6}"/>
                </a:ext>
              </a:extLst>
            </p:cNvPr>
            <p:cNvGrpSpPr/>
            <p:nvPr/>
          </p:nvGrpSpPr>
          <p:grpSpPr>
            <a:xfrm>
              <a:off x="7216162" y="2964180"/>
              <a:ext cx="228490" cy="228600"/>
              <a:chOff x="8635059" y="4974546"/>
              <a:chExt cx="228490" cy="228600"/>
            </a:xfrm>
            <a:noFill/>
          </p:grpSpPr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8E6C721C-64D6-B3F7-2423-F0CE4D859D10}"/>
                  </a:ext>
                </a:extLst>
              </p:cNvPr>
              <p:cNvSpPr/>
              <p:nvPr/>
            </p:nvSpPr>
            <p:spPr>
              <a:xfrm>
                <a:off x="8635059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8" name="Picture 507">
                <a:extLst>
                  <a:ext uri="{FF2B5EF4-FFF2-40B4-BE49-F238E27FC236}">
                    <a16:creationId xmlns:a16="http://schemas.microsoft.com/office/drawing/2014/main" id="{6A370EBC-5F6F-CD73-DA7C-F845FC32A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11222" y="502026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1" name="Graphic 1">
              <a:extLst>
                <a:ext uri="{FF2B5EF4-FFF2-40B4-BE49-F238E27FC236}">
                  <a16:creationId xmlns:a16="http://schemas.microsoft.com/office/drawing/2014/main" id="{0F275D45-A830-C903-1477-E91AE31E7863}"/>
                </a:ext>
              </a:extLst>
            </p:cNvPr>
            <p:cNvGrpSpPr/>
            <p:nvPr/>
          </p:nvGrpSpPr>
          <p:grpSpPr>
            <a:xfrm>
              <a:off x="7407104" y="2583180"/>
              <a:ext cx="60930" cy="562051"/>
              <a:chOff x="8826001" y="4593546"/>
              <a:chExt cx="60930" cy="562051"/>
            </a:xfrm>
          </p:grpSpPr>
          <p:sp>
            <p:nvSpPr>
              <p:cNvPr id="505" name="Freeform 504">
                <a:extLst>
                  <a:ext uri="{FF2B5EF4-FFF2-40B4-BE49-F238E27FC236}">
                    <a16:creationId xmlns:a16="http://schemas.microsoft.com/office/drawing/2014/main" id="{084815CB-3587-EF27-FCCF-437BB7B17AB0}"/>
                  </a:ext>
                </a:extLst>
              </p:cNvPr>
              <p:cNvSpPr/>
              <p:nvPr/>
            </p:nvSpPr>
            <p:spPr>
              <a:xfrm>
                <a:off x="8856313" y="4593546"/>
                <a:ext cx="3427" cy="516331"/>
              </a:xfrm>
              <a:custGeom>
                <a:avLst/>
                <a:gdLst>
                  <a:gd name="csX0" fmla="*/ 3427 w 3427"/>
                  <a:gd name="csY0" fmla="*/ 0 h 516331"/>
                  <a:gd name="csX1" fmla="*/ 0 w 3427"/>
                  <a:gd name="csY1" fmla="*/ 516331 h 51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27" h="516331">
                    <a:moveTo>
                      <a:pt x="3427" y="0"/>
                    </a:moveTo>
                    <a:lnTo>
                      <a:pt x="0" y="5163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06" name="Freeform 505">
                <a:extLst>
                  <a:ext uri="{FF2B5EF4-FFF2-40B4-BE49-F238E27FC236}">
                    <a16:creationId xmlns:a16="http://schemas.microsoft.com/office/drawing/2014/main" id="{244CD983-7FE9-0073-EB70-E03DEC3F1694}"/>
                  </a:ext>
                </a:extLst>
              </p:cNvPr>
              <p:cNvSpPr/>
              <p:nvPr/>
            </p:nvSpPr>
            <p:spPr>
              <a:xfrm>
                <a:off x="8826001" y="5094484"/>
                <a:ext cx="60930" cy="61112"/>
              </a:xfrm>
              <a:custGeom>
                <a:avLst/>
                <a:gdLst>
                  <a:gd name="csX0" fmla="*/ 30008 w 60930"/>
                  <a:gd name="csY0" fmla="*/ 61113 h 61112"/>
                  <a:gd name="csX1" fmla="*/ 0 w 60930"/>
                  <a:gd name="csY1" fmla="*/ 0 h 61112"/>
                  <a:gd name="csX2" fmla="*/ 30313 w 60930"/>
                  <a:gd name="csY2" fmla="*/ 15393 h 61112"/>
                  <a:gd name="csX3" fmla="*/ 60931 w 60930"/>
                  <a:gd name="csY3" fmla="*/ 381 h 611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112">
                    <a:moveTo>
                      <a:pt x="30008" y="61113"/>
                    </a:moveTo>
                    <a:lnTo>
                      <a:pt x="0" y="0"/>
                    </a:lnTo>
                    <a:lnTo>
                      <a:pt x="30313" y="15393"/>
                    </a:lnTo>
                    <a:lnTo>
                      <a:pt x="60931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2" name="Graphic 1">
              <a:extLst>
                <a:ext uri="{FF2B5EF4-FFF2-40B4-BE49-F238E27FC236}">
                  <a16:creationId xmlns:a16="http://schemas.microsoft.com/office/drawing/2014/main" id="{168C1C7C-A90D-8036-DD76-BD9FFDC637D3}"/>
                </a:ext>
              </a:extLst>
            </p:cNvPr>
            <p:cNvGrpSpPr/>
            <p:nvPr/>
          </p:nvGrpSpPr>
          <p:grpSpPr>
            <a:xfrm>
              <a:off x="7878784" y="2964180"/>
              <a:ext cx="228490" cy="228600"/>
              <a:chOff x="9297681" y="4974546"/>
              <a:chExt cx="228490" cy="228600"/>
            </a:xfrm>
            <a:noFill/>
          </p:grpSpPr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E36F37CA-1F94-CAD3-B8F1-58AD14DD6E99}"/>
                  </a:ext>
                </a:extLst>
              </p:cNvPr>
              <p:cNvSpPr/>
              <p:nvPr/>
            </p:nvSpPr>
            <p:spPr>
              <a:xfrm>
                <a:off x="9297681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4" name="Picture 503">
                <a:extLst>
                  <a:ext uri="{FF2B5EF4-FFF2-40B4-BE49-F238E27FC236}">
                    <a16:creationId xmlns:a16="http://schemas.microsoft.com/office/drawing/2014/main" id="{3A2F9B83-8C8D-703B-7423-11E4820DEA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77652" y="502026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3" name="Graphic 1">
              <a:extLst>
                <a:ext uri="{FF2B5EF4-FFF2-40B4-BE49-F238E27FC236}">
                  <a16:creationId xmlns:a16="http://schemas.microsoft.com/office/drawing/2014/main" id="{672F8BB5-2451-E4E5-3D66-3270F332FD60}"/>
                </a:ext>
              </a:extLst>
            </p:cNvPr>
            <p:cNvGrpSpPr/>
            <p:nvPr/>
          </p:nvGrpSpPr>
          <p:grpSpPr>
            <a:xfrm>
              <a:off x="8244368" y="3154680"/>
              <a:ext cx="304653" cy="304800"/>
              <a:chOff x="9663265" y="5165046"/>
              <a:chExt cx="304653" cy="304800"/>
            </a:xfrm>
            <a:noFill/>
          </p:grpSpPr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6ECF29FC-50BE-73D9-2D90-F2F0FEB7E31C}"/>
                  </a:ext>
                </a:extLst>
              </p:cNvPr>
              <p:cNvSpPr/>
              <p:nvPr/>
            </p:nvSpPr>
            <p:spPr>
              <a:xfrm>
                <a:off x="9663265" y="5165046"/>
                <a:ext cx="304653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2" name="Picture 501">
                <a:extLst>
                  <a:ext uri="{FF2B5EF4-FFF2-40B4-BE49-F238E27FC236}">
                    <a16:creationId xmlns:a16="http://schemas.microsoft.com/office/drawing/2014/main" id="{04AE21B7-3351-D6CF-AECF-78A7F6F87A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35621" y="5222196"/>
                <a:ext cx="159943" cy="240030"/>
              </a:xfrm>
              <a:custGeom>
                <a:avLst/>
                <a:gdLst>
                  <a:gd name="csX0" fmla="*/ 0 w 159943"/>
                  <a:gd name="csY0" fmla="*/ 0 h 240030"/>
                  <a:gd name="csX1" fmla="*/ 159943 w 159943"/>
                  <a:gd name="csY1" fmla="*/ 0 h 240030"/>
                  <a:gd name="csX2" fmla="*/ 159943 w 159943"/>
                  <a:gd name="csY2" fmla="*/ 240030 h 240030"/>
                  <a:gd name="csX3" fmla="*/ 0 w 159943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943" h="240030">
                    <a:moveTo>
                      <a:pt x="0" y="0"/>
                    </a:moveTo>
                    <a:lnTo>
                      <a:pt x="159943" y="0"/>
                    </a:lnTo>
                    <a:lnTo>
                      <a:pt x="159943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4" name="Graphic 1">
              <a:extLst>
                <a:ext uri="{FF2B5EF4-FFF2-40B4-BE49-F238E27FC236}">
                  <a16:creationId xmlns:a16="http://schemas.microsoft.com/office/drawing/2014/main" id="{50129515-B852-078C-C51C-F431E99BE2D1}"/>
                </a:ext>
              </a:extLst>
            </p:cNvPr>
            <p:cNvGrpSpPr/>
            <p:nvPr/>
          </p:nvGrpSpPr>
          <p:grpSpPr>
            <a:xfrm>
              <a:off x="7703608" y="2606040"/>
              <a:ext cx="380817" cy="316230"/>
              <a:chOff x="9122505" y="4616406"/>
              <a:chExt cx="380817" cy="316230"/>
            </a:xfrm>
            <a:noFill/>
          </p:grpSpPr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3669E43D-2D8D-8447-B339-C097E4DD1765}"/>
                  </a:ext>
                </a:extLst>
              </p:cNvPr>
              <p:cNvSpPr/>
              <p:nvPr/>
            </p:nvSpPr>
            <p:spPr>
              <a:xfrm>
                <a:off x="9122505" y="461640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0" name="Picture 499">
                <a:extLst>
                  <a:ext uri="{FF2B5EF4-FFF2-40B4-BE49-F238E27FC236}">
                    <a16:creationId xmlns:a16="http://schemas.microsoft.com/office/drawing/2014/main" id="{38C02759-9F30-8F5C-0DC8-49F7420FF4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98668" y="465450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5" name="Graphic 1">
              <a:extLst>
                <a:ext uri="{FF2B5EF4-FFF2-40B4-BE49-F238E27FC236}">
                  <a16:creationId xmlns:a16="http://schemas.microsoft.com/office/drawing/2014/main" id="{BA9B5CC0-F155-1DB1-22CF-2B3A32050E6D}"/>
                </a:ext>
              </a:extLst>
            </p:cNvPr>
            <p:cNvGrpSpPr/>
            <p:nvPr/>
          </p:nvGrpSpPr>
          <p:grpSpPr>
            <a:xfrm>
              <a:off x="6363131" y="3169920"/>
              <a:ext cx="761634" cy="304800"/>
              <a:chOff x="7782028" y="5180286"/>
              <a:chExt cx="761634" cy="304800"/>
            </a:xfrm>
            <a:solidFill>
              <a:srgbClr val="DAE8FC"/>
            </a:solidFill>
          </p:grpSpPr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4E4DD148-3DE3-14E7-2B44-EDA76F55E131}"/>
                  </a:ext>
                </a:extLst>
              </p:cNvPr>
              <p:cNvSpPr/>
              <p:nvPr/>
            </p:nvSpPr>
            <p:spPr>
              <a:xfrm>
                <a:off x="7782028" y="518028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8" name="Picture 497">
                <a:extLst>
                  <a:ext uri="{FF2B5EF4-FFF2-40B4-BE49-F238E27FC236}">
                    <a16:creationId xmlns:a16="http://schemas.microsoft.com/office/drawing/2014/main" id="{93D035A2-8B8E-32E2-EE1A-F966349F8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89644" y="524505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6" name="Graphic 1">
              <a:extLst>
                <a:ext uri="{FF2B5EF4-FFF2-40B4-BE49-F238E27FC236}">
                  <a16:creationId xmlns:a16="http://schemas.microsoft.com/office/drawing/2014/main" id="{5EFFC608-D9DF-7FF4-CE38-D2980EBCC998}"/>
                </a:ext>
              </a:extLst>
            </p:cNvPr>
            <p:cNvGrpSpPr/>
            <p:nvPr/>
          </p:nvGrpSpPr>
          <p:grpSpPr>
            <a:xfrm>
              <a:off x="6949590" y="2849880"/>
              <a:ext cx="60930" cy="295351"/>
              <a:chOff x="8368487" y="4860246"/>
              <a:chExt cx="60930" cy="295351"/>
            </a:xfrm>
          </p:grpSpPr>
          <p:sp>
            <p:nvSpPr>
              <p:cNvPr id="495" name="Freeform 494">
                <a:extLst>
                  <a:ext uri="{FF2B5EF4-FFF2-40B4-BE49-F238E27FC236}">
                    <a16:creationId xmlns:a16="http://schemas.microsoft.com/office/drawing/2014/main" id="{E7CE063F-4883-FBF1-EAEC-479C57E94066}"/>
                  </a:ext>
                </a:extLst>
              </p:cNvPr>
              <p:cNvSpPr/>
              <p:nvPr/>
            </p:nvSpPr>
            <p:spPr>
              <a:xfrm>
                <a:off x="8398952" y="486024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96" name="Freeform 495">
                <a:extLst>
                  <a:ext uri="{FF2B5EF4-FFF2-40B4-BE49-F238E27FC236}">
                    <a16:creationId xmlns:a16="http://schemas.microsoft.com/office/drawing/2014/main" id="{60724F08-E0A2-F600-A34B-365B4F2CFD4E}"/>
                  </a:ext>
                </a:extLst>
              </p:cNvPr>
              <p:cNvSpPr/>
              <p:nvPr/>
            </p:nvSpPr>
            <p:spPr>
              <a:xfrm>
                <a:off x="8368487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7" name="Graphic 1">
              <a:extLst>
                <a:ext uri="{FF2B5EF4-FFF2-40B4-BE49-F238E27FC236}">
                  <a16:creationId xmlns:a16="http://schemas.microsoft.com/office/drawing/2014/main" id="{9D351CE4-C499-8D36-FB76-170261801F56}"/>
                </a:ext>
              </a:extLst>
            </p:cNvPr>
            <p:cNvGrpSpPr/>
            <p:nvPr/>
          </p:nvGrpSpPr>
          <p:grpSpPr>
            <a:xfrm>
              <a:off x="6294584" y="2964180"/>
              <a:ext cx="228490" cy="228600"/>
              <a:chOff x="7713481" y="4974546"/>
              <a:chExt cx="228490" cy="228600"/>
            </a:xfrm>
            <a:noFill/>
          </p:grpSpPr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8D98FA74-AFF6-ED99-6B11-E44B30BF5685}"/>
                  </a:ext>
                </a:extLst>
              </p:cNvPr>
              <p:cNvSpPr/>
              <p:nvPr/>
            </p:nvSpPr>
            <p:spPr>
              <a:xfrm>
                <a:off x="7713481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4" name="Picture 493">
                <a:extLst>
                  <a:ext uri="{FF2B5EF4-FFF2-40B4-BE49-F238E27FC236}">
                    <a16:creationId xmlns:a16="http://schemas.microsoft.com/office/drawing/2014/main" id="{34BE1D1A-D4BF-D0E7-FD73-42D5F0985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89644" y="502026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8" name="Graphic 1">
              <a:extLst>
                <a:ext uri="{FF2B5EF4-FFF2-40B4-BE49-F238E27FC236}">
                  <a16:creationId xmlns:a16="http://schemas.microsoft.com/office/drawing/2014/main" id="{D9E27893-173E-FB20-479B-20AF202C65C6}"/>
                </a:ext>
              </a:extLst>
            </p:cNvPr>
            <p:cNvGrpSpPr/>
            <p:nvPr/>
          </p:nvGrpSpPr>
          <p:grpSpPr>
            <a:xfrm>
              <a:off x="6484993" y="2865120"/>
              <a:ext cx="60930" cy="280111"/>
              <a:chOff x="7903890" y="4875486"/>
              <a:chExt cx="60930" cy="280111"/>
            </a:xfrm>
          </p:grpSpPr>
          <p:sp>
            <p:nvSpPr>
              <p:cNvPr id="491" name="Freeform 490">
                <a:extLst>
                  <a:ext uri="{FF2B5EF4-FFF2-40B4-BE49-F238E27FC236}">
                    <a16:creationId xmlns:a16="http://schemas.microsoft.com/office/drawing/2014/main" id="{2EF7376E-066E-D4CE-E1E6-EF111990335E}"/>
                  </a:ext>
                </a:extLst>
              </p:cNvPr>
              <p:cNvSpPr/>
              <p:nvPr/>
            </p:nvSpPr>
            <p:spPr>
              <a:xfrm>
                <a:off x="7934355" y="4875486"/>
                <a:ext cx="7616" cy="234391"/>
              </a:xfrm>
              <a:custGeom>
                <a:avLst/>
                <a:gdLst>
                  <a:gd name="csX0" fmla="*/ 0 w 7616"/>
                  <a:gd name="csY0" fmla="*/ 0 h 234391"/>
                  <a:gd name="csX1" fmla="*/ 0 w 7616"/>
                  <a:gd name="csY1" fmla="*/ 234391 h 234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34391">
                    <a:moveTo>
                      <a:pt x="0" y="0"/>
                    </a:moveTo>
                    <a:lnTo>
                      <a:pt x="0" y="23439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92" name="Freeform 491">
                <a:extLst>
                  <a:ext uri="{FF2B5EF4-FFF2-40B4-BE49-F238E27FC236}">
                    <a16:creationId xmlns:a16="http://schemas.microsoft.com/office/drawing/2014/main" id="{2CF58C6D-9C92-9681-6EBC-8FD052A1182E}"/>
                  </a:ext>
                </a:extLst>
              </p:cNvPr>
              <p:cNvSpPr/>
              <p:nvPr/>
            </p:nvSpPr>
            <p:spPr>
              <a:xfrm>
                <a:off x="7903890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9" name="Graphic 1">
              <a:extLst>
                <a:ext uri="{FF2B5EF4-FFF2-40B4-BE49-F238E27FC236}">
                  <a16:creationId xmlns:a16="http://schemas.microsoft.com/office/drawing/2014/main" id="{836199EA-6158-7DC8-4E0E-9F3CC0B58170}"/>
                </a:ext>
              </a:extLst>
            </p:cNvPr>
            <p:cNvGrpSpPr/>
            <p:nvPr/>
          </p:nvGrpSpPr>
          <p:grpSpPr>
            <a:xfrm>
              <a:off x="6957206" y="2964180"/>
              <a:ext cx="228490" cy="228600"/>
              <a:chOff x="8376103" y="4974546"/>
              <a:chExt cx="228490" cy="228600"/>
            </a:xfrm>
            <a:noFill/>
          </p:grpSpPr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309E12B5-CE9F-A0A4-9C4C-B0C4F7A6DF91}"/>
                  </a:ext>
                </a:extLst>
              </p:cNvPr>
              <p:cNvSpPr/>
              <p:nvPr/>
            </p:nvSpPr>
            <p:spPr>
              <a:xfrm>
                <a:off x="8376103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0" name="Picture 489">
                <a:extLst>
                  <a:ext uri="{FF2B5EF4-FFF2-40B4-BE49-F238E27FC236}">
                    <a16:creationId xmlns:a16="http://schemas.microsoft.com/office/drawing/2014/main" id="{885D4D88-9203-A4D4-8D84-B72BDD6F6C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456075" y="502026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0" name="Graphic 1">
              <a:extLst>
                <a:ext uri="{FF2B5EF4-FFF2-40B4-BE49-F238E27FC236}">
                  <a16:creationId xmlns:a16="http://schemas.microsoft.com/office/drawing/2014/main" id="{19437B9C-ED1A-4654-65D9-22556FBFAEC9}"/>
                </a:ext>
              </a:extLst>
            </p:cNvPr>
            <p:cNvGrpSpPr/>
            <p:nvPr/>
          </p:nvGrpSpPr>
          <p:grpSpPr>
            <a:xfrm>
              <a:off x="6401213" y="2613660"/>
              <a:ext cx="228490" cy="304800"/>
              <a:chOff x="7820110" y="4624026"/>
              <a:chExt cx="228490" cy="304800"/>
            </a:xfrm>
            <a:noFill/>
          </p:grpSpPr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BB07EEBE-8C3C-9B06-DF4D-496B7E9103D9}"/>
                  </a:ext>
                </a:extLst>
              </p:cNvPr>
              <p:cNvSpPr/>
              <p:nvPr/>
            </p:nvSpPr>
            <p:spPr>
              <a:xfrm>
                <a:off x="7820110" y="4624026"/>
                <a:ext cx="228490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8" name="Picture 487">
                <a:extLst>
                  <a:ext uri="{FF2B5EF4-FFF2-40B4-BE49-F238E27FC236}">
                    <a16:creationId xmlns:a16="http://schemas.microsoft.com/office/drawing/2014/main" id="{6BA8BA92-F141-ACAE-A988-52F2A85DB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92465" y="4681176"/>
                <a:ext cx="83779" cy="240030"/>
              </a:xfrm>
              <a:custGeom>
                <a:avLst/>
                <a:gdLst>
                  <a:gd name="csX0" fmla="*/ 0 w 83779"/>
                  <a:gd name="csY0" fmla="*/ 0 h 240030"/>
                  <a:gd name="csX1" fmla="*/ 83780 w 83779"/>
                  <a:gd name="csY1" fmla="*/ 0 h 240030"/>
                  <a:gd name="csX2" fmla="*/ 83780 w 83779"/>
                  <a:gd name="csY2" fmla="*/ 240030 h 240030"/>
                  <a:gd name="csX3" fmla="*/ 0 w 83779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79" h="240030">
                    <a:moveTo>
                      <a:pt x="0" y="0"/>
                    </a:moveTo>
                    <a:lnTo>
                      <a:pt x="83780" y="0"/>
                    </a:lnTo>
                    <a:lnTo>
                      <a:pt x="83780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1" name="Graphic 1">
              <a:extLst>
                <a:ext uri="{FF2B5EF4-FFF2-40B4-BE49-F238E27FC236}">
                  <a16:creationId xmlns:a16="http://schemas.microsoft.com/office/drawing/2014/main" id="{1E85E294-9887-4031-9853-0D49CD9BB410}"/>
                </a:ext>
              </a:extLst>
            </p:cNvPr>
            <p:cNvGrpSpPr/>
            <p:nvPr/>
          </p:nvGrpSpPr>
          <p:grpSpPr>
            <a:xfrm>
              <a:off x="6782030" y="2606040"/>
              <a:ext cx="380817" cy="316230"/>
              <a:chOff x="8200927" y="4616406"/>
              <a:chExt cx="380817" cy="316230"/>
            </a:xfrm>
            <a:noFill/>
          </p:grpSpPr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7792556A-6331-B3AB-8F49-5289A9E49DD1}"/>
                  </a:ext>
                </a:extLst>
              </p:cNvPr>
              <p:cNvSpPr/>
              <p:nvPr/>
            </p:nvSpPr>
            <p:spPr>
              <a:xfrm>
                <a:off x="8200927" y="461640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6" name="Picture 485">
                <a:extLst>
                  <a:ext uri="{FF2B5EF4-FFF2-40B4-BE49-F238E27FC236}">
                    <a16:creationId xmlns:a16="http://schemas.microsoft.com/office/drawing/2014/main" id="{C8D7F1F6-5BCD-7651-FAFE-11210103EA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277090" y="465450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2" name="Graphic 1">
              <a:extLst>
                <a:ext uri="{FF2B5EF4-FFF2-40B4-BE49-F238E27FC236}">
                  <a16:creationId xmlns:a16="http://schemas.microsoft.com/office/drawing/2014/main" id="{78C9C0BB-87A8-083A-71D5-F5CCF121BB7D}"/>
                </a:ext>
              </a:extLst>
            </p:cNvPr>
            <p:cNvGrpSpPr/>
            <p:nvPr/>
          </p:nvGrpSpPr>
          <p:grpSpPr>
            <a:xfrm>
              <a:off x="5822371" y="3169920"/>
              <a:ext cx="380817" cy="316230"/>
              <a:chOff x="7241268" y="5180286"/>
              <a:chExt cx="380817" cy="316230"/>
            </a:xfrm>
            <a:noFill/>
          </p:grpSpPr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3790AA57-D607-5B96-E7EE-3B074D753A1D}"/>
                  </a:ext>
                </a:extLst>
              </p:cNvPr>
              <p:cNvSpPr/>
              <p:nvPr/>
            </p:nvSpPr>
            <p:spPr>
              <a:xfrm>
                <a:off x="7241268" y="518028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4" name="Picture 483">
                <a:extLst>
                  <a:ext uri="{FF2B5EF4-FFF2-40B4-BE49-F238E27FC236}">
                    <a16:creationId xmlns:a16="http://schemas.microsoft.com/office/drawing/2014/main" id="{AE33CA6B-9197-ABCE-1A57-B259AC9BD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17431" y="521838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3" name="Graphic 1">
              <a:extLst>
                <a:ext uri="{FF2B5EF4-FFF2-40B4-BE49-F238E27FC236}">
                  <a16:creationId xmlns:a16="http://schemas.microsoft.com/office/drawing/2014/main" id="{49FC0558-D0C3-F65C-C3C4-EECEEB19BB4E}"/>
                </a:ext>
              </a:extLst>
            </p:cNvPr>
            <p:cNvGrpSpPr/>
            <p:nvPr/>
          </p:nvGrpSpPr>
          <p:grpSpPr>
            <a:xfrm>
              <a:off x="6149873" y="3291840"/>
              <a:ext cx="196197" cy="60960"/>
              <a:chOff x="7568770" y="5302206"/>
              <a:chExt cx="196197" cy="60960"/>
            </a:xfrm>
          </p:grpSpPr>
          <p:sp>
            <p:nvSpPr>
              <p:cNvPr id="481" name="Freeform 480">
                <a:extLst>
                  <a:ext uri="{FF2B5EF4-FFF2-40B4-BE49-F238E27FC236}">
                    <a16:creationId xmlns:a16="http://schemas.microsoft.com/office/drawing/2014/main" id="{9780CBAC-AF67-944D-22AF-010F447571D6}"/>
                  </a:ext>
                </a:extLst>
              </p:cNvPr>
              <p:cNvSpPr/>
              <p:nvPr/>
            </p:nvSpPr>
            <p:spPr>
              <a:xfrm>
                <a:off x="7568770" y="5332686"/>
                <a:ext cx="150499" cy="7620"/>
              </a:xfrm>
              <a:custGeom>
                <a:avLst/>
                <a:gdLst>
                  <a:gd name="csX0" fmla="*/ 0 w 150499"/>
                  <a:gd name="csY0" fmla="*/ 0 h 7620"/>
                  <a:gd name="csX1" fmla="*/ 150499 w 150499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499" h="7620">
                    <a:moveTo>
                      <a:pt x="0" y="0"/>
                    </a:moveTo>
                    <a:lnTo>
                      <a:pt x="150499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82" name="Freeform 481">
                <a:extLst>
                  <a:ext uri="{FF2B5EF4-FFF2-40B4-BE49-F238E27FC236}">
                    <a16:creationId xmlns:a16="http://schemas.microsoft.com/office/drawing/2014/main" id="{F3BF409B-867C-1F8E-BF51-AF52E6415A3A}"/>
                  </a:ext>
                </a:extLst>
              </p:cNvPr>
              <p:cNvSpPr/>
              <p:nvPr/>
            </p:nvSpPr>
            <p:spPr>
              <a:xfrm>
                <a:off x="7704037" y="5302206"/>
                <a:ext cx="60930" cy="60960"/>
              </a:xfrm>
              <a:custGeom>
                <a:avLst/>
                <a:gdLst>
                  <a:gd name="csX0" fmla="*/ 60931 w 60930"/>
                  <a:gd name="csY0" fmla="*/ 30480 h 60960"/>
                  <a:gd name="csX1" fmla="*/ 0 w 60930"/>
                  <a:gd name="csY1" fmla="*/ 60960 h 60960"/>
                  <a:gd name="csX2" fmla="*/ 15233 w 60930"/>
                  <a:gd name="csY2" fmla="*/ 30480 h 60960"/>
                  <a:gd name="csX3" fmla="*/ 0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60931" y="30480"/>
                    </a:moveTo>
                    <a:lnTo>
                      <a:pt x="0" y="60960"/>
                    </a:lnTo>
                    <a:lnTo>
                      <a:pt x="15233" y="30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4" name="Graphic 1">
              <a:extLst>
                <a:ext uri="{FF2B5EF4-FFF2-40B4-BE49-F238E27FC236}">
                  <a16:creationId xmlns:a16="http://schemas.microsoft.com/office/drawing/2014/main" id="{10E93591-F073-DF72-EFB0-11AFAF195001}"/>
                </a:ext>
              </a:extLst>
            </p:cNvPr>
            <p:cNvGrpSpPr/>
            <p:nvPr/>
          </p:nvGrpSpPr>
          <p:grpSpPr>
            <a:xfrm>
              <a:off x="7060027" y="2278380"/>
              <a:ext cx="761634" cy="304800"/>
              <a:chOff x="8478924" y="4288746"/>
              <a:chExt cx="761634" cy="304800"/>
            </a:xfrm>
            <a:solidFill>
              <a:srgbClr val="DAE8FC"/>
            </a:solidFill>
          </p:grpSpPr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3215CC47-250D-81DE-B035-38CC623338B0}"/>
                  </a:ext>
                </a:extLst>
              </p:cNvPr>
              <p:cNvSpPr/>
              <p:nvPr/>
            </p:nvSpPr>
            <p:spPr>
              <a:xfrm>
                <a:off x="8478924" y="428874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0" name="Picture 479">
                <a:extLst>
                  <a:ext uri="{FF2B5EF4-FFF2-40B4-BE49-F238E27FC236}">
                    <a16:creationId xmlns:a16="http://schemas.microsoft.com/office/drawing/2014/main" id="{0E170F96-198E-6B7B-10CD-ADDF5D8A0B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90348" y="435351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5" name="Graphic 1">
              <a:extLst>
                <a:ext uri="{FF2B5EF4-FFF2-40B4-BE49-F238E27FC236}">
                  <a16:creationId xmlns:a16="http://schemas.microsoft.com/office/drawing/2014/main" id="{2350C1C5-A8A4-F926-6BBC-3F2C9A370017}"/>
                </a:ext>
              </a:extLst>
            </p:cNvPr>
            <p:cNvGrpSpPr/>
            <p:nvPr/>
          </p:nvGrpSpPr>
          <p:grpSpPr>
            <a:xfrm>
              <a:off x="7646485" y="1958340"/>
              <a:ext cx="60930" cy="295351"/>
              <a:chOff x="9065382" y="3968706"/>
              <a:chExt cx="60930" cy="295351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045D193C-5D89-69C3-BBE6-F86BFA053546}"/>
                  </a:ext>
                </a:extLst>
              </p:cNvPr>
              <p:cNvSpPr/>
              <p:nvPr/>
            </p:nvSpPr>
            <p:spPr>
              <a:xfrm>
                <a:off x="9095848" y="396870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B060067A-C3F7-AF93-1C43-A1991EBBF52D}"/>
                  </a:ext>
                </a:extLst>
              </p:cNvPr>
              <p:cNvSpPr/>
              <p:nvPr/>
            </p:nvSpPr>
            <p:spPr>
              <a:xfrm>
                <a:off x="9065382" y="420309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6" name="Graphic 1">
              <a:extLst>
                <a:ext uri="{FF2B5EF4-FFF2-40B4-BE49-F238E27FC236}">
                  <a16:creationId xmlns:a16="http://schemas.microsoft.com/office/drawing/2014/main" id="{184CF67F-A4AB-65E9-F668-6A88F0A8FAE4}"/>
                </a:ext>
              </a:extLst>
            </p:cNvPr>
            <p:cNvGrpSpPr/>
            <p:nvPr/>
          </p:nvGrpSpPr>
          <p:grpSpPr>
            <a:xfrm>
              <a:off x="6991480" y="2072640"/>
              <a:ext cx="228490" cy="228600"/>
              <a:chOff x="8410377" y="4083006"/>
              <a:chExt cx="228490" cy="228600"/>
            </a:xfrm>
            <a:noFill/>
          </p:grpSpPr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7099F5C7-8928-662D-77BB-41F23DFAB69F}"/>
                  </a:ext>
                </a:extLst>
              </p:cNvPr>
              <p:cNvSpPr/>
              <p:nvPr/>
            </p:nvSpPr>
            <p:spPr>
              <a:xfrm>
                <a:off x="8410377" y="408300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76" name="Picture 475">
                <a:extLst>
                  <a:ext uri="{FF2B5EF4-FFF2-40B4-BE49-F238E27FC236}">
                    <a16:creationId xmlns:a16="http://schemas.microsoft.com/office/drawing/2014/main" id="{E36AA130-785F-CBE4-0B73-93DF9AFA0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90348" y="412872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7" name="Graphic 1">
              <a:extLst>
                <a:ext uri="{FF2B5EF4-FFF2-40B4-BE49-F238E27FC236}">
                  <a16:creationId xmlns:a16="http://schemas.microsoft.com/office/drawing/2014/main" id="{2C876F11-B2D9-1720-5556-995A5CA30DEA}"/>
                </a:ext>
              </a:extLst>
            </p:cNvPr>
            <p:cNvGrpSpPr/>
            <p:nvPr/>
          </p:nvGrpSpPr>
          <p:grpSpPr>
            <a:xfrm>
              <a:off x="7181888" y="1973580"/>
              <a:ext cx="60930" cy="280111"/>
              <a:chOff x="8600785" y="3983946"/>
              <a:chExt cx="60930" cy="280111"/>
            </a:xfrm>
          </p:grpSpPr>
          <p:sp>
            <p:nvSpPr>
              <p:cNvPr id="473" name="Freeform 472">
                <a:extLst>
                  <a:ext uri="{FF2B5EF4-FFF2-40B4-BE49-F238E27FC236}">
                    <a16:creationId xmlns:a16="http://schemas.microsoft.com/office/drawing/2014/main" id="{A74D24D0-4068-F6C7-CAE3-5BE0C2E6EB75}"/>
                  </a:ext>
                </a:extLst>
              </p:cNvPr>
              <p:cNvSpPr/>
              <p:nvPr/>
            </p:nvSpPr>
            <p:spPr>
              <a:xfrm>
                <a:off x="8631251" y="3983946"/>
                <a:ext cx="7616" cy="234391"/>
              </a:xfrm>
              <a:custGeom>
                <a:avLst/>
                <a:gdLst>
                  <a:gd name="csX0" fmla="*/ 0 w 7616"/>
                  <a:gd name="csY0" fmla="*/ 0 h 234391"/>
                  <a:gd name="csX1" fmla="*/ 0 w 7616"/>
                  <a:gd name="csY1" fmla="*/ 234391 h 234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34391">
                    <a:moveTo>
                      <a:pt x="0" y="0"/>
                    </a:moveTo>
                    <a:lnTo>
                      <a:pt x="0" y="23439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74" name="Freeform 473">
                <a:extLst>
                  <a:ext uri="{FF2B5EF4-FFF2-40B4-BE49-F238E27FC236}">
                    <a16:creationId xmlns:a16="http://schemas.microsoft.com/office/drawing/2014/main" id="{FBC2BDCE-9CE1-5E88-8FF8-F5F5087BD68C}"/>
                  </a:ext>
                </a:extLst>
              </p:cNvPr>
              <p:cNvSpPr/>
              <p:nvPr/>
            </p:nvSpPr>
            <p:spPr>
              <a:xfrm>
                <a:off x="8600785" y="420309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8" name="Graphic 1">
              <a:extLst>
                <a:ext uri="{FF2B5EF4-FFF2-40B4-BE49-F238E27FC236}">
                  <a16:creationId xmlns:a16="http://schemas.microsoft.com/office/drawing/2014/main" id="{6A8E17C7-652E-168E-7BD6-795DD9517C06}"/>
                </a:ext>
              </a:extLst>
            </p:cNvPr>
            <p:cNvGrpSpPr/>
            <p:nvPr/>
          </p:nvGrpSpPr>
          <p:grpSpPr>
            <a:xfrm>
              <a:off x="7654102" y="2072640"/>
              <a:ext cx="228490" cy="228600"/>
              <a:chOff x="9072999" y="4083006"/>
              <a:chExt cx="228490" cy="228600"/>
            </a:xfrm>
            <a:noFill/>
          </p:grpSpPr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544E9B9E-9A41-9FBD-02CB-5924FF40BEEB}"/>
                  </a:ext>
                </a:extLst>
              </p:cNvPr>
              <p:cNvSpPr/>
              <p:nvPr/>
            </p:nvSpPr>
            <p:spPr>
              <a:xfrm>
                <a:off x="9072999" y="408300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72" name="Picture 471">
                <a:extLst>
                  <a:ext uri="{FF2B5EF4-FFF2-40B4-BE49-F238E27FC236}">
                    <a16:creationId xmlns:a16="http://schemas.microsoft.com/office/drawing/2014/main" id="{54FAA613-523F-73A7-54AC-19DA1A8D0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156778" y="412872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9" name="Graphic 1">
              <a:extLst>
                <a:ext uri="{FF2B5EF4-FFF2-40B4-BE49-F238E27FC236}">
                  <a16:creationId xmlns:a16="http://schemas.microsoft.com/office/drawing/2014/main" id="{826A4054-30CF-40A7-1990-D97BD2EA928E}"/>
                </a:ext>
              </a:extLst>
            </p:cNvPr>
            <p:cNvGrpSpPr/>
            <p:nvPr/>
          </p:nvGrpSpPr>
          <p:grpSpPr>
            <a:xfrm>
              <a:off x="7098108" y="1722120"/>
              <a:ext cx="228490" cy="304800"/>
              <a:chOff x="8517005" y="3732486"/>
              <a:chExt cx="228490" cy="304800"/>
            </a:xfrm>
            <a:noFill/>
          </p:grpSpPr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8EA9AD25-1C99-0DDB-2EDF-2F4C8B33EDC1}"/>
                  </a:ext>
                </a:extLst>
              </p:cNvPr>
              <p:cNvSpPr/>
              <p:nvPr/>
            </p:nvSpPr>
            <p:spPr>
              <a:xfrm>
                <a:off x="8517005" y="3732486"/>
                <a:ext cx="228490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70" name="Picture 469">
                <a:extLst>
                  <a:ext uri="{FF2B5EF4-FFF2-40B4-BE49-F238E27FC236}">
                    <a16:creationId xmlns:a16="http://schemas.microsoft.com/office/drawing/2014/main" id="{388D2BA6-EB48-CB1A-E2E8-A38BF79B1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593169" y="3789636"/>
                <a:ext cx="83779" cy="240030"/>
              </a:xfrm>
              <a:custGeom>
                <a:avLst/>
                <a:gdLst>
                  <a:gd name="csX0" fmla="*/ 0 w 83779"/>
                  <a:gd name="csY0" fmla="*/ 0 h 240030"/>
                  <a:gd name="csX1" fmla="*/ 83780 w 83779"/>
                  <a:gd name="csY1" fmla="*/ 0 h 240030"/>
                  <a:gd name="csX2" fmla="*/ 83780 w 83779"/>
                  <a:gd name="csY2" fmla="*/ 240030 h 240030"/>
                  <a:gd name="csX3" fmla="*/ 0 w 83779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79" h="240030">
                    <a:moveTo>
                      <a:pt x="0" y="0"/>
                    </a:moveTo>
                    <a:lnTo>
                      <a:pt x="83780" y="0"/>
                    </a:lnTo>
                    <a:lnTo>
                      <a:pt x="83780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60" name="Graphic 1">
              <a:extLst>
                <a:ext uri="{FF2B5EF4-FFF2-40B4-BE49-F238E27FC236}">
                  <a16:creationId xmlns:a16="http://schemas.microsoft.com/office/drawing/2014/main" id="{7B9866F9-2B62-97B4-C917-5BF3C2198B49}"/>
                </a:ext>
              </a:extLst>
            </p:cNvPr>
            <p:cNvGrpSpPr/>
            <p:nvPr/>
          </p:nvGrpSpPr>
          <p:grpSpPr>
            <a:xfrm>
              <a:off x="7478926" y="1714500"/>
              <a:ext cx="380817" cy="316230"/>
              <a:chOff x="8897823" y="3724866"/>
              <a:chExt cx="380817" cy="316230"/>
            </a:xfrm>
            <a:noFill/>
          </p:grpSpPr>
          <p:sp>
            <p:nvSpPr>
              <p:cNvPr id="467" name="Rectangle 466">
                <a:extLst>
                  <a:ext uri="{FF2B5EF4-FFF2-40B4-BE49-F238E27FC236}">
                    <a16:creationId xmlns:a16="http://schemas.microsoft.com/office/drawing/2014/main" id="{07B10409-7621-7A22-548D-B03FD37B14EC}"/>
                  </a:ext>
                </a:extLst>
              </p:cNvPr>
              <p:cNvSpPr/>
              <p:nvPr/>
            </p:nvSpPr>
            <p:spPr>
              <a:xfrm>
                <a:off x="8897823" y="372486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8" name="Picture 467">
                <a:extLst>
                  <a:ext uri="{FF2B5EF4-FFF2-40B4-BE49-F238E27FC236}">
                    <a16:creationId xmlns:a16="http://schemas.microsoft.com/office/drawing/2014/main" id="{0284791A-5173-BACA-97F3-0206A51CBC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77794" y="376296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61" name="Graphic 1">
              <a:extLst>
                <a:ext uri="{FF2B5EF4-FFF2-40B4-BE49-F238E27FC236}">
                  <a16:creationId xmlns:a16="http://schemas.microsoft.com/office/drawing/2014/main" id="{C6D6710C-F5A7-47E9-6F83-3BE735888E2D}"/>
                </a:ext>
              </a:extLst>
            </p:cNvPr>
            <p:cNvGrpSpPr/>
            <p:nvPr/>
          </p:nvGrpSpPr>
          <p:grpSpPr>
            <a:xfrm>
              <a:off x="6511650" y="2278380"/>
              <a:ext cx="380817" cy="316230"/>
              <a:chOff x="7930547" y="4288746"/>
              <a:chExt cx="380817" cy="316230"/>
            </a:xfrm>
            <a:noFill/>
          </p:grpSpPr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1C45C8E0-F0A6-4955-7C43-388C164E5287}"/>
                  </a:ext>
                </a:extLst>
              </p:cNvPr>
              <p:cNvSpPr/>
              <p:nvPr/>
            </p:nvSpPr>
            <p:spPr>
              <a:xfrm>
                <a:off x="7930547" y="428874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6" name="Picture 465">
                <a:extLst>
                  <a:ext uri="{FF2B5EF4-FFF2-40B4-BE49-F238E27FC236}">
                    <a16:creationId xmlns:a16="http://schemas.microsoft.com/office/drawing/2014/main" id="{1CEAD440-CB9F-9A8D-1B4B-93F8CFC52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010518" y="432684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62" name="Graphic 1">
              <a:extLst>
                <a:ext uri="{FF2B5EF4-FFF2-40B4-BE49-F238E27FC236}">
                  <a16:creationId xmlns:a16="http://schemas.microsoft.com/office/drawing/2014/main" id="{B73E5AC2-8DEA-B091-A458-846B80276620}"/>
                </a:ext>
              </a:extLst>
            </p:cNvPr>
            <p:cNvGrpSpPr/>
            <p:nvPr/>
          </p:nvGrpSpPr>
          <p:grpSpPr>
            <a:xfrm>
              <a:off x="6846769" y="2400300"/>
              <a:ext cx="196197" cy="60960"/>
              <a:chOff x="8265666" y="4410666"/>
              <a:chExt cx="196197" cy="60960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7CED55BF-A8B4-0938-9517-871FF5FD5FED}"/>
                  </a:ext>
                </a:extLst>
              </p:cNvPr>
              <p:cNvSpPr/>
              <p:nvPr/>
            </p:nvSpPr>
            <p:spPr>
              <a:xfrm>
                <a:off x="8265666" y="4441146"/>
                <a:ext cx="150499" cy="7620"/>
              </a:xfrm>
              <a:custGeom>
                <a:avLst/>
                <a:gdLst>
                  <a:gd name="csX0" fmla="*/ 0 w 150499"/>
                  <a:gd name="csY0" fmla="*/ 0 h 7620"/>
                  <a:gd name="csX1" fmla="*/ 150499 w 150499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499" h="7620">
                    <a:moveTo>
                      <a:pt x="0" y="0"/>
                    </a:moveTo>
                    <a:lnTo>
                      <a:pt x="150499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B3020B30-D6E1-2AE9-F16D-2D2A62140E54}"/>
                  </a:ext>
                </a:extLst>
              </p:cNvPr>
              <p:cNvSpPr/>
              <p:nvPr/>
            </p:nvSpPr>
            <p:spPr>
              <a:xfrm>
                <a:off x="8400932" y="4410666"/>
                <a:ext cx="60930" cy="60960"/>
              </a:xfrm>
              <a:custGeom>
                <a:avLst/>
                <a:gdLst>
                  <a:gd name="csX0" fmla="*/ 60931 w 60930"/>
                  <a:gd name="csY0" fmla="*/ 30480 h 60960"/>
                  <a:gd name="csX1" fmla="*/ 0 w 60930"/>
                  <a:gd name="csY1" fmla="*/ 60960 h 60960"/>
                  <a:gd name="csX2" fmla="*/ 15233 w 60930"/>
                  <a:gd name="csY2" fmla="*/ 30480 h 60960"/>
                  <a:gd name="csX3" fmla="*/ 0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60931" y="30480"/>
                    </a:moveTo>
                    <a:lnTo>
                      <a:pt x="0" y="60960"/>
                    </a:lnTo>
                    <a:lnTo>
                      <a:pt x="15233" y="30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E1D7539-350C-F838-74AB-9CE4C13904DE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99496E67-EDB4-DF22-8F55-E12A194B3D86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E89C924-260D-FC57-A1B7-98D2917DF0D1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FCD152A-13DD-B41F-9537-29D8D26B0628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876D9A-23FD-AE33-8596-AFF4BBF07951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C9D1E95-03ED-F366-D228-2A11CC024E86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67F17AA-B54F-0CCB-BB62-08AF9631B094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3053DD32-E2C3-1425-D3F6-89F2FA87B9D1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2AD0C3E9-70F5-7008-DE91-A1613EA64B17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8D14CFE3-CFBC-AFE6-3687-3CB4DEEEC1A2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242212C9-94DC-1753-BF03-D55827AE0BD3}"/>
              </a:ext>
            </a:extLst>
          </p:cNvPr>
          <p:cNvSpPr/>
          <p:nvPr/>
        </p:nvSpPr>
        <p:spPr>
          <a:xfrm>
            <a:off x="1823241" y="933225"/>
            <a:ext cx="674117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7F80B53-872E-62EB-1E30-9EA079467E8B}"/>
              </a:ext>
            </a:extLst>
          </p:cNvPr>
          <p:cNvSpPr/>
          <p:nvPr/>
        </p:nvSpPr>
        <p:spPr>
          <a:xfrm>
            <a:off x="9548408" y="2095926"/>
            <a:ext cx="1633916" cy="869598"/>
          </a:xfrm>
          <a:prstGeom prst="ellipse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6F4E22-74AC-C93F-540F-5C9967CA18F7}"/>
              </a:ext>
            </a:extLst>
          </p:cNvPr>
          <p:cNvSpPr/>
          <p:nvPr/>
        </p:nvSpPr>
        <p:spPr>
          <a:xfrm>
            <a:off x="10159104" y="3521673"/>
            <a:ext cx="865941" cy="472643"/>
          </a:xfrm>
          <a:prstGeom prst="ellipse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C772F-54F9-BA5B-A8E5-763E4FC4CB6E}"/>
              </a:ext>
            </a:extLst>
          </p:cNvPr>
          <p:cNvSpPr txBox="1"/>
          <p:nvPr/>
        </p:nvSpPr>
        <p:spPr>
          <a:xfrm>
            <a:off x="10381583" y="3038301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Read-once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695554"/>
      </p:ext>
    </p:extLst>
  </p:cSld>
  <p:clrMapOvr>
    <a:masterClrMapping/>
  </p:clrMapOvr>
  <p:transition>
    <p:wipe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EC393-E4E1-6723-7298-FD80F81E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65CEB2-1F07-E964-4C4A-51EC61E60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1352DA-16EF-CBE5-FA0A-FC929EA3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69</a:t>
            </a:fld>
            <a:endParaRPr lang="de-CH" noProof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4743AB54-0DE9-4334-FBA5-CB4B66B4026C}"/>
              </a:ext>
            </a:extLst>
          </p:cNvPr>
          <p:cNvSpPr/>
          <p:nvPr/>
        </p:nvSpPr>
        <p:spPr>
          <a:xfrm>
            <a:off x="853440" y="1365504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CA3B6F6-D163-C580-D301-7FE8CB1ECD03}"/>
              </a:ext>
            </a:extLst>
          </p:cNvPr>
          <p:cNvSpPr/>
          <p:nvPr/>
        </p:nvSpPr>
        <p:spPr>
          <a:xfrm>
            <a:off x="853440" y="1365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58567B2-031E-93B6-B9BE-ECB51D93F8F5}"/>
              </a:ext>
            </a:extLst>
          </p:cNvPr>
          <p:cNvSpPr/>
          <p:nvPr/>
        </p:nvSpPr>
        <p:spPr>
          <a:xfrm>
            <a:off x="1524000" y="1341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r>
              <a:rPr lang="zh-CN" alt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2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2C627056-3C8C-8205-8EEE-FE3A8B97D146}"/>
              </a:ext>
            </a:extLst>
          </p:cNvPr>
          <p:cNvSpPr/>
          <p:nvPr/>
        </p:nvSpPr>
        <p:spPr>
          <a:xfrm>
            <a:off x="853440" y="2072640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AEDFFB5-091F-9C7F-7A1B-18980D331B46}"/>
              </a:ext>
            </a:extLst>
          </p:cNvPr>
          <p:cNvSpPr/>
          <p:nvPr/>
        </p:nvSpPr>
        <p:spPr>
          <a:xfrm>
            <a:off x="853440" y="2072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9C7D45E-ABE9-1BA0-F75B-17260EB5D517}"/>
              </a:ext>
            </a:extLst>
          </p:cNvPr>
          <p:cNvSpPr/>
          <p:nvPr/>
        </p:nvSpPr>
        <p:spPr>
          <a:xfrm>
            <a:off x="853440" y="2779776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4414892-F81B-C4B3-DF40-9AFE17676A98}"/>
              </a:ext>
            </a:extLst>
          </p:cNvPr>
          <p:cNvSpPr/>
          <p:nvPr/>
        </p:nvSpPr>
        <p:spPr>
          <a:xfrm>
            <a:off x="853440" y="2779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83FD013-3A61-4F43-33FF-6B339DCBFD8B}"/>
              </a:ext>
            </a:extLst>
          </p:cNvPr>
          <p:cNvSpPr/>
          <p:nvPr/>
        </p:nvSpPr>
        <p:spPr>
          <a:xfrm>
            <a:off x="1524000" y="2043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r>
              <a:rPr lang="en-US" altLang="zh-CN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C81EE9C-121D-04C3-11C4-3E09644588D4}"/>
              </a:ext>
            </a:extLst>
          </p:cNvPr>
          <p:cNvSpPr/>
          <p:nvPr/>
        </p:nvSpPr>
        <p:spPr>
          <a:xfrm>
            <a:off x="853440" y="3486912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87D720A-F8DE-DAB7-FBB1-902F50EC82B9}"/>
              </a:ext>
            </a:extLst>
          </p:cNvPr>
          <p:cNvSpPr/>
          <p:nvPr/>
        </p:nvSpPr>
        <p:spPr>
          <a:xfrm>
            <a:off x="853440" y="3486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67BC90B-B563-D58A-16E1-17AEF350BBAF}"/>
              </a:ext>
            </a:extLst>
          </p:cNvPr>
          <p:cNvSpPr/>
          <p:nvPr/>
        </p:nvSpPr>
        <p:spPr>
          <a:xfrm>
            <a:off x="1524000" y="2750256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Fast Token Delivery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84C984D8-21D7-A07A-22FD-38B087EBF842}"/>
              </a:ext>
            </a:extLst>
          </p:cNvPr>
          <p:cNvSpPr/>
          <p:nvPr/>
        </p:nvSpPr>
        <p:spPr>
          <a:xfrm>
            <a:off x="853440" y="4194048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CN" sz="24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437B8CA1-88D8-07F9-8752-10166E1D1182}"/>
              </a:ext>
            </a:extLst>
          </p:cNvPr>
          <p:cNvSpPr/>
          <p:nvPr/>
        </p:nvSpPr>
        <p:spPr>
          <a:xfrm>
            <a:off x="853440" y="4194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1BD2EEB-25A3-A7B1-EA7B-93D052F77942}"/>
              </a:ext>
            </a:extLst>
          </p:cNvPr>
          <p:cNvSpPr/>
          <p:nvPr/>
        </p:nvSpPr>
        <p:spPr>
          <a:xfrm>
            <a:off x="1524000" y="3457392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Suppression Algorithm (Core Contribution)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D2FD67C8-7499-3383-067E-864923E6FDD3}"/>
              </a:ext>
            </a:extLst>
          </p:cNvPr>
          <p:cNvSpPr/>
          <p:nvPr/>
        </p:nvSpPr>
        <p:spPr>
          <a:xfrm>
            <a:off x="1524000" y="4164528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D774771D-19BB-AE22-314F-2D90065C2B26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55A665D-A63E-AA71-52FE-2F0B3F65DA35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</p:spTree>
    <p:extLst>
      <p:ext uri="{BB962C8B-B14F-4D97-AF65-F5344CB8AC3E}">
        <p14:creationId xmlns:p14="http://schemas.microsoft.com/office/powerpoint/2010/main" val="572019298"/>
      </p:ext>
    </p:extLst>
  </p:cSld>
  <p:clrMapOvr>
    <a:masterClrMapping/>
  </p:clrMapOvr>
  <p:transition>
    <p:wipe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0B6C4-B10A-BFF8-8D6E-8D16A358B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250CE9-F56A-40C2-9AB7-9E6FBB007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1879A1-00D0-2295-B1B0-044F6D74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70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42CE749E-DC55-C337-6283-F1FDAFA6D49E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212F23E0-BE50-B999-A6FB-BFC1B7404EF7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694A4A-5E03-38BF-8E4E-34FB79C5F009}"/>
              </a:ext>
            </a:extLst>
          </p:cNvPr>
          <p:cNvGrpSpPr/>
          <p:nvPr/>
        </p:nvGrpSpPr>
        <p:grpSpPr>
          <a:xfrm>
            <a:off x="1236281" y="1241594"/>
            <a:ext cx="10062592" cy="3787605"/>
            <a:chOff x="670560" y="1605277"/>
            <a:chExt cx="8138160" cy="3063240"/>
          </a:xfrm>
        </p:grpSpPr>
        <p:sp>
          <p:nvSpPr>
            <p:cNvPr id="3" name="Text 3">
              <a:extLst>
                <a:ext uri="{FF2B5EF4-FFF2-40B4-BE49-F238E27FC236}">
                  <a16:creationId xmlns:a16="http://schemas.microsoft.com/office/drawing/2014/main" id="{2E2A1704-5AC8-E057-D830-BF54266A7B85}"/>
                </a:ext>
              </a:extLst>
            </p:cNvPr>
            <p:cNvSpPr/>
            <p:nvPr/>
          </p:nvSpPr>
          <p:spPr>
            <a:xfrm>
              <a:off x="670560" y="1605277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Compiler</a:t>
              </a:r>
              <a:endParaRPr lang="en-US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510561E0-2A6C-AC01-314A-AF4A0AD8247B}"/>
                </a:ext>
              </a:extLst>
            </p:cNvPr>
            <p:cNvSpPr/>
            <p:nvPr/>
          </p:nvSpPr>
          <p:spPr>
            <a:xfrm>
              <a:off x="2545080" y="1605277"/>
              <a:ext cx="6217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Dynamatic (open-source, LLVM-based C-to-elastic-circuits)</a:t>
              </a:r>
              <a:endParaRPr lang="en-US" dirty="0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81C44861-9786-66D4-63DB-EF7E610D8DD4}"/>
                </a:ext>
              </a:extLst>
            </p:cNvPr>
            <p:cNvSpPr/>
            <p:nvPr/>
          </p:nvSpPr>
          <p:spPr>
            <a:xfrm>
              <a:off x="670560" y="2153917"/>
              <a:ext cx="8138160" cy="0"/>
            </a:xfrm>
            <a:prstGeom prst="line">
              <a:avLst/>
            </a:prstGeom>
            <a:noFill/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B00D9E8C-23B7-583E-F35C-CB6983E42284}"/>
                </a:ext>
              </a:extLst>
            </p:cNvPr>
            <p:cNvSpPr/>
            <p:nvPr/>
          </p:nvSpPr>
          <p:spPr>
            <a:xfrm>
              <a:off x="670560" y="2245357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Implementation</a:t>
              </a:r>
              <a:endParaRPr lang="en-US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B081A41-7EC7-DAA2-2DFE-60BB0A0B2E5E}"/>
                </a:ext>
              </a:extLst>
            </p:cNvPr>
            <p:cNvSpPr/>
            <p:nvPr/>
          </p:nvSpPr>
          <p:spPr>
            <a:xfrm>
              <a:off x="2545080" y="2245357"/>
              <a:ext cx="6217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 LLVM pass</a:t>
              </a:r>
              <a:r>
                <a:rPr lang="en-US" altLang="zh-CN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</a:t>
              </a:r>
              <a:endParaRPr lang="en-US" dirty="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ADB003F9-CEBC-786A-3B73-9AB3B2E387F2}"/>
                </a:ext>
              </a:extLst>
            </p:cNvPr>
            <p:cNvSpPr/>
            <p:nvPr/>
          </p:nvSpPr>
          <p:spPr>
            <a:xfrm>
              <a:off x="670560" y="2793997"/>
              <a:ext cx="8138160" cy="0"/>
            </a:xfrm>
            <a:prstGeom prst="line">
              <a:avLst/>
            </a:prstGeom>
            <a:noFill/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7FE55009-59ED-EB7C-107B-5605B7E7D645}"/>
                </a:ext>
              </a:extLst>
            </p:cNvPr>
            <p:cNvSpPr/>
            <p:nvPr/>
          </p:nvSpPr>
          <p:spPr>
            <a:xfrm>
              <a:off x="670560" y="2885437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Synthesis</a:t>
              </a:r>
              <a:endParaRPr lang="en-US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4045FADF-4D47-D92C-BACA-791807752580}"/>
                </a:ext>
              </a:extLst>
            </p:cNvPr>
            <p:cNvSpPr/>
            <p:nvPr/>
          </p:nvSpPr>
          <p:spPr>
            <a:xfrm>
              <a:off x="2545080" y="2885437"/>
              <a:ext cx="6217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Vivado targeting Xilinx Kintex-7, 4 ns clock constraint</a:t>
              </a:r>
              <a:endParaRPr lang="en-US" dirty="0"/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4BC116FF-263B-6AD4-0814-F4BED2ED8B39}"/>
                </a:ext>
              </a:extLst>
            </p:cNvPr>
            <p:cNvSpPr/>
            <p:nvPr/>
          </p:nvSpPr>
          <p:spPr>
            <a:xfrm>
              <a:off x="670560" y="3434077"/>
              <a:ext cx="8138160" cy="0"/>
            </a:xfrm>
            <a:prstGeom prst="line">
              <a:avLst/>
            </a:prstGeom>
            <a:noFill/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4B516AAB-B50A-449B-BBBA-BB6E0E420B21}"/>
                </a:ext>
              </a:extLst>
            </p:cNvPr>
            <p:cNvSpPr/>
            <p:nvPr/>
          </p:nvSpPr>
          <p:spPr>
            <a:xfrm>
              <a:off x="670560" y="3525517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Simulation</a:t>
              </a:r>
              <a:endParaRPr lang="en-US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94CB466D-06C2-CD1D-A983-29F616A99C0E}"/>
                </a:ext>
              </a:extLst>
            </p:cNvPr>
            <p:cNvSpPr/>
            <p:nvPr/>
          </p:nvSpPr>
          <p:spPr>
            <a:xfrm>
              <a:off x="2545080" y="3525517"/>
              <a:ext cx="6217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ModelSim for functional verification</a:t>
              </a:r>
              <a:endParaRPr lang="en-US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53DD3DA2-9FB8-E925-B51F-A79F161F152E}"/>
                </a:ext>
              </a:extLst>
            </p:cNvPr>
            <p:cNvSpPr/>
            <p:nvPr/>
          </p:nvSpPr>
          <p:spPr>
            <a:xfrm>
              <a:off x="670560" y="4074157"/>
              <a:ext cx="8138160" cy="0"/>
            </a:xfrm>
            <a:prstGeom prst="line">
              <a:avLst/>
            </a:prstGeom>
            <a:noFill/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87E6F79A-CB61-BC55-1720-3AC13C50EF6E}"/>
                </a:ext>
              </a:extLst>
            </p:cNvPr>
            <p:cNvSpPr/>
            <p:nvPr/>
          </p:nvSpPr>
          <p:spPr>
            <a:xfrm>
              <a:off x="670560" y="4165597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Metrics</a:t>
              </a:r>
              <a:endParaRPr lang="en-US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B12E7574-0A6B-AFA8-FDD2-4042FCCBEE0D}"/>
                </a:ext>
              </a:extLst>
            </p:cNvPr>
            <p:cNvSpPr/>
            <p:nvPr/>
          </p:nvSpPr>
          <p:spPr>
            <a:xfrm>
              <a:off x="2545080" y="4165597"/>
              <a:ext cx="6217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Cycle count, clock period, execution time, LUTs, FFs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1152865"/>
      </p:ext>
    </p:extLst>
  </p:cSld>
  <p:clrMapOvr>
    <a:masterClrMapping/>
  </p:clrMapOvr>
  <p:transition>
    <p:wipe dir="r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220BB-5FC8-B39F-51CF-5E4A40C81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ECB8E8-C584-44C7-E7D7-EE64E890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AAF5A8-E00B-0D1E-CDE2-72334B5BC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71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8AE7AD9A-F141-389F-105F-B2687B190F0C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64F536D-87A9-67DA-939B-D0C20CF077C6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007C11-7582-5E41-EF22-A2EFA3123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27387"/>
              </p:ext>
            </p:extLst>
          </p:nvPr>
        </p:nvGraphicFramePr>
        <p:xfrm>
          <a:off x="2175740" y="961502"/>
          <a:ext cx="78405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562">
                  <a:extLst>
                    <a:ext uri="{9D8B030D-6E8A-4147-A177-3AD203B41FA5}">
                      <a16:colId xmlns:a16="http://schemas.microsoft.com/office/drawing/2014/main" val="2845848284"/>
                    </a:ext>
                  </a:extLst>
                </a:gridCol>
                <a:gridCol w="3448207">
                  <a:extLst>
                    <a:ext uri="{9D8B030D-6E8A-4147-A177-3AD203B41FA5}">
                      <a16:colId xmlns:a16="http://schemas.microsoft.com/office/drawing/2014/main" val="3238684898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3544803093"/>
                    </a:ext>
                  </a:extLst>
                </a:gridCol>
              </a:tblGrid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Benchmark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Previous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FTD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New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FTD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363079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KMP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(multiple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exits)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284738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Bmk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1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(non-read-once)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398758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Bmk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(cyclic-DG)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02863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CE87630-45C7-51A5-BF72-CE3638B02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" t="50000" r="-972" b="24820"/>
          <a:stretch>
            <a:fillRect/>
          </a:stretch>
        </p:blipFill>
        <p:spPr>
          <a:xfrm>
            <a:off x="2406373" y="3105834"/>
            <a:ext cx="2429849" cy="2390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B5D672-62A0-27F0-476E-D1CB0FDC3F20}"/>
              </a:ext>
            </a:extLst>
          </p:cNvPr>
          <p:cNvSpPr txBox="1"/>
          <p:nvPr/>
        </p:nvSpPr>
        <p:spPr>
          <a:xfrm>
            <a:off x="5464884" y="4300934"/>
            <a:ext cx="4544834" cy="87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BB6;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BB6.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1ECD37-7B75-27BF-06FF-2106A90C5BF3}"/>
                  </a:ext>
                </a:extLst>
              </p:cNvPr>
              <p:cNvSpPr txBox="1"/>
              <p:nvPr/>
            </p:nvSpPr>
            <p:spPr>
              <a:xfrm>
                <a:off x="5464884" y="3105834"/>
                <a:ext cx="38401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Regeneration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𝑔𝑎𝑡𝑒</m:t>
                    </m:r>
                  </m:oMath>
                </a14:m>
                <a:r>
                  <a:rPr lang="zh-CN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zh-CN" alt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BB6</a:t>
                </a: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loop-exits: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~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~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1ECD37-7B75-27BF-06FF-2106A90C5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884" y="3105834"/>
                <a:ext cx="3840154" cy="646331"/>
              </a:xfrm>
              <a:prstGeom prst="rect">
                <a:avLst/>
              </a:prstGeom>
              <a:blipFill>
                <a:blip r:embed="rId4"/>
                <a:stretch>
                  <a:fillRect l="-1320" t="-3846" b="-1346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832104"/>
      </p:ext>
    </p:extLst>
  </p:cSld>
  <p:clrMapOvr>
    <a:masterClrMapping/>
  </p:clrMapOvr>
  <p:transition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C1771-B03D-EE65-9F78-F78CBD2CF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1F10FA-A5AB-7B21-FFF2-3431D97D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3C4D6B-2EB6-3E45-F2F7-F43FE05D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72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169C16C-4631-E08D-0E27-62BD77706369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A89EDC9D-84BB-36AE-4EC8-7D62A8E63CF6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02D22-780A-14C3-3460-AE91CE56B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9" t="9600" b="36933"/>
          <a:stretch>
            <a:fillRect/>
          </a:stretch>
        </p:blipFill>
        <p:spPr>
          <a:xfrm>
            <a:off x="2589272" y="2835531"/>
            <a:ext cx="2861706" cy="310618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B5DF3D-B9AC-3AF9-B825-045C09B96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772098"/>
              </p:ext>
            </p:extLst>
          </p:nvPr>
        </p:nvGraphicFramePr>
        <p:xfrm>
          <a:off x="2175740" y="961502"/>
          <a:ext cx="78405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562">
                  <a:extLst>
                    <a:ext uri="{9D8B030D-6E8A-4147-A177-3AD203B41FA5}">
                      <a16:colId xmlns:a16="http://schemas.microsoft.com/office/drawing/2014/main" val="2845848284"/>
                    </a:ext>
                  </a:extLst>
                </a:gridCol>
                <a:gridCol w="3448207">
                  <a:extLst>
                    <a:ext uri="{9D8B030D-6E8A-4147-A177-3AD203B41FA5}">
                      <a16:colId xmlns:a16="http://schemas.microsoft.com/office/drawing/2014/main" val="3238684898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3544803093"/>
                    </a:ext>
                  </a:extLst>
                </a:gridCol>
              </a:tblGrid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Benchmark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Previous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FTD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New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FTD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363079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KMP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(multiple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exits)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284738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Bmk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1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(non-read-once)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398758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Bmk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(cyclic-DG)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02863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FFC9EA4-B4CF-C906-C077-7D820D607CF9}"/>
              </a:ext>
            </a:extLst>
          </p:cNvPr>
          <p:cNvSpPr txBox="1"/>
          <p:nvPr/>
        </p:nvSpPr>
        <p:spPr>
          <a:xfrm>
            <a:off x="5935938" y="3358516"/>
            <a:ext cx="2906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BB4;</a:t>
            </a:r>
            <a:endParaRPr lang="en-US" altLang="zh-CN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5037AF-1DC3-6A57-FE1A-D5342FE6ECC2}"/>
              </a:ext>
            </a:extLst>
          </p:cNvPr>
          <p:cNvGrpSpPr/>
          <p:nvPr/>
        </p:nvGrpSpPr>
        <p:grpSpPr>
          <a:xfrm>
            <a:off x="6879437" y="3910831"/>
            <a:ext cx="1293159" cy="1511002"/>
            <a:chOff x="6906521" y="1721788"/>
            <a:chExt cx="1293159" cy="1511002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F3C4FA5F-860A-A9CF-13A5-965988030439}"/>
                </a:ext>
              </a:extLst>
            </p:cNvPr>
            <p:cNvGrpSpPr/>
            <p:nvPr/>
          </p:nvGrpSpPr>
          <p:grpSpPr>
            <a:xfrm>
              <a:off x="7933769" y="2641262"/>
              <a:ext cx="265911" cy="76622"/>
              <a:chOff x="2514156" y="3483464"/>
              <a:chExt cx="191617" cy="55214"/>
            </a:xfrm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FB8BE67-9ADA-A28E-6BE3-247DE11B98AA}"/>
                  </a:ext>
                </a:extLst>
              </p:cNvPr>
              <p:cNvSpPr/>
              <p:nvPr/>
            </p:nvSpPr>
            <p:spPr>
              <a:xfrm>
                <a:off x="2555572" y="3511072"/>
                <a:ext cx="150201" cy="6901"/>
              </a:xfrm>
              <a:custGeom>
                <a:avLst/>
                <a:gdLst>
                  <a:gd name="csX0" fmla="*/ 150202 w 150201"/>
                  <a:gd name="csY0" fmla="*/ 0 h 6901"/>
                  <a:gd name="csX1" fmla="*/ 0 w 150201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1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0170BF3A-D799-F728-DEC4-79F4F10DDC02}"/>
                  </a:ext>
                </a:extLst>
              </p:cNvPr>
              <p:cNvSpPr/>
              <p:nvPr/>
            </p:nvSpPr>
            <p:spPr>
              <a:xfrm>
                <a:off x="2514156" y="3483464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99FDB422-B166-A0E6-50DC-57D1457B7A30}"/>
                </a:ext>
              </a:extLst>
            </p:cNvPr>
            <p:cNvGrpSpPr/>
            <p:nvPr/>
          </p:nvGrpSpPr>
          <p:grpSpPr>
            <a:xfrm>
              <a:off x="7635000" y="2871131"/>
              <a:ext cx="76631" cy="361659"/>
              <a:chOff x="2298861" y="3649109"/>
              <a:chExt cx="55221" cy="260614"/>
            </a:xfrm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3BACBE98-AADD-7F64-DE10-FB09DB6CD548}"/>
                  </a:ext>
                </a:extLst>
              </p:cNvPr>
              <p:cNvSpPr/>
              <p:nvPr/>
            </p:nvSpPr>
            <p:spPr>
              <a:xfrm>
                <a:off x="2326127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4718F45-836E-271D-9C41-4E36B0443479}"/>
                  </a:ext>
                </a:extLst>
              </p:cNvPr>
              <p:cNvSpPr/>
              <p:nvPr/>
            </p:nvSpPr>
            <p:spPr>
              <a:xfrm>
                <a:off x="2298861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DC367BBC-8EA1-AC60-90A8-D3402A71E499}"/>
                </a:ext>
              </a:extLst>
            </p:cNvPr>
            <p:cNvGrpSpPr/>
            <p:nvPr/>
          </p:nvGrpSpPr>
          <p:grpSpPr>
            <a:xfrm>
              <a:off x="7156052" y="2871131"/>
              <a:ext cx="76631" cy="361659"/>
              <a:chOff x="1953728" y="3649109"/>
              <a:chExt cx="55221" cy="260614"/>
            </a:xfrm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61974B1-A525-EAE5-D53A-F3884216B3D1}"/>
                  </a:ext>
                </a:extLst>
              </p:cNvPr>
              <p:cNvSpPr/>
              <p:nvPr/>
            </p:nvSpPr>
            <p:spPr>
              <a:xfrm>
                <a:off x="1980994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FEEACFD5-6CF9-8BEE-2F03-FE06FECD1A1D}"/>
                  </a:ext>
                </a:extLst>
              </p:cNvPr>
              <p:cNvSpPr/>
              <p:nvPr/>
            </p:nvSpPr>
            <p:spPr>
              <a:xfrm>
                <a:off x="1953728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56A31F-54AB-8661-CDCE-DF9E3D4E04ED}"/>
                </a:ext>
              </a:extLst>
            </p:cNvPr>
            <p:cNvSpPr/>
            <p:nvPr/>
          </p:nvSpPr>
          <p:spPr>
            <a:xfrm>
              <a:off x="6954415" y="2488016"/>
              <a:ext cx="957896" cy="383113"/>
            </a:xfrm>
            <a:prstGeom prst="rect">
              <a:avLst/>
            </a:prstGeom>
            <a:solidFill>
              <a:srgbClr val="D5E8D4"/>
            </a:solidFill>
            <a:ln w="13805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3" name="Graphic 4">
              <a:extLst>
                <a:ext uri="{FF2B5EF4-FFF2-40B4-BE49-F238E27FC236}">
                  <a16:creationId xmlns:a16="http://schemas.microsoft.com/office/drawing/2014/main" id="{6406BBEB-2A2D-3DCE-F69A-3610B0EF1412}"/>
                </a:ext>
              </a:extLst>
            </p:cNvPr>
            <p:cNvGrpSpPr/>
            <p:nvPr/>
          </p:nvGrpSpPr>
          <p:grpSpPr>
            <a:xfrm>
              <a:off x="6906521" y="2804086"/>
              <a:ext cx="287368" cy="383113"/>
              <a:chOff x="1773914" y="3600796"/>
              <a:chExt cx="207079" cy="276074"/>
            </a:xfrm>
            <a:no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274CD56-3A38-DDF8-8EA8-DBD4886F517D}"/>
                  </a:ext>
                </a:extLst>
              </p:cNvPr>
              <p:cNvSpPr/>
              <p:nvPr/>
            </p:nvSpPr>
            <p:spPr>
              <a:xfrm>
                <a:off x="1773914" y="3600796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A80A09F2-4632-39D6-2AD6-0B8260AB0E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9489" y="3666363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14" name="Graphic 4">
              <a:extLst>
                <a:ext uri="{FF2B5EF4-FFF2-40B4-BE49-F238E27FC236}">
                  <a16:creationId xmlns:a16="http://schemas.microsoft.com/office/drawing/2014/main" id="{D0F03E22-EA11-8C07-DCE7-75359C670769}"/>
                </a:ext>
              </a:extLst>
            </p:cNvPr>
            <p:cNvGrpSpPr/>
            <p:nvPr/>
          </p:nvGrpSpPr>
          <p:grpSpPr>
            <a:xfrm>
              <a:off x="7663258" y="2813664"/>
              <a:ext cx="287368" cy="383113"/>
              <a:chOff x="2319224" y="3607698"/>
              <a:chExt cx="207079" cy="276074"/>
            </a:xfrm>
            <a:noFill/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7FB34D3-B91B-492A-2EA2-8DE5FAE55D39}"/>
                  </a:ext>
                </a:extLst>
              </p:cNvPr>
              <p:cNvSpPr/>
              <p:nvPr/>
            </p:nvSpPr>
            <p:spPr>
              <a:xfrm>
                <a:off x="2319224" y="3607698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1C66DB15-DF66-E10F-0641-F4F3868DE9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84800" y="3673265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BB3B7A4-6794-BD84-4306-F040115F0C77}"/>
                </a:ext>
              </a:extLst>
            </p:cNvPr>
            <p:cNvSpPr/>
            <p:nvPr/>
          </p:nvSpPr>
          <p:spPr>
            <a:xfrm>
              <a:off x="7050205" y="1721788"/>
              <a:ext cx="766317" cy="383113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6" name="Graphic 4">
              <a:extLst>
                <a:ext uri="{FF2B5EF4-FFF2-40B4-BE49-F238E27FC236}">
                  <a16:creationId xmlns:a16="http://schemas.microsoft.com/office/drawing/2014/main" id="{6A1C80E1-A622-EEA5-4316-4815D2927DC5}"/>
                </a:ext>
              </a:extLst>
            </p:cNvPr>
            <p:cNvGrpSpPr/>
            <p:nvPr/>
          </p:nvGrpSpPr>
          <p:grpSpPr>
            <a:xfrm>
              <a:off x="7395240" y="2104903"/>
              <a:ext cx="76631" cy="361659"/>
              <a:chOff x="2126088" y="3096960"/>
              <a:chExt cx="55221" cy="260614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DF3C44A1-6E47-F0E6-7A28-4608B07C3E4D}"/>
                  </a:ext>
                </a:extLst>
              </p:cNvPr>
              <p:cNvSpPr/>
              <p:nvPr/>
            </p:nvSpPr>
            <p:spPr>
              <a:xfrm>
                <a:off x="2151559" y="3096960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4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4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16612816-2B80-0538-3AEA-BF6E7661E238}"/>
                  </a:ext>
                </a:extLst>
              </p:cNvPr>
              <p:cNvSpPr/>
              <p:nvPr/>
            </p:nvSpPr>
            <p:spPr>
              <a:xfrm>
                <a:off x="2126088" y="3301807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5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5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CCF0698F-5905-753D-535E-27C38A5CEB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7169" y="4762173"/>
            <a:ext cx="952827" cy="262409"/>
          </a:xfrm>
          <a:custGeom>
            <a:avLst/>
            <a:gdLst>
              <a:gd name="csX0" fmla="*/ 0 w 932063"/>
              <a:gd name="csY0" fmla="*/ 0 h 256690"/>
              <a:gd name="csX1" fmla="*/ 932063 w 932063"/>
              <a:gd name="csY1" fmla="*/ 0 h 256690"/>
              <a:gd name="csX2" fmla="*/ 932063 w 932063"/>
              <a:gd name="csY2" fmla="*/ 256691 h 256690"/>
              <a:gd name="csX3" fmla="*/ 0 w 932063"/>
              <a:gd name="csY3" fmla="*/ 256691 h 25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2063" h="256690">
                <a:moveTo>
                  <a:pt x="0" y="0"/>
                </a:moveTo>
                <a:lnTo>
                  <a:pt x="932063" y="0"/>
                </a:lnTo>
                <a:lnTo>
                  <a:pt x="932063" y="256691"/>
                </a:lnTo>
                <a:lnTo>
                  <a:pt x="0" y="256691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C31A31E-8740-3255-B5E8-781E1AD02694}"/>
                  </a:ext>
                </a:extLst>
              </p:cNvPr>
              <p:cNvSpPr txBox="1"/>
              <p:nvPr/>
            </p:nvSpPr>
            <p:spPr>
              <a:xfrm>
                <a:off x="7163417" y="3938937"/>
                <a:ext cx="4727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C31A31E-8740-3255-B5E8-781E1AD02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417" y="3938937"/>
                <a:ext cx="472757" cy="400110"/>
              </a:xfrm>
              <a:prstGeom prst="rect">
                <a:avLst/>
              </a:prstGeom>
              <a:blipFill>
                <a:blip r:embed="rId7"/>
                <a:stretch>
                  <a:fillRect t="-9375" r="-18421" b="-25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2B4D884-DD89-4435-6421-A254E190900A}"/>
                  </a:ext>
                </a:extLst>
              </p:cNvPr>
              <p:cNvSpPr txBox="1"/>
              <p:nvPr/>
            </p:nvSpPr>
            <p:spPr>
              <a:xfrm>
                <a:off x="8115358" y="4646369"/>
                <a:ext cx="46679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2B4D884-DD89-4435-6421-A254E1909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358" y="4646369"/>
                <a:ext cx="466794" cy="400110"/>
              </a:xfrm>
              <a:prstGeom prst="rect">
                <a:avLst/>
              </a:prstGeom>
              <a:blipFill>
                <a:blip r:embed="rId8"/>
                <a:stretch>
                  <a:fillRect t="-6061" r="-18421" b="-2424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4E2B444-0241-4AA2-9287-14F8819BE5C7}"/>
                  </a:ext>
                </a:extLst>
              </p:cNvPr>
              <p:cNvSpPr txBox="1"/>
              <p:nvPr/>
            </p:nvSpPr>
            <p:spPr>
              <a:xfrm>
                <a:off x="6873646" y="5323563"/>
                <a:ext cx="620234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4E2B444-0241-4AA2-9287-14F8819BE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646" y="5323563"/>
                <a:ext cx="620234" cy="413511"/>
              </a:xfrm>
              <a:prstGeom prst="rect">
                <a:avLst/>
              </a:prstGeom>
              <a:blipFill>
                <a:blip r:embed="rId9"/>
                <a:stretch>
                  <a:fillRect t="-9091" r="-16327" b="-2121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C935E30-CEEF-6E66-FC75-BD0672BFFE81}"/>
                  </a:ext>
                </a:extLst>
              </p:cNvPr>
              <p:cNvSpPr txBox="1"/>
              <p:nvPr/>
            </p:nvSpPr>
            <p:spPr>
              <a:xfrm>
                <a:off x="7343925" y="5335205"/>
                <a:ext cx="620234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C935E30-CEEF-6E66-FC75-BD0672BFF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925" y="5335205"/>
                <a:ext cx="620234" cy="413511"/>
              </a:xfrm>
              <a:prstGeom prst="rect">
                <a:avLst/>
              </a:prstGeom>
              <a:blipFill>
                <a:blip r:embed="rId10"/>
                <a:stretch>
                  <a:fillRect t="-9091" r="-16327" b="-2121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aphic 4">
            <a:extLst>
              <a:ext uri="{FF2B5EF4-FFF2-40B4-BE49-F238E27FC236}">
                <a16:creationId xmlns:a16="http://schemas.microsoft.com/office/drawing/2014/main" id="{B7DF4634-51C4-6E4A-B3AB-6E8FFFFBA3FF}"/>
              </a:ext>
            </a:extLst>
          </p:cNvPr>
          <p:cNvGrpSpPr/>
          <p:nvPr/>
        </p:nvGrpSpPr>
        <p:grpSpPr>
          <a:xfrm>
            <a:off x="8509641" y="4672583"/>
            <a:ext cx="308963" cy="234663"/>
            <a:chOff x="2949023" y="3304016"/>
            <a:chExt cx="308963" cy="234663"/>
          </a:xfrm>
        </p:grpSpPr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FE6D6F1-B81C-86BB-CBB6-C6CEC140120F}"/>
                </a:ext>
              </a:extLst>
            </p:cNvPr>
            <p:cNvSpPr/>
            <p:nvPr/>
          </p:nvSpPr>
          <p:spPr>
            <a:xfrm>
              <a:off x="2990439" y="3304016"/>
              <a:ext cx="267547" cy="207055"/>
            </a:xfrm>
            <a:custGeom>
              <a:avLst/>
              <a:gdLst>
                <a:gd name="csX0" fmla="*/ 267547 w 267547"/>
                <a:gd name="csY0" fmla="*/ 0 h 207055"/>
                <a:gd name="csX1" fmla="*/ 267547 w 267547"/>
                <a:gd name="csY1" fmla="*/ 207056 h 207055"/>
                <a:gd name="csX2" fmla="*/ 0 w 267547"/>
                <a:gd name="csY2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7547" h="207055">
                  <a:moveTo>
                    <a:pt x="267547" y="0"/>
                  </a:moveTo>
                  <a:lnTo>
                    <a:pt x="267547" y="207056"/>
                  </a:lnTo>
                  <a:lnTo>
                    <a:pt x="0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1740FAD-A9F7-FF68-7FD9-16411416FE4C}"/>
                </a:ext>
              </a:extLst>
            </p:cNvPr>
            <p:cNvSpPr/>
            <p:nvPr/>
          </p:nvSpPr>
          <p:spPr>
            <a:xfrm>
              <a:off x="2949023" y="3483464"/>
              <a:ext cx="55221" cy="55214"/>
            </a:xfrm>
            <a:custGeom>
              <a:avLst/>
              <a:gdLst>
                <a:gd name="csX0" fmla="*/ 0 w 55221"/>
                <a:gd name="csY0" fmla="*/ 27607 h 55214"/>
                <a:gd name="csX1" fmla="*/ 55221 w 55221"/>
                <a:gd name="csY1" fmla="*/ 0 h 55214"/>
                <a:gd name="csX2" fmla="*/ 41416 w 55221"/>
                <a:gd name="csY2" fmla="*/ 27607 h 55214"/>
                <a:gd name="csX3" fmla="*/ 55221 w 55221"/>
                <a:gd name="csY3" fmla="*/ 55215 h 55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21" h="55214">
                  <a:moveTo>
                    <a:pt x="0" y="27607"/>
                  </a:moveTo>
                  <a:lnTo>
                    <a:pt x="55221" y="0"/>
                  </a:lnTo>
                  <a:lnTo>
                    <a:pt x="41416" y="27607"/>
                  </a:lnTo>
                  <a:lnTo>
                    <a:pt x="55221" y="55215"/>
                  </a:lnTo>
                  <a:close/>
                </a:path>
              </a:pathLst>
            </a:custGeom>
            <a:solidFill>
              <a:srgbClr val="000000"/>
            </a:solidFill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81" name="Freeform 80">
            <a:extLst>
              <a:ext uri="{FF2B5EF4-FFF2-40B4-BE49-F238E27FC236}">
                <a16:creationId xmlns:a16="http://schemas.microsoft.com/office/drawing/2014/main" id="{691AD254-E9FC-5B85-31B1-7C34C25A89B5}"/>
              </a:ext>
            </a:extLst>
          </p:cNvPr>
          <p:cNvSpPr/>
          <p:nvPr/>
        </p:nvSpPr>
        <p:spPr>
          <a:xfrm>
            <a:off x="9163738" y="4672583"/>
            <a:ext cx="483" cy="207055"/>
          </a:xfrm>
          <a:custGeom>
            <a:avLst/>
            <a:gdLst>
              <a:gd name="csX0" fmla="*/ 0 w 483"/>
              <a:gd name="csY0" fmla="*/ 0 h 207055"/>
              <a:gd name="csX1" fmla="*/ 483 w 483"/>
              <a:gd name="csY1" fmla="*/ 207056 h 207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83" h="207055">
                <a:moveTo>
                  <a:pt x="0" y="0"/>
                </a:moveTo>
                <a:lnTo>
                  <a:pt x="483" y="207056"/>
                </a:lnTo>
              </a:path>
            </a:pathLst>
          </a:custGeom>
          <a:noFill/>
          <a:ln w="1380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90A5D06-E086-4163-F579-27E234F2EA64}"/>
              </a:ext>
            </a:extLst>
          </p:cNvPr>
          <p:cNvSpPr/>
          <p:nvPr/>
        </p:nvSpPr>
        <p:spPr>
          <a:xfrm>
            <a:off x="8646038" y="4396508"/>
            <a:ext cx="690266" cy="276074"/>
          </a:xfrm>
          <a:prstGeom prst="rect">
            <a:avLst/>
          </a:prstGeom>
          <a:solidFill>
            <a:srgbClr val="FFE6CC"/>
          </a:solidFill>
          <a:ln w="13805" cap="flat">
            <a:solidFill>
              <a:srgbClr val="D79B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83" name="Graphic 4">
            <a:extLst>
              <a:ext uri="{FF2B5EF4-FFF2-40B4-BE49-F238E27FC236}">
                <a16:creationId xmlns:a16="http://schemas.microsoft.com/office/drawing/2014/main" id="{524FB5C3-E17C-4A66-E12F-CB828C2D9785}"/>
              </a:ext>
            </a:extLst>
          </p:cNvPr>
          <p:cNvGrpSpPr/>
          <p:nvPr/>
        </p:nvGrpSpPr>
        <p:grpSpPr>
          <a:xfrm>
            <a:off x="8614976" y="4610466"/>
            <a:ext cx="207079" cy="276074"/>
            <a:chOff x="3054358" y="3241899"/>
            <a:chExt cx="207079" cy="276074"/>
          </a:xfrm>
          <a:noFill/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95C43C2-2C14-7ABB-2C5E-C5456081C19B}"/>
                </a:ext>
              </a:extLst>
            </p:cNvPr>
            <p:cNvSpPr/>
            <p:nvPr/>
          </p:nvSpPr>
          <p:spPr>
            <a:xfrm>
              <a:off x="3054358" y="3241899"/>
              <a:ext cx="207079" cy="276074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29DA7424-9A34-2EA0-BCCE-7756D7FF5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3385" y="3307467"/>
              <a:ext cx="75929" cy="172546"/>
            </a:xfrm>
            <a:custGeom>
              <a:avLst/>
              <a:gdLst>
                <a:gd name="csX0" fmla="*/ 0 w 75929"/>
                <a:gd name="csY0" fmla="*/ 0 h 172546"/>
                <a:gd name="csX1" fmla="*/ 75929 w 75929"/>
                <a:gd name="csY1" fmla="*/ 0 h 172546"/>
                <a:gd name="csX2" fmla="*/ 75929 w 75929"/>
                <a:gd name="csY2" fmla="*/ 172547 h 172546"/>
                <a:gd name="csX3" fmla="*/ 0 w 75929"/>
                <a:gd name="csY3" fmla="*/ 172547 h 172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929" h="172546">
                  <a:moveTo>
                    <a:pt x="0" y="0"/>
                  </a:moveTo>
                  <a:lnTo>
                    <a:pt x="75929" y="0"/>
                  </a:lnTo>
                  <a:lnTo>
                    <a:pt x="75929" y="172547"/>
                  </a:lnTo>
                  <a:lnTo>
                    <a:pt x="0" y="172547"/>
                  </a:lnTo>
                  <a:close/>
                </a:path>
              </a:pathLst>
            </a:custGeom>
          </p:spPr>
        </p:pic>
      </p:grpSp>
      <p:grpSp>
        <p:nvGrpSpPr>
          <p:cNvPr id="86" name="Graphic 4">
            <a:extLst>
              <a:ext uri="{FF2B5EF4-FFF2-40B4-BE49-F238E27FC236}">
                <a16:creationId xmlns:a16="http://schemas.microsoft.com/office/drawing/2014/main" id="{9B5052A5-69BE-A8DF-E857-596C786D0A4C}"/>
              </a:ext>
            </a:extLst>
          </p:cNvPr>
          <p:cNvGrpSpPr/>
          <p:nvPr/>
        </p:nvGrpSpPr>
        <p:grpSpPr>
          <a:xfrm>
            <a:off x="9160286" y="4617368"/>
            <a:ext cx="207079" cy="276074"/>
            <a:chOff x="3599668" y="3248801"/>
            <a:chExt cx="207079" cy="276074"/>
          </a:xfrm>
          <a:noFill/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FE2793A-2295-6BD3-52E5-B84379837540}"/>
                </a:ext>
              </a:extLst>
            </p:cNvPr>
            <p:cNvSpPr/>
            <p:nvPr/>
          </p:nvSpPr>
          <p:spPr>
            <a:xfrm>
              <a:off x="3599668" y="3248801"/>
              <a:ext cx="207079" cy="276074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0B57530B-F786-2CBC-6261-F8D3E65BB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68695" y="3314368"/>
              <a:ext cx="75929" cy="172546"/>
            </a:xfrm>
            <a:custGeom>
              <a:avLst/>
              <a:gdLst>
                <a:gd name="csX0" fmla="*/ 0 w 75929"/>
                <a:gd name="csY0" fmla="*/ 0 h 172546"/>
                <a:gd name="csX1" fmla="*/ 75929 w 75929"/>
                <a:gd name="csY1" fmla="*/ 0 h 172546"/>
                <a:gd name="csX2" fmla="*/ 75929 w 75929"/>
                <a:gd name="csY2" fmla="*/ 172547 h 172546"/>
                <a:gd name="csX3" fmla="*/ 0 w 75929"/>
                <a:gd name="csY3" fmla="*/ 172547 h 172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929" h="172546">
                  <a:moveTo>
                    <a:pt x="0" y="0"/>
                  </a:moveTo>
                  <a:lnTo>
                    <a:pt x="75929" y="0"/>
                  </a:lnTo>
                  <a:lnTo>
                    <a:pt x="75929" y="172547"/>
                  </a:lnTo>
                  <a:lnTo>
                    <a:pt x="0" y="172547"/>
                  </a:lnTo>
                  <a:close/>
                </a:path>
              </a:pathLst>
            </a:custGeom>
          </p:spPr>
        </p:pic>
      </p:grpSp>
      <p:sp>
        <p:nvSpPr>
          <p:cNvPr id="89" name="Freeform 88">
            <a:extLst>
              <a:ext uri="{FF2B5EF4-FFF2-40B4-BE49-F238E27FC236}">
                <a16:creationId xmlns:a16="http://schemas.microsoft.com/office/drawing/2014/main" id="{7AE2B0A3-274C-564C-5F3F-2923201B0798}"/>
              </a:ext>
            </a:extLst>
          </p:cNvPr>
          <p:cNvSpPr/>
          <p:nvPr/>
        </p:nvSpPr>
        <p:spPr>
          <a:xfrm>
            <a:off x="9094711" y="4879639"/>
            <a:ext cx="138053" cy="6901"/>
          </a:xfrm>
          <a:custGeom>
            <a:avLst/>
            <a:gdLst>
              <a:gd name="csX0" fmla="*/ 0 w 138053"/>
              <a:gd name="csY0" fmla="*/ 0 h 6901"/>
              <a:gd name="csX1" fmla="*/ 138053 w 138053"/>
              <a:gd name="csY1" fmla="*/ 0 h 6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8053" h="6901">
                <a:moveTo>
                  <a:pt x="0" y="0"/>
                </a:moveTo>
                <a:lnTo>
                  <a:pt x="138053" y="0"/>
                </a:lnTo>
              </a:path>
            </a:pathLst>
          </a:custGeom>
          <a:noFill/>
          <a:ln w="13805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grpSp>
        <p:nvGrpSpPr>
          <p:cNvPr id="90" name="Graphic 4">
            <a:extLst>
              <a:ext uri="{FF2B5EF4-FFF2-40B4-BE49-F238E27FC236}">
                <a16:creationId xmlns:a16="http://schemas.microsoft.com/office/drawing/2014/main" id="{7984B45B-2DA4-B974-A36B-7D9BDC30D02C}"/>
              </a:ext>
            </a:extLst>
          </p:cNvPr>
          <p:cNvGrpSpPr/>
          <p:nvPr/>
        </p:nvGrpSpPr>
        <p:grpSpPr>
          <a:xfrm>
            <a:off x="8963699" y="4120433"/>
            <a:ext cx="55221" cy="260614"/>
            <a:chOff x="3403081" y="2751866"/>
            <a:chExt cx="55221" cy="260614"/>
          </a:xfrm>
        </p:grpSpPr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7AA02D12-471A-A8D7-E0C4-AFDA171C9AE0}"/>
                </a:ext>
              </a:extLst>
            </p:cNvPr>
            <p:cNvSpPr/>
            <p:nvPr/>
          </p:nvSpPr>
          <p:spPr>
            <a:xfrm>
              <a:off x="3428551" y="2751866"/>
              <a:ext cx="3382" cy="219272"/>
            </a:xfrm>
            <a:custGeom>
              <a:avLst/>
              <a:gdLst>
                <a:gd name="csX0" fmla="*/ 0 w 3382"/>
                <a:gd name="csY0" fmla="*/ 0 h 219272"/>
                <a:gd name="csX1" fmla="*/ 3382 w 3382"/>
                <a:gd name="csY1" fmla="*/ 144939 h 219272"/>
                <a:gd name="csX2" fmla="*/ 1864 w 3382"/>
                <a:gd name="csY2" fmla="*/ 219272 h 219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382" h="219272">
                  <a:moveTo>
                    <a:pt x="0" y="0"/>
                  </a:moveTo>
                  <a:lnTo>
                    <a:pt x="3382" y="144939"/>
                  </a:lnTo>
                  <a:lnTo>
                    <a:pt x="1864" y="219272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E75E697A-4B66-1304-9F84-5F17EB8C2C7D}"/>
                </a:ext>
              </a:extLst>
            </p:cNvPr>
            <p:cNvSpPr/>
            <p:nvPr/>
          </p:nvSpPr>
          <p:spPr>
            <a:xfrm>
              <a:off x="3403081" y="2956714"/>
              <a:ext cx="55221" cy="55767"/>
            </a:xfrm>
            <a:custGeom>
              <a:avLst/>
              <a:gdLst>
                <a:gd name="csX0" fmla="*/ 26506 w 55221"/>
                <a:gd name="csY0" fmla="*/ 55767 h 55767"/>
                <a:gd name="csX1" fmla="*/ 0 w 55221"/>
                <a:gd name="csY1" fmla="*/ 0 h 55767"/>
                <a:gd name="csX2" fmla="*/ 27335 w 55221"/>
                <a:gd name="csY2" fmla="*/ 14425 h 55767"/>
                <a:gd name="csX3" fmla="*/ 55221 w 55221"/>
                <a:gd name="csY3" fmla="*/ 1173 h 55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21" h="55767">
                  <a:moveTo>
                    <a:pt x="26506" y="55767"/>
                  </a:moveTo>
                  <a:lnTo>
                    <a:pt x="0" y="0"/>
                  </a:lnTo>
                  <a:lnTo>
                    <a:pt x="27335" y="14425"/>
                  </a:lnTo>
                  <a:lnTo>
                    <a:pt x="55221" y="1173"/>
                  </a:lnTo>
                  <a:close/>
                </a:path>
              </a:pathLst>
            </a:custGeom>
            <a:solidFill>
              <a:srgbClr val="000000"/>
            </a:solidFill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97" name="Graphic 18">
            <a:extLst>
              <a:ext uri="{FF2B5EF4-FFF2-40B4-BE49-F238E27FC236}">
                <a16:creationId xmlns:a16="http://schemas.microsoft.com/office/drawing/2014/main" id="{978A0A1E-9DE2-1095-FBA6-27FB7ADEF11B}"/>
              </a:ext>
            </a:extLst>
          </p:cNvPr>
          <p:cNvGrpSpPr/>
          <p:nvPr/>
        </p:nvGrpSpPr>
        <p:grpSpPr>
          <a:xfrm>
            <a:off x="9831128" y="4103372"/>
            <a:ext cx="737988" cy="295376"/>
            <a:chOff x="8191685" y="6685098"/>
            <a:chExt cx="951915" cy="381000"/>
          </a:xfrm>
          <a:solidFill>
            <a:srgbClr val="DAE8FC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3AE18E3-9745-0D62-7A4C-28A7E3C2C356}"/>
                </a:ext>
              </a:extLst>
            </p:cNvPr>
            <p:cNvSpPr/>
            <p:nvPr/>
          </p:nvSpPr>
          <p:spPr>
            <a:xfrm>
              <a:off x="8191685" y="6685098"/>
              <a:ext cx="951915" cy="381000"/>
            </a:xfrm>
            <a:prstGeom prst="rect">
              <a:avLst/>
            </a:prstGeom>
            <a:solidFill>
              <a:srgbClr val="DAE8FC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73AD3B10-37BF-D5AA-907A-8601575EA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201204" y="6766060"/>
              <a:ext cx="932876" cy="257175"/>
            </a:xfrm>
            <a:custGeom>
              <a:avLst/>
              <a:gdLst>
                <a:gd name="csX0" fmla="*/ 0 w 932876"/>
                <a:gd name="csY0" fmla="*/ 0 h 257175"/>
                <a:gd name="csX1" fmla="*/ 932877 w 932876"/>
                <a:gd name="csY1" fmla="*/ 0 h 257175"/>
                <a:gd name="csX2" fmla="*/ 932877 w 932876"/>
                <a:gd name="csY2" fmla="*/ 257175 h 257175"/>
                <a:gd name="csX3" fmla="*/ 0 w 932876"/>
                <a:gd name="csY3" fmla="*/ 257175 h 257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32876" h="257175">
                  <a:moveTo>
                    <a:pt x="0" y="0"/>
                  </a:moveTo>
                  <a:lnTo>
                    <a:pt x="932877" y="0"/>
                  </a:lnTo>
                  <a:lnTo>
                    <a:pt x="932877" y="257175"/>
                  </a:lnTo>
                  <a:lnTo>
                    <a:pt x="0" y="257175"/>
                  </a:lnTo>
                  <a:close/>
                </a:path>
              </a:pathLst>
            </a:custGeom>
          </p:spPr>
        </p:pic>
      </p:grpSp>
      <p:grpSp>
        <p:nvGrpSpPr>
          <p:cNvPr id="100" name="Graphic 18">
            <a:extLst>
              <a:ext uri="{FF2B5EF4-FFF2-40B4-BE49-F238E27FC236}">
                <a16:creationId xmlns:a16="http://schemas.microsoft.com/office/drawing/2014/main" id="{F9FDB882-5FFC-31E4-2D88-167655279502}"/>
              </a:ext>
            </a:extLst>
          </p:cNvPr>
          <p:cNvGrpSpPr/>
          <p:nvPr/>
        </p:nvGrpSpPr>
        <p:grpSpPr>
          <a:xfrm>
            <a:off x="10399378" y="3793227"/>
            <a:ext cx="59039" cy="286220"/>
            <a:chOff x="8924660" y="6285048"/>
            <a:chExt cx="76153" cy="369189"/>
          </a:xfrm>
        </p:grpSpPr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3C7381CF-34EA-90D9-7E52-D8EC2E8EEE8B}"/>
                </a:ext>
              </a:extLst>
            </p:cNvPr>
            <p:cNvSpPr/>
            <p:nvPr/>
          </p:nvSpPr>
          <p:spPr>
            <a:xfrm>
              <a:off x="8962736" y="6285048"/>
              <a:ext cx="9519" cy="312039"/>
            </a:xfrm>
            <a:custGeom>
              <a:avLst/>
              <a:gdLst>
                <a:gd name="csX0" fmla="*/ 0 w 9519"/>
                <a:gd name="csY0" fmla="*/ 0 h 312039"/>
                <a:gd name="csX1" fmla="*/ 0 w 9519"/>
                <a:gd name="csY1" fmla="*/ 312039 h 312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19" h="312039">
                  <a:moveTo>
                    <a:pt x="0" y="0"/>
                  </a:moveTo>
                  <a:lnTo>
                    <a:pt x="0" y="312039"/>
                  </a:lnTo>
                </a:path>
              </a:pathLst>
            </a:custGeom>
            <a:noFill/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3BAAF3A6-F935-1887-3C6C-EC6174FE0EFE}"/>
                </a:ext>
              </a:extLst>
            </p:cNvPr>
            <p:cNvSpPr/>
            <p:nvPr/>
          </p:nvSpPr>
          <p:spPr>
            <a:xfrm>
              <a:off x="8924660" y="6578037"/>
              <a:ext cx="76153" cy="76200"/>
            </a:xfrm>
            <a:custGeom>
              <a:avLst/>
              <a:gdLst>
                <a:gd name="csX0" fmla="*/ 38077 w 76153"/>
                <a:gd name="csY0" fmla="*/ 76200 h 76200"/>
                <a:gd name="csX1" fmla="*/ 0 w 76153"/>
                <a:gd name="csY1" fmla="*/ 0 h 76200"/>
                <a:gd name="csX2" fmla="*/ 38077 w 76153"/>
                <a:gd name="csY2" fmla="*/ 19050 h 76200"/>
                <a:gd name="csX3" fmla="*/ 76153 w 76153"/>
                <a:gd name="csY3" fmla="*/ 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153" h="76200">
                  <a:moveTo>
                    <a:pt x="38077" y="76200"/>
                  </a:moveTo>
                  <a:lnTo>
                    <a:pt x="0" y="0"/>
                  </a:lnTo>
                  <a:lnTo>
                    <a:pt x="38077" y="19050"/>
                  </a:lnTo>
                  <a:lnTo>
                    <a:pt x="76153" y="0"/>
                  </a:lnTo>
                  <a:close/>
                </a:path>
              </a:pathLst>
            </a:custGeom>
            <a:solidFill>
              <a:srgbClr val="000000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03" name="Graphic 18">
            <a:extLst>
              <a:ext uri="{FF2B5EF4-FFF2-40B4-BE49-F238E27FC236}">
                <a16:creationId xmlns:a16="http://schemas.microsoft.com/office/drawing/2014/main" id="{E09EAF54-9963-84C5-414B-793B56C57FEE}"/>
              </a:ext>
            </a:extLst>
          </p:cNvPr>
          <p:cNvGrpSpPr/>
          <p:nvPr/>
        </p:nvGrpSpPr>
        <p:grpSpPr>
          <a:xfrm>
            <a:off x="10593026" y="4225214"/>
            <a:ext cx="204865" cy="59075"/>
            <a:chOff x="9174442" y="6842260"/>
            <a:chExt cx="264251" cy="76200"/>
          </a:xfrm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1BFE8EC-A30B-3279-E281-B9F405C357A5}"/>
                </a:ext>
              </a:extLst>
            </p:cNvPr>
            <p:cNvSpPr/>
            <p:nvPr/>
          </p:nvSpPr>
          <p:spPr>
            <a:xfrm>
              <a:off x="9231557" y="6880360"/>
              <a:ext cx="207136" cy="9525"/>
            </a:xfrm>
            <a:custGeom>
              <a:avLst/>
              <a:gdLst>
                <a:gd name="csX0" fmla="*/ 207137 w 207136"/>
                <a:gd name="csY0" fmla="*/ 0 h 9525"/>
                <a:gd name="csX1" fmla="*/ 0 w 207136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7136" h="9525">
                  <a:moveTo>
                    <a:pt x="207137" y="0"/>
                  </a:moveTo>
                  <a:lnTo>
                    <a:pt x="0" y="0"/>
                  </a:lnTo>
                </a:path>
              </a:pathLst>
            </a:custGeom>
            <a:noFill/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742A0B05-7814-8972-B7C2-77EF9565BBCE}"/>
                </a:ext>
              </a:extLst>
            </p:cNvPr>
            <p:cNvSpPr/>
            <p:nvPr/>
          </p:nvSpPr>
          <p:spPr>
            <a:xfrm>
              <a:off x="9174442" y="6842260"/>
              <a:ext cx="76153" cy="76200"/>
            </a:xfrm>
            <a:custGeom>
              <a:avLst/>
              <a:gdLst>
                <a:gd name="csX0" fmla="*/ 0 w 76153"/>
                <a:gd name="csY0" fmla="*/ 38100 h 76200"/>
                <a:gd name="csX1" fmla="*/ 76153 w 76153"/>
                <a:gd name="csY1" fmla="*/ 0 h 76200"/>
                <a:gd name="csX2" fmla="*/ 57115 w 76153"/>
                <a:gd name="csY2" fmla="*/ 38100 h 76200"/>
                <a:gd name="csX3" fmla="*/ 76153 w 76153"/>
                <a:gd name="csY3" fmla="*/ 762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153" h="76200">
                  <a:moveTo>
                    <a:pt x="0" y="38100"/>
                  </a:moveTo>
                  <a:lnTo>
                    <a:pt x="76153" y="0"/>
                  </a:lnTo>
                  <a:lnTo>
                    <a:pt x="57115" y="38100"/>
                  </a:lnTo>
                  <a:lnTo>
                    <a:pt x="76153" y="76200"/>
                  </a:lnTo>
                  <a:close/>
                </a:path>
              </a:pathLst>
            </a:custGeom>
            <a:solidFill>
              <a:srgbClr val="000000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06" name="Graphic 18">
            <a:extLst>
              <a:ext uri="{FF2B5EF4-FFF2-40B4-BE49-F238E27FC236}">
                <a16:creationId xmlns:a16="http://schemas.microsoft.com/office/drawing/2014/main" id="{325DFCA2-1510-4232-2CED-CC0C0CB60D0F}"/>
              </a:ext>
            </a:extLst>
          </p:cNvPr>
          <p:cNvGrpSpPr/>
          <p:nvPr/>
        </p:nvGrpSpPr>
        <p:grpSpPr>
          <a:xfrm>
            <a:off x="9764708" y="3903993"/>
            <a:ext cx="221396" cy="221532"/>
            <a:chOff x="8106012" y="6427923"/>
            <a:chExt cx="285574" cy="285750"/>
          </a:xfrm>
          <a:noFill/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D583FC1-E68F-6213-A5BB-55C7605C4C2C}"/>
                </a:ext>
              </a:extLst>
            </p:cNvPr>
            <p:cNvSpPr/>
            <p:nvPr/>
          </p:nvSpPr>
          <p:spPr>
            <a:xfrm>
              <a:off x="8106012" y="6427923"/>
              <a:ext cx="285574" cy="28575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3BB100E2-459B-AEA4-C0EC-6FA69CD56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201204" y="6485073"/>
              <a:ext cx="95191" cy="209550"/>
            </a:xfrm>
            <a:custGeom>
              <a:avLst/>
              <a:gdLst>
                <a:gd name="csX0" fmla="*/ 0 w 95191"/>
                <a:gd name="csY0" fmla="*/ 0 h 209550"/>
                <a:gd name="csX1" fmla="*/ 95192 w 95191"/>
                <a:gd name="csY1" fmla="*/ 0 h 209550"/>
                <a:gd name="csX2" fmla="*/ 95192 w 95191"/>
                <a:gd name="csY2" fmla="*/ 209550 h 209550"/>
                <a:gd name="csX3" fmla="*/ 0 w 95191"/>
                <a:gd name="csY3" fmla="*/ 209550 h 2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5191" h="209550">
                  <a:moveTo>
                    <a:pt x="0" y="0"/>
                  </a:moveTo>
                  <a:lnTo>
                    <a:pt x="95192" y="0"/>
                  </a:lnTo>
                  <a:lnTo>
                    <a:pt x="95192" y="209550"/>
                  </a:lnTo>
                  <a:lnTo>
                    <a:pt x="0" y="209550"/>
                  </a:lnTo>
                  <a:close/>
                </a:path>
              </a:pathLst>
            </a:custGeom>
          </p:spPr>
        </p:pic>
      </p:grpSp>
      <p:grpSp>
        <p:nvGrpSpPr>
          <p:cNvPr id="109" name="Graphic 18">
            <a:extLst>
              <a:ext uri="{FF2B5EF4-FFF2-40B4-BE49-F238E27FC236}">
                <a16:creationId xmlns:a16="http://schemas.microsoft.com/office/drawing/2014/main" id="{6A760857-6927-4B16-6A9E-CAF77174072C}"/>
              </a:ext>
            </a:extLst>
          </p:cNvPr>
          <p:cNvGrpSpPr/>
          <p:nvPr/>
        </p:nvGrpSpPr>
        <p:grpSpPr>
          <a:xfrm>
            <a:off x="9949205" y="3807995"/>
            <a:ext cx="59039" cy="271451"/>
            <a:chOff x="8343991" y="6304098"/>
            <a:chExt cx="76153" cy="350139"/>
          </a:xfrm>
        </p:grpSpPr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0A5D619F-263F-395F-96CC-F37A334CBFA3}"/>
                </a:ext>
              </a:extLst>
            </p:cNvPr>
            <p:cNvSpPr/>
            <p:nvPr/>
          </p:nvSpPr>
          <p:spPr>
            <a:xfrm>
              <a:off x="8382068" y="6304098"/>
              <a:ext cx="9519" cy="292989"/>
            </a:xfrm>
            <a:custGeom>
              <a:avLst/>
              <a:gdLst>
                <a:gd name="csX0" fmla="*/ 0 w 9519"/>
                <a:gd name="csY0" fmla="*/ 0 h 292989"/>
                <a:gd name="csX1" fmla="*/ 0 w 9519"/>
                <a:gd name="csY1" fmla="*/ 292989 h 292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19" h="292989">
                  <a:moveTo>
                    <a:pt x="0" y="0"/>
                  </a:moveTo>
                  <a:lnTo>
                    <a:pt x="0" y="292989"/>
                  </a:lnTo>
                </a:path>
              </a:pathLst>
            </a:custGeom>
            <a:noFill/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EB3360E9-BDB3-A17D-3E3A-92BCC3CA2469}"/>
                </a:ext>
              </a:extLst>
            </p:cNvPr>
            <p:cNvSpPr/>
            <p:nvPr/>
          </p:nvSpPr>
          <p:spPr>
            <a:xfrm>
              <a:off x="8343991" y="6578037"/>
              <a:ext cx="76153" cy="76200"/>
            </a:xfrm>
            <a:custGeom>
              <a:avLst/>
              <a:gdLst>
                <a:gd name="csX0" fmla="*/ 38077 w 76153"/>
                <a:gd name="csY0" fmla="*/ 76200 h 76200"/>
                <a:gd name="csX1" fmla="*/ 0 w 76153"/>
                <a:gd name="csY1" fmla="*/ 0 h 76200"/>
                <a:gd name="csX2" fmla="*/ 38077 w 76153"/>
                <a:gd name="csY2" fmla="*/ 19050 h 76200"/>
                <a:gd name="csX3" fmla="*/ 76153 w 76153"/>
                <a:gd name="csY3" fmla="*/ 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6153" h="76200">
                  <a:moveTo>
                    <a:pt x="38077" y="76200"/>
                  </a:moveTo>
                  <a:lnTo>
                    <a:pt x="0" y="0"/>
                  </a:lnTo>
                  <a:lnTo>
                    <a:pt x="38077" y="19050"/>
                  </a:lnTo>
                  <a:lnTo>
                    <a:pt x="76153" y="0"/>
                  </a:lnTo>
                  <a:close/>
                </a:path>
              </a:pathLst>
            </a:custGeom>
            <a:solidFill>
              <a:srgbClr val="000000"/>
            </a:solidFill>
            <a:ln w="1901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112" name="Graphic 18">
            <a:extLst>
              <a:ext uri="{FF2B5EF4-FFF2-40B4-BE49-F238E27FC236}">
                <a16:creationId xmlns:a16="http://schemas.microsoft.com/office/drawing/2014/main" id="{2D3ACD50-9B9E-6B8C-CCD6-3704D59F2B32}"/>
              </a:ext>
            </a:extLst>
          </p:cNvPr>
          <p:cNvGrpSpPr/>
          <p:nvPr/>
        </p:nvGrpSpPr>
        <p:grpSpPr>
          <a:xfrm>
            <a:off x="10406758" y="3903993"/>
            <a:ext cx="221396" cy="221532"/>
            <a:chOff x="8934179" y="6427923"/>
            <a:chExt cx="285574" cy="285750"/>
          </a:xfrm>
          <a:noFill/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3B479DF-6888-2F29-FB1B-D5AFFBC28FE3}"/>
                </a:ext>
              </a:extLst>
            </p:cNvPr>
            <p:cNvSpPr/>
            <p:nvPr/>
          </p:nvSpPr>
          <p:spPr>
            <a:xfrm>
              <a:off x="8934179" y="6427923"/>
              <a:ext cx="285574" cy="28575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B7BD57DC-1431-98E1-8C53-9221A7845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034130" y="6485073"/>
              <a:ext cx="85672" cy="209550"/>
            </a:xfrm>
            <a:custGeom>
              <a:avLst/>
              <a:gdLst>
                <a:gd name="csX0" fmla="*/ 0 w 85672"/>
                <a:gd name="csY0" fmla="*/ 0 h 209550"/>
                <a:gd name="csX1" fmla="*/ 85672 w 85672"/>
                <a:gd name="csY1" fmla="*/ 0 h 209550"/>
                <a:gd name="csX2" fmla="*/ 85672 w 85672"/>
                <a:gd name="csY2" fmla="*/ 209550 h 209550"/>
                <a:gd name="csX3" fmla="*/ 0 w 85672"/>
                <a:gd name="csY3" fmla="*/ 209550 h 2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5672" h="209550">
                  <a:moveTo>
                    <a:pt x="0" y="0"/>
                  </a:moveTo>
                  <a:lnTo>
                    <a:pt x="85672" y="0"/>
                  </a:lnTo>
                  <a:lnTo>
                    <a:pt x="85672" y="209550"/>
                  </a:lnTo>
                  <a:lnTo>
                    <a:pt x="0" y="209550"/>
                  </a:lnTo>
                  <a:close/>
                </a:path>
              </a:pathLst>
            </a:custGeom>
          </p:spPr>
        </p:pic>
      </p:grp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5C016DD4-8813-52E7-109E-0D08FD3034C1}"/>
              </a:ext>
            </a:extLst>
          </p:cNvPr>
          <p:cNvCxnSpPr>
            <a:cxnSpLocks/>
            <a:stCxn id="98" idx="2"/>
            <a:endCxn id="82" idx="3"/>
          </p:cNvCxnSpPr>
          <p:nvPr/>
        </p:nvCxnSpPr>
        <p:spPr>
          <a:xfrm rot="5400000">
            <a:off x="9700315" y="4034737"/>
            <a:ext cx="135797" cy="863818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19">
            <a:extLst>
              <a:ext uri="{FF2B5EF4-FFF2-40B4-BE49-F238E27FC236}">
                <a16:creationId xmlns:a16="http://schemas.microsoft.com/office/drawing/2014/main" id="{4E1DC9C3-1C6B-CE81-196B-84831505F8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761" y="4457604"/>
            <a:ext cx="784312" cy="216000"/>
          </a:xfrm>
          <a:custGeom>
            <a:avLst/>
            <a:gdLst>
              <a:gd name="csX0" fmla="*/ 0 w 932063"/>
              <a:gd name="csY0" fmla="*/ 0 h 256690"/>
              <a:gd name="csX1" fmla="*/ 932063 w 932063"/>
              <a:gd name="csY1" fmla="*/ 0 h 256690"/>
              <a:gd name="csX2" fmla="*/ 932063 w 932063"/>
              <a:gd name="csY2" fmla="*/ 256691 h 256690"/>
              <a:gd name="csX3" fmla="*/ 0 w 932063"/>
              <a:gd name="csY3" fmla="*/ 256691 h 256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2063" h="256690">
                <a:moveTo>
                  <a:pt x="0" y="0"/>
                </a:moveTo>
                <a:lnTo>
                  <a:pt x="932063" y="0"/>
                </a:lnTo>
                <a:lnTo>
                  <a:pt x="932063" y="256691"/>
                </a:lnTo>
                <a:lnTo>
                  <a:pt x="0" y="256691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0F74DD1C-1790-9782-50D3-DDE947A16293}"/>
                  </a:ext>
                </a:extLst>
              </p:cNvPr>
              <p:cNvSpPr txBox="1"/>
              <p:nvPr/>
            </p:nvSpPr>
            <p:spPr>
              <a:xfrm>
                <a:off x="8769520" y="3769047"/>
                <a:ext cx="46679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0F74DD1C-1790-9782-50D3-DDE947A16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520" y="3769047"/>
                <a:ext cx="466794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3226DAF-BB7A-765E-8712-5B459268E0F3}"/>
                  </a:ext>
                </a:extLst>
              </p:cNvPr>
              <p:cNvSpPr txBox="1"/>
              <p:nvPr/>
            </p:nvSpPr>
            <p:spPr>
              <a:xfrm>
                <a:off x="10734233" y="4057291"/>
                <a:ext cx="4222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3226DAF-BB7A-765E-8712-5B459268E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4233" y="4057291"/>
                <a:ext cx="422295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005DE40-BCEE-E3B6-FB3E-D48ADB330FFA}"/>
                  </a:ext>
                </a:extLst>
              </p:cNvPr>
              <p:cNvSpPr txBox="1"/>
              <p:nvPr/>
            </p:nvSpPr>
            <p:spPr>
              <a:xfrm>
                <a:off x="10195500" y="3481303"/>
                <a:ext cx="42704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005DE40-BCEE-E3B6-FB3E-D48ADB330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500" y="3481303"/>
                <a:ext cx="427040" cy="338554"/>
              </a:xfrm>
              <a:prstGeom prst="rect">
                <a:avLst/>
              </a:prstGeom>
              <a:blipFill>
                <a:blip r:embed="rId1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6349270D-AC16-719D-FF84-91F1C8A0C3E8}"/>
                  </a:ext>
                </a:extLst>
              </p:cNvPr>
              <p:cNvSpPr txBox="1"/>
              <p:nvPr/>
            </p:nvSpPr>
            <p:spPr>
              <a:xfrm>
                <a:off x="9757789" y="3480631"/>
                <a:ext cx="42704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6349270D-AC16-719D-FF84-91F1C8A0C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789" y="3480631"/>
                <a:ext cx="42704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27399"/>
      </p:ext>
    </p:extLst>
  </p:cSld>
  <p:clrMapOvr>
    <a:masterClrMapping/>
  </p:clrMapOvr>
  <p:transition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3A426-4641-7A7A-51E3-B1D4FD01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0F1696-4649-9335-D110-B515EF72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31DC14-9398-F07B-BEF2-7E4528170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73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1B5C74BE-B829-8A52-F3CE-BF41085C6E04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18A94022-6097-D379-A3BC-ABDF83FA31E3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D48A53-CFB2-D6F1-9D5B-E40E207E2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19" b="26402"/>
          <a:stretch>
            <a:fillRect/>
          </a:stretch>
        </p:blipFill>
        <p:spPr>
          <a:xfrm>
            <a:off x="2508249" y="2872016"/>
            <a:ext cx="2474976" cy="312288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1051E8-0DC6-A7AD-D8B8-B4B807E2C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729285"/>
              </p:ext>
            </p:extLst>
          </p:nvPr>
        </p:nvGraphicFramePr>
        <p:xfrm>
          <a:off x="2175740" y="961502"/>
          <a:ext cx="78405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562">
                  <a:extLst>
                    <a:ext uri="{9D8B030D-6E8A-4147-A177-3AD203B41FA5}">
                      <a16:colId xmlns:a16="http://schemas.microsoft.com/office/drawing/2014/main" val="2845848284"/>
                    </a:ext>
                  </a:extLst>
                </a:gridCol>
                <a:gridCol w="3448207">
                  <a:extLst>
                    <a:ext uri="{9D8B030D-6E8A-4147-A177-3AD203B41FA5}">
                      <a16:colId xmlns:a16="http://schemas.microsoft.com/office/drawing/2014/main" val="3238684898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3544803093"/>
                    </a:ext>
                  </a:extLst>
                </a:gridCol>
              </a:tblGrid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Benchmark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Previous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FTD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New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FTD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363079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KMP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(multiple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exits)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284738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Bmk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1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(non-read-once)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398758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Bmk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(cyclic-DG)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028638"/>
                  </a:ext>
                </a:extLst>
              </a:tr>
            </a:tbl>
          </a:graphicData>
        </a:graphic>
      </p:graphicFrame>
      <p:pic>
        <p:nvPicPr>
          <p:cNvPr id="37" name="Graphic 36">
            <a:extLst>
              <a:ext uri="{FF2B5EF4-FFF2-40B4-BE49-F238E27FC236}">
                <a16:creationId xmlns:a16="http://schemas.microsoft.com/office/drawing/2014/main" id="{AE2AE3A4-401C-89F7-B038-C462BAD1C6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2356" y="3521832"/>
            <a:ext cx="1147286" cy="214433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2B4655D-2EBC-8C69-4988-39D4BBE37D14}"/>
              </a:ext>
            </a:extLst>
          </p:cNvPr>
          <p:cNvGrpSpPr/>
          <p:nvPr/>
        </p:nvGrpSpPr>
        <p:grpSpPr>
          <a:xfrm>
            <a:off x="7208773" y="3429000"/>
            <a:ext cx="2060963" cy="2336446"/>
            <a:chOff x="7577914" y="2759028"/>
            <a:chExt cx="2060963" cy="2336446"/>
          </a:xfrm>
        </p:grpSpPr>
        <p:grpSp>
          <p:nvGrpSpPr>
            <p:cNvPr id="3" name="Graphic 2">
              <a:extLst>
                <a:ext uri="{FF2B5EF4-FFF2-40B4-BE49-F238E27FC236}">
                  <a16:creationId xmlns:a16="http://schemas.microsoft.com/office/drawing/2014/main" id="{EE60CDCF-EF7F-C01C-3F81-B180A6471A43}"/>
                </a:ext>
              </a:extLst>
            </p:cNvPr>
            <p:cNvGrpSpPr/>
            <p:nvPr/>
          </p:nvGrpSpPr>
          <p:grpSpPr>
            <a:xfrm>
              <a:off x="8746210" y="3818217"/>
              <a:ext cx="288951" cy="83073"/>
              <a:chOff x="7776732" y="3541166"/>
              <a:chExt cx="288951" cy="83073"/>
            </a:xfrm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7D9BFB60-DAAE-14E4-1A40-02DC535CDF59}"/>
                  </a:ext>
                </a:extLst>
              </p:cNvPr>
              <p:cNvSpPr/>
              <p:nvPr/>
            </p:nvSpPr>
            <p:spPr>
              <a:xfrm>
                <a:off x="7839185" y="3582703"/>
                <a:ext cx="226497" cy="10384"/>
              </a:xfrm>
              <a:custGeom>
                <a:avLst/>
                <a:gdLst>
                  <a:gd name="csX0" fmla="*/ 226498 w 226497"/>
                  <a:gd name="csY0" fmla="*/ 0 h 10384"/>
                  <a:gd name="csX1" fmla="*/ 0 w 226497"/>
                  <a:gd name="csY1" fmla="*/ 0 h 10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497" h="10384">
                    <a:moveTo>
                      <a:pt x="226498" y="0"/>
                    </a:moveTo>
                    <a:lnTo>
                      <a:pt x="0" y="0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C241A729-3334-7054-63E8-E7AD037F6532}"/>
                  </a:ext>
                </a:extLst>
              </p:cNvPr>
              <p:cNvSpPr/>
              <p:nvPr/>
            </p:nvSpPr>
            <p:spPr>
              <a:xfrm>
                <a:off x="7776732" y="3541166"/>
                <a:ext cx="83271" cy="83073"/>
              </a:xfrm>
              <a:custGeom>
                <a:avLst/>
                <a:gdLst>
                  <a:gd name="csX0" fmla="*/ 0 w 83271"/>
                  <a:gd name="csY0" fmla="*/ 41537 h 83073"/>
                  <a:gd name="csX1" fmla="*/ 83271 w 83271"/>
                  <a:gd name="csY1" fmla="*/ 0 h 83073"/>
                  <a:gd name="csX2" fmla="*/ 62453 w 83271"/>
                  <a:gd name="csY2" fmla="*/ 41537 h 83073"/>
                  <a:gd name="csX3" fmla="*/ 83271 w 83271"/>
                  <a:gd name="csY3" fmla="*/ 83074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0" y="41537"/>
                    </a:moveTo>
                    <a:lnTo>
                      <a:pt x="83271" y="0"/>
                    </a:lnTo>
                    <a:lnTo>
                      <a:pt x="62453" y="41537"/>
                    </a:lnTo>
                    <a:lnTo>
                      <a:pt x="83271" y="83074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" name="Graphic 2">
              <a:extLst>
                <a:ext uri="{FF2B5EF4-FFF2-40B4-BE49-F238E27FC236}">
                  <a16:creationId xmlns:a16="http://schemas.microsoft.com/office/drawing/2014/main" id="{D62A5834-FFFB-F960-8089-FD52FA3ED164}"/>
                </a:ext>
              </a:extLst>
            </p:cNvPr>
            <p:cNvGrpSpPr/>
            <p:nvPr/>
          </p:nvGrpSpPr>
          <p:grpSpPr>
            <a:xfrm>
              <a:off x="7904338" y="4067438"/>
              <a:ext cx="83271" cy="599791"/>
              <a:chOff x="6934860" y="3790387"/>
              <a:chExt cx="83271" cy="599791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9EDE5622-2441-2149-2593-3AACBBD814CC}"/>
                  </a:ext>
                </a:extLst>
              </p:cNvPr>
              <p:cNvSpPr/>
              <p:nvPr/>
            </p:nvSpPr>
            <p:spPr>
              <a:xfrm>
                <a:off x="6972748" y="3790387"/>
                <a:ext cx="5204" cy="537486"/>
              </a:xfrm>
              <a:custGeom>
                <a:avLst/>
                <a:gdLst>
                  <a:gd name="csX0" fmla="*/ 0 w 5204"/>
                  <a:gd name="csY0" fmla="*/ 0 h 537486"/>
                  <a:gd name="csX1" fmla="*/ 5204 w 5204"/>
                  <a:gd name="csY1" fmla="*/ 316718 h 537486"/>
                  <a:gd name="csX2" fmla="*/ 3643 w 5204"/>
                  <a:gd name="csY2" fmla="*/ 537486 h 5374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204" h="537486">
                    <a:moveTo>
                      <a:pt x="0" y="0"/>
                    </a:moveTo>
                    <a:lnTo>
                      <a:pt x="5204" y="316718"/>
                    </a:lnTo>
                    <a:lnTo>
                      <a:pt x="3643" y="537486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46FAC4EA-50EB-BA51-0749-911E0B5FC5A0}"/>
                  </a:ext>
                </a:extLst>
              </p:cNvPr>
              <p:cNvSpPr/>
              <p:nvPr/>
            </p:nvSpPr>
            <p:spPr>
              <a:xfrm>
                <a:off x="6934860" y="4306897"/>
                <a:ext cx="83271" cy="83281"/>
              </a:xfrm>
              <a:custGeom>
                <a:avLst/>
                <a:gdLst>
                  <a:gd name="csX0" fmla="*/ 41011 w 83271"/>
                  <a:gd name="csY0" fmla="*/ 83281 h 83281"/>
                  <a:gd name="csX1" fmla="*/ 0 w 83271"/>
                  <a:gd name="csY1" fmla="*/ 0 h 83281"/>
                  <a:gd name="csX2" fmla="*/ 41531 w 83271"/>
                  <a:gd name="csY2" fmla="*/ 20976 h 83281"/>
                  <a:gd name="csX3" fmla="*/ 83271 w 83271"/>
                  <a:gd name="csY3" fmla="*/ 519 h 832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281">
                    <a:moveTo>
                      <a:pt x="41011" y="83281"/>
                    </a:moveTo>
                    <a:lnTo>
                      <a:pt x="0" y="0"/>
                    </a:lnTo>
                    <a:lnTo>
                      <a:pt x="41531" y="20976"/>
                    </a:lnTo>
                    <a:lnTo>
                      <a:pt x="83271" y="519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D8C4FB4-ECF1-E63D-A89B-22E1A48DFE13}"/>
                </a:ext>
              </a:extLst>
            </p:cNvPr>
            <p:cNvSpPr/>
            <p:nvPr/>
          </p:nvSpPr>
          <p:spPr>
            <a:xfrm>
              <a:off x="8461214" y="4067438"/>
              <a:ext cx="1457" cy="311526"/>
            </a:xfrm>
            <a:custGeom>
              <a:avLst/>
              <a:gdLst>
                <a:gd name="csX0" fmla="*/ 1457 w 1457"/>
                <a:gd name="csY0" fmla="*/ 0 h 311526"/>
                <a:gd name="csX1" fmla="*/ 0 w 1457"/>
                <a:gd name="csY1" fmla="*/ 311526 h 31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57" h="311526">
                  <a:moveTo>
                    <a:pt x="1457" y="0"/>
                  </a:moveTo>
                  <a:lnTo>
                    <a:pt x="0" y="311526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" name="Graphic 2">
              <a:extLst>
                <a:ext uri="{FF2B5EF4-FFF2-40B4-BE49-F238E27FC236}">
                  <a16:creationId xmlns:a16="http://schemas.microsoft.com/office/drawing/2014/main" id="{F85A911F-C8EA-05E7-F8D9-5C1C4CD754BE}"/>
                </a:ext>
              </a:extLst>
            </p:cNvPr>
            <p:cNvGrpSpPr/>
            <p:nvPr/>
          </p:nvGrpSpPr>
          <p:grpSpPr>
            <a:xfrm>
              <a:off x="7682004" y="3652070"/>
              <a:ext cx="1040890" cy="415368"/>
              <a:chOff x="6712526" y="3375019"/>
              <a:chExt cx="1040890" cy="415368"/>
            </a:xfrm>
            <a:solidFill>
              <a:srgbClr val="D5E8D4"/>
            </a:solidFill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528AFDE-E9F3-6AB9-25DC-ACE3E12E03FC}"/>
                  </a:ext>
                </a:extLst>
              </p:cNvPr>
              <p:cNvSpPr/>
              <p:nvPr/>
            </p:nvSpPr>
            <p:spPr>
              <a:xfrm>
                <a:off x="6712526" y="3375019"/>
                <a:ext cx="1040890" cy="415368"/>
              </a:xfrm>
              <a:prstGeom prst="rect">
                <a:avLst/>
              </a:prstGeom>
              <a:solidFill>
                <a:srgbClr val="D5E8D4"/>
              </a:solidFill>
              <a:ln w="20806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B78263D5-F9F3-C468-8EFC-D932761F8F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22934" y="3463285"/>
                <a:ext cx="1020072" cy="280373"/>
              </a:xfrm>
              <a:custGeom>
                <a:avLst/>
                <a:gdLst>
                  <a:gd name="csX0" fmla="*/ 0 w 1020072"/>
                  <a:gd name="csY0" fmla="*/ 0 h 280373"/>
                  <a:gd name="csX1" fmla="*/ 1020073 w 1020072"/>
                  <a:gd name="csY1" fmla="*/ 0 h 280373"/>
                  <a:gd name="csX2" fmla="*/ 1020073 w 1020072"/>
                  <a:gd name="csY2" fmla="*/ 280374 h 280373"/>
                  <a:gd name="csX3" fmla="*/ 0 w 1020072"/>
                  <a:gd name="csY3" fmla="*/ 280374 h 28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20072" h="280373">
                    <a:moveTo>
                      <a:pt x="0" y="0"/>
                    </a:moveTo>
                    <a:lnTo>
                      <a:pt x="1020073" y="0"/>
                    </a:lnTo>
                    <a:lnTo>
                      <a:pt x="1020073" y="280374"/>
                    </a:lnTo>
                    <a:lnTo>
                      <a:pt x="0" y="280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11" name="Graphic 2">
              <a:extLst>
                <a:ext uri="{FF2B5EF4-FFF2-40B4-BE49-F238E27FC236}">
                  <a16:creationId xmlns:a16="http://schemas.microsoft.com/office/drawing/2014/main" id="{FE9D8FF0-36E4-D2FB-D659-5A531F34EEB7}"/>
                </a:ext>
              </a:extLst>
            </p:cNvPr>
            <p:cNvGrpSpPr/>
            <p:nvPr/>
          </p:nvGrpSpPr>
          <p:grpSpPr>
            <a:xfrm>
              <a:off x="8160813" y="3174396"/>
              <a:ext cx="83271" cy="454412"/>
              <a:chOff x="7191335" y="2897345"/>
              <a:chExt cx="83271" cy="454412"/>
            </a:xfrm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255D0ED0-6506-41BC-026C-5FC9A56BEF8A}"/>
                  </a:ext>
                </a:extLst>
              </p:cNvPr>
              <p:cNvSpPr/>
              <p:nvPr/>
            </p:nvSpPr>
            <p:spPr>
              <a:xfrm>
                <a:off x="7232971" y="2897345"/>
                <a:ext cx="10408" cy="392107"/>
              </a:xfrm>
              <a:custGeom>
                <a:avLst/>
                <a:gdLst>
                  <a:gd name="csX0" fmla="*/ 0 w 10408"/>
                  <a:gd name="csY0" fmla="*/ 0 h 392107"/>
                  <a:gd name="csX1" fmla="*/ 0 w 10408"/>
                  <a:gd name="csY1" fmla="*/ 392107 h 3921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392107">
                    <a:moveTo>
                      <a:pt x="0" y="0"/>
                    </a:moveTo>
                    <a:lnTo>
                      <a:pt x="0" y="392107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979D647-5509-2F01-5503-B57AF795B0C4}"/>
                  </a:ext>
                </a:extLst>
              </p:cNvPr>
              <p:cNvSpPr/>
              <p:nvPr/>
            </p:nvSpPr>
            <p:spPr>
              <a:xfrm>
                <a:off x="7191335" y="3268685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" name="Graphic 2">
              <a:extLst>
                <a:ext uri="{FF2B5EF4-FFF2-40B4-BE49-F238E27FC236}">
                  <a16:creationId xmlns:a16="http://schemas.microsoft.com/office/drawing/2014/main" id="{2D6C4182-8D86-440D-BDB8-B81C1DD7FB8C}"/>
                </a:ext>
              </a:extLst>
            </p:cNvPr>
            <p:cNvGrpSpPr/>
            <p:nvPr/>
          </p:nvGrpSpPr>
          <p:grpSpPr>
            <a:xfrm>
              <a:off x="7838137" y="2759028"/>
              <a:ext cx="728623" cy="415368"/>
              <a:chOff x="6868659" y="2481977"/>
              <a:chExt cx="728623" cy="415368"/>
            </a:xfrm>
            <a:no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A87BA8C-1529-75AE-ACB9-79F9D8BFAD52}"/>
                  </a:ext>
                </a:extLst>
              </p:cNvPr>
              <p:cNvSpPr/>
              <p:nvPr/>
            </p:nvSpPr>
            <p:spPr>
              <a:xfrm>
                <a:off x="6868659" y="2481977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B42CCC23-BE6C-CEEF-6F73-F2272F32BF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7544" y="2559859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13" name="Graphic 2">
              <a:extLst>
                <a:ext uri="{FF2B5EF4-FFF2-40B4-BE49-F238E27FC236}">
                  <a16:creationId xmlns:a16="http://schemas.microsoft.com/office/drawing/2014/main" id="{B8FB746C-0544-180E-D532-BDF9BAD1249F}"/>
                </a:ext>
              </a:extLst>
            </p:cNvPr>
            <p:cNvGrpSpPr/>
            <p:nvPr/>
          </p:nvGrpSpPr>
          <p:grpSpPr>
            <a:xfrm>
              <a:off x="7577914" y="4680106"/>
              <a:ext cx="728623" cy="415368"/>
              <a:chOff x="6608436" y="4403055"/>
              <a:chExt cx="728623" cy="415368"/>
            </a:xfrm>
            <a:no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0722F04-A6D2-F5B9-72D3-CC563D58146E}"/>
                  </a:ext>
                </a:extLst>
              </p:cNvPr>
              <p:cNvSpPr/>
              <p:nvPr/>
            </p:nvSpPr>
            <p:spPr>
              <a:xfrm>
                <a:off x="6608436" y="4403055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01D4FC3-8B2C-61EF-A8FC-DB700991C7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07321" y="4480936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BA8DA26-F65D-46E1-6C61-12E162BF160C}"/>
                </a:ext>
              </a:extLst>
            </p:cNvPr>
            <p:cNvSpPr/>
            <p:nvPr/>
          </p:nvSpPr>
          <p:spPr>
            <a:xfrm>
              <a:off x="8360040" y="4378964"/>
              <a:ext cx="206720" cy="10384"/>
            </a:xfrm>
            <a:custGeom>
              <a:avLst/>
              <a:gdLst>
                <a:gd name="csX0" fmla="*/ 0 w 206720"/>
                <a:gd name="csY0" fmla="*/ 0 h 10384"/>
                <a:gd name="csX1" fmla="*/ 206721 w 206720"/>
                <a:gd name="csY1" fmla="*/ 0 h 10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6720" h="10384">
                  <a:moveTo>
                    <a:pt x="0" y="0"/>
                  </a:moveTo>
                  <a:lnTo>
                    <a:pt x="206721" y="0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D436A21-61BD-3357-2B53-0B2F1676CE21}"/>
                </a:ext>
              </a:extLst>
            </p:cNvPr>
            <p:cNvSpPr/>
            <p:nvPr/>
          </p:nvSpPr>
          <p:spPr>
            <a:xfrm>
              <a:off x="8806165" y="3652070"/>
              <a:ext cx="832712" cy="415368"/>
            </a:xfrm>
            <a:prstGeom prst="rect">
              <a:avLst/>
            </a:prstGeom>
            <a:noFill/>
            <a:ln w="104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CCDFD8A1-F2CE-A94C-F531-BB7AC0CA397B}"/>
                </a:ext>
              </a:extLst>
            </p:cNvPr>
            <p:cNvGrpSpPr/>
            <p:nvPr/>
          </p:nvGrpSpPr>
          <p:grpSpPr>
            <a:xfrm>
              <a:off x="7629959" y="3994749"/>
              <a:ext cx="312267" cy="415368"/>
              <a:chOff x="6660481" y="3717698"/>
              <a:chExt cx="312267" cy="415368"/>
            </a:xfrm>
            <a:no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8748B80-D346-453A-7DE5-7F20C6E5AD36}"/>
                  </a:ext>
                </a:extLst>
              </p:cNvPr>
              <p:cNvSpPr/>
              <p:nvPr/>
            </p:nvSpPr>
            <p:spPr>
              <a:xfrm>
                <a:off x="6660481" y="3717698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E271C0BD-BF2C-4B39-799A-12F5A0639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59366" y="3816347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" name="Graphic 2">
              <a:extLst>
                <a:ext uri="{FF2B5EF4-FFF2-40B4-BE49-F238E27FC236}">
                  <a16:creationId xmlns:a16="http://schemas.microsoft.com/office/drawing/2014/main" id="{21FBB470-C7B7-CC2F-179C-E4AF1C6F8832}"/>
                </a:ext>
              </a:extLst>
            </p:cNvPr>
            <p:cNvGrpSpPr/>
            <p:nvPr/>
          </p:nvGrpSpPr>
          <p:grpSpPr>
            <a:xfrm>
              <a:off x="8452262" y="4005133"/>
              <a:ext cx="312267" cy="415368"/>
              <a:chOff x="7482784" y="3728082"/>
              <a:chExt cx="312267" cy="415368"/>
            </a:xfrm>
            <a:no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85B7372-D649-D50E-58D3-9FB41BC7EAF2}"/>
                  </a:ext>
                </a:extLst>
              </p:cNvPr>
              <p:cNvSpPr/>
              <p:nvPr/>
            </p:nvSpPr>
            <p:spPr>
              <a:xfrm>
                <a:off x="7482784" y="3728082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15278BA-778A-1725-6864-A2E71B0FA6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81669" y="3826732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423067A-3550-ABDB-07FC-F1F3DEE0872D}"/>
              </a:ext>
            </a:extLst>
          </p:cNvPr>
          <p:cNvGrpSpPr/>
          <p:nvPr/>
        </p:nvGrpSpPr>
        <p:grpSpPr>
          <a:xfrm>
            <a:off x="9084874" y="2670954"/>
            <a:ext cx="3036903" cy="1900308"/>
            <a:chOff x="9454015" y="2000982"/>
            <a:chExt cx="3036903" cy="1900308"/>
          </a:xfrm>
        </p:grpSpPr>
        <p:grpSp>
          <p:nvGrpSpPr>
            <p:cNvPr id="40" name="Graphic 2">
              <a:extLst>
                <a:ext uri="{FF2B5EF4-FFF2-40B4-BE49-F238E27FC236}">
                  <a16:creationId xmlns:a16="http://schemas.microsoft.com/office/drawing/2014/main" id="{48FEA674-7D4F-9273-5144-F90E54727A8D}"/>
                </a:ext>
              </a:extLst>
            </p:cNvPr>
            <p:cNvGrpSpPr/>
            <p:nvPr/>
          </p:nvGrpSpPr>
          <p:grpSpPr>
            <a:xfrm>
              <a:off x="9454015" y="3309391"/>
              <a:ext cx="361813" cy="591899"/>
              <a:chOff x="8484537" y="3032340"/>
              <a:chExt cx="361813" cy="591899"/>
            </a:xfrm>
          </p:grpSpPr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EE843F54-2C31-8B9B-4105-B524B14D7607}"/>
                  </a:ext>
                </a:extLst>
              </p:cNvPr>
              <p:cNvSpPr/>
              <p:nvPr/>
            </p:nvSpPr>
            <p:spPr>
              <a:xfrm>
                <a:off x="8546991" y="3032340"/>
                <a:ext cx="299360" cy="550362"/>
              </a:xfrm>
              <a:custGeom>
                <a:avLst/>
                <a:gdLst>
                  <a:gd name="csX0" fmla="*/ 299360 w 299360"/>
                  <a:gd name="csY0" fmla="*/ 0 h 550362"/>
                  <a:gd name="csX1" fmla="*/ 299360 w 299360"/>
                  <a:gd name="csY1" fmla="*/ 550363 h 550362"/>
                  <a:gd name="csX2" fmla="*/ 0 w 299360"/>
                  <a:gd name="csY2" fmla="*/ 550363 h 5503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99360" h="550362">
                    <a:moveTo>
                      <a:pt x="299360" y="0"/>
                    </a:moveTo>
                    <a:lnTo>
                      <a:pt x="299360" y="550363"/>
                    </a:lnTo>
                    <a:lnTo>
                      <a:pt x="0" y="550363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BAF172FA-614B-76A3-40DD-FD8EF77B5388}"/>
                  </a:ext>
                </a:extLst>
              </p:cNvPr>
              <p:cNvSpPr/>
              <p:nvPr/>
            </p:nvSpPr>
            <p:spPr>
              <a:xfrm>
                <a:off x="8484537" y="3541166"/>
                <a:ext cx="83271" cy="83073"/>
              </a:xfrm>
              <a:custGeom>
                <a:avLst/>
                <a:gdLst>
                  <a:gd name="csX0" fmla="*/ 0 w 83271"/>
                  <a:gd name="csY0" fmla="*/ 41537 h 83073"/>
                  <a:gd name="csX1" fmla="*/ 83271 w 83271"/>
                  <a:gd name="csY1" fmla="*/ 0 h 83073"/>
                  <a:gd name="csX2" fmla="*/ 62453 w 83271"/>
                  <a:gd name="csY2" fmla="*/ 41537 h 83073"/>
                  <a:gd name="csX3" fmla="*/ 83271 w 83271"/>
                  <a:gd name="csY3" fmla="*/ 83074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0" y="41537"/>
                    </a:moveTo>
                    <a:lnTo>
                      <a:pt x="83271" y="0"/>
                    </a:lnTo>
                    <a:lnTo>
                      <a:pt x="62453" y="41537"/>
                    </a:lnTo>
                    <a:lnTo>
                      <a:pt x="83271" y="83074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B87BC11-3C7C-C4C8-6726-834C347A97FE}"/>
                </a:ext>
              </a:extLst>
            </p:cNvPr>
            <p:cNvSpPr/>
            <p:nvPr/>
          </p:nvSpPr>
          <p:spPr>
            <a:xfrm>
              <a:off x="10334817" y="3309391"/>
              <a:ext cx="1457" cy="311526"/>
            </a:xfrm>
            <a:custGeom>
              <a:avLst/>
              <a:gdLst>
                <a:gd name="csX0" fmla="*/ 1457 w 1457"/>
                <a:gd name="csY0" fmla="*/ 0 h 311526"/>
                <a:gd name="csX1" fmla="*/ 0 w 1457"/>
                <a:gd name="csY1" fmla="*/ 311526 h 31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57" h="311526">
                  <a:moveTo>
                    <a:pt x="1457" y="0"/>
                  </a:moveTo>
                  <a:lnTo>
                    <a:pt x="0" y="311526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AC04C9F-441F-318D-CED8-A1E492B3EB4C}"/>
                </a:ext>
              </a:extLst>
            </p:cNvPr>
            <p:cNvSpPr/>
            <p:nvPr/>
          </p:nvSpPr>
          <p:spPr>
            <a:xfrm>
              <a:off x="9555606" y="2894023"/>
              <a:ext cx="1040890" cy="415368"/>
            </a:xfrm>
            <a:prstGeom prst="rect">
              <a:avLst/>
            </a:prstGeom>
            <a:solidFill>
              <a:srgbClr val="D5E8D4"/>
            </a:solidFill>
            <a:ln w="20806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9D061E71-38AE-908D-E258-048C26D0AB9C}"/>
                </a:ext>
              </a:extLst>
            </p:cNvPr>
            <p:cNvGrpSpPr/>
            <p:nvPr/>
          </p:nvGrpSpPr>
          <p:grpSpPr>
            <a:xfrm>
              <a:off x="10034416" y="2416350"/>
              <a:ext cx="83271" cy="454412"/>
              <a:chOff x="9064938" y="2139299"/>
              <a:chExt cx="83271" cy="454412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7D2B8B03-95F4-6386-55AB-F534E7E571CD}"/>
                  </a:ext>
                </a:extLst>
              </p:cNvPr>
              <p:cNvSpPr/>
              <p:nvPr/>
            </p:nvSpPr>
            <p:spPr>
              <a:xfrm>
                <a:off x="9106574" y="2139299"/>
                <a:ext cx="10408" cy="392107"/>
              </a:xfrm>
              <a:custGeom>
                <a:avLst/>
                <a:gdLst>
                  <a:gd name="csX0" fmla="*/ 0 w 10408"/>
                  <a:gd name="csY0" fmla="*/ 0 h 392107"/>
                  <a:gd name="csX1" fmla="*/ 0 w 10408"/>
                  <a:gd name="csY1" fmla="*/ 392108 h 3921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392107">
                    <a:moveTo>
                      <a:pt x="0" y="0"/>
                    </a:moveTo>
                    <a:lnTo>
                      <a:pt x="0" y="392108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7EB64D6-82E7-2BB9-A7DD-40CD944AD5F0}"/>
                  </a:ext>
                </a:extLst>
              </p:cNvPr>
              <p:cNvSpPr/>
              <p:nvPr/>
            </p:nvSpPr>
            <p:spPr>
              <a:xfrm>
                <a:off x="9064938" y="2510638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DB98796-650C-8D9C-A2D1-2C9391D82027}"/>
                </a:ext>
              </a:extLst>
            </p:cNvPr>
            <p:cNvSpPr/>
            <p:nvPr/>
          </p:nvSpPr>
          <p:spPr>
            <a:xfrm>
              <a:off x="9659695" y="2000982"/>
              <a:ext cx="832712" cy="415368"/>
            </a:xfrm>
            <a:prstGeom prst="rect">
              <a:avLst/>
            </a:prstGeom>
            <a:noFill/>
            <a:ln w="104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DCA065D-719E-074C-481E-8E8EF55111C3}"/>
                </a:ext>
              </a:extLst>
            </p:cNvPr>
            <p:cNvSpPr/>
            <p:nvPr/>
          </p:nvSpPr>
          <p:spPr>
            <a:xfrm>
              <a:off x="10233643" y="3620917"/>
              <a:ext cx="206720" cy="10384"/>
            </a:xfrm>
            <a:custGeom>
              <a:avLst/>
              <a:gdLst>
                <a:gd name="csX0" fmla="*/ 0 w 206720"/>
                <a:gd name="csY0" fmla="*/ 0 h 10384"/>
                <a:gd name="csX1" fmla="*/ 206721 w 206720"/>
                <a:gd name="csY1" fmla="*/ 0 h 10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6720" h="10384">
                  <a:moveTo>
                    <a:pt x="0" y="0"/>
                  </a:moveTo>
                  <a:lnTo>
                    <a:pt x="206721" y="0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FAA2F06-4570-1E80-59D6-1B9EBED79280}"/>
                </a:ext>
              </a:extLst>
            </p:cNvPr>
            <p:cNvSpPr/>
            <p:nvPr/>
          </p:nvSpPr>
          <p:spPr>
            <a:xfrm>
              <a:off x="10305048" y="2873255"/>
              <a:ext cx="2185870" cy="415368"/>
            </a:xfrm>
            <a:prstGeom prst="rect">
              <a:avLst/>
            </a:prstGeom>
            <a:noFill/>
            <a:ln w="104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79F391CF-FDE3-D482-68C2-6E4DFD854A0C}"/>
                </a:ext>
              </a:extLst>
            </p:cNvPr>
            <p:cNvGrpSpPr/>
            <p:nvPr/>
          </p:nvGrpSpPr>
          <p:grpSpPr>
            <a:xfrm>
              <a:off x="9503562" y="3236702"/>
              <a:ext cx="312267" cy="415368"/>
              <a:chOff x="8534084" y="2959651"/>
              <a:chExt cx="312267" cy="415368"/>
            </a:xfrm>
            <a:noFill/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9A230B6-35AE-3E5E-A4DA-F3B36ABE9D07}"/>
                  </a:ext>
                </a:extLst>
              </p:cNvPr>
              <p:cNvSpPr/>
              <p:nvPr/>
            </p:nvSpPr>
            <p:spPr>
              <a:xfrm>
                <a:off x="8534084" y="2959651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455FC4F3-ADDB-37B1-153C-19FA8EF26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32968" y="3058301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48" name="Graphic 2">
              <a:extLst>
                <a:ext uri="{FF2B5EF4-FFF2-40B4-BE49-F238E27FC236}">
                  <a16:creationId xmlns:a16="http://schemas.microsoft.com/office/drawing/2014/main" id="{14B1751B-E718-05D0-AD90-A7F556388B13}"/>
                </a:ext>
              </a:extLst>
            </p:cNvPr>
            <p:cNvGrpSpPr/>
            <p:nvPr/>
          </p:nvGrpSpPr>
          <p:grpSpPr>
            <a:xfrm>
              <a:off x="10325865" y="3247086"/>
              <a:ext cx="312267" cy="415368"/>
              <a:chOff x="9356387" y="2970035"/>
              <a:chExt cx="312267" cy="415368"/>
            </a:xfrm>
            <a:noFill/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2B717F7-2B95-65A2-277C-22F20AB09FC8}"/>
                  </a:ext>
                </a:extLst>
              </p:cNvPr>
              <p:cNvSpPr/>
              <p:nvPr/>
            </p:nvSpPr>
            <p:spPr>
              <a:xfrm>
                <a:off x="9356387" y="2970035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6CDDB655-93E4-512B-DD24-A9B9B15785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55272" y="3068685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07FF5A4-64B6-28D3-91BD-3E1C3E7AAC5E}"/>
              </a:ext>
            </a:extLst>
          </p:cNvPr>
          <p:cNvGrpSpPr/>
          <p:nvPr/>
        </p:nvGrpSpPr>
        <p:grpSpPr>
          <a:xfrm>
            <a:off x="10306048" y="2554526"/>
            <a:ext cx="1692501" cy="885974"/>
            <a:chOff x="3231024" y="4195458"/>
            <a:chExt cx="2056136" cy="1076325"/>
          </a:xfrm>
        </p:grpSpPr>
        <p:grpSp>
          <p:nvGrpSpPr>
            <p:cNvPr id="60" name="Graphic 18">
              <a:extLst>
                <a:ext uri="{FF2B5EF4-FFF2-40B4-BE49-F238E27FC236}">
                  <a16:creationId xmlns:a16="http://schemas.microsoft.com/office/drawing/2014/main" id="{439EE571-B7DD-9D1F-B62C-18ACAEDC57B9}"/>
                </a:ext>
              </a:extLst>
            </p:cNvPr>
            <p:cNvGrpSpPr/>
            <p:nvPr/>
          </p:nvGrpSpPr>
          <p:grpSpPr>
            <a:xfrm>
              <a:off x="3469003" y="4890783"/>
              <a:ext cx="951915" cy="381000"/>
              <a:chOff x="8762834" y="2646498"/>
              <a:chExt cx="951915" cy="381000"/>
            </a:xfrm>
            <a:solidFill>
              <a:srgbClr val="DAE8FC"/>
            </a:solidFill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02F766A-3197-D2A4-BB2B-18433B06F32A}"/>
                  </a:ext>
                </a:extLst>
              </p:cNvPr>
              <p:cNvSpPr/>
              <p:nvPr/>
            </p:nvSpPr>
            <p:spPr>
              <a:xfrm>
                <a:off x="8762834" y="26464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403182A0-B0BD-5F74-4DDE-D9674B1AD8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72353" y="27274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61" name="Graphic 18">
              <a:extLst>
                <a:ext uri="{FF2B5EF4-FFF2-40B4-BE49-F238E27FC236}">
                  <a16:creationId xmlns:a16="http://schemas.microsoft.com/office/drawing/2014/main" id="{25BDFF24-1DFB-D54D-CC3E-9BC8FAA2ACC4}"/>
                </a:ext>
              </a:extLst>
            </p:cNvPr>
            <p:cNvGrpSpPr/>
            <p:nvPr/>
          </p:nvGrpSpPr>
          <p:grpSpPr>
            <a:xfrm>
              <a:off x="4201978" y="4490733"/>
              <a:ext cx="76153" cy="369189"/>
              <a:chOff x="9495809" y="2246448"/>
              <a:chExt cx="76153" cy="369189"/>
            </a:xfrm>
          </p:grpSpPr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CCD62923-2DE1-AD28-8DDD-CC986D259FD2}"/>
                  </a:ext>
                </a:extLst>
              </p:cNvPr>
              <p:cNvSpPr/>
              <p:nvPr/>
            </p:nvSpPr>
            <p:spPr>
              <a:xfrm>
                <a:off x="9533885" y="22464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76D150F4-3E38-FD04-F6D0-85C86B24AEE7}"/>
                  </a:ext>
                </a:extLst>
              </p:cNvPr>
              <p:cNvSpPr/>
              <p:nvPr/>
            </p:nvSpPr>
            <p:spPr>
              <a:xfrm>
                <a:off x="9495809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2" name="Graphic 18">
              <a:extLst>
                <a:ext uri="{FF2B5EF4-FFF2-40B4-BE49-F238E27FC236}">
                  <a16:creationId xmlns:a16="http://schemas.microsoft.com/office/drawing/2014/main" id="{9DDA25DC-9E01-14AA-7790-2E4F359BD860}"/>
                </a:ext>
              </a:extLst>
            </p:cNvPr>
            <p:cNvGrpSpPr/>
            <p:nvPr/>
          </p:nvGrpSpPr>
          <p:grpSpPr>
            <a:xfrm>
              <a:off x="4451760" y="5047945"/>
              <a:ext cx="264251" cy="76200"/>
              <a:chOff x="9745591" y="2803660"/>
              <a:chExt cx="264251" cy="76200"/>
            </a:xfrm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C8AFC607-D8E5-50C2-5557-8D1F9272B867}"/>
                  </a:ext>
                </a:extLst>
              </p:cNvPr>
              <p:cNvSpPr/>
              <p:nvPr/>
            </p:nvSpPr>
            <p:spPr>
              <a:xfrm>
                <a:off x="9802706" y="28417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D3C52891-F4FA-83D4-ECBF-71D7369EE6A4}"/>
                  </a:ext>
                </a:extLst>
              </p:cNvPr>
              <p:cNvSpPr/>
              <p:nvPr/>
            </p:nvSpPr>
            <p:spPr>
              <a:xfrm>
                <a:off x="9745591" y="28036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3" name="Graphic 18">
              <a:extLst>
                <a:ext uri="{FF2B5EF4-FFF2-40B4-BE49-F238E27FC236}">
                  <a16:creationId xmlns:a16="http://schemas.microsoft.com/office/drawing/2014/main" id="{7C62EF15-9E4E-33DA-1361-CE89A285F43F}"/>
                </a:ext>
              </a:extLst>
            </p:cNvPr>
            <p:cNvGrpSpPr/>
            <p:nvPr/>
          </p:nvGrpSpPr>
          <p:grpSpPr>
            <a:xfrm>
              <a:off x="3383331" y="4633608"/>
              <a:ext cx="285574" cy="285750"/>
              <a:chOff x="8677162" y="2389323"/>
              <a:chExt cx="285574" cy="285750"/>
            </a:xfrm>
            <a:noFill/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F09F3E01-C07C-78B8-AF5A-42380C54273E}"/>
                  </a:ext>
                </a:extLst>
              </p:cNvPr>
              <p:cNvSpPr/>
              <p:nvPr/>
            </p:nvSpPr>
            <p:spPr>
              <a:xfrm>
                <a:off x="8677162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0056B543-8E4B-EF4B-E606-038367E0D2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72353" y="24464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64" name="Graphic 18">
              <a:extLst>
                <a:ext uri="{FF2B5EF4-FFF2-40B4-BE49-F238E27FC236}">
                  <a16:creationId xmlns:a16="http://schemas.microsoft.com/office/drawing/2014/main" id="{BD4E20FD-45C2-EC86-2CAC-3A3FD82FD46A}"/>
                </a:ext>
              </a:extLst>
            </p:cNvPr>
            <p:cNvGrpSpPr/>
            <p:nvPr/>
          </p:nvGrpSpPr>
          <p:grpSpPr>
            <a:xfrm>
              <a:off x="3621309" y="4509783"/>
              <a:ext cx="76153" cy="350139"/>
              <a:chOff x="8915140" y="2265498"/>
              <a:chExt cx="76153" cy="350139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25070466-802E-6C9B-9AA5-FA0C16750616}"/>
                  </a:ext>
                </a:extLst>
              </p:cNvPr>
              <p:cNvSpPr/>
              <p:nvPr/>
            </p:nvSpPr>
            <p:spPr>
              <a:xfrm>
                <a:off x="8953217" y="22654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696B3A73-6010-0BD0-5625-26370B8FACE5}"/>
                  </a:ext>
                </a:extLst>
              </p:cNvPr>
              <p:cNvSpPr/>
              <p:nvPr/>
            </p:nvSpPr>
            <p:spPr>
              <a:xfrm>
                <a:off x="8915140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5" name="Graphic 18">
              <a:extLst>
                <a:ext uri="{FF2B5EF4-FFF2-40B4-BE49-F238E27FC236}">
                  <a16:creationId xmlns:a16="http://schemas.microsoft.com/office/drawing/2014/main" id="{DEC9E552-480E-7D15-07F2-3CC1A2CA82E1}"/>
                </a:ext>
              </a:extLst>
            </p:cNvPr>
            <p:cNvGrpSpPr/>
            <p:nvPr/>
          </p:nvGrpSpPr>
          <p:grpSpPr>
            <a:xfrm>
              <a:off x="4211497" y="4633608"/>
              <a:ext cx="285574" cy="285750"/>
              <a:chOff x="9505328" y="2389323"/>
              <a:chExt cx="285574" cy="285750"/>
            </a:xfrm>
            <a:noFill/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305DB58-9F66-D83C-E24A-26C758906FBE}"/>
                  </a:ext>
                </a:extLst>
              </p:cNvPr>
              <p:cNvSpPr/>
              <p:nvPr/>
            </p:nvSpPr>
            <p:spPr>
              <a:xfrm>
                <a:off x="9505328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5B495FA9-A104-B633-C56A-4827824CCF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05279" y="24464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361CF7C-2FCD-0DC3-BE5A-1AB98ADFE9DE}"/>
                </a:ext>
              </a:extLst>
            </p:cNvPr>
            <p:cNvSpPr/>
            <p:nvPr/>
          </p:nvSpPr>
          <p:spPr>
            <a:xfrm>
              <a:off x="4430438" y="4871733"/>
              <a:ext cx="856722" cy="38100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67" name="Graphic 18">
              <a:extLst>
                <a:ext uri="{FF2B5EF4-FFF2-40B4-BE49-F238E27FC236}">
                  <a16:creationId xmlns:a16="http://schemas.microsoft.com/office/drawing/2014/main" id="{522955EC-A7DD-775E-5210-50F3D9A57237}"/>
                </a:ext>
              </a:extLst>
            </p:cNvPr>
            <p:cNvGrpSpPr/>
            <p:nvPr/>
          </p:nvGrpSpPr>
          <p:grpSpPr>
            <a:xfrm>
              <a:off x="3231024" y="4195458"/>
              <a:ext cx="1730639" cy="1051527"/>
              <a:chOff x="8524855" y="1951173"/>
              <a:chExt cx="1730639" cy="1051527"/>
            </a:xfrm>
            <a:noFill/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1A0D49D4-2BA8-C3E0-D3D4-0FF5F11547D7}"/>
                  </a:ext>
                </a:extLst>
              </p:cNvPr>
              <p:cNvSpPr/>
              <p:nvPr/>
            </p:nvSpPr>
            <p:spPr>
              <a:xfrm>
                <a:off x="8524855" y="1951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17E12047-AB54-887D-FF99-9CE0F3BFE3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55592" y="2669326"/>
                <a:ext cx="199902" cy="333374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21EF11E5-3980-362B-F273-9629E588D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595474" y="4259133"/>
              <a:ext cx="106951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CF3DCD50-C67F-6519-18D1-98B63BFFA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6874" y="3664749"/>
            <a:ext cx="1020072" cy="280373"/>
          </a:xfrm>
          <a:custGeom>
            <a:avLst/>
            <a:gdLst>
              <a:gd name="csX0" fmla="*/ 0 w 1020072"/>
              <a:gd name="csY0" fmla="*/ 0 h 280373"/>
              <a:gd name="csX1" fmla="*/ 1020073 w 1020072"/>
              <a:gd name="csY1" fmla="*/ 0 h 280373"/>
              <a:gd name="csX2" fmla="*/ 1020073 w 1020072"/>
              <a:gd name="csY2" fmla="*/ 280374 h 280373"/>
              <a:gd name="csX3" fmla="*/ 0 w 1020072"/>
              <a:gd name="csY3" fmla="*/ 280374 h 280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20072" h="280373">
                <a:moveTo>
                  <a:pt x="0" y="0"/>
                </a:moveTo>
                <a:lnTo>
                  <a:pt x="1020073" y="0"/>
                </a:lnTo>
                <a:lnTo>
                  <a:pt x="1020073" y="280374"/>
                </a:lnTo>
                <a:lnTo>
                  <a:pt x="0" y="280374"/>
                </a:lnTo>
                <a:close/>
              </a:path>
            </a:pathLst>
          </a:custGeom>
        </p:spPr>
      </p:pic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31A26D30-8FBE-DC88-A258-0D42D8568612}"/>
              </a:ext>
            </a:extLst>
          </p:cNvPr>
          <p:cNvCxnSpPr>
            <a:cxnSpLocks/>
            <a:stCxn id="83" idx="2"/>
            <a:endCxn id="42" idx="3"/>
          </p:cNvCxnSpPr>
          <p:nvPr/>
        </p:nvCxnSpPr>
        <p:spPr>
          <a:xfrm rot="5400000">
            <a:off x="10394947" y="3272902"/>
            <a:ext cx="331185" cy="666368"/>
          </a:xfrm>
          <a:prstGeom prst="bent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7A81CEF9-EC3E-CD4A-CA89-0928706EC7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9436" y="4366174"/>
            <a:ext cx="196141" cy="327101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C857289-CC4F-CC31-7706-0505EF9DB6C1}"/>
                  </a:ext>
                </a:extLst>
              </p:cNvPr>
              <p:cNvSpPr txBox="1"/>
              <p:nvPr/>
            </p:nvSpPr>
            <p:spPr>
              <a:xfrm>
                <a:off x="10881853" y="2520038"/>
                <a:ext cx="5095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N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CN" sz="1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C857289-CC4F-CC31-7706-0505EF9DB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853" y="2520038"/>
                <a:ext cx="50954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6" name="Picture 95">
            <a:extLst>
              <a:ext uri="{FF2B5EF4-FFF2-40B4-BE49-F238E27FC236}">
                <a16:creationId xmlns:a16="http://schemas.microsoft.com/office/drawing/2014/main" id="{352692ED-0FF0-3A4C-983A-745ABD41FC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10237" y="2763220"/>
            <a:ext cx="196141" cy="327101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15305455"/>
      </p:ext>
    </p:extLst>
  </p:cSld>
  <p:clrMapOvr>
    <a:masterClrMapping/>
  </p:clrMapOvr>
  <p:transition>
    <p:wipe dir="r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4809-E599-E74E-D9DB-49B785B7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AFAFA3-72C7-919E-1414-E501BC31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1629BF-3676-E3D9-8AB8-220AF15E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74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192A7E7E-4A47-A8FE-93C5-C02EB79E8202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D173ECF-AE5F-0D19-91F2-6934B785509A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40FD5F-97DE-60BC-9ED3-944DCDCD6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707" y="1361019"/>
            <a:ext cx="8922585" cy="36080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C3BD96-3C13-C022-1264-049C4767B024}"/>
              </a:ext>
            </a:extLst>
          </p:cNvPr>
          <p:cNvSpPr txBox="1"/>
          <p:nvPr/>
        </p:nvSpPr>
        <p:spPr>
          <a:xfrm>
            <a:off x="2865120" y="4969089"/>
            <a:ext cx="2907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49%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64BC7-1D41-0770-0064-C8C9ED0ED1B1}"/>
              </a:ext>
            </a:extLst>
          </p:cNvPr>
          <p:cNvSpPr txBox="1"/>
          <p:nvPr/>
        </p:nvSpPr>
        <p:spPr>
          <a:xfrm>
            <a:off x="6758864" y="4969089"/>
            <a:ext cx="2299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32%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322759"/>
      </p:ext>
    </p:extLst>
  </p:cSld>
  <p:clrMapOvr>
    <a:masterClrMapping/>
  </p:clrMapOvr>
  <p:transition>
    <p:wipe dir="r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4517D-D0BD-C500-6478-AF931327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527D7B-C79C-CC8C-84DF-C9AF54B1F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AD8090-41F9-EFF9-61F8-8B68010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75</a:t>
            </a:fld>
            <a:endParaRPr lang="de-CH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5A9B35-7979-12C0-B8CC-77725AD06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979000"/>
            <a:ext cx="10728325" cy="900000"/>
          </a:xfrm>
        </p:spPr>
        <p:txBody>
          <a:bodyPr/>
          <a:lstStyle/>
          <a:p>
            <a:pPr algn="ctr"/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you!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18778051"/>
      </p:ext>
    </p:extLst>
  </p:cSld>
  <p:clrMapOvr>
    <a:masterClrMapping/>
  </p:clrMapOvr>
  <p:transition>
    <p:wipe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CE09F-74AD-94B5-CA34-BF26FED4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raphic 133">
            <a:extLst>
              <a:ext uri="{FF2B5EF4-FFF2-40B4-BE49-F238E27FC236}">
                <a16:creationId xmlns:a16="http://schemas.microsoft.com/office/drawing/2014/main" id="{95463A6F-D3C6-340D-82B7-6F1ABED243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8931" b="12353"/>
          <a:stretch>
            <a:fillRect/>
          </a:stretch>
        </p:blipFill>
        <p:spPr>
          <a:xfrm>
            <a:off x="6295219" y="3099042"/>
            <a:ext cx="4001947" cy="3083332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63C630-1E13-A5BB-0CDA-564EDE25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317572-4869-05DD-28E3-3B779C6E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76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8810010C-E18E-BFCF-4268-E2BC41EB7742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E3EF8C69-4A49-3819-CD0B-C0A010493A82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1A1A100-7FB7-8E88-3744-73D0E93B47D4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FEBED1DD-7589-F820-356F-1EA7BE5D88AE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594FBEB4-BF62-AFE7-61FD-4FEED9AFB806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DC073F08-2B58-06CD-C5F6-548936008177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80498CB4-7387-AEAC-95A2-9D6DCEA1CA11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0CD8569D-6F45-5B41-2F5A-10143799676B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A2D66EA1-8454-EEBB-0DF0-88A79EC9A906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5F855580-87A3-36DA-F565-94D2F01BB94C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9AD064FB-E351-8909-9EF5-9FA62A96918A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CB40DB9C-BADD-D6A2-DC2C-BDF7C16745C1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1B8ACF25-F94C-3D55-090D-052F71BC7CE1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953A77BC-F89C-A3BB-9F6B-74C7A012469C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440B6058-79AC-F71B-376E-868464961366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Elastic Circuit</a:t>
            </a:r>
            <a:endParaRPr lang="en-US" dirty="0"/>
          </a:p>
        </p:txBody>
      </p:sp>
      <p:pic>
        <p:nvPicPr>
          <p:cNvPr id="132" name="Graphic 131">
            <a:extLst>
              <a:ext uri="{FF2B5EF4-FFF2-40B4-BE49-F238E27FC236}">
                <a16:creationId xmlns:a16="http://schemas.microsoft.com/office/drawing/2014/main" id="{F239CD4D-CE2D-24D4-F9BA-D2B444FC6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0630" b="8080"/>
          <a:stretch>
            <a:fillRect/>
          </a:stretch>
        </p:blipFill>
        <p:spPr>
          <a:xfrm>
            <a:off x="3221319" y="2948738"/>
            <a:ext cx="2580006" cy="3233636"/>
          </a:xfrm>
          <a:prstGeom prst="rect">
            <a:avLst/>
          </a:prstGeom>
        </p:spPr>
      </p:pic>
      <p:sp>
        <p:nvSpPr>
          <p:cNvPr id="135" name="Rectangle 134">
            <a:extLst>
              <a:ext uri="{FF2B5EF4-FFF2-40B4-BE49-F238E27FC236}">
                <a16:creationId xmlns:a16="http://schemas.microsoft.com/office/drawing/2014/main" id="{924843C1-3EF8-576D-8284-213E5499D5EA}"/>
              </a:ext>
            </a:extLst>
          </p:cNvPr>
          <p:cNvSpPr/>
          <p:nvPr/>
        </p:nvSpPr>
        <p:spPr>
          <a:xfrm>
            <a:off x="3795168" y="1556262"/>
            <a:ext cx="7911557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D2B78E-724F-DEF4-0121-6FA91FCE22E9}"/>
              </a:ext>
            </a:extLst>
          </p:cNvPr>
          <p:cNvSpPr txBox="1"/>
          <p:nvPr/>
        </p:nvSpPr>
        <p:spPr>
          <a:xfrm>
            <a:off x="1503913" y="294873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EACC1D-F363-45AF-E1A3-841415CFB310}"/>
              </a:ext>
            </a:extLst>
          </p:cNvPr>
          <p:cNvSpPr/>
          <p:nvPr/>
        </p:nvSpPr>
        <p:spPr>
          <a:xfrm>
            <a:off x="7407796" y="3066972"/>
            <a:ext cx="1944547" cy="12044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2982F3-2D18-5B77-8C02-272B3AB71684}"/>
              </a:ext>
            </a:extLst>
          </p:cNvPr>
          <p:cNvSpPr/>
          <p:nvPr/>
        </p:nvSpPr>
        <p:spPr>
          <a:xfrm>
            <a:off x="8096034" y="5691883"/>
            <a:ext cx="1088155" cy="3732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FD9E9F-9066-A703-0479-9A50BE2E6B45}"/>
                  </a:ext>
                </a:extLst>
              </p:cNvPr>
              <p:cNvSpPr txBox="1"/>
              <p:nvPr/>
            </p:nvSpPr>
            <p:spPr>
              <a:xfrm>
                <a:off x="1503913" y="3875302"/>
                <a:ext cx="107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𝑡𝑟𝑒𝑒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FD9E9F-9066-A703-0479-9A50BE2E6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913" y="3875302"/>
                <a:ext cx="1072793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58E405-F18B-8873-9E9E-44C72E2B2966}"/>
                  </a:ext>
                </a:extLst>
              </p:cNvPr>
              <p:cNvSpPr txBox="1"/>
              <p:nvPr/>
            </p:nvSpPr>
            <p:spPr>
              <a:xfrm>
                <a:off x="1503913" y="4271376"/>
                <a:ext cx="1124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𝑔𝑎𝑡𝑒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3AE4EB-DB68-C761-599D-6F0F3DF5C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913" y="4271376"/>
                <a:ext cx="1124090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0F3B1EE-B317-5259-5E3C-A4ED28DF7A51}"/>
              </a:ext>
            </a:extLst>
          </p:cNvPr>
          <p:cNvSpPr/>
          <p:nvPr/>
        </p:nvSpPr>
        <p:spPr>
          <a:xfrm>
            <a:off x="1390097" y="4292249"/>
            <a:ext cx="1475023" cy="369332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784116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A57CE-8E94-0E48-30A8-812E28C1D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raphic 133">
            <a:extLst>
              <a:ext uri="{FF2B5EF4-FFF2-40B4-BE49-F238E27FC236}">
                <a16:creationId xmlns:a16="http://schemas.microsoft.com/office/drawing/2014/main" id="{05A1374B-7D0A-F4B4-76C8-6B92C30BC3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8931" b="12353"/>
          <a:stretch>
            <a:fillRect/>
          </a:stretch>
        </p:blipFill>
        <p:spPr>
          <a:xfrm>
            <a:off x="6295219" y="3099042"/>
            <a:ext cx="4001947" cy="3083332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A2EA80-F830-31E5-6CAB-E4549591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821C03-6F88-CA26-638F-4BC5D7434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77</a:t>
            </a:fld>
            <a:endParaRPr lang="de-CH" noProof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579263AF-4379-3A4E-6DDF-EFADA0D0326B}"/>
              </a:ext>
            </a:extLst>
          </p:cNvPr>
          <p:cNvSpPr/>
          <p:nvPr/>
        </p:nvSpPr>
        <p:spPr>
          <a:xfrm>
            <a:off x="670560" y="7701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73" name="Text 1">
            <a:extLst>
              <a:ext uri="{FF2B5EF4-FFF2-40B4-BE49-F238E27FC236}">
                <a16:creationId xmlns:a16="http://schemas.microsoft.com/office/drawing/2014/main" id="{B4AA99A9-2428-EF06-E156-F8B95E80AA59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6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29A0B20-6909-4BBF-4152-99FB53A4F49A}"/>
              </a:ext>
            </a:extLst>
          </p:cNvPr>
          <p:cNvGrpSpPr/>
          <p:nvPr/>
        </p:nvGrpSpPr>
        <p:grpSpPr>
          <a:xfrm>
            <a:off x="1390097" y="1567383"/>
            <a:ext cx="9411805" cy="963431"/>
            <a:chOff x="1390097" y="952522"/>
            <a:chExt cx="9411805" cy="96343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8636A13A-B2BD-0DC3-77BE-C55A890CDE7E}"/>
                </a:ext>
              </a:extLst>
            </p:cNvPr>
            <p:cNvSpPr/>
            <p:nvPr/>
          </p:nvSpPr>
          <p:spPr>
            <a:xfrm>
              <a:off x="3221319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766DC4FB-0B7C-DFD2-2F0E-0E97A8E9E0C7}"/>
                </a:ext>
              </a:extLst>
            </p:cNvPr>
            <p:cNvSpPr/>
            <p:nvPr/>
          </p:nvSpPr>
          <p:spPr>
            <a:xfrm>
              <a:off x="1390098" y="1220143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FF5DE949-55A5-C61D-36A6-25E8D02601FF}"/>
                </a:ext>
              </a:extLst>
            </p:cNvPr>
            <p:cNvSpPr/>
            <p:nvPr/>
          </p:nvSpPr>
          <p:spPr>
            <a:xfrm>
              <a:off x="3977854" y="1220143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209C32BB-03DD-8C72-816F-02C7730C93FF}"/>
                </a:ext>
              </a:extLst>
            </p:cNvPr>
            <p:cNvSpPr/>
            <p:nvPr/>
          </p:nvSpPr>
          <p:spPr>
            <a:xfrm>
              <a:off x="6565610" y="1220143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Generation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AF72AF15-5895-0C96-E171-DEE394FE9E3B}"/>
                </a:ext>
              </a:extLst>
            </p:cNvPr>
            <p:cNvSpPr/>
            <p:nvPr/>
          </p:nvSpPr>
          <p:spPr>
            <a:xfrm>
              <a:off x="9153367" y="1220143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5E556EC0-889D-4E8D-C0F3-4B3A9512E500}"/>
                </a:ext>
              </a:extLst>
            </p:cNvPr>
            <p:cNvSpPr/>
            <p:nvPr/>
          </p:nvSpPr>
          <p:spPr>
            <a:xfrm>
              <a:off x="5809075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29F12545-DD2E-BF74-76FA-18C188C95C35}"/>
                </a:ext>
              </a:extLst>
            </p:cNvPr>
            <p:cNvSpPr/>
            <p:nvPr/>
          </p:nvSpPr>
          <p:spPr>
            <a:xfrm>
              <a:off x="8396831" y="1407317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11C99ACB-12E6-77FE-5E2C-53DDDDF85F77}"/>
                </a:ext>
              </a:extLst>
            </p:cNvPr>
            <p:cNvSpPr/>
            <p:nvPr/>
          </p:nvSpPr>
          <p:spPr>
            <a:xfrm>
              <a:off x="1390097" y="952524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5A0D9031-4DCC-C64B-8801-5C6338571047}"/>
                </a:ext>
              </a:extLst>
            </p:cNvPr>
            <p:cNvSpPr/>
            <p:nvPr/>
          </p:nvSpPr>
          <p:spPr>
            <a:xfrm>
              <a:off x="3977853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CB394D18-2B96-18F6-C890-0627762450AF}"/>
                </a:ext>
              </a:extLst>
            </p:cNvPr>
            <p:cNvSpPr/>
            <p:nvPr/>
          </p:nvSpPr>
          <p:spPr>
            <a:xfrm>
              <a:off x="6565608" y="952523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5657B530-EF88-87A6-AF38-1382DFBE7B09}"/>
                </a:ext>
              </a:extLst>
            </p:cNvPr>
            <p:cNvSpPr/>
            <p:nvPr/>
          </p:nvSpPr>
          <p:spPr>
            <a:xfrm>
              <a:off x="9153367" y="952522"/>
              <a:ext cx="1648535" cy="267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</a:t>
              </a:r>
              <a:r>
                <a:rPr lang="en-US" altLang="zh-CN" sz="1400" dirty="0">
                  <a:solidFill>
                    <a:schemeClr val="tx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68B52112-8347-8198-9FF6-31713AFF0F26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Elastic Circuit</a:t>
            </a:r>
            <a:endParaRPr lang="en-US" dirty="0"/>
          </a:p>
        </p:txBody>
      </p:sp>
      <p:pic>
        <p:nvPicPr>
          <p:cNvPr id="132" name="Graphic 131">
            <a:extLst>
              <a:ext uri="{FF2B5EF4-FFF2-40B4-BE49-F238E27FC236}">
                <a16:creationId xmlns:a16="http://schemas.microsoft.com/office/drawing/2014/main" id="{78CF66A5-BC62-C203-9359-92E603E6C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0630" b="8080"/>
          <a:stretch>
            <a:fillRect/>
          </a:stretch>
        </p:blipFill>
        <p:spPr>
          <a:xfrm>
            <a:off x="3221319" y="2948738"/>
            <a:ext cx="2580006" cy="3233636"/>
          </a:xfrm>
          <a:prstGeom prst="rect">
            <a:avLst/>
          </a:prstGeom>
        </p:spPr>
      </p:pic>
      <p:sp>
        <p:nvSpPr>
          <p:cNvPr id="135" name="Rectangle 134">
            <a:extLst>
              <a:ext uri="{FF2B5EF4-FFF2-40B4-BE49-F238E27FC236}">
                <a16:creationId xmlns:a16="http://schemas.microsoft.com/office/drawing/2014/main" id="{63CF5E05-4622-031A-F8EC-80D5416F4AD2}"/>
              </a:ext>
            </a:extLst>
          </p:cNvPr>
          <p:cNvSpPr/>
          <p:nvPr/>
        </p:nvSpPr>
        <p:spPr>
          <a:xfrm>
            <a:off x="3795168" y="1598139"/>
            <a:ext cx="7911557" cy="1019237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0E2354-A6B7-4C58-D157-5E2E5A45654C}"/>
              </a:ext>
            </a:extLst>
          </p:cNvPr>
          <p:cNvSpPr/>
          <p:nvPr/>
        </p:nvSpPr>
        <p:spPr>
          <a:xfrm>
            <a:off x="6764631" y="3099042"/>
            <a:ext cx="2388736" cy="24756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691C67-6CAD-0614-FB15-C81D20A00054}"/>
              </a:ext>
            </a:extLst>
          </p:cNvPr>
          <p:cNvSpPr/>
          <p:nvPr/>
        </p:nvSpPr>
        <p:spPr>
          <a:xfrm>
            <a:off x="7308254" y="5691883"/>
            <a:ext cx="1969310" cy="3732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3F9F3-549C-04B6-D36B-073125DC403A}"/>
              </a:ext>
            </a:extLst>
          </p:cNvPr>
          <p:cNvSpPr txBox="1"/>
          <p:nvPr/>
        </p:nvSpPr>
        <p:spPr>
          <a:xfrm>
            <a:off x="1503913" y="294873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404F1B-DEDB-1A28-0ABF-FA4877C1E26D}"/>
                  </a:ext>
                </a:extLst>
              </p:cNvPr>
              <p:cNvSpPr txBox="1"/>
              <p:nvPr/>
            </p:nvSpPr>
            <p:spPr>
              <a:xfrm>
                <a:off x="1503913" y="3875302"/>
                <a:ext cx="107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𝑡𝑟𝑒𝑒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003694-784E-B36C-B35A-161C535EC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913" y="3875302"/>
                <a:ext cx="1072793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5939BC-CA59-DBAD-CFD9-F6375883C549}"/>
                  </a:ext>
                </a:extLst>
              </p:cNvPr>
              <p:cNvSpPr txBox="1"/>
              <p:nvPr/>
            </p:nvSpPr>
            <p:spPr>
              <a:xfrm>
                <a:off x="1503913" y="4271376"/>
                <a:ext cx="1124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𝑔𝑎𝑡𝑒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4D6798-76FF-E1F9-69FB-D8320B03C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913" y="4271376"/>
                <a:ext cx="1124090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F1F1BDB-18CA-E7D5-DA92-72901443A0FA}"/>
              </a:ext>
            </a:extLst>
          </p:cNvPr>
          <p:cNvSpPr/>
          <p:nvPr/>
        </p:nvSpPr>
        <p:spPr>
          <a:xfrm>
            <a:off x="1390097" y="4292249"/>
            <a:ext cx="1475023" cy="369332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75832254"/>
      </p:ext>
    </p:extLst>
  </p:cSld>
  <p:clrMapOvr>
    <a:masterClrMapping/>
  </p:clrMapOvr>
  <p:transition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18FBB-FB6F-1442-1FB4-543C0B2D9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B32D9D-A806-14B9-6590-E1F64F04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0B7A14-90D2-1CB7-4ED7-AFA41619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78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425A25FB-682B-B7F1-894D-D8D45DDFF7E7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DC22DAE9-E0F6-7F68-8E09-D8C12D1CDF79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D48ADA-C1B9-3E7F-20AD-923C2A364D77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42F9F09C-577B-6AFE-028C-0DE049A89C34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B16C94-1177-0902-CD42-BF39B473153D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E67A4A-B1D9-9DC2-75C8-9630D5F9AEE1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95D020-FE51-3017-DBCE-055494F25D80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4FE9B3-CC3B-7F09-3B60-49AA0C5D1823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756A2D-3CA5-7123-DED2-AD79CDA9D09D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FD9F6800-4047-8C69-7C8F-FDAFFE5EFFF3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976C68A4-807F-DB6B-3A8B-2488A83B55D7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3556ED7A-0034-C690-668C-61E26B1557C5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69809BED-7DDF-38EC-E01F-18ED3CF2F1FB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ED8993D-7514-60A9-170E-2A1E72717B01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423BF-D1BE-D811-526D-578321923921}"/>
              </a:ext>
            </a:extLst>
          </p:cNvPr>
          <p:cNvSpPr/>
          <p:nvPr/>
        </p:nvSpPr>
        <p:spPr>
          <a:xfrm>
            <a:off x="10131002" y="938648"/>
            <a:ext cx="121880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2FAAE3-CC0C-9132-9507-8E11D96013F0}"/>
              </a:ext>
            </a:extLst>
          </p:cNvPr>
          <p:cNvSpPr/>
          <p:nvPr/>
        </p:nvSpPr>
        <p:spPr>
          <a:xfrm>
            <a:off x="888434" y="958526"/>
            <a:ext cx="678941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3352F6AA-3FA6-A49E-7769-607A6985D4F6}"/>
              </a:ext>
            </a:extLst>
          </p:cNvPr>
          <p:cNvGrpSpPr/>
          <p:nvPr/>
        </p:nvGrpSpPr>
        <p:grpSpPr>
          <a:xfrm>
            <a:off x="3043249" y="1907210"/>
            <a:ext cx="6105502" cy="3465213"/>
            <a:chOff x="3306555" y="1920348"/>
            <a:chExt cx="6105502" cy="3465213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7FD77181-0D5B-2948-A1F0-7C451899F8E8}"/>
                </a:ext>
              </a:extLst>
            </p:cNvPr>
            <p:cNvGrpSpPr/>
            <p:nvPr/>
          </p:nvGrpSpPr>
          <p:grpSpPr>
            <a:xfrm>
              <a:off x="3306555" y="2364118"/>
              <a:ext cx="1256745" cy="2596699"/>
              <a:chOff x="4099226" y="2491740"/>
              <a:chExt cx="875879" cy="1809750"/>
            </a:xfrm>
          </p:grpSpPr>
          <p:grpSp>
            <p:nvGrpSpPr>
              <p:cNvPr id="144" name="Graphic 4">
                <a:extLst>
                  <a:ext uri="{FF2B5EF4-FFF2-40B4-BE49-F238E27FC236}">
                    <a16:creationId xmlns:a16="http://schemas.microsoft.com/office/drawing/2014/main" id="{62285768-137C-58E5-D7BD-E09B6988F180}"/>
                  </a:ext>
                </a:extLst>
              </p:cNvPr>
              <p:cNvGrpSpPr/>
              <p:nvPr/>
            </p:nvGrpSpPr>
            <p:grpSpPr>
              <a:xfrm>
                <a:off x="4626201" y="2751886"/>
                <a:ext cx="127573" cy="214122"/>
                <a:chOff x="1822041" y="1959406"/>
                <a:chExt cx="127573" cy="214122"/>
              </a:xfrm>
            </p:grpSpPr>
            <p:sp>
              <p:nvSpPr>
                <p:cNvPr id="190" name="Freeform 189">
                  <a:extLst>
                    <a:ext uri="{FF2B5EF4-FFF2-40B4-BE49-F238E27FC236}">
                      <a16:creationId xmlns:a16="http://schemas.microsoft.com/office/drawing/2014/main" id="{0E3DAE8C-7BE1-87D5-3935-C9F1342A8186}"/>
                    </a:ext>
                  </a:extLst>
                </p:cNvPr>
                <p:cNvSpPr/>
                <p:nvPr/>
              </p:nvSpPr>
              <p:spPr>
                <a:xfrm>
                  <a:off x="1822041" y="1959406"/>
                  <a:ext cx="104115" cy="174802"/>
                </a:xfrm>
                <a:custGeom>
                  <a:avLst/>
                  <a:gdLst>
                    <a:gd name="csX0" fmla="*/ 0 w 104115"/>
                    <a:gd name="csY0" fmla="*/ 0 h 174802"/>
                    <a:gd name="csX1" fmla="*/ 104115 w 104115"/>
                    <a:gd name="csY1" fmla="*/ 174803 h 17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04115" h="174802">
                      <a:moveTo>
                        <a:pt x="0" y="0"/>
                      </a:moveTo>
                      <a:lnTo>
                        <a:pt x="104115" y="174803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91" name="Freeform 190">
                  <a:extLst>
                    <a:ext uri="{FF2B5EF4-FFF2-40B4-BE49-F238E27FC236}">
                      <a16:creationId xmlns:a16="http://schemas.microsoft.com/office/drawing/2014/main" id="{CFE12EE1-4A4F-B702-F47B-8C253F5E347E}"/>
                    </a:ext>
                  </a:extLst>
                </p:cNvPr>
                <p:cNvSpPr/>
                <p:nvPr/>
              </p:nvSpPr>
              <p:spPr>
                <a:xfrm>
                  <a:off x="1892188" y="2105558"/>
                  <a:ext cx="57427" cy="67970"/>
                </a:xfrm>
                <a:custGeom>
                  <a:avLst/>
                  <a:gdLst>
                    <a:gd name="csX0" fmla="*/ 57427 w 57427"/>
                    <a:gd name="csY0" fmla="*/ 67970 h 67970"/>
                    <a:gd name="csX1" fmla="*/ 0 w 57427"/>
                    <a:gd name="csY1" fmla="*/ 31166 h 67970"/>
                    <a:gd name="csX2" fmla="*/ 33969 w 57427"/>
                    <a:gd name="csY2" fmla="*/ 28651 h 67970"/>
                    <a:gd name="csX3" fmla="*/ 52400 w 57427"/>
                    <a:gd name="csY3" fmla="*/ 0 h 6797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427" h="67970">
                      <a:moveTo>
                        <a:pt x="57427" y="67970"/>
                      </a:moveTo>
                      <a:lnTo>
                        <a:pt x="0" y="31166"/>
                      </a:lnTo>
                      <a:lnTo>
                        <a:pt x="33969" y="28651"/>
                      </a:lnTo>
                      <a:lnTo>
                        <a:pt x="524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48" name="Graphic 4">
                <a:extLst>
                  <a:ext uri="{FF2B5EF4-FFF2-40B4-BE49-F238E27FC236}">
                    <a16:creationId xmlns:a16="http://schemas.microsoft.com/office/drawing/2014/main" id="{00E9951D-CD4C-0F74-F620-ECC56E03E070}"/>
                  </a:ext>
                </a:extLst>
              </p:cNvPr>
              <p:cNvGrpSpPr/>
              <p:nvPr/>
            </p:nvGrpSpPr>
            <p:grpSpPr>
              <a:xfrm>
                <a:off x="4366179" y="2491740"/>
                <a:ext cx="304653" cy="304800"/>
                <a:chOff x="1562019" y="1699260"/>
                <a:chExt cx="304653" cy="304800"/>
              </a:xfrm>
              <a:solidFill>
                <a:srgbClr val="FFFFFF"/>
              </a:solidFill>
            </p:grpSpPr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1017ED2D-4657-948F-7735-D40F3B7B8770}"/>
                    </a:ext>
                  </a:extLst>
                </p:cNvPr>
                <p:cNvSpPr/>
                <p:nvPr/>
              </p:nvSpPr>
              <p:spPr>
                <a:xfrm>
                  <a:off x="1562019" y="169926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9" name="Picture 188">
                  <a:extLst>
                    <a:ext uri="{FF2B5EF4-FFF2-40B4-BE49-F238E27FC236}">
                      <a16:creationId xmlns:a16="http://schemas.microsoft.com/office/drawing/2014/main" id="{1BA519EA-671D-9203-BAC4-81D7B670C8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9635" y="177165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49" name="Graphic 4">
                <a:extLst>
                  <a:ext uri="{FF2B5EF4-FFF2-40B4-BE49-F238E27FC236}">
                    <a16:creationId xmlns:a16="http://schemas.microsoft.com/office/drawing/2014/main" id="{8947B695-F1F3-C589-F8AB-D42F8F63E588}"/>
                  </a:ext>
                </a:extLst>
              </p:cNvPr>
              <p:cNvGrpSpPr/>
              <p:nvPr/>
            </p:nvGrpSpPr>
            <p:grpSpPr>
              <a:xfrm>
                <a:off x="4419189" y="3179978"/>
                <a:ext cx="256442" cy="103022"/>
                <a:chOff x="1615029" y="2387498"/>
                <a:chExt cx="256442" cy="103022"/>
              </a:xfrm>
            </p:grpSpPr>
            <p:sp>
              <p:nvSpPr>
                <p:cNvPr id="186" name="Freeform 185">
                  <a:extLst>
                    <a:ext uri="{FF2B5EF4-FFF2-40B4-BE49-F238E27FC236}">
                      <a16:creationId xmlns:a16="http://schemas.microsoft.com/office/drawing/2014/main" id="{305172E6-3F2F-D6D1-63C9-FA4D8998D8F3}"/>
                    </a:ext>
                  </a:extLst>
                </p:cNvPr>
                <p:cNvSpPr/>
                <p:nvPr/>
              </p:nvSpPr>
              <p:spPr>
                <a:xfrm>
                  <a:off x="1657909" y="2387498"/>
                  <a:ext cx="213562" cy="79857"/>
                </a:xfrm>
                <a:custGeom>
                  <a:avLst/>
                  <a:gdLst>
                    <a:gd name="csX0" fmla="*/ 213562 w 213562"/>
                    <a:gd name="csY0" fmla="*/ 0 h 79857"/>
                    <a:gd name="csX1" fmla="*/ 0 w 213562"/>
                    <a:gd name="csY1" fmla="*/ 79858 h 798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13562" h="79857">
                      <a:moveTo>
                        <a:pt x="213562" y="0"/>
                      </a:moveTo>
                      <a:lnTo>
                        <a:pt x="0" y="79858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7" name="Freeform 186">
                  <a:extLst>
                    <a:ext uri="{FF2B5EF4-FFF2-40B4-BE49-F238E27FC236}">
                      <a16:creationId xmlns:a16="http://schemas.microsoft.com/office/drawing/2014/main" id="{0E196743-F616-095A-88E6-F85A994302C4}"/>
                    </a:ext>
                  </a:extLst>
                </p:cNvPr>
                <p:cNvSpPr/>
                <p:nvPr/>
              </p:nvSpPr>
              <p:spPr>
                <a:xfrm>
                  <a:off x="1615029" y="2433447"/>
                  <a:ext cx="67785" cy="57073"/>
                </a:xfrm>
                <a:custGeom>
                  <a:avLst/>
                  <a:gdLst>
                    <a:gd name="csX0" fmla="*/ 0 w 67785"/>
                    <a:gd name="csY0" fmla="*/ 49911 h 57073"/>
                    <a:gd name="csX1" fmla="*/ 46460 w 67785"/>
                    <a:gd name="csY1" fmla="*/ 0 h 57073"/>
                    <a:gd name="csX2" fmla="*/ 42880 w 67785"/>
                    <a:gd name="csY2" fmla="*/ 33909 h 57073"/>
                    <a:gd name="csX3" fmla="*/ 67785 w 67785"/>
                    <a:gd name="csY3" fmla="*/ 57074 h 570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7785" h="57073">
                      <a:moveTo>
                        <a:pt x="0" y="49911"/>
                      </a:moveTo>
                      <a:lnTo>
                        <a:pt x="46460" y="0"/>
                      </a:lnTo>
                      <a:lnTo>
                        <a:pt x="42880" y="33909"/>
                      </a:lnTo>
                      <a:lnTo>
                        <a:pt x="67785" y="570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3" name="Graphic 4">
                <a:extLst>
                  <a:ext uri="{FF2B5EF4-FFF2-40B4-BE49-F238E27FC236}">
                    <a16:creationId xmlns:a16="http://schemas.microsoft.com/office/drawing/2014/main" id="{517CF0DC-18F5-27ED-C322-CD87B8EFFA3A}"/>
                  </a:ext>
                </a:extLst>
              </p:cNvPr>
              <p:cNvGrpSpPr/>
              <p:nvPr/>
            </p:nvGrpSpPr>
            <p:grpSpPr>
              <a:xfrm>
                <a:off x="4670452" y="2964180"/>
                <a:ext cx="304653" cy="304800"/>
                <a:chOff x="1866292" y="2171700"/>
                <a:chExt cx="304653" cy="304800"/>
              </a:xfrm>
              <a:solidFill>
                <a:srgbClr val="FFFFFF"/>
              </a:solidFill>
            </p:grpSpPr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7ED96985-58E5-FD06-B758-D7C82570C7AB}"/>
                    </a:ext>
                  </a:extLst>
                </p:cNvPr>
                <p:cNvSpPr/>
                <p:nvPr/>
              </p:nvSpPr>
              <p:spPr>
                <a:xfrm>
                  <a:off x="1866292" y="217170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5" name="Picture 184">
                  <a:extLst>
                    <a:ext uri="{FF2B5EF4-FFF2-40B4-BE49-F238E27FC236}">
                      <a16:creationId xmlns:a16="http://schemas.microsoft.com/office/drawing/2014/main" id="{48C0230F-D9E4-9528-8AC4-6009F23073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74289" y="224409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54" name="Graphic 4">
                <a:extLst>
                  <a:ext uri="{FF2B5EF4-FFF2-40B4-BE49-F238E27FC236}">
                    <a16:creationId xmlns:a16="http://schemas.microsoft.com/office/drawing/2014/main" id="{35E8D648-55CB-0C7E-7430-465C91D14007}"/>
                  </a:ext>
                </a:extLst>
              </p:cNvPr>
              <p:cNvGrpSpPr/>
              <p:nvPr/>
            </p:nvGrpSpPr>
            <p:grpSpPr>
              <a:xfrm>
                <a:off x="4366865" y="3452926"/>
                <a:ext cx="145853" cy="138531"/>
                <a:chOff x="1562705" y="2660446"/>
                <a:chExt cx="145853" cy="13853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B87BAB57-12BE-B3DB-E9E1-B5C26EBB3446}"/>
                    </a:ext>
                  </a:extLst>
                </p:cNvPr>
                <p:cNvSpPr/>
                <p:nvPr/>
              </p:nvSpPr>
              <p:spPr>
                <a:xfrm>
                  <a:off x="1562705" y="2660446"/>
                  <a:ext cx="112721" cy="107061"/>
                </a:xfrm>
                <a:custGeom>
                  <a:avLst/>
                  <a:gdLst>
                    <a:gd name="csX0" fmla="*/ 0 w 112721"/>
                    <a:gd name="csY0" fmla="*/ 0 h 107061"/>
                    <a:gd name="csX1" fmla="*/ 112722 w 112721"/>
                    <a:gd name="csY1" fmla="*/ 107061 h 1070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12721" h="107061">
                      <a:moveTo>
                        <a:pt x="0" y="0"/>
                      </a:moveTo>
                      <a:lnTo>
                        <a:pt x="112722" y="10706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9B9C2E49-8205-7929-AA5A-E6C5ED674107}"/>
                    </a:ext>
                  </a:extLst>
                </p:cNvPr>
                <p:cNvSpPr/>
                <p:nvPr/>
              </p:nvSpPr>
              <p:spPr>
                <a:xfrm>
                  <a:off x="1643362" y="2734894"/>
                  <a:ext cx="65195" cy="64084"/>
                </a:xfrm>
                <a:custGeom>
                  <a:avLst/>
                  <a:gdLst>
                    <a:gd name="csX0" fmla="*/ 65196 w 65195"/>
                    <a:gd name="csY0" fmla="*/ 64084 h 64084"/>
                    <a:gd name="csX1" fmla="*/ 0 w 65195"/>
                    <a:gd name="csY1" fmla="*/ 44196 h 64084"/>
                    <a:gd name="csX2" fmla="*/ 32065 w 65195"/>
                    <a:gd name="csY2" fmla="*/ 32614 h 64084"/>
                    <a:gd name="csX3" fmla="*/ 41966 w 65195"/>
                    <a:gd name="csY3" fmla="*/ 0 h 640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5195" h="64084">
                      <a:moveTo>
                        <a:pt x="65196" y="64084"/>
                      </a:moveTo>
                      <a:lnTo>
                        <a:pt x="0" y="44196"/>
                      </a:lnTo>
                      <a:lnTo>
                        <a:pt x="32065" y="32614"/>
                      </a:lnTo>
                      <a:lnTo>
                        <a:pt x="4196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5" name="Graphic 4">
                <a:extLst>
                  <a:ext uri="{FF2B5EF4-FFF2-40B4-BE49-F238E27FC236}">
                    <a16:creationId xmlns:a16="http://schemas.microsoft.com/office/drawing/2014/main" id="{E74F0F2E-963B-5A72-4752-F12853D9137C}"/>
                  </a:ext>
                </a:extLst>
              </p:cNvPr>
              <p:cNvGrpSpPr/>
              <p:nvPr/>
            </p:nvGrpSpPr>
            <p:grpSpPr>
              <a:xfrm>
                <a:off x="4189328" y="3497580"/>
                <a:ext cx="69841" cy="554507"/>
                <a:chOff x="1385168" y="2705100"/>
                <a:chExt cx="69841" cy="554507"/>
              </a:xfrm>
            </p:grpSpPr>
            <p:sp>
              <p:nvSpPr>
                <p:cNvPr id="180" name="Freeform 179">
                  <a:extLst>
                    <a:ext uri="{FF2B5EF4-FFF2-40B4-BE49-F238E27FC236}">
                      <a16:creationId xmlns:a16="http://schemas.microsoft.com/office/drawing/2014/main" id="{A7E17B4F-EFD6-A30C-382C-92DBBBB6A804}"/>
                    </a:ext>
                  </a:extLst>
                </p:cNvPr>
                <p:cNvSpPr/>
                <p:nvPr/>
              </p:nvSpPr>
              <p:spPr>
                <a:xfrm>
                  <a:off x="1414338" y="2705100"/>
                  <a:ext cx="40671" cy="508939"/>
                </a:xfrm>
                <a:custGeom>
                  <a:avLst/>
                  <a:gdLst>
                    <a:gd name="csX0" fmla="*/ 40671 w 40671"/>
                    <a:gd name="csY0" fmla="*/ 0 h 508939"/>
                    <a:gd name="csX1" fmla="*/ 0 w 40671"/>
                    <a:gd name="csY1" fmla="*/ 508940 h 50893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0671" h="508939">
                      <a:moveTo>
                        <a:pt x="40671" y="0"/>
                      </a:moveTo>
                      <a:lnTo>
                        <a:pt x="0" y="50894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1" name="Freeform 180">
                  <a:extLst>
                    <a:ext uri="{FF2B5EF4-FFF2-40B4-BE49-F238E27FC236}">
                      <a16:creationId xmlns:a16="http://schemas.microsoft.com/office/drawing/2014/main" id="{B5A87A8E-818A-BA86-508E-A379D33C4CCC}"/>
                    </a:ext>
                  </a:extLst>
                </p:cNvPr>
                <p:cNvSpPr/>
                <p:nvPr/>
              </p:nvSpPr>
              <p:spPr>
                <a:xfrm>
                  <a:off x="1385168" y="3196437"/>
                  <a:ext cx="60702" cy="63169"/>
                </a:xfrm>
                <a:custGeom>
                  <a:avLst/>
                  <a:gdLst>
                    <a:gd name="csX0" fmla="*/ 25515 w 60702"/>
                    <a:gd name="csY0" fmla="*/ 63170 h 63169"/>
                    <a:gd name="csX1" fmla="*/ 0 w 60702"/>
                    <a:gd name="csY1" fmla="*/ 0 h 63169"/>
                    <a:gd name="csX2" fmla="*/ 29171 w 60702"/>
                    <a:gd name="csY2" fmla="*/ 17602 h 63169"/>
                    <a:gd name="csX3" fmla="*/ 60702 w 60702"/>
                    <a:gd name="csY3" fmla="*/ 4877 h 631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702" h="63169">
                      <a:moveTo>
                        <a:pt x="25515" y="63170"/>
                      </a:moveTo>
                      <a:lnTo>
                        <a:pt x="0" y="0"/>
                      </a:lnTo>
                      <a:lnTo>
                        <a:pt x="29171" y="17602"/>
                      </a:lnTo>
                      <a:lnTo>
                        <a:pt x="60702" y="48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6" name="Graphic 4">
                <a:extLst>
                  <a:ext uri="{FF2B5EF4-FFF2-40B4-BE49-F238E27FC236}">
                    <a16:creationId xmlns:a16="http://schemas.microsoft.com/office/drawing/2014/main" id="{4884D546-304C-BB34-EF2B-F18398AAF810}"/>
                  </a:ext>
                </a:extLst>
              </p:cNvPr>
              <p:cNvGrpSpPr/>
              <p:nvPr/>
            </p:nvGrpSpPr>
            <p:grpSpPr>
              <a:xfrm>
                <a:off x="4106843" y="3192780"/>
                <a:ext cx="304653" cy="304800"/>
                <a:chOff x="1302683" y="2400300"/>
                <a:chExt cx="304653" cy="304800"/>
              </a:xfrm>
              <a:solidFill>
                <a:srgbClr val="FFFFFF"/>
              </a:solidFill>
            </p:grpSpPr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DB516A9E-4C11-4366-1094-49CC6C6AD299}"/>
                    </a:ext>
                  </a:extLst>
                </p:cNvPr>
                <p:cNvSpPr/>
                <p:nvPr/>
              </p:nvSpPr>
              <p:spPr>
                <a:xfrm>
                  <a:off x="1302683" y="240030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79" name="Picture 178">
                  <a:extLst>
                    <a:ext uri="{FF2B5EF4-FFF2-40B4-BE49-F238E27FC236}">
                      <a16:creationId xmlns:a16="http://schemas.microsoft.com/office/drawing/2014/main" id="{81E40683-095B-FF18-1D5C-9200F03FB3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10680" y="247269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57" name="Graphic 4">
                <a:extLst>
                  <a:ext uri="{FF2B5EF4-FFF2-40B4-BE49-F238E27FC236}">
                    <a16:creationId xmlns:a16="http://schemas.microsoft.com/office/drawing/2014/main" id="{00EE6C6A-B5F6-3360-2714-65160CB0272E}"/>
                  </a:ext>
                </a:extLst>
              </p:cNvPr>
              <p:cNvGrpSpPr/>
              <p:nvPr/>
            </p:nvGrpSpPr>
            <p:grpSpPr>
              <a:xfrm>
                <a:off x="4255742" y="2751886"/>
                <a:ext cx="155068" cy="424815"/>
                <a:chOff x="1451582" y="1959406"/>
                <a:chExt cx="155068" cy="424815"/>
              </a:xfrm>
            </p:grpSpPr>
            <p:sp>
              <p:nvSpPr>
                <p:cNvPr id="176" name="Freeform 175">
                  <a:extLst>
                    <a:ext uri="{FF2B5EF4-FFF2-40B4-BE49-F238E27FC236}">
                      <a16:creationId xmlns:a16="http://schemas.microsoft.com/office/drawing/2014/main" id="{C14EB794-D348-245D-C605-5BE20188C35A}"/>
                    </a:ext>
                  </a:extLst>
                </p:cNvPr>
                <p:cNvSpPr/>
                <p:nvPr/>
              </p:nvSpPr>
              <p:spPr>
                <a:xfrm>
                  <a:off x="1475421" y="1959406"/>
                  <a:ext cx="131229" cy="381533"/>
                </a:xfrm>
                <a:custGeom>
                  <a:avLst/>
                  <a:gdLst>
                    <a:gd name="csX0" fmla="*/ 131230 w 131229"/>
                    <a:gd name="csY0" fmla="*/ 0 h 381533"/>
                    <a:gd name="csX1" fmla="*/ 0 w 131229"/>
                    <a:gd name="csY1" fmla="*/ 381533 h 3815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31229" h="381533">
                      <a:moveTo>
                        <a:pt x="131230" y="0"/>
                      </a:moveTo>
                      <a:lnTo>
                        <a:pt x="0" y="381533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7" name="Freeform 176">
                  <a:extLst>
                    <a:ext uri="{FF2B5EF4-FFF2-40B4-BE49-F238E27FC236}">
                      <a16:creationId xmlns:a16="http://schemas.microsoft.com/office/drawing/2014/main" id="{946B407A-628E-8E6E-ED52-886CF4A0C17B}"/>
                    </a:ext>
                  </a:extLst>
                </p:cNvPr>
                <p:cNvSpPr/>
                <p:nvPr/>
              </p:nvSpPr>
              <p:spPr>
                <a:xfrm>
                  <a:off x="1451582" y="2316632"/>
                  <a:ext cx="57579" cy="67589"/>
                </a:xfrm>
                <a:custGeom>
                  <a:avLst/>
                  <a:gdLst>
                    <a:gd name="csX0" fmla="*/ 8987 w 57579"/>
                    <a:gd name="csY0" fmla="*/ 67589 h 67589"/>
                    <a:gd name="csX1" fmla="*/ 0 w 57579"/>
                    <a:gd name="csY1" fmla="*/ 0 h 67589"/>
                    <a:gd name="csX2" fmla="*/ 23839 w 57579"/>
                    <a:gd name="csY2" fmla="*/ 24308 h 67589"/>
                    <a:gd name="csX3" fmla="*/ 57580 w 57579"/>
                    <a:gd name="csY3" fmla="*/ 19812 h 675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579" h="67589">
                      <a:moveTo>
                        <a:pt x="8987" y="67589"/>
                      </a:moveTo>
                      <a:lnTo>
                        <a:pt x="0" y="0"/>
                      </a:lnTo>
                      <a:lnTo>
                        <a:pt x="23839" y="24308"/>
                      </a:lnTo>
                      <a:lnTo>
                        <a:pt x="57580" y="198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8" name="Graphic 4">
                <a:extLst>
                  <a:ext uri="{FF2B5EF4-FFF2-40B4-BE49-F238E27FC236}">
                    <a16:creationId xmlns:a16="http://schemas.microsoft.com/office/drawing/2014/main" id="{9FC414F6-21CF-9EDF-05FD-2ED98E3CBD1A}"/>
                  </a:ext>
                </a:extLst>
              </p:cNvPr>
              <p:cNvGrpSpPr/>
              <p:nvPr/>
            </p:nvGrpSpPr>
            <p:grpSpPr>
              <a:xfrm>
                <a:off x="4689874" y="3268980"/>
                <a:ext cx="132905" cy="283540"/>
                <a:chOff x="1885714" y="2476500"/>
                <a:chExt cx="132905" cy="283540"/>
              </a:xfrm>
            </p:grpSpPr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9665B23F-57AF-1B3E-0C53-8791834C4AC5}"/>
                    </a:ext>
                  </a:extLst>
                </p:cNvPr>
                <p:cNvSpPr/>
                <p:nvPr/>
              </p:nvSpPr>
              <p:spPr>
                <a:xfrm>
                  <a:off x="1906963" y="2476500"/>
                  <a:ext cx="111655" cy="242011"/>
                </a:xfrm>
                <a:custGeom>
                  <a:avLst/>
                  <a:gdLst>
                    <a:gd name="csX0" fmla="*/ 111656 w 111655"/>
                    <a:gd name="csY0" fmla="*/ 0 h 242011"/>
                    <a:gd name="csX1" fmla="*/ 0 w 111655"/>
                    <a:gd name="csY1" fmla="*/ 242011 h 2420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11655" h="242011">
                      <a:moveTo>
                        <a:pt x="111656" y="0"/>
                      </a:moveTo>
                      <a:lnTo>
                        <a:pt x="0" y="24201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5" name="Freeform 174">
                  <a:extLst>
                    <a:ext uri="{FF2B5EF4-FFF2-40B4-BE49-F238E27FC236}">
                      <a16:creationId xmlns:a16="http://schemas.microsoft.com/office/drawing/2014/main" id="{1E3F7632-21FB-5F8A-7A4B-F9D8418A1ECD}"/>
                    </a:ext>
                  </a:extLst>
                </p:cNvPr>
                <p:cNvSpPr/>
                <p:nvPr/>
              </p:nvSpPr>
              <p:spPr>
                <a:xfrm>
                  <a:off x="1885714" y="2691917"/>
                  <a:ext cx="55294" cy="68122"/>
                </a:xfrm>
                <a:custGeom>
                  <a:avLst/>
                  <a:gdLst>
                    <a:gd name="csX0" fmla="*/ 2133 w 55294"/>
                    <a:gd name="csY0" fmla="*/ 68123 h 68122"/>
                    <a:gd name="csX1" fmla="*/ 0 w 55294"/>
                    <a:gd name="csY1" fmla="*/ 0 h 68122"/>
                    <a:gd name="csX2" fmla="*/ 21250 w 55294"/>
                    <a:gd name="csY2" fmla="*/ 26594 h 68122"/>
                    <a:gd name="csX3" fmla="*/ 55295 w 55294"/>
                    <a:gd name="csY3" fmla="*/ 25527 h 681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94" h="68122">
                      <a:moveTo>
                        <a:pt x="2133" y="68123"/>
                      </a:moveTo>
                      <a:lnTo>
                        <a:pt x="0" y="0"/>
                      </a:lnTo>
                      <a:lnTo>
                        <a:pt x="21250" y="26594"/>
                      </a:lnTo>
                      <a:lnTo>
                        <a:pt x="55295" y="255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9" name="Graphic 4">
                <a:extLst>
                  <a:ext uri="{FF2B5EF4-FFF2-40B4-BE49-F238E27FC236}">
                    <a16:creationId xmlns:a16="http://schemas.microsoft.com/office/drawing/2014/main" id="{EE73DFF1-2A8D-3CA4-F32B-C9ECC71E150B}"/>
                  </a:ext>
                </a:extLst>
              </p:cNvPr>
              <p:cNvGrpSpPr/>
              <p:nvPr/>
            </p:nvGrpSpPr>
            <p:grpSpPr>
              <a:xfrm>
                <a:off x="4282704" y="3818686"/>
                <a:ext cx="242352" cy="238429"/>
                <a:chOff x="1478544" y="3026206"/>
                <a:chExt cx="242352" cy="238429"/>
              </a:xfrm>
            </p:grpSpPr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4FE7C1E0-2572-A64C-EEA6-EDC8DB00B580}"/>
                    </a:ext>
                  </a:extLst>
                </p:cNvPr>
                <p:cNvSpPr/>
                <p:nvPr/>
              </p:nvSpPr>
              <p:spPr>
                <a:xfrm>
                  <a:off x="1511142" y="3026206"/>
                  <a:ext cx="209754" cy="206349"/>
                </a:xfrm>
                <a:custGeom>
                  <a:avLst/>
                  <a:gdLst>
                    <a:gd name="csX0" fmla="*/ 209754 w 209754"/>
                    <a:gd name="csY0" fmla="*/ 0 h 206349"/>
                    <a:gd name="csX1" fmla="*/ 0 w 209754"/>
                    <a:gd name="csY1" fmla="*/ 206350 h 2063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09754" h="206349">
                      <a:moveTo>
                        <a:pt x="209754" y="0"/>
                      </a:moveTo>
                      <a:lnTo>
                        <a:pt x="0" y="20635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3" name="Freeform 172">
                  <a:extLst>
                    <a:ext uri="{FF2B5EF4-FFF2-40B4-BE49-F238E27FC236}">
                      <a16:creationId xmlns:a16="http://schemas.microsoft.com/office/drawing/2014/main" id="{B1799B05-1D0F-95D8-CCD7-12AE489B675F}"/>
                    </a:ext>
                  </a:extLst>
                </p:cNvPr>
                <p:cNvSpPr/>
                <p:nvPr/>
              </p:nvSpPr>
              <p:spPr>
                <a:xfrm>
                  <a:off x="1478544" y="3200171"/>
                  <a:ext cx="64815" cy="64465"/>
                </a:xfrm>
                <a:custGeom>
                  <a:avLst/>
                  <a:gdLst>
                    <a:gd name="csX0" fmla="*/ 0 w 64815"/>
                    <a:gd name="csY0" fmla="*/ 64465 h 64465"/>
                    <a:gd name="csX1" fmla="*/ 22087 w 64815"/>
                    <a:gd name="csY1" fmla="*/ 0 h 64465"/>
                    <a:gd name="csX2" fmla="*/ 32598 w 64815"/>
                    <a:gd name="csY2" fmla="*/ 32385 h 64465"/>
                    <a:gd name="csX3" fmla="*/ 64815 w 64815"/>
                    <a:gd name="csY3" fmla="*/ 43434 h 644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4815" h="64465">
                      <a:moveTo>
                        <a:pt x="0" y="64465"/>
                      </a:moveTo>
                      <a:lnTo>
                        <a:pt x="22087" y="0"/>
                      </a:lnTo>
                      <a:lnTo>
                        <a:pt x="32598" y="32385"/>
                      </a:lnTo>
                      <a:lnTo>
                        <a:pt x="64815" y="434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60" name="Graphic 4">
                <a:extLst>
                  <a:ext uri="{FF2B5EF4-FFF2-40B4-BE49-F238E27FC236}">
                    <a16:creationId xmlns:a16="http://schemas.microsoft.com/office/drawing/2014/main" id="{6C8E9DCE-0B15-5C2A-B269-B315B29B7DFD}"/>
                  </a:ext>
                </a:extLst>
              </p:cNvPr>
              <p:cNvGrpSpPr/>
              <p:nvPr/>
            </p:nvGrpSpPr>
            <p:grpSpPr>
              <a:xfrm>
                <a:off x="4740446" y="3818686"/>
                <a:ext cx="86902" cy="234238"/>
                <a:chOff x="1936286" y="3026206"/>
                <a:chExt cx="86902" cy="234238"/>
              </a:xfrm>
            </p:grpSpPr>
            <p:sp>
              <p:nvSpPr>
                <p:cNvPr id="170" name="Freeform 169">
                  <a:extLst>
                    <a:ext uri="{FF2B5EF4-FFF2-40B4-BE49-F238E27FC236}">
                      <a16:creationId xmlns:a16="http://schemas.microsoft.com/office/drawing/2014/main" id="{4E99B04C-BCDD-0D57-8D88-E403D555EB4F}"/>
                    </a:ext>
                  </a:extLst>
                </p:cNvPr>
                <p:cNvSpPr/>
                <p:nvPr/>
              </p:nvSpPr>
              <p:spPr>
                <a:xfrm>
                  <a:off x="1936286" y="3026206"/>
                  <a:ext cx="62758" cy="190804"/>
                </a:xfrm>
                <a:custGeom>
                  <a:avLst/>
                  <a:gdLst>
                    <a:gd name="csX0" fmla="*/ 0 w 62758"/>
                    <a:gd name="csY0" fmla="*/ 0 h 190804"/>
                    <a:gd name="csX1" fmla="*/ 62759 w 62758"/>
                    <a:gd name="csY1" fmla="*/ 190805 h 1908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2758" h="190804">
                      <a:moveTo>
                        <a:pt x="0" y="0"/>
                      </a:moveTo>
                      <a:lnTo>
                        <a:pt x="62759" y="190805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34D61ACC-2B54-592E-CCF9-FDF0F94B1585}"/>
                    </a:ext>
                  </a:extLst>
                </p:cNvPr>
                <p:cNvSpPr/>
                <p:nvPr/>
              </p:nvSpPr>
              <p:spPr>
                <a:xfrm>
                  <a:off x="1965305" y="3193008"/>
                  <a:ext cx="57884" cy="67437"/>
                </a:xfrm>
                <a:custGeom>
                  <a:avLst/>
                  <a:gdLst>
                    <a:gd name="csX0" fmla="*/ 47983 w 57884"/>
                    <a:gd name="csY0" fmla="*/ 67437 h 67437"/>
                    <a:gd name="csX1" fmla="*/ 0 w 57884"/>
                    <a:gd name="csY1" fmla="*/ 19050 h 67437"/>
                    <a:gd name="csX2" fmla="*/ 33740 w 57884"/>
                    <a:gd name="csY2" fmla="*/ 24003 h 67437"/>
                    <a:gd name="csX3" fmla="*/ 57884 w 57884"/>
                    <a:gd name="csY3" fmla="*/ 0 h 674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884" h="67437">
                      <a:moveTo>
                        <a:pt x="47983" y="67437"/>
                      </a:moveTo>
                      <a:lnTo>
                        <a:pt x="0" y="19050"/>
                      </a:lnTo>
                      <a:lnTo>
                        <a:pt x="33740" y="24003"/>
                      </a:lnTo>
                      <a:lnTo>
                        <a:pt x="578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61" name="Graphic 4">
                <a:extLst>
                  <a:ext uri="{FF2B5EF4-FFF2-40B4-BE49-F238E27FC236}">
                    <a16:creationId xmlns:a16="http://schemas.microsoft.com/office/drawing/2014/main" id="{468DB16B-2796-B634-969E-C1D8008DED74}"/>
                  </a:ext>
                </a:extLst>
              </p:cNvPr>
              <p:cNvGrpSpPr/>
              <p:nvPr/>
            </p:nvGrpSpPr>
            <p:grpSpPr>
              <a:xfrm>
                <a:off x="4480424" y="3558540"/>
                <a:ext cx="304653" cy="304800"/>
                <a:chOff x="1676264" y="2766060"/>
                <a:chExt cx="304653" cy="304800"/>
              </a:xfrm>
              <a:solidFill>
                <a:srgbClr val="FFFFFF"/>
              </a:solidFill>
            </p:grpSpPr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25EAB1D8-9D66-B3B3-9989-0F801B251A32}"/>
                    </a:ext>
                  </a:extLst>
                </p:cNvPr>
                <p:cNvSpPr/>
                <p:nvPr/>
              </p:nvSpPr>
              <p:spPr>
                <a:xfrm>
                  <a:off x="1676264" y="276606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9" name="Picture 168">
                  <a:extLst>
                    <a:ext uri="{FF2B5EF4-FFF2-40B4-BE49-F238E27FC236}">
                      <a16:creationId xmlns:a16="http://schemas.microsoft.com/office/drawing/2014/main" id="{947E222C-0F81-7E08-77CF-B08801B724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83881" y="283845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62" name="Graphic 4">
                <a:extLst>
                  <a:ext uri="{FF2B5EF4-FFF2-40B4-BE49-F238E27FC236}">
                    <a16:creationId xmlns:a16="http://schemas.microsoft.com/office/drawing/2014/main" id="{CA92703F-D443-C32E-B4DA-E4958C63A2EE}"/>
                  </a:ext>
                </a:extLst>
              </p:cNvPr>
              <p:cNvGrpSpPr/>
              <p:nvPr/>
            </p:nvGrpSpPr>
            <p:grpSpPr>
              <a:xfrm>
                <a:off x="4099226" y="4069080"/>
                <a:ext cx="228490" cy="232410"/>
                <a:chOff x="1295066" y="3276600"/>
                <a:chExt cx="228490" cy="232410"/>
              </a:xfrm>
              <a:solidFill>
                <a:srgbClr val="FFFFFF"/>
              </a:solidFill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AACD1AE5-6421-F148-3BB0-B865C89383CB}"/>
                    </a:ext>
                  </a:extLst>
                </p:cNvPr>
                <p:cNvSpPr/>
                <p:nvPr/>
              </p:nvSpPr>
              <p:spPr>
                <a:xfrm>
                  <a:off x="1295066" y="3276600"/>
                  <a:ext cx="228490" cy="228600"/>
                </a:xfrm>
                <a:prstGeom prst="rect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7" name="Picture 166">
                  <a:extLst>
                    <a:ext uri="{FF2B5EF4-FFF2-40B4-BE49-F238E27FC236}">
                      <a16:creationId xmlns:a16="http://schemas.microsoft.com/office/drawing/2014/main" id="{DEBC213D-78AE-046D-9DB0-A30B98EDB4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03063" y="3303270"/>
                  <a:ext cx="213257" cy="205740"/>
                </a:xfrm>
                <a:custGeom>
                  <a:avLst/>
                  <a:gdLst>
                    <a:gd name="csX0" fmla="*/ 0 w 213257"/>
                    <a:gd name="csY0" fmla="*/ 0 h 205740"/>
                    <a:gd name="csX1" fmla="*/ 213258 w 213257"/>
                    <a:gd name="csY1" fmla="*/ 0 h 205740"/>
                    <a:gd name="csX2" fmla="*/ 213258 w 213257"/>
                    <a:gd name="csY2" fmla="*/ 205740 h 205740"/>
                    <a:gd name="csX3" fmla="*/ 0 w 213257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13257" h="205740">
                      <a:moveTo>
                        <a:pt x="0" y="0"/>
                      </a:moveTo>
                      <a:lnTo>
                        <a:pt x="213258" y="0"/>
                      </a:lnTo>
                      <a:lnTo>
                        <a:pt x="213258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63" name="Graphic 4">
                <a:extLst>
                  <a:ext uri="{FF2B5EF4-FFF2-40B4-BE49-F238E27FC236}">
                    <a16:creationId xmlns:a16="http://schemas.microsoft.com/office/drawing/2014/main" id="{D62428D9-FF66-2C01-E899-F55C013D3918}"/>
                  </a:ext>
                </a:extLst>
              </p:cNvPr>
              <p:cNvGrpSpPr/>
              <p:nvPr/>
            </p:nvGrpSpPr>
            <p:grpSpPr>
              <a:xfrm>
                <a:off x="4708534" y="4069080"/>
                <a:ext cx="228490" cy="232410"/>
                <a:chOff x="1904374" y="3276600"/>
                <a:chExt cx="228490" cy="232410"/>
              </a:xfrm>
              <a:solidFill>
                <a:srgbClr val="FFFFFF"/>
              </a:solidFill>
            </p:grpSpPr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46AA2531-951C-162D-A7AC-4333985A36C0}"/>
                    </a:ext>
                  </a:extLst>
                </p:cNvPr>
                <p:cNvSpPr/>
                <p:nvPr/>
              </p:nvSpPr>
              <p:spPr>
                <a:xfrm>
                  <a:off x="1904374" y="3276600"/>
                  <a:ext cx="228490" cy="228600"/>
                </a:xfrm>
                <a:prstGeom prst="rect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5" name="Picture 164">
                  <a:extLst>
                    <a:ext uri="{FF2B5EF4-FFF2-40B4-BE49-F238E27FC236}">
                      <a16:creationId xmlns:a16="http://schemas.microsoft.com/office/drawing/2014/main" id="{6F95439E-9235-5034-5CE3-ADA53803BF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12371" y="3303270"/>
                  <a:ext cx="213257" cy="205740"/>
                </a:xfrm>
                <a:custGeom>
                  <a:avLst/>
                  <a:gdLst>
                    <a:gd name="csX0" fmla="*/ 0 w 213257"/>
                    <a:gd name="csY0" fmla="*/ 0 h 205740"/>
                    <a:gd name="csX1" fmla="*/ 213258 w 213257"/>
                    <a:gd name="csY1" fmla="*/ 0 h 205740"/>
                    <a:gd name="csX2" fmla="*/ 213258 w 213257"/>
                    <a:gd name="csY2" fmla="*/ 205740 h 205740"/>
                    <a:gd name="csX3" fmla="*/ 0 w 213257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13257" h="205740">
                      <a:moveTo>
                        <a:pt x="0" y="0"/>
                      </a:moveTo>
                      <a:lnTo>
                        <a:pt x="213258" y="0"/>
                      </a:lnTo>
                      <a:lnTo>
                        <a:pt x="213258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B4B0D606-9C60-64CD-2D3C-6BBE57A9DEB5}"/>
                </a:ext>
              </a:extLst>
            </p:cNvPr>
            <p:cNvGrpSpPr/>
            <p:nvPr/>
          </p:nvGrpSpPr>
          <p:grpSpPr>
            <a:xfrm>
              <a:off x="6169870" y="1920348"/>
              <a:ext cx="3242187" cy="3465213"/>
              <a:chOff x="6171253" y="1676400"/>
              <a:chExt cx="2650487" cy="2832811"/>
            </a:xfrm>
          </p:grpSpPr>
          <p:grpSp>
            <p:nvGrpSpPr>
              <p:cNvPr id="193" name="Graphic 4">
                <a:extLst>
                  <a:ext uri="{FF2B5EF4-FFF2-40B4-BE49-F238E27FC236}">
                    <a16:creationId xmlns:a16="http://schemas.microsoft.com/office/drawing/2014/main" id="{862A17BA-B4F2-8274-B6CA-087BCC416FB4}"/>
                  </a:ext>
                </a:extLst>
              </p:cNvPr>
              <p:cNvGrpSpPr/>
              <p:nvPr/>
            </p:nvGrpSpPr>
            <p:grpSpPr>
              <a:xfrm>
                <a:off x="7100447" y="3977640"/>
                <a:ext cx="761634" cy="304800"/>
                <a:chOff x="4296287" y="3185160"/>
                <a:chExt cx="761634" cy="304800"/>
              </a:xfrm>
              <a:solidFill>
                <a:srgbClr val="DAE8FC"/>
              </a:solidFill>
            </p:grpSpPr>
            <p:sp>
              <p:nvSpPr>
                <p:cNvPr id="338" name="Rectangle 337">
                  <a:extLst>
                    <a:ext uri="{FF2B5EF4-FFF2-40B4-BE49-F238E27FC236}">
                      <a16:creationId xmlns:a16="http://schemas.microsoft.com/office/drawing/2014/main" id="{8177F622-C100-4F37-AF3B-C615A9D94BFC}"/>
                    </a:ext>
                  </a:extLst>
                </p:cNvPr>
                <p:cNvSpPr/>
                <p:nvPr/>
              </p:nvSpPr>
              <p:spPr>
                <a:xfrm>
                  <a:off x="4296287" y="318516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45" name="Picture 344">
                  <a:extLst>
                    <a:ext uri="{FF2B5EF4-FFF2-40B4-BE49-F238E27FC236}">
                      <a16:creationId xmlns:a16="http://schemas.microsoft.com/office/drawing/2014/main" id="{41F3ECFF-FFE4-7A17-FA7F-5C5016D1DA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03903" y="324993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4" name="Graphic 4">
                <a:extLst>
                  <a:ext uri="{FF2B5EF4-FFF2-40B4-BE49-F238E27FC236}">
                    <a16:creationId xmlns:a16="http://schemas.microsoft.com/office/drawing/2014/main" id="{C0371495-4846-9B5E-E0D6-836DD3720C10}"/>
                  </a:ext>
                </a:extLst>
              </p:cNvPr>
              <p:cNvGrpSpPr/>
              <p:nvPr/>
            </p:nvGrpSpPr>
            <p:grpSpPr>
              <a:xfrm>
                <a:off x="8060107" y="3970020"/>
                <a:ext cx="304653" cy="304800"/>
                <a:chOff x="5255947" y="3177540"/>
                <a:chExt cx="304653" cy="304800"/>
              </a:xfrm>
              <a:noFill/>
            </p:grpSpPr>
            <p:sp>
              <p:nvSpPr>
                <p:cNvPr id="336" name="Rectangle 335">
                  <a:extLst>
                    <a:ext uri="{FF2B5EF4-FFF2-40B4-BE49-F238E27FC236}">
                      <a16:creationId xmlns:a16="http://schemas.microsoft.com/office/drawing/2014/main" id="{1CC9F413-4DC2-70AC-924F-9133065AC3DC}"/>
                    </a:ext>
                  </a:extLst>
                </p:cNvPr>
                <p:cNvSpPr/>
                <p:nvPr/>
              </p:nvSpPr>
              <p:spPr>
                <a:xfrm>
                  <a:off x="5255947" y="317754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37" name="Picture 336">
                  <a:extLst>
                    <a:ext uri="{FF2B5EF4-FFF2-40B4-BE49-F238E27FC236}">
                      <a16:creationId xmlns:a16="http://schemas.microsoft.com/office/drawing/2014/main" id="{B3519F80-E468-0428-F18C-E1B74B8933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28302" y="323469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5" name="Graphic 4">
                <a:extLst>
                  <a:ext uri="{FF2B5EF4-FFF2-40B4-BE49-F238E27FC236}">
                    <a16:creationId xmlns:a16="http://schemas.microsoft.com/office/drawing/2014/main" id="{42BAEF42-7090-77F5-6B95-434D091723C0}"/>
                  </a:ext>
                </a:extLst>
              </p:cNvPr>
              <p:cNvGrpSpPr/>
              <p:nvPr/>
            </p:nvGrpSpPr>
            <p:grpSpPr>
              <a:xfrm>
                <a:off x="7686677" y="3442106"/>
                <a:ext cx="60930" cy="510844"/>
                <a:chOff x="4882517" y="2649626"/>
                <a:chExt cx="60930" cy="510844"/>
              </a:xfrm>
            </p:grpSpPr>
            <p:sp>
              <p:nvSpPr>
                <p:cNvPr id="332" name="Freeform 331">
                  <a:extLst>
                    <a:ext uri="{FF2B5EF4-FFF2-40B4-BE49-F238E27FC236}">
                      <a16:creationId xmlns:a16="http://schemas.microsoft.com/office/drawing/2014/main" id="{07256920-A2E2-E46F-DAAD-9C116EE1DD7F}"/>
                    </a:ext>
                  </a:extLst>
                </p:cNvPr>
                <p:cNvSpPr/>
                <p:nvPr/>
              </p:nvSpPr>
              <p:spPr>
                <a:xfrm>
                  <a:off x="4912450" y="2649626"/>
                  <a:ext cx="608" cy="465124"/>
                </a:xfrm>
                <a:custGeom>
                  <a:avLst/>
                  <a:gdLst>
                    <a:gd name="csX0" fmla="*/ 0 w 608"/>
                    <a:gd name="csY0" fmla="*/ 0 h 465124"/>
                    <a:gd name="csX1" fmla="*/ 0 w 608"/>
                    <a:gd name="csY1" fmla="*/ 261214 h 465124"/>
                    <a:gd name="csX2" fmla="*/ 609 w 608"/>
                    <a:gd name="csY2" fmla="*/ 465125 h 4651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08" h="465124">
                      <a:moveTo>
                        <a:pt x="0" y="0"/>
                      </a:moveTo>
                      <a:lnTo>
                        <a:pt x="0" y="261214"/>
                      </a:lnTo>
                      <a:lnTo>
                        <a:pt x="609" y="465125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33" name="Freeform 332">
                  <a:extLst>
                    <a:ext uri="{FF2B5EF4-FFF2-40B4-BE49-F238E27FC236}">
                      <a16:creationId xmlns:a16="http://schemas.microsoft.com/office/drawing/2014/main" id="{5E9D41AB-99B0-12F9-1510-DD7073933A16}"/>
                    </a:ext>
                  </a:extLst>
                </p:cNvPr>
                <p:cNvSpPr/>
                <p:nvPr/>
              </p:nvSpPr>
              <p:spPr>
                <a:xfrm>
                  <a:off x="4882517" y="3099435"/>
                  <a:ext cx="60930" cy="61036"/>
                </a:xfrm>
                <a:custGeom>
                  <a:avLst/>
                  <a:gdLst>
                    <a:gd name="csX0" fmla="*/ 30618 w 60930"/>
                    <a:gd name="csY0" fmla="*/ 61036 h 61036"/>
                    <a:gd name="csX1" fmla="*/ 0 w 60930"/>
                    <a:gd name="csY1" fmla="*/ 229 h 61036"/>
                    <a:gd name="csX2" fmla="*/ 30542 w 60930"/>
                    <a:gd name="csY2" fmla="*/ 15316 h 61036"/>
                    <a:gd name="csX3" fmla="*/ 60931 w 60930"/>
                    <a:gd name="csY3" fmla="*/ 0 h 610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1036">
                      <a:moveTo>
                        <a:pt x="30618" y="61036"/>
                      </a:moveTo>
                      <a:lnTo>
                        <a:pt x="0" y="229"/>
                      </a:lnTo>
                      <a:lnTo>
                        <a:pt x="30542" y="15316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96" name="Graphic 4">
                <a:extLst>
                  <a:ext uri="{FF2B5EF4-FFF2-40B4-BE49-F238E27FC236}">
                    <a16:creationId xmlns:a16="http://schemas.microsoft.com/office/drawing/2014/main" id="{FF39E061-9148-1F56-97FA-3B3550B560EB}"/>
                  </a:ext>
                </a:extLst>
              </p:cNvPr>
              <p:cNvGrpSpPr/>
              <p:nvPr/>
            </p:nvGrpSpPr>
            <p:grpSpPr>
              <a:xfrm>
                <a:off x="7557428" y="3131820"/>
                <a:ext cx="761634" cy="304800"/>
                <a:chOff x="4753268" y="2339340"/>
                <a:chExt cx="761634" cy="304800"/>
              </a:xfrm>
              <a:solidFill>
                <a:srgbClr val="DAE8FC"/>
              </a:solidFill>
            </p:grpSpPr>
            <p:sp>
              <p:nvSpPr>
                <p:cNvPr id="325" name="Rectangle 324">
                  <a:extLst>
                    <a:ext uri="{FF2B5EF4-FFF2-40B4-BE49-F238E27FC236}">
                      <a16:creationId xmlns:a16="http://schemas.microsoft.com/office/drawing/2014/main" id="{B52DEC2D-D221-43C5-6988-9C1970D77FC9}"/>
                    </a:ext>
                  </a:extLst>
                </p:cNvPr>
                <p:cNvSpPr/>
                <p:nvPr/>
              </p:nvSpPr>
              <p:spPr>
                <a:xfrm>
                  <a:off x="4753268" y="233934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26" name="Picture 325">
                  <a:extLst>
                    <a:ext uri="{FF2B5EF4-FFF2-40B4-BE49-F238E27FC236}">
                      <a16:creationId xmlns:a16="http://schemas.microsoft.com/office/drawing/2014/main" id="{BD911DD9-13C6-4294-6F53-AA06B8C74E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60884" y="240411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7" name="Graphic 4">
                <a:extLst>
                  <a:ext uri="{FF2B5EF4-FFF2-40B4-BE49-F238E27FC236}">
                    <a16:creationId xmlns:a16="http://schemas.microsoft.com/office/drawing/2014/main" id="{3429AD6B-C25C-102B-910D-711E0DA4F35D}"/>
                  </a:ext>
                </a:extLst>
              </p:cNvPr>
              <p:cNvGrpSpPr/>
              <p:nvPr/>
            </p:nvGrpSpPr>
            <p:grpSpPr>
              <a:xfrm>
                <a:off x="7450799" y="4282440"/>
                <a:ext cx="60930" cy="226771"/>
                <a:chOff x="4646639" y="3489960"/>
                <a:chExt cx="60930" cy="226771"/>
              </a:xfrm>
            </p:grpSpPr>
            <p:sp>
              <p:nvSpPr>
                <p:cNvPr id="323" name="Freeform 322">
                  <a:extLst>
                    <a:ext uri="{FF2B5EF4-FFF2-40B4-BE49-F238E27FC236}">
                      <a16:creationId xmlns:a16="http://schemas.microsoft.com/office/drawing/2014/main" id="{4DCE8B7D-1515-EBD5-BFB3-72AB48E5907E}"/>
                    </a:ext>
                  </a:extLst>
                </p:cNvPr>
                <p:cNvSpPr/>
                <p:nvPr/>
              </p:nvSpPr>
              <p:spPr>
                <a:xfrm>
                  <a:off x="4677104" y="3489960"/>
                  <a:ext cx="7616" cy="181051"/>
                </a:xfrm>
                <a:custGeom>
                  <a:avLst/>
                  <a:gdLst>
                    <a:gd name="csX0" fmla="*/ 0 w 7616"/>
                    <a:gd name="csY0" fmla="*/ 0 h 181051"/>
                    <a:gd name="csX1" fmla="*/ 0 w 7616"/>
                    <a:gd name="csY1" fmla="*/ 181051 h 181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181051">
                      <a:moveTo>
                        <a:pt x="0" y="0"/>
                      </a:moveTo>
                      <a:lnTo>
                        <a:pt x="0" y="18105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24" name="Freeform 323">
                  <a:extLst>
                    <a:ext uri="{FF2B5EF4-FFF2-40B4-BE49-F238E27FC236}">
                      <a16:creationId xmlns:a16="http://schemas.microsoft.com/office/drawing/2014/main" id="{AC335554-7E10-5F06-EF09-82DB4CC0FC0D}"/>
                    </a:ext>
                  </a:extLst>
                </p:cNvPr>
                <p:cNvSpPr/>
                <p:nvPr/>
              </p:nvSpPr>
              <p:spPr>
                <a:xfrm>
                  <a:off x="4646639" y="365577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98" name="Graphic 4">
                <a:extLst>
                  <a:ext uri="{FF2B5EF4-FFF2-40B4-BE49-F238E27FC236}">
                    <a16:creationId xmlns:a16="http://schemas.microsoft.com/office/drawing/2014/main" id="{9765EB61-DFB4-7F16-5948-028202D5BC1E}"/>
                  </a:ext>
                </a:extLst>
              </p:cNvPr>
              <p:cNvGrpSpPr/>
              <p:nvPr/>
            </p:nvGrpSpPr>
            <p:grpSpPr>
              <a:xfrm>
                <a:off x="7886759" y="4103370"/>
                <a:ext cx="211429" cy="60960"/>
                <a:chOff x="5082599" y="3310890"/>
                <a:chExt cx="211429" cy="60960"/>
              </a:xfrm>
            </p:grpSpPr>
            <p:sp>
              <p:nvSpPr>
                <p:cNvPr id="318" name="Freeform 317">
                  <a:extLst>
                    <a:ext uri="{FF2B5EF4-FFF2-40B4-BE49-F238E27FC236}">
                      <a16:creationId xmlns:a16="http://schemas.microsoft.com/office/drawing/2014/main" id="{5FFF7EA1-1863-204F-22DF-08FCB6190E53}"/>
                    </a:ext>
                  </a:extLst>
                </p:cNvPr>
                <p:cNvSpPr/>
                <p:nvPr/>
              </p:nvSpPr>
              <p:spPr>
                <a:xfrm>
                  <a:off x="5128297" y="3341370"/>
                  <a:ext cx="165731" cy="7620"/>
                </a:xfrm>
                <a:custGeom>
                  <a:avLst/>
                  <a:gdLst>
                    <a:gd name="csX0" fmla="*/ 165732 w 165731"/>
                    <a:gd name="csY0" fmla="*/ 0 h 7620"/>
                    <a:gd name="csX1" fmla="*/ 0 w 165731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5731" h="7620">
                      <a:moveTo>
                        <a:pt x="16573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9237C7CF-A901-3C4D-E592-512DDBC688E9}"/>
                    </a:ext>
                  </a:extLst>
                </p:cNvPr>
                <p:cNvSpPr/>
                <p:nvPr/>
              </p:nvSpPr>
              <p:spPr>
                <a:xfrm>
                  <a:off x="5082599" y="3310890"/>
                  <a:ext cx="60930" cy="60960"/>
                </a:xfrm>
                <a:custGeom>
                  <a:avLst/>
                  <a:gdLst>
                    <a:gd name="csX0" fmla="*/ 0 w 60930"/>
                    <a:gd name="csY0" fmla="*/ 30480 h 60960"/>
                    <a:gd name="csX1" fmla="*/ 60931 w 60930"/>
                    <a:gd name="csY1" fmla="*/ 0 h 60960"/>
                    <a:gd name="csX2" fmla="*/ 45698 w 60930"/>
                    <a:gd name="csY2" fmla="*/ 30480 h 60960"/>
                    <a:gd name="csX3" fmla="*/ 60931 w 60930"/>
                    <a:gd name="csY3" fmla="*/ 6096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0" y="30480"/>
                      </a:moveTo>
                      <a:lnTo>
                        <a:pt x="60931" y="0"/>
                      </a:lnTo>
                      <a:lnTo>
                        <a:pt x="45698" y="30480"/>
                      </a:lnTo>
                      <a:lnTo>
                        <a:pt x="60931" y="609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99" name="Graphic 4">
                <a:extLst>
                  <a:ext uri="{FF2B5EF4-FFF2-40B4-BE49-F238E27FC236}">
                    <a16:creationId xmlns:a16="http://schemas.microsoft.com/office/drawing/2014/main" id="{BDE87AAE-2525-A59B-2E51-04C81D536BC1}"/>
                  </a:ext>
                </a:extLst>
              </p:cNvPr>
              <p:cNvGrpSpPr/>
              <p:nvPr/>
            </p:nvGrpSpPr>
            <p:grpSpPr>
              <a:xfrm>
                <a:off x="7031900" y="3771900"/>
                <a:ext cx="228490" cy="228600"/>
                <a:chOff x="4227740" y="2979420"/>
                <a:chExt cx="228490" cy="228600"/>
              </a:xfrm>
              <a:noFill/>
            </p:grpSpPr>
            <p:sp>
              <p:nvSpPr>
                <p:cNvPr id="316" name="Rectangle 315">
                  <a:extLst>
                    <a:ext uri="{FF2B5EF4-FFF2-40B4-BE49-F238E27FC236}">
                      <a16:creationId xmlns:a16="http://schemas.microsoft.com/office/drawing/2014/main" id="{BE416BD5-FF1A-65AF-4B5A-3E4CF882AF87}"/>
                    </a:ext>
                  </a:extLst>
                </p:cNvPr>
                <p:cNvSpPr/>
                <p:nvPr/>
              </p:nvSpPr>
              <p:spPr>
                <a:xfrm>
                  <a:off x="4227740" y="297942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17" name="Picture 316">
                  <a:extLst>
                    <a:ext uri="{FF2B5EF4-FFF2-40B4-BE49-F238E27FC236}">
                      <a16:creationId xmlns:a16="http://schemas.microsoft.com/office/drawing/2014/main" id="{99AAD077-0917-B598-2CFA-4093B3173C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03903" y="302514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0" name="Graphic 4">
                <a:extLst>
                  <a:ext uri="{FF2B5EF4-FFF2-40B4-BE49-F238E27FC236}">
                    <a16:creationId xmlns:a16="http://schemas.microsoft.com/office/drawing/2014/main" id="{4194C10E-0B5D-E262-75A8-B97131BF7A92}"/>
                  </a:ext>
                </a:extLst>
              </p:cNvPr>
              <p:cNvGrpSpPr/>
              <p:nvPr/>
            </p:nvGrpSpPr>
            <p:grpSpPr>
              <a:xfrm>
                <a:off x="7223223" y="3439058"/>
                <a:ext cx="60930" cy="513892"/>
                <a:chOff x="4419063" y="2646578"/>
                <a:chExt cx="60930" cy="513892"/>
              </a:xfrm>
            </p:grpSpPr>
            <p:sp>
              <p:nvSpPr>
                <p:cNvPr id="314" name="Freeform 313">
                  <a:extLst>
                    <a:ext uri="{FF2B5EF4-FFF2-40B4-BE49-F238E27FC236}">
                      <a16:creationId xmlns:a16="http://schemas.microsoft.com/office/drawing/2014/main" id="{5D327039-90FC-65D6-175C-8CF97446DDA3}"/>
                    </a:ext>
                  </a:extLst>
                </p:cNvPr>
                <p:cNvSpPr/>
                <p:nvPr/>
              </p:nvSpPr>
              <p:spPr>
                <a:xfrm>
                  <a:off x="4447852" y="2646578"/>
                  <a:ext cx="3808" cy="468172"/>
                </a:xfrm>
                <a:custGeom>
                  <a:avLst/>
                  <a:gdLst>
                    <a:gd name="csX0" fmla="*/ 0 w 3808"/>
                    <a:gd name="csY0" fmla="*/ 0 h 468172"/>
                    <a:gd name="csX1" fmla="*/ 3808 w 3808"/>
                    <a:gd name="csY1" fmla="*/ 269596 h 468172"/>
                    <a:gd name="csX2" fmla="*/ 1523 w 3808"/>
                    <a:gd name="csY2" fmla="*/ 468173 h 4681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08" h="468172">
                      <a:moveTo>
                        <a:pt x="0" y="0"/>
                      </a:moveTo>
                      <a:lnTo>
                        <a:pt x="3808" y="269596"/>
                      </a:lnTo>
                      <a:lnTo>
                        <a:pt x="1523" y="468173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15" name="Freeform 314">
                  <a:extLst>
                    <a:ext uri="{FF2B5EF4-FFF2-40B4-BE49-F238E27FC236}">
                      <a16:creationId xmlns:a16="http://schemas.microsoft.com/office/drawing/2014/main" id="{770B129E-BD76-1E24-CF9E-D01907497867}"/>
                    </a:ext>
                  </a:extLst>
                </p:cNvPr>
                <p:cNvSpPr/>
                <p:nvPr/>
              </p:nvSpPr>
              <p:spPr>
                <a:xfrm>
                  <a:off x="4419063" y="3099206"/>
                  <a:ext cx="60930" cy="61264"/>
                </a:xfrm>
                <a:custGeom>
                  <a:avLst/>
                  <a:gdLst>
                    <a:gd name="csX0" fmla="*/ 29780 w 60930"/>
                    <a:gd name="csY0" fmla="*/ 61265 h 61264"/>
                    <a:gd name="csX1" fmla="*/ 0 w 60930"/>
                    <a:gd name="csY1" fmla="*/ 0 h 61264"/>
                    <a:gd name="csX2" fmla="*/ 30313 w 60930"/>
                    <a:gd name="csY2" fmla="*/ 15545 h 61264"/>
                    <a:gd name="csX3" fmla="*/ 60931 w 60930"/>
                    <a:gd name="csY3" fmla="*/ 686 h 612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1264">
                      <a:moveTo>
                        <a:pt x="29780" y="61265"/>
                      </a:moveTo>
                      <a:lnTo>
                        <a:pt x="0" y="0"/>
                      </a:lnTo>
                      <a:lnTo>
                        <a:pt x="30313" y="15545"/>
                      </a:lnTo>
                      <a:lnTo>
                        <a:pt x="60931" y="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1" name="Graphic 4">
                <a:extLst>
                  <a:ext uri="{FF2B5EF4-FFF2-40B4-BE49-F238E27FC236}">
                    <a16:creationId xmlns:a16="http://schemas.microsoft.com/office/drawing/2014/main" id="{6DA04EB4-9E29-553B-F2A3-887427E4C1B4}"/>
                  </a:ext>
                </a:extLst>
              </p:cNvPr>
              <p:cNvGrpSpPr/>
              <p:nvPr/>
            </p:nvGrpSpPr>
            <p:grpSpPr>
              <a:xfrm>
                <a:off x="7694522" y="3771900"/>
                <a:ext cx="228490" cy="228600"/>
                <a:chOff x="4890362" y="2979420"/>
                <a:chExt cx="228490" cy="228600"/>
              </a:xfrm>
              <a:noFill/>
            </p:grpSpPr>
            <p:sp>
              <p:nvSpPr>
                <p:cNvPr id="309" name="Rectangle 308">
                  <a:extLst>
                    <a:ext uri="{FF2B5EF4-FFF2-40B4-BE49-F238E27FC236}">
                      <a16:creationId xmlns:a16="http://schemas.microsoft.com/office/drawing/2014/main" id="{A1E9E5AC-D509-1C51-7EB8-014DAB0FE24A}"/>
                    </a:ext>
                  </a:extLst>
                </p:cNvPr>
                <p:cNvSpPr/>
                <p:nvPr/>
              </p:nvSpPr>
              <p:spPr>
                <a:xfrm>
                  <a:off x="4890362" y="297942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10" name="Picture 309">
                  <a:extLst>
                    <a:ext uri="{FF2B5EF4-FFF2-40B4-BE49-F238E27FC236}">
                      <a16:creationId xmlns:a16="http://schemas.microsoft.com/office/drawing/2014/main" id="{13F02631-D892-A4BB-3D05-BFAC41E33D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70334" y="302514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2" name="Graphic 4">
                <a:extLst>
                  <a:ext uri="{FF2B5EF4-FFF2-40B4-BE49-F238E27FC236}">
                    <a16:creationId xmlns:a16="http://schemas.microsoft.com/office/drawing/2014/main" id="{8C2576E0-7E0F-20A5-6E6C-53036F7FBDEC}"/>
                  </a:ext>
                </a:extLst>
              </p:cNvPr>
              <p:cNvGrpSpPr/>
              <p:nvPr/>
            </p:nvGrpSpPr>
            <p:grpSpPr>
              <a:xfrm>
                <a:off x="8143886" y="2811780"/>
                <a:ext cx="60930" cy="295351"/>
                <a:chOff x="5339726" y="2019300"/>
                <a:chExt cx="60930" cy="295351"/>
              </a:xfrm>
            </p:grpSpPr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C532C1C9-9882-8683-DF18-97BC4301E7C8}"/>
                    </a:ext>
                  </a:extLst>
                </p:cNvPr>
                <p:cNvSpPr/>
                <p:nvPr/>
              </p:nvSpPr>
              <p:spPr>
                <a:xfrm>
                  <a:off x="5370192" y="2019300"/>
                  <a:ext cx="7616" cy="249631"/>
                </a:xfrm>
                <a:custGeom>
                  <a:avLst/>
                  <a:gdLst>
                    <a:gd name="csX0" fmla="*/ 0 w 7616"/>
                    <a:gd name="csY0" fmla="*/ 0 h 249631"/>
                    <a:gd name="csX1" fmla="*/ 0 w 7616"/>
                    <a:gd name="csY1" fmla="*/ 249631 h 2496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49631">
                      <a:moveTo>
                        <a:pt x="0" y="0"/>
                      </a:moveTo>
                      <a:lnTo>
                        <a:pt x="0" y="2496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15D53033-C46E-2588-0216-5CEEAD700A41}"/>
                    </a:ext>
                  </a:extLst>
                </p:cNvPr>
                <p:cNvSpPr/>
                <p:nvPr/>
              </p:nvSpPr>
              <p:spPr>
                <a:xfrm>
                  <a:off x="5339726" y="225369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3" name="Graphic 4">
                <a:extLst>
                  <a:ext uri="{FF2B5EF4-FFF2-40B4-BE49-F238E27FC236}">
                    <a16:creationId xmlns:a16="http://schemas.microsoft.com/office/drawing/2014/main" id="{4FDAA917-4BD8-D2D6-A984-DAB36A747AF8}"/>
                  </a:ext>
                </a:extLst>
              </p:cNvPr>
              <p:cNvGrpSpPr/>
              <p:nvPr/>
            </p:nvGrpSpPr>
            <p:grpSpPr>
              <a:xfrm>
                <a:off x="8343739" y="3257550"/>
                <a:ext cx="211429" cy="60960"/>
                <a:chOff x="5539579" y="2465070"/>
                <a:chExt cx="211429" cy="60960"/>
              </a:xfrm>
            </p:grpSpPr>
            <p:sp>
              <p:nvSpPr>
                <p:cNvPr id="305" name="Freeform 304">
                  <a:extLst>
                    <a:ext uri="{FF2B5EF4-FFF2-40B4-BE49-F238E27FC236}">
                      <a16:creationId xmlns:a16="http://schemas.microsoft.com/office/drawing/2014/main" id="{E7D18064-9E35-C31E-AA90-E66C89E3784E}"/>
                    </a:ext>
                  </a:extLst>
                </p:cNvPr>
                <p:cNvSpPr/>
                <p:nvPr/>
              </p:nvSpPr>
              <p:spPr>
                <a:xfrm>
                  <a:off x="5585277" y="2495550"/>
                  <a:ext cx="165731" cy="7620"/>
                </a:xfrm>
                <a:custGeom>
                  <a:avLst/>
                  <a:gdLst>
                    <a:gd name="csX0" fmla="*/ 165732 w 165731"/>
                    <a:gd name="csY0" fmla="*/ 0 h 7620"/>
                    <a:gd name="csX1" fmla="*/ 0 w 165731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5731" h="7620">
                      <a:moveTo>
                        <a:pt x="16573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06" name="Freeform 305">
                  <a:extLst>
                    <a:ext uri="{FF2B5EF4-FFF2-40B4-BE49-F238E27FC236}">
                      <a16:creationId xmlns:a16="http://schemas.microsoft.com/office/drawing/2014/main" id="{FC8D6F19-6EDE-CA54-FA13-E361965D30D4}"/>
                    </a:ext>
                  </a:extLst>
                </p:cNvPr>
                <p:cNvSpPr/>
                <p:nvPr/>
              </p:nvSpPr>
              <p:spPr>
                <a:xfrm>
                  <a:off x="5539579" y="2465070"/>
                  <a:ext cx="60930" cy="60960"/>
                </a:xfrm>
                <a:custGeom>
                  <a:avLst/>
                  <a:gdLst>
                    <a:gd name="csX0" fmla="*/ 0 w 60930"/>
                    <a:gd name="csY0" fmla="*/ 30480 h 60960"/>
                    <a:gd name="csX1" fmla="*/ 60931 w 60930"/>
                    <a:gd name="csY1" fmla="*/ 0 h 60960"/>
                    <a:gd name="csX2" fmla="*/ 45698 w 60930"/>
                    <a:gd name="csY2" fmla="*/ 30480 h 60960"/>
                    <a:gd name="csX3" fmla="*/ 60931 w 60930"/>
                    <a:gd name="csY3" fmla="*/ 6096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0" y="30480"/>
                      </a:moveTo>
                      <a:lnTo>
                        <a:pt x="60931" y="0"/>
                      </a:lnTo>
                      <a:lnTo>
                        <a:pt x="45698" y="30480"/>
                      </a:lnTo>
                      <a:lnTo>
                        <a:pt x="60931" y="609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4" name="Graphic 4">
                <a:extLst>
                  <a:ext uri="{FF2B5EF4-FFF2-40B4-BE49-F238E27FC236}">
                    <a16:creationId xmlns:a16="http://schemas.microsoft.com/office/drawing/2014/main" id="{D315231C-FE5A-336C-6ADF-613DFBE2059A}"/>
                  </a:ext>
                </a:extLst>
              </p:cNvPr>
              <p:cNvGrpSpPr/>
              <p:nvPr/>
            </p:nvGrpSpPr>
            <p:grpSpPr>
              <a:xfrm>
                <a:off x="7488881" y="2926080"/>
                <a:ext cx="228490" cy="228600"/>
                <a:chOff x="4684721" y="2133600"/>
                <a:chExt cx="228490" cy="228600"/>
              </a:xfrm>
              <a:noFill/>
            </p:grpSpPr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94755D28-27D4-FD5D-D709-A88DC47C0047}"/>
                    </a:ext>
                  </a:extLst>
                </p:cNvPr>
                <p:cNvSpPr/>
                <p:nvPr/>
              </p:nvSpPr>
              <p:spPr>
                <a:xfrm>
                  <a:off x="4684721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04" name="Picture 303">
                  <a:extLst>
                    <a:ext uri="{FF2B5EF4-FFF2-40B4-BE49-F238E27FC236}">
                      <a16:creationId xmlns:a16="http://schemas.microsoft.com/office/drawing/2014/main" id="{2EBFE88E-D569-6BB6-0FF9-680F9EAE1F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60884" y="217932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5" name="Graphic 4">
                <a:extLst>
                  <a:ext uri="{FF2B5EF4-FFF2-40B4-BE49-F238E27FC236}">
                    <a16:creationId xmlns:a16="http://schemas.microsoft.com/office/drawing/2014/main" id="{78E38B8C-71F9-CB7B-7701-04ADEACBC99E}"/>
                  </a:ext>
                </a:extLst>
              </p:cNvPr>
              <p:cNvGrpSpPr/>
              <p:nvPr/>
            </p:nvGrpSpPr>
            <p:grpSpPr>
              <a:xfrm>
                <a:off x="7679823" y="2545080"/>
                <a:ext cx="60930" cy="562051"/>
                <a:chOff x="4875663" y="1752600"/>
                <a:chExt cx="60930" cy="562051"/>
              </a:xfrm>
            </p:grpSpPr>
            <p:sp>
              <p:nvSpPr>
                <p:cNvPr id="301" name="Freeform 300">
                  <a:extLst>
                    <a:ext uri="{FF2B5EF4-FFF2-40B4-BE49-F238E27FC236}">
                      <a16:creationId xmlns:a16="http://schemas.microsoft.com/office/drawing/2014/main" id="{3D9DA511-D077-AE60-E0C8-51429F7A44DA}"/>
                    </a:ext>
                  </a:extLst>
                </p:cNvPr>
                <p:cNvSpPr/>
                <p:nvPr/>
              </p:nvSpPr>
              <p:spPr>
                <a:xfrm>
                  <a:off x="4905975" y="1752600"/>
                  <a:ext cx="3427" cy="516331"/>
                </a:xfrm>
                <a:custGeom>
                  <a:avLst/>
                  <a:gdLst>
                    <a:gd name="csX0" fmla="*/ 3427 w 3427"/>
                    <a:gd name="csY0" fmla="*/ 0 h 516331"/>
                    <a:gd name="csX1" fmla="*/ 0 w 3427"/>
                    <a:gd name="csY1" fmla="*/ 516331 h 5163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427" h="516331">
                      <a:moveTo>
                        <a:pt x="3427" y="0"/>
                      </a:moveTo>
                      <a:lnTo>
                        <a:pt x="0" y="5163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02" name="Freeform 301">
                  <a:extLst>
                    <a:ext uri="{FF2B5EF4-FFF2-40B4-BE49-F238E27FC236}">
                      <a16:creationId xmlns:a16="http://schemas.microsoft.com/office/drawing/2014/main" id="{F0285DFE-F547-0074-70D2-45CF5E3E0B6C}"/>
                    </a:ext>
                  </a:extLst>
                </p:cNvPr>
                <p:cNvSpPr/>
                <p:nvPr/>
              </p:nvSpPr>
              <p:spPr>
                <a:xfrm>
                  <a:off x="4875663" y="2253538"/>
                  <a:ext cx="60930" cy="61112"/>
                </a:xfrm>
                <a:custGeom>
                  <a:avLst/>
                  <a:gdLst>
                    <a:gd name="csX0" fmla="*/ 30008 w 60930"/>
                    <a:gd name="csY0" fmla="*/ 61112 h 61112"/>
                    <a:gd name="csX1" fmla="*/ 0 w 60930"/>
                    <a:gd name="csY1" fmla="*/ 0 h 61112"/>
                    <a:gd name="csX2" fmla="*/ 30313 w 60930"/>
                    <a:gd name="csY2" fmla="*/ 15392 h 61112"/>
                    <a:gd name="csX3" fmla="*/ 60931 w 60930"/>
                    <a:gd name="csY3" fmla="*/ 381 h 611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1112">
                      <a:moveTo>
                        <a:pt x="30008" y="61112"/>
                      </a:moveTo>
                      <a:lnTo>
                        <a:pt x="0" y="0"/>
                      </a:lnTo>
                      <a:lnTo>
                        <a:pt x="30313" y="15392"/>
                      </a:lnTo>
                      <a:lnTo>
                        <a:pt x="60931" y="3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6" name="Graphic 4">
                <a:extLst>
                  <a:ext uri="{FF2B5EF4-FFF2-40B4-BE49-F238E27FC236}">
                    <a16:creationId xmlns:a16="http://schemas.microsoft.com/office/drawing/2014/main" id="{BEC36336-48F3-27B0-763F-C6403BB82EF5}"/>
                  </a:ext>
                </a:extLst>
              </p:cNvPr>
              <p:cNvGrpSpPr/>
              <p:nvPr/>
            </p:nvGrpSpPr>
            <p:grpSpPr>
              <a:xfrm>
                <a:off x="8151503" y="2926080"/>
                <a:ext cx="228490" cy="228600"/>
                <a:chOff x="5347343" y="2133600"/>
                <a:chExt cx="228490" cy="228600"/>
              </a:xfrm>
              <a:noFill/>
            </p:grpSpPr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24F1D28D-F462-A102-3076-1E173BE09AA0}"/>
                    </a:ext>
                  </a:extLst>
                </p:cNvPr>
                <p:cNvSpPr/>
                <p:nvPr/>
              </p:nvSpPr>
              <p:spPr>
                <a:xfrm>
                  <a:off x="5347343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00" name="Picture 299">
                  <a:extLst>
                    <a:ext uri="{FF2B5EF4-FFF2-40B4-BE49-F238E27FC236}">
                      <a16:creationId xmlns:a16="http://schemas.microsoft.com/office/drawing/2014/main" id="{6D8D3E7C-BCD6-8981-5987-3602FB8AA7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27314" y="217932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7" name="Graphic 4">
                <a:extLst>
                  <a:ext uri="{FF2B5EF4-FFF2-40B4-BE49-F238E27FC236}">
                    <a16:creationId xmlns:a16="http://schemas.microsoft.com/office/drawing/2014/main" id="{1C09AF8B-4626-4AE0-18E6-FFB66397553B}"/>
                  </a:ext>
                </a:extLst>
              </p:cNvPr>
              <p:cNvGrpSpPr/>
              <p:nvPr/>
            </p:nvGrpSpPr>
            <p:grpSpPr>
              <a:xfrm>
                <a:off x="8517087" y="3116580"/>
                <a:ext cx="304653" cy="304800"/>
                <a:chOff x="5712927" y="2324100"/>
                <a:chExt cx="304653" cy="304800"/>
              </a:xfrm>
              <a:noFill/>
            </p:grpSpPr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745DE4BC-9C35-4555-8499-23A95A6AA8F3}"/>
                    </a:ext>
                  </a:extLst>
                </p:cNvPr>
                <p:cNvSpPr/>
                <p:nvPr/>
              </p:nvSpPr>
              <p:spPr>
                <a:xfrm>
                  <a:off x="5712927" y="232410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8" name="Picture 297">
                  <a:extLst>
                    <a:ext uri="{FF2B5EF4-FFF2-40B4-BE49-F238E27FC236}">
                      <a16:creationId xmlns:a16="http://schemas.microsoft.com/office/drawing/2014/main" id="{AA700B28-BE84-0414-3FBC-07038118BD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85283" y="238125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8" name="Graphic 4">
                <a:extLst>
                  <a:ext uri="{FF2B5EF4-FFF2-40B4-BE49-F238E27FC236}">
                    <a16:creationId xmlns:a16="http://schemas.microsoft.com/office/drawing/2014/main" id="{40E8B10E-7C05-8636-D23D-859777676496}"/>
                  </a:ext>
                </a:extLst>
              </p:cNvPr>
              <p:cNvGrpSpPr/>
              <p:nvPr/>
            </p:nvGrpSpPr>
            <p:grpSpPr>
              <a:xfrm>
                <a:off x="8014409" y="2567940"/>
                <a:ext cx="304653" cy="304800"/>
                <a:chOff x="5210249" y="1775460"/>
                <a:chExt cx="304653" cy="304800"/>
              </a:xfrm>
              <a:noFill/>
            </p:grpSpPr>
            <p:sp>
              <p:nvSpPr>
                <p:cNvPr id="295" name="Rectangle 294">
                  <a:extLst>
                    <a:ext uri="{FF2B5EF4-FFF2-40B4-BE49-F238E27FC236}">
                      <a16:creationId xmlns:a16="http://schemas.microsoft.com/office/drawing/2014/main" id="{E55851BB-13DC-02C9-59C1-B2DAC608C593}"/>
                    </a:ext>
                  </a:extLst>
                </p:cNvPr>
                <p:cNvSpPr/>
                <p:nvPr/>
              </p:nvSpPr>
              <p:spPr>
                <a:xfrm>
                  <a:off x="5210249" y="177546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6" name="Picture 295">
                  <a:extLst>
                    <a:ext uri="{FF2B5EF4-FFF2-40B4-BE49-F238E27FC236}">
                      <a16:creationId xmlns:a16="http://schemas.microsoft.com/office/drawing/2014/main" id="{1BF49389-2137-C0C5-6E06-6C0A889013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82604" y="183261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9" name="Graphic 4">
                <a:extLst>
                  <a:ext uri="{FF2B5EF4-FFF2-40B4-BE49-F238E27FC236}">
                    <a16:creationId xmlns:a16="http://schemas.microsoft.com/office/drawing/2014/main" id="{9311D5B1-0CD1-62DF-34C7-191D03BA32A4}"/>
                  </a:ext>
                </a:extLst>
              </p:cNvPr>
              <p:cNvGrpSpPr/>
              <p:nvPr/>
            </p:nvGrpSpPr>
            <p:grpSpPr>
              <a:xfrm>
                <a:off x="6635850" y="3131820"/>
                <a:ext cx="761634" cy="304800"/>
                <a:chOff x="3831690" y="2339340"/>
                <a:chExt cx="761634" cy="304800"/>
              </a:xfrm>
              <a:solidFill>
                <a:srgbClr val="DAE8FC"/>
              </a:solidFill>
            </p:grpSpPr>
            <p:sp>
              <p:nvSpPr>
                <p:cNvPr id="293" name="Rectangle 292">
                  <a:extLst>
                    <a:ext uri="{FF2B5EF4-FFF2-40B4-BE49-F238E27FC236}">
                      <a16:creationId xmlns:a16="http://schemas.microsoft.com/office/drawing/2014/main" id="{2B148151-9729-EF1E-A08D-D947A6E82EA4}"/>
                    </a:ext>
                  </a:extLst>
                </p:cNvPr>
                <p:cNvSpPr/>
                <p:nvPr/>
              </p:nvSpPr>
              <p:spPr>
                <a:xfrm>
                  <a:off x="3831690" y="233934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4" name="Picture 293">
                  <a:extLst>
                    <a:ext uri="{FF2B5EF4-FFF2-40B4-BE49-F238E27FC236}">
                      <a16:creationId xmlns:a16="http://schemas.microsoft.com/office/drawing/2014/main" id="{BCCB228C-4F38-D342-AF83-C34A4AA52E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39306" y="240411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0" name="Graphic 4">
                <a:extLst>
                  <a:ext uri="{FF2B5EF4-FFF2-40B4-BE49-F238E27FC236}">
                    <a16:creationId xmlns:a16="http://schemas.microsoft.com/office/drawing/2014/main" id="{979467D0-7B89-1672-3CD4-BC8F0C88E246}"/>
                  </a:ext>
                </a:extLst>
              </p:cNvPr>
              <p:cNvGrpSpPr/>
              <p:nvPr/>
            </p:nvGrpSpPr>
            <p:grpSpPr>
              <a:xfrm>
                <a:off x="7222309" y="2811780"/>
                <a:ext cx="60930" cy="295351"/>
                <a:chOff x="4418149" y="2019300"/>
                <a:chExt cx="60930" cy="295351"/>
              </a:xfrm>
            </p:grpSpPr>
            <p:sp>
              <p:nvSpPr>
                <p:cNvPr id="291" name="Freeform 290">
                  <a:extLst>
                    <a:ext uri="{FF2B5EF4-FFF2-40B4-BE49-F238E27FC236}">
                      <a16:creationId xmlns:a16="http://schemas.microsoft.com/office/drawing/2014/main" id="{29199806-86B0-1D28-2EF2-D37E5FA0D7E8}"/>
                    </a:ext>
                  </a:extLst>
                </p:cNvPr>
                <p:cNvSpPr/>
                <p:nvPr/>
              </p:nvSpPr>
              <p:spPr>
                <a:xfrm>
                  <a:off x="4448614" y="2019300"/>
                  <a:ext cx="7616" cy="249631"/>
                </a:xfrm>
                <a:custGeom>
                  <a:avLst/>
                  <a:gdLst>
                    <a:gd name="csX0" fmla="*/ 0 w 7616"/>
                    <a:gd name="csY0" fmla="*/ 0 h 249631"/>
                    <a:gd name="csX1" fmla="*/ 0 w 7616"/>
                    <a:gd name="csY1" fmla="*/ 249631 h 2496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49631">
                      <a:moveTo>
                        <a:pt x="0" y="0"/>
                      </a:moveTo>
                      <a:lnTo>
                        <a:pt x="0" y="2496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92" name="Freeform 291">
                  <a:extLst>
                    <a:ext uri="{FF2B5EF4-FFF2-40B4-BE49-F238E27FC236}">
                      <a16:creationId xmlns:a16="http://schemas.microsoft.com/office/drawing/2014/main" id="{1D1D9384-20D5-7C10-BC0D-091EFCF45F13}"/>
                    </a:ext>
                  </a:extLst>
                </p:cNvPr>
                <p:cNvSpPr/>
                <p:nvPr/>
              </p:nvSpPr>
              <p:spPr>
                <a:xfrm>
                  <a:off x="4418149" y="225369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11" name="Graphic 4">
                <a:extLst>
                  <a:ext uri="{FF2B5EF4-FFF2-40B4-BE49-F238E27FC236}">
                    <a16:creationId xmlns:a16="http://schemas.microsoft.com/office/drawing/2014/main" id="{74E0C686-5536-9430-DB70-09A5C0EBCACE}"/>
                  </a:ext>
                </a:extLst>
              </p:cNvPr>
              <p:cNvGrpSpPr/>
              <p:nvPr/>
            </p:nvGrpSpPr>
            <p:grpSpPr>
              <a:xfrm>
                <a:off x="6567303" y="2926080"/>
                <a:ext cx="228490" cy="228600"/>
                <a:chOff x="3763143" y="2133600"/>
                <a:chExt cx="228490" cy="228600"/>
              </a:xfrm>
              <a:noFill/>
            </p:grpSpPr>
            <p:sp>
              <p:nvSpPr>
                <p:cNvPr id="289" name="Rectangle 288">
                  <a:extLst>
                    <a:ext uri="{FF2B5EF4-FFF2-40B4-BE49-F238E27FC236}">
                      <a16:creationId xmlns:a16="http://schemas.microsoft.com/office/drawing/2014/main" id="{D38612AC-D452-993B-ED70-33B68A8EE0DB}"/>
                    </a:ext>
                  </a:extLst>
                </p:cNvPr>
                <p:cNvSpPr/>
                <p:nvPr/>
              </p:nvSpPr>
              <p:spPr>
                <a:xfrm>
                  <a:off x="3763143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0" name="Picture 289">
                  <a:extLst>
                    <a:ext uri="{FF2B5EF4-FFF2-40B4-BE49-F238E27FC236}">
                      <a16:creationId xmlns:a16="http://schemas.microsoft.com/office/drawing/2014/main" id="{F578B393-DCF3-ED49-E561-437CDFEC4F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39306" y="217932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2" name="Graphic 4">
                <a:extLst>
                  <a:ext uri="{FF2B5EF4-FFF2-40B4-BE49-F238E27FC236}">
                    <a16:creationId xmlns:a16="http://schemas.microsoft.com/office/drawing/2014/main" id="{D8B3B8FA-6A2E-A49F-EAEE-4B370EA06354}"/>
                  </a:ext>
                </a:extLst>
              </p:cNvPr>
              <p:cNvGrpSpPr/>
              <p:nvPr/>
            </p:nvGrpSpPr>
            <p:grpSpPr>
              <a:xfrm>
                <a:off x="6757712" y="2827020"/>
                <a:ext cx="60930" cy="280111"/>
                <a:chOff x="3953552" y="2034540"/>
                <a:chExt cx="60930" cy="280111"/>
              </a:xfrm>
            </p:grpSpPr>
            <p:sp>
              <p:nvSpPr>
                <p:cNvPr id="287" name="Freeform 286">
                  <a:extLst>
                    <a:ext uri="{FF2B5EF4-FFF2-40B4-BE49-F238E27FC236}">
                      <a16:creationId xmlns:a16="http://schemas.microsoft.com/office/drawing/2014/main" id="{D579A8FC-FB12-7770-3518-90B494CCC2D8}"/>
                    </a:ext>
                  </a:extLst>
                </p:cNvPr>
                <p:cNvSpPr/>
                <p:nvPr/>
              </p:nvSpPr>
              <p:spPr>
                <a:xfrm>
                  <a:off x="3984017" y="2034540"/>
                  <a:ext cx="7616" cy="234391"/>
                </a:xfrm>
                <a:custGeom>
                  <a:avLst/>
                  <a:gdLst>
                    <a:gd name="csX0" fmla="*/ 0 w 7616"/>
                    <a:gd name="csY0" fmla="*/ 0 h 234391"/>
                    <a:gd name="csX1" fmla="*/ 0 w 7616"/>
                    <a:gd name="csY1" fmla="*/ 234391 h 2343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34391">
                      <a:moveTo>
                        <a:pt x="0" y="0"/>
                      </a:moveTo>
                      <a:lnTo>
                        <a:pt x="0" y="23439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8" name="Freeform 287">
                  <a:extLst>
                    <a:ext uri="{FF2B5EF4-FFF2-40B4-BE49-F238E27FC236}">
                      <a16:creationId xmlns:a16="http://schemas.microsoft.com/office/drawing/2014/main" id="{BE73A61C-1A0B-D9EB-BFCB-69178F3A9A95}"/>
                    </a:ext>
                  </a:extLst>
                </p:cNvPr>
                <p:cNvSpPr/>
                <p:nvPr/>
              </p:nvSpPr>
              <p:spPr>
                <a:xfrm>
                  <a:off x="3953552" y="225369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13" name="Graphic 4">
                <a:extLst>
                  <a:ext uri="{FF2B5EF4-FFF2-40B4-BE49-F238E27FC236}">
                    <a16:creationId xmlns:a16="http://schemas.microsoft.com/office/drawing/2014/main" id="{EC919B35-BD5C-970E-25AE-79C9CAEA4D2F}"/>
                  </a:ext>
                </a:extLst>
              </p:cNvPr>
              <p:cNvGrpSpPr/>
              <p:nvPr/>
            </p:nvGrpSpPr>
            <p:grpSpPr>
              <a:xfrm>
                <a:off x="7229925" y="2926080"/>
                <a:ext cx="228490" cy="228600"/>
                <a:chOff x="4425765" y="2133600"/>
                <a:chExt cx="228490" cy="228600"/>
              </a:xfrm>
              <a:noFill/>
            </p:grpSpPr>
            <p:sp>
              <p:nvSpPr>
                <p:cNvPr id="285" name="Rectangle 284">
                  <a:extLst>
                    <a:ext uri="{FF2B5EF4-FFF2-40B4-BE49-F238E27FC236}">
                      <a16:creationId xmlns:a16="http://schemas.microsoft.com/office/drawing/2014/main" id="{515CF946-805A-ADF3-6C07-097C4DAA7FCA}"/>
                    </a:ext>
                  </a:extLst>
                </p:cNvPr>
                <p:cNvSpPr/>
                <p:nvPr/>
              </p:nvSpPr>
              <p:spPr>
                <a:xfrm>
                  <a:off x="4425765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6" name="Picture 285">
                  <a:extLst>
                    <a:ext uri="{FF2B5EF4-FFF2-40B4-BE49-F238E27FC236}">
                      <a16:creationId xmlns:a16="http://schemas.microsoft.com/office/drawing/2014/main" id="{B5C3462D-C157-19BD-E5D3-835E4B68D5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05737" y="217932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4" name="Graphic 4">
                <a:extLst>
                  <a:ext uri="{FF2B5EF4-FFF2-40B4-BE49-F238E27FC236}">
                    <a16:creationId xmlns:a16="http://schemas.microsoft.com/office/drawing/2014/main" id="{05607145-8BE1-B455-E035-FDEAD28C39CA}"/>
                  </a:ext>
                </a:extLst>
              </p:cNvPr>
              <p:cNvGrpSpPr/>
              <p:nvPr/>
            </p:nvGrpSpPr>
            <p:grpSpPr>
              <a:xfrm>
                <a:off x="6673932" y="2575560"/>
                <a:ext cx="228490" cy="304800"/>
                <a:chOff x="3869772" y="1783080"/>
                <a:chExt cx="228490" cy="304800"/>
              </a:xfrm>
              <a:noFill/>
            </p:grpSpPr>
            <p:sp>
              <p:nvSpPr>
                <p:cNvPr id="283" name="Rectangle 282">
                  <a:extLst>
                    <a:ext uri="{FF2B5EF4-FFF2-40B4-BE49-F238E27FC236}">
                      <a16:creationId xmlns:a16="http://schemas.microsoft.com/office/drawing/2014/main" id="{617F5ACC-0836-6117-638B-5DC10683E518}"/>
                    </a:ext>
                  </a:extLst>
                </p:cNvPr>
                <p:cNvSpPr/>
                <p:nvPr/>
              </p:nvSpPr>
              <p:spPr>
                <a:xfrm>
                  <a:off x="3869772" y="1783080"/>
                  <a:ext cx="228490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4" name="Picture 283">
                  <a:extLst>
                    <a:ext uri="{FF2B5EF4-FFF2-40B4-BE49-F238E27FC236}">
                      <a16:creationId xmlns:a16="http://schemas.microsoft.com/office/drawing/2014/main" id="{A1C300EE-C01D-E110-B34A-DD696A9A96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42127" y="1840230"/>
                  <a:ext cx="83779" cy="240030"/>
                </a:xfrm>
                <a:custGeom>
                  <a:avLst/>
                  <a:gdLst>
                    <a:gd name="csX0" fmla="*/ 0 w 83779"/>
                    <a:gd name="csY0" fmla="*/ 0 h 240030"/>
                    <a:gd name="csX1" fmla="*/ 83780 w 83779"/>
                    <a:gd name="csY1" fmla="*/ 0 h 240030"/>
                    <a:gd name="csX2" fmla="*/ 83780 w 83779"/>
                    <a:gd name="csY2" fmla="*/ 240030 h 240030"/>
                    <a:gd name="csX3" fmla="*/ 0 w 83779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3779" h="240030">
                      <a:moveTo>
                        <a:pt x="0" y="0"/>
                      </a:moveTo>
                      <a:lnTo>
                        <a:pt x="83780" y="0"/>
                      </a:lnTo>
                      <a:lnTo>
                        <a:pt x="83780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5" name="Graphic 4">
                <a:extLst>
                  <a:ext uri="{FF2B5EF4-FFF2-40B4-BE49-F238E27FC236}">
                    <a16:creationId xmlns:a16="http://schemas.microsoft.com/office/drawing/2014/main" id="{AC469FEC-45E6-C316-F52A-30EE0458CB65}"/>
                  </a:ext>
                </a:extLst>
              </p:cNvPr>
              <p:cNvGrpSpPr/>
              <p:nvPr/>
            </p:nvGrpSpPr>
            <p:grpSpPr>
              <a:xfrm>
                <a:off x="7092831" y="2567940"/>
                <a:ext cx="304653" cy="304800"/>
                <a:chOff x="4288671" y="1775460"/>
                <a:chExt cx="304653" cy="304800"/>
              </a:xfrm>
              <a:noFill/>
            </p:grpSpPr>
            <p:sp>
              <p:nvSpPr>
                <p:cNvPr id="281" name="Rectangle 280">
                  <a:extLst>
                    <a:ext uri="{FF2B5EF4-FFF2-40B4-BE49-F238E27FC236}">
                      <a16:creationId xmlns:a16="http://schemas.microsoft.com/office/drawing/2014/main" id="{94871D1D-F0CA-E3F5-D566-7F7C68B607A0}"/>
                    </a:ext>
                  </a:extLst>
                </p:cNvPr>
                <p:cNvSpPr/>
                <p:nvPr/>
              </p:nvSpPr>
              <p:spPr>
                <a:xfrm>
                  <a:off x="4288671" y="177546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2" name="Picture 281">
                  <a:extLst>
                    <a:ext uri="{FF2B5EF4-FFF2-40B4-BE49-F238E27FC236}">
                      <a16:creationId xmlns:a16="http://schemas.microsoft.com/office/drawing/2014/main" id="{8806B35F-FF65-C0DA-5BEA-8C91F0D16E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61026" y="183261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6" name="Graphic 4">
                <a:extLst>
                  <a:ext uri="{FF2B5EF4-FFF2-40B4-BE49-F238E27FC236}">
                    <a16:creationId xmlns:a16="http://schemas.microsoft.com/office/drawing/2014/main" id="{1BEDF72C-3ECA-4BF1-7DFF-813CE4E667E3}"/>
                  </a:ext>
                </a:extLst>
              </p:cNvPr>
              <p:cNvGrpSpPr/>
              <p:nvPr/>
            </p:nvGrpSpPr>
            <p:grpSpPr>
              <a:xfrm>
                <a:off x="6171253" y="3131820"/>
                <a:ext cx="304653" cy="304800"/>
                <a:chOff x="3367093" y="2339340"/>
                <a:chExt cx="304653" cy="304800"/>
              </a:xfrm>
              <a:noFill/>
            </p:grpSpPr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33768B50-C0EC-55B2-0C98-9BCB31AC4B4F}"/>
                    </a:ext>
                  </a:extLst>
                </p:cNvPr>
                <p:cNvSpPr/>
                <p:nvPr/>
              </p:nvSpPr>
              <p:spPr>
                <a:xfrm>
                  <a:off x="3367093" y="233934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0" name="Picture 279">
                  <a:extLst>
                    <a:ext uri="{FF2B5EF4-FFF2-40B4-BE49-F238E27FC236}">
                      <a16:creationId xmlns:a16="http://schemas.microsoft.com/office/drawing/2014/main" id="{ADAB8789-FC61-04D4-55DE-6E7692D7D8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39448" y="239649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7" name="Graphic 4">
                <a:extLst>
                  <a:ext uri="{FF2B5EF4-FFF2-40B4-BE49-F238E27FC236}">
                    <a16:creationId xmlns:a16="http://schemas.microsoft.com/office/drawing/2014/main" id="{4B72034A-D527-5527-B50F-2EBB34437785}"/>
                  </a:ext>
                </a:extLst>
              </p:cNvPr>
              <p:cNvGrpSpPr/>
              <p:nvPr/>
            </p:nvGrpSpPr>
            <p:grpSpPr>
              <a:xfrm>
                <a:off x="6422592" y="3253740"/>
                <a:ext cx="196197" cy="60960"/>
                <a:chOff x="3618432" y="2461260"/>
                <a:chExt cx="196197" cy="60960"/>
              </a:xfrm>
            </p:grpSpPr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4FD38EA3-1B41-CECE-D1CB-23E7C3E6F570}"/>
                    </a:ext>
                  </a:extLst>
                </p:cNvPr>
                <p:cNvSpPr/>
                <p:nvPr/>
              </p:nvSpPr>
              <p:spPr>
                <a:xfrm>
                  <a:off x="3618432" y="2491740"/>
                  <a:ext cx="150499" cy="7620"/>
                </a:xfrm>
                <a:custGeom>
                  <a:avLst/>
                  <a:gdLst>
                    <a:gd name="csX0" fmla="*/ 0 w 150499"/>
                    <a:gd name="csY0" fmla="*/ 0 h 7620"/>
                    <a:gd name="csX1" fmla="*/ 150499 w 150499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0499" h="7620">
                      <a:moveTo>
                        <a:pt x="0" y="0"/>
                      </a:moveTo>
                      <a:lnTo>
                        <a:pt x="150499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78" name="Freeform 277">
                  <a:extLst>
                    <a:ext uri="{FF2B5EF4-FFF2-40B4-BE49-F238E27FC236}">
                      <a16:creationId xmlns:a16="http://schemas.microsoft.com/office/drawing/2014/main" id="{CBAE578A-4BD5-8B03-0DC2-FE8A4796EFFA}"/>
                    </a:ext>
                  </a:extLst>
                </p:cNvPr>
                <p:cNvSpPr/>
                <p:nvPr/>
              </p:nvSpPr>
              <p:spPr>
                <a:xfrm>
                  <a:off x="3753699" y="2461260"/>
                  <a:ext cx="60930" cy="60960"/>
                </a:xfrm>
                <a:custGeom>
                  <a:avLst/>
                  <a:gdLst>
                    <a:gd name="csX0" fmla="*/ 60931 w 60930"/>
                    <a:gd name="csY0" fmla="*/ 30480 h 60960"/>
                    <a:gd name="csX1" fmla="*/ 0 w 60930"/>
                    <a:gd name="csY1" fmla="*/ 60960 h 60960"/>
                    <a:gd name="csX2" fmla="*/ 15233 w 60930"/>
                    <a:gd name="csY2" fmla="*/ 30480 h 60960"/>
                    <a:gd name="csX3" fmla="*/ 0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60931" y="30480"/>
                      </a:moveTo>
                      <a:lnTo>
                        <a:pt x="0" y="60960"/>
                      </a:lnTo>
                      <a:lnTo>
                        <a:pt x="15233" y="304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18" name="Graphic 4">
                <a:extLst>
                  <a:ext uri="{FF2B5EF4-FFF2-40B4-BE49-F238E27FC236}">
                    <a16:creationId xmlns:a16="http://schemas.microsoft.com/office/drawing/2014/main" id="{3EC3CC8A-F2A8-6652-82ED-3E4534BCAF65}"/>
                  </a:ext>
                </a:extLst>
              </p:cNvPr>
              <p:cNvGrpSpPr/>
              <p:nvPr/>
            </p:nvGrpSpPr>
            <p:grpSpPr>
              <a:xfrm>
                <a:off x="7332746" y="2240280"/>
                <a:ext cx="761634" cy="304800"/>
                <a:chOff x="4528586" y="1447800"/>
                <a:chExt cx="761634" cy="304800"/>
              </a:xfrm>
              <a:solidFill>
                <a:srgbClr val="DAE8FC"/>
              </a:solidFill>
            </p:grpSpPr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A5678C82-8D7A-C733-FD4F-39EF6C3B3ED5}"/>
                    </a:ext>
                  </a:extLst>
                </p:cNvPr>
                <p:cNvSpPr/>
                <p:nvPr/>
              </p:nvSpPr>
              <p:spPr>
                <a:xfrm>
                  <a:off x="4528586" y="144780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76" name="Picture 275">
                  <a:extLst>
                    <a:ext uri="{FF2B5EF4-FFF2-40B4-BE49-F238E27FC236}">
                      <a16:creationId xmlns:a16="http://schemas.microsoft.com/office/drawing/2014/main" id="{5D006768-08F3-58E6-AB28-8E0FCC1C88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40010" y="151257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9" name="Graphic 4">
                <a:extLst>
                  <a:ext uri="{FF2B5EF4-FFF2-40B4-BE49-F238E27FC236}">
                    <a16:creationId xmlns:a16="http://schemas.microsoft.com/office/drawing/2014/main" id="{C208F571-879A-640B-2E46-BD556AB0DC2C}"/>
                  </a:ext>
                </a:extLst>
              </p:cNvPr>
              <p:cNvGrpSpPr/>
              <p:nvPr/>
            </p:nvGrpSpPr>
            <p:grpSpPr>
              <a:xfrm>
                <a:off x="7919204" y="1920240"/>
                <a:ext cx="60930" cy="295351"/>
                <a:chOff x="5115044" y="1127760"/>
                <a:chExt cx="60930" cy="295351"/>
              </a:xfrm>
            </p:grpSpPr>
            <p:sp>
              <p:nvSpPr>
                <p:cNvPr id="241" name="Freeform 240">
                  <a:extLst>
                    <a:ext uri="{FF2B5EF4-FFF2-40B4-BE49-F238E27FC236}">
                      <a16:creationId xmlns:a16="http://schemas.microsoft.com/office/drawing/2014/main" id="{62931945-AC9F-5D5A-DF57-E011FB09ACB8}"/>
                    </a:ext>
                  </a:extLst>
                </p:cNvPr>
                <p:cNvSpPr/>
                <p:nvPr/>
              </p:nvSpPr>
              <p:spPr>
                <a:xfrm>
                  <a:off x="5145510" y="1127760"/>
                  <a:ext cx="7616" cy="249631"/>
                </a:xfrm>
                <a:custGeom>
                  <a:avLst/>
                  <a:gdLst>
                    <a:gd name="csX0" fmla="*/ 0 w 7616"/>
                    <a:gd name="csY0" fmla="*/ 0 h 249631"/>
                    <a:gd name="csX1" fmla="*/ 0 w 7616"/>
                    <a:gd name="csY1" fmla="*/ 249631 h 2496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49631">
                      <a:moveTo>
                        <a:pt x="0" y="0"/>
                      </a:moveTo>
                      <a:lnTo>
                        <a:pt x="0" y="2496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42" name="Freeform 241">
                  <a:extLst>
                    <a:ext uri="{FF2B5EF4-FFF2-40B4-BE49-F238E27FC236}">
                      <a16:creationId xmlns:a16="http://schemas.microsoft.com/office/drawing/2014/main" id="{539117FD-E92B-8A93-D12C-40FCE7DF38EE}"/>
                    </a:ext>
                  </a:extLst>
                </p:cNvPr>
                <p:cNvSpPr/>
                <p:nvPr/>
              </p:nvSpPr>
              <p:spPr>
                <a:xfrm>
                  <a:off x="5115044" y="136215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20" name="Graphic 4">
                <a:extLst>
                  <a:ext uri="{FF2B5EF4-FFF2-40B4-BE49-F238E27FC236}">
                    <a16:creationId xmlns:a16="http://schemas.microsoft.com/office/drawing/2014/main" id="{AA7BE753-E490-6E8B-991C-687F60C17CC1}"/>
                  </a:ext>
                </a:extLst>
              </p:cNvPr>
              <p:cNvGrpSpPr/>
              <p:nvPr/>
            </p:nvGrpSpPr>
            <p:grpSpPr>
              <a:xfrm>
                <a:off x="7264199" y="2034540"/>
                <a:ext cx="228490" cy="228600"/>
                <a:chOff x="4460039" y="1242060"/>
                <a:chExt cx="228490" cy="228600"/>
              </a:xfrm>
              <a:noFill/>
            </p:grpSpPr>
            <p:sp>
              <p:nvSpPr>
                <p:cNvPr id="239" name="Rectangle 238">
                  <a:extLst>
                    <a:ext uri="{FF2B5EF4-FFF2-40B4-BE49-F238E27FC236}">
                      <a16:creationId xmlns:a16="http://schemas.microsoft.com/office/drawing/2014/main" id="{C3D65215-13C8-FB5C-DF2C-4697AEB2172E}"/>
                    </a:ext>
                  </a:extLst>
                </p:cNvPr>
                <p:cNvSpPr/>
                <p:nvPr/>
              </p:nvSpPr>
              <p:spPr>
                <a:xfrm>
                  <a:off x="4460039" y="124206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40" name="Picture 239">
                  <a:extLst>
                    <a:ext uri="{FF2B5EF4-FFF2-40B4-BE49-F238E27FC236}">
                      <a16:creationId xmlns:a16="http://schemas.microsoft.com/office/drawing/2014/main" id="{3B70FACF-323A-7DE9-EBCA-EEA4F904C3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40010" y="128778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1" name="Graphic 4">
                <a:extLst>
                  <a:ext uri="{FF2B5EF4-FFF2-40B4-BE49-F238E27FC236}">
                    <a16:creationId xmlns:a16="http://schemas.microsoft.com/office/drawing/2014/main" id="{FF84FAA6-B1ED-4D6B-FA01-C1ED0FC22132}"/>
                  </a:ext>
                </a:extLst>
              </p:cNvPr>
              <p:cNvGrpSpPr/>
              <p:nvPr/>
            </p:nvGrpSpPr>
            <p:grpSpPr>
              <a:xfrm>
                <a:off x="7454607" y="1935480"/>
                <a:ext cx="60930" cy="280111"/>
                <a:chOff x="4650447" y="1143000"/>
                <a:chExt cx="60930" cy="280111"/>
              </a:xfrm>
            </p:grpSpPr>
            <p:sp>
              <p:nvSpPr>
                <p:cNvPr id="237" name="Freeform 236">
                  <a:extLst>
                    <a:ext uri="{FF2B5EF4-FFF2-40B4-BE49-F238E27FC236}">
                      <a16:creationId xmlns:a16="http://schemas.microsoft.com/office/drawing/2014/main" id="{C46E9355-C7CC-0D37-C03B-B744C5663D16}"/>
                    </a:ext>
                  </a:extLst>
                </p:cNvPr>
                <p:cNvSpPr/>
                <p:nvPr/>
              </p:nvSpPr>
              <p:spPr>
                <a:xfrm>
                  <a:off x="4680913" y="1143000"/>
                  <a:ext cx="7616" cy="234391"/>
                </a:xfrm>
                <a:custGeom>
                  <a:avLst/>
                  <a:gdLst>
                    <a:gd name="csX0" fmla="*/ 0 w 7616"/>
                    <a:gd name="csY0" fmla="*/ 0 h 234391"/>
                    <a:gd name="csX1" fmla="*/ 0 w 7616"/>
                    <a:gd name="csY1" fmla="*/ 234391 h 2343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34391">
                      <a:moveTo>
                        <a:pt x="0" y="0"/>
                      </a:moveTo>
                      <a:lnTo>
                        <a:pt x="0" y="23439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8" name="Freeform 237">
                  <a:extLst>
                    <a:ext uri="{FF2B5EF4-FFF2-40B4-BE49-F238E27FC236}">
                      <a16:creationId xmlns:a16="http://schemas.microsoft.com/office/drawing/2014/main" id="{5B37E046-7BBB-E189-F055-D55D7BBF3133}"/>
                    </a:ext>
                  </a:extLst>
                </p:cNvPr>
                <p:cNvSpPr/>
                <p:nvPr/>
              </p:nvSpPr>
              <p:spPr>
                <a:xfrm>
                  <a:off x="4650447" y="136215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22" name="Graphic 4">
                <a:extLst>
                  <a:ext uri="{FF2B5EF4-FFF2-40B4-BE49-F238E27FC236}">
                    <a16:creationId xmlns:a16="http://schemas.microsoft.com/office/drawing/2014/main" id="{AB2611B4-671D-306E-802B-819FD23640E1}"/>
                  </a:ext>
                </a:extLst>
              </p:cNvPr>
              <p:cNvGrpSpPr/>
              <p:nvPr/>
            </p:nvGrpSpPr>
            <p:grpSpPr>
              <a:xfrm>
                <a:off x="7926821" y="2034540"/>
                <a:ext cx="228490" cy="228600"/>
                <a:chOff x="5122661" y="1242060"/>
                <a:chExt cx="228490" cy="228600"/>
              </a:xfrm>
              <a:noFill/>
            </p:grpSpPr>
            <p:sp>
              <p:nvSpPr>
                <p:cNvPr id="235" name="Rectangle 234">
                  <a:extLst>
                    <a:ext uri="{FF2B5EF4-FFF2-40B4-BE49-F238E27FC236}">
                      <a16:creationId xmlns:a16="http://schemas.microsoft.com/office/drawing/2014/main" id="{56B16A9D-A313-D7EE-A1D9-C10CD5527B9B}"/>
                    </a:ext>
                  </a:extLst>
                </p:cNvPr>
                <p:cNvSpPr/>
                <p:nvPr/>
              </p:nvSpPr>
              <p:spPr>
                <a:xfrm>
                  <a:off x="5122661" y="124206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6" name="Picture 235">
                  <a:extLst>
                    <a:ext uri="{FF2B5EF4-FFF2-40B4-BE49-F238E27FC236}">
                      <a16:creationId xmlns:a16="http://schemas.microsoft.com/office/drawing/2014/main" id="{B90C1D34-D375-0F77-8E2D-FE84E476D1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06440" y="128778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3" name="Graphic 4">
                <a:extLst>
                  <a:ext uri="{FF2B5EF4-FFF2-40B4-BE49-F238E27FC236}">
                    <a16:creationId xmlns:a16="http://schemas.microsoft.com/office/drawing/2014/main" id="{A2347133-3107-E046-520F-2705150D5A00}"/>
                  </a:ext>
                </a:extLst>
              </p:cNvPr>
              <p:cNvGrpSpPr/>
              <p:nvPr/>
            </p:nvGrpSpPr>
            <p:grpSpPr>
              <a:xfrm>
                <a:off x="7370827" y="1684020"/>
                <a:ext cx="228490" cy="304800"/>
                <a:chOff x="4566667" y="891540"/>
                <a:chExt cx="228490" cy="304800"/>
              </a:xfrm>
              <a:noFill/>
            </p:grpSpPr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B9B29E2F-4EA6-A5AC-CEA1-B067DD513272}"/>
                    </a:ext>
                  </a:extLst>
                </p:cNvPr>
                <p:cNvSpPr/>
                <p:nvPr/>
              </p:nvSpPr>
              <p:spPr>
                <a:xfrm>
                  <a:off x="4566667" y="891540"/>
                  <a:ext cx="228490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4" name="Picture 233">
                  <a:extLst>
                    <a:ext uri="{FF2B5EF4-FFF2-40B4-BE49-F238E27FC236}">
                      <a16:creationId xmlns:a16="http://schemas.microsoft.com/office/drawing/2014/main" id="{159DEBE4-2B65-6DD9-CCF3-C13C3F81C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42831" y="948690"/>
                  <a:ext cx="83779" cy="240030"/>
                </a:xfrm>
                <a:custGeom>
                  <a:avLst/>
                  <a:gdLst>
                    <a:gd name="csX0" fmla="*/ 0 w 83779"/>
                    <a:gd name="csY0" fmla="*/ 0 h 240030"/>
                    <a:gd name="csX1" fmla="*/ 83780 w 83779"/>
                    <a:gd name="csY1" fmla="*/ 0 h 240030"/>
                    <a:gd name="csX2" fmla="*/ 83780 w 83779"/>
                    <a:gd name="csY2" fmla="*/ 240030 h 240030"/>
                    <a:gd name="csX3" fmla="*/ 0 w 83779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3779" h="240030">
                      <a:moveTo>
                        <a:pt x="0" y="0"/>
                      </a:moveTo>
                      <a:lnTo>
                        <a:pt x="83780" y="0"/>
                      </a:lnTo>
                      <a:lnTo>
                        <a:pt x="83780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4" name="Graphic 4">
                <a:extLst>
                  <a:ext uri="{FF2B5EF4-FFF2-40B4-BE49-F238E27FC236}">
                    <a16:creationId xmlns:a16="http://schemas.microsoft.com/office/drawing/2014/main" id="{A554F90A-EA4B-498B-8741-9BB69E376E25}"/>
                  </a:ext>
                </a:extLst>
              </p:cNvPr>
              <p:cNvGrpSpPr/>
              <p:nvPr/>
            </p:nvGrpSpPr>
            <p:grpSpPr>
              <a:xfrm>
                <a:off x="7789726" y="1676400"/>
                <a:ext cx="304653" cy="304800"/>
                <a:chOff x="4985566" y="883920"/>
                <a:chExt cx="304653" cy="304800"/>
              </a:xfrm>
              <a:noFill/>
            </p:grpSpPr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A910AB8F-2159-9485-52BE-EDE6BB6D5D71}"/>
                    </a:ext>
                  </a:extLst>
                </p:cNvPr>
                <p:cNvSpPr/>
                <p:nvPr/>
              </p:nvSpPr>
              <p:spPr>
                <a:xfrm>
                  <a:off x="4985566" y="88392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2" name="Picture 231">
                  <a:extLst>
                    <a:ext uri="{FF2B5EF4-FFF2-40B4-BE49-F238E27FC236}">
                      <a16:creationId xmlns:a16="http://schemas.microsoft.com/office/drawing/2014/main" id="{31B9E5BD-C7A8-CE61-7FD8-5ED212884F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61730" y="94107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5" name="Graphic 4">
                <a:extLst>
                  <a:ext uri="{FF2B5EF4-FFF2-40B4-BE49-F238E27FC236}">
                    <a16:creationId xmlns:a16="http://schemas.microsoft.com/office/drawing/2014/main" id="{039AE48E-A2AC-0C6B-29C3-B6A68DC7654F}"/>
                  </a:ext>
                </a:extLst>
              </p:cNvPr>
              <p:cNvGrpSpPr/>
              <p:nvPr/>
            </p:nvGrpSpPr>
            <p:grpSpPr>
              <a:xfrm>
                <a:off x="6868149" y="2240280"/>
                <a:ext cx="304653" cy="304800"/>
                <a:chOff x="4063989" y="1447800"/>
                <a:chExt cx="304653" cy="304800"/>
              </a:xfrm>
              <a:noFill/>
            </p:grpSpPr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9BE2FA47-47F9-D32E-CD77-34E11A9D6852}"/>
                    </a:ext>
                  </a:extLst>
                </p:cNvPr>
                <p:cNvSpPr/>
                <p:nvPr/>
              </p:nvSpPr>
              <p:spPr>
                <a:xfrm>
                  <a:off x="4063989" y="144780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0" name="Picture 229">
                  <a:extLst>
                    <a:ext uri="{FF2B5EF4-FFF2-40B4-BE49-F238E27FC236}">
                      <a16:creationId xmlns:a16="http://schemas.microsoft.com/office/drawing/2014/main" id="{0BFF5E7C-B0F7-C57C-AE07-EC4F4444B8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40152" y="150495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6" name="Graphic 4">
                <a:extLst>
                  <a:ext uri="{FF2B5EF4-FFF2-40B4-BE49-F238E27FC236}">
                    <a16:creationId xmlns:a16="http://schemas.microsoft.com/office/drawing/2014/main" id="{9A5740CF-7212-53C3-1A02-AEC8D5B9A8B0}"/>
                  </a:ext>
                </a:extLst>
              </p:cNvPr>
              <p:cNvGrpSpPr/>
              <p:nvPr/>
            </p:nvGrpSpPr>
            <p:grpSpPr>
              <a:xfrm>
                <a:off x="7119488" y="2362200"/>
                <a:ext cx="196197" cy="60960"/>
                <a:chOff x="4315328" y="1569720"/>
                <a:chExt cx="196197" cy="60960"/>
              </a:xfrm>
            </p:grpSpPr>
            <p:sp>
              <p:nvSpPr>
                <p:cNvPr id="227" name="Freeform 226">
                  <a:extLst>
                    <a:ext uri="{FF2B5EF4-FFF2-40B4-BE49-F238E27FC236}">
                      <a16:creationId xmlns:a16="http://schemas.microsoft.com/office/drawing/2014/main" id="{D1CCCBF2-486C-644C-DF33-516F07313C87}"/>
                    </a:ext>
                  </a:extLst>
                </p:cNvPr>
                <p:cNvSpPr/>
                <p:nvPr/>
              </p:nvSpPr>
              <p:spPr>
                <a:xfrm>
                  <a:off x="4315328" y="1600200"/>
                  <a:ext cx="150499" cy="7620"/>
                </a:xfrm>
                <a:custGeom>
                  <a:avLst/>
                  <a:gdLst>
                    <a:gd name="csX0" fmla="*/ 0 w 150499"/>
                    <a:gd name="csY0" fmla="*/ 0 h 7620"/>
                    <a:gd name="csX1" fmla="*/ 150499 w 150499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0499" h="7620">
                      <a:moveTo>
                        <a:pt x="0" y="0"/>
                      </a:moveTo>
                      <a:lnTo>
                        <a:pt x="150499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28" name="Freeform 227">
                  <a:extLst>
                    <a:ext uri="{FF2B5EF4-FFF2-40B4-BE49-F238E27FC236}">
                      <a16:creationId xmlns:a16="http://schemas.microsoft.com/office/drawing/2014/main" id="{DFB0D78F-63B4-6576-48F0-0E249D7833BD}"/>
                    </a:ext>
                  </a:extLst>
                </p:cNvPr>
                <p:cNvSpPr/>
                <p:nvPr/>
              </p:nvSpPr>
              <p:spPr>
                <a:xfrm>
                  <a:off x="4450594" y="1569720"/>
                  <a:ext cx="60930" cy="60960"/>
                </a:xfrm>
                <a:custGeom>
                  <a:avLst/>
                  <a:gdLst>
                    <a:gd name="csX0" fmla="*/ 60931 w 60930"/>
                    <a:gd name="csY0" fmla="*/ 30480 h 60960"/>
                    <a:gd name="csX1" fmla="*/ 0 w 60930"/>
                    <a:gd name="csY1" fmla="*/ 60960 h 60960"/>
                    <a:gd name="csX2" fmla="*/ 15233 w 60930"/>
                    <a:gd name="csY2" fmla="*/ 30480 h 60960"/>
                    <a:gd name="csX3" fmla="*/ 0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60931" y="30480"/>
                      </a:moveTo>
                      <a:lnTo>
                        <a:pt x="0" y="60960"/>
                      </a:lnTo>
                      <a:lnTo>
                        <a:pt x="15233" y="304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</p:grp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C21D45-D634-3722-B738-1A689CF00312}"/>
              </a:ext>
            </a:extLst>
          </p:cNvPr>
          <p:cNvCxnSpPr>
            <a:cxnSpLocks/>
          </p:cNvCxnSpPr>
          <p:nvPr/>
        </p:nvCxnSpPr>
        <p:spPr>
          <a:xfrm flipH="1">
            <a:off x="3169462" y="2722574"/>
            <a:ext cx="206255" cy="59126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C72517-6859-5FD2-3CB7-AFA3AC9B5274}"/>
              </a:ext>
            </a:extLst>
          </p:cNvPr>
          <p:cNvCxnSpPr>
            <a:cxnSpLocks/>
          </p:cNvCxnSpPr>
          <p:nvPr/>
        </p:nvCxnSpPr>
        <p:spPr>
          <a:xfrm>
            <a:off x="3735400" y="2832886"/>
            <a:ext cx="128456" cy="23344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53FB9F-A07D-3247-75B4-9FCB25C45AA1}"/>
              </a:ext>
            </a:extLst>
          </p:cNvPr>
          <p:cNvCxnSpPr>
            <a:cxnSpLocks/>
          </p:cNvCxnSpPr>
          <p:nvPr/>
        </p:nvCxnSpPr>
        <p:spPr>
          <a:xfrm flipH="1">
            <a:off x="3552264" y="3257311"/>
            <a:ext cx="247364" cy="11587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7C642D1-7DD4-59C8-9338-9B55EED355BA}"/>
              </a:ext>
            </a:extLst>
          </p:cNvPr>
          <p:cNvSpPr/>
          <p:nvPr/>
        </p:nvSpPr>
        <p:spPr>
          <a:xfrm>
            <a:off x="5882581" y="3702219"/>
            <a:ext cx="426838" cy="3831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9734E0-5CF9-B5C9-81D4-A0EE407E6191}"/>
              </a:ext>
            </a:extLst>
          </p:cNvPr>
          <p:cNvSpPr/>
          <p:nvPr/>
        </p:nvSpPr>
        <p:spPr>
          <a:xfrm>
            <a:off x="6702807" y="2601724"/>
            <a:ext cx="426838" cy="38311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7065160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D38B-2EC6-B13C-3FAB-23FB1C90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F6D093-84A2-8E5F-26E9-065BB5509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DDF00A-46A8-20FA-E91C-4BC6B7E4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79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F2D2E365-E88E-C942-197F-8AFF561A91D2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C4E91CAF-D10D-6B5F-C95F-40E625340DBA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D353D0-A0DA-FCFA-C95C-0686B4889810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2476D281-FD7F-E324-5D07-B050CAA83D09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AC7549-9118-2B3B-569F-72CC0C914152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0A9F54-5AF2-9CE3-A036-039D3D9903B4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823D05-8F85-F527-6CA7-F7270318E62C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4BEDAA-D49A-DA9F-308B-09EE31B608A4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FA5D8F-DE7B-9D6B-BF6F-C9D6363759A8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B423523-480B-8706-98C6-9C43EBF1080B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94112B6D-0D0F-244E-3CCA-15A99E92F96A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61C856C4-AFFC-F237-D519-44B1E6F3CC42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AEE265FA-B0A9-D5BB-2F91-420D43190115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C3F092-58EE-997B-B98D-F8AA7F703279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F48CD75-71C2-7304-7D9C-EE7E882FB5BF}"/>
              </a:ext>
            </a:extLst>
          </p:cNvPr>
          <p:cNvSpPr/>
          <p:nvPr/>
        </p:nvSpPr>
        <p:spPr>
          <a:xfrm>
            <a:off x="10131002" y="938648"/>
            <a:ext cx="121880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545F47-8027-11C8-B9F0-B97965F72A33}"/>
              </a:ext>
            </a:extLst>
          </p:cNvPr>
          <p:cNvSpPr/>
          <p:nvPr/>
        </p:nvSpPr>
        <p:spPr>
          <a:xfrm>
            <a:off x="888434" y="958526"/>
            <a:ext cx="678941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6D5E0F7B-7B7D-6FFA-8762-B182294856CA}"/>
              </a:ext>
            </a:extLst>
          </p:cNvPr>
          <p:cNvGrpSpPr/>
          <p:nvPr/>
        </p:nvGrpSpPr>
        <p:grpSpPr>
          <a:xfrm>
            <a:off x="3043249" y="1907210"/>
            <a:ext cx="6105502" cy="3465213"/>
            <a:chOff x="3306555" y="1920348"/>
            <a:chExt cx="6105502" cy="3465213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706877A4-1A26-7F71-F059-20E5B84AF8B4}"/>
                </a:ext>
              </a:extLst>
            </p:cNvPr>
            <p:cNvGrpSpPr/>
            <p:nvPr/>
          </p:nvGrpSpPr>
          <p:grpSpPr>
            <a:xfrm>
              <a:off x="3306555" y="2364118"/>
              <a:ext cx="1256745" cy="2596699"/>
              <a:chOff x="4099226" y="2491740"/>
              <a:chExt cx="875879" cy="1809750"/>
            </a:xfrm>
          </p:grpSpPr>
          <p:grpSp>
            <p:nvGrpSpPr>
              <p:cNvPr id="144" name="Graphic 4">
                <a:extLst>
                  <a:ext uri="{FF2B5EF4-FFF2-40B4-BE49-F238E27FC236}">
                    <a16:creationId xmlns:a16="http://schemas.microsoft.com/office/drawing/2014/main" id="{E4B72080-22AF-A1AE-0015-3617BE32B624}"/>
                  </a:ext>
                </a:extLst>
              </p:cNvPr>
              <p:cNvGrpSpPr/>
              <p:nvPr/>
            </p:nvGrpSpPr>
            <p:grpSpPr>
              <a:xfrm>
                <a:off x="4626201" y="2751886"/>
                <a:ext cx="127573" cy="214122"/>
                <a:chOff x="1822041" y="1959406"/>
                <a:chExt cx="127573" cy="214122"/>
              </a:xfrm>
            </p:grpSpPr>
            <p:sp>
              <p:nvSpPr>
                <p:cNvPr id="190" name="Freeform 189">
                  <a:extLst>
                    <a:ext uri="{FF2B5EF4-FFF2-40B4-BE49-F238E27FC236}">
                      <a16:creationId xmlns:a16="http://schemas.microsoft.com/office/drawing/2014/main" id="{E2FC3A7D-F40C-D713-E6BA-F628E2FB9B67}"/>
                    </a:ext>
                  </a:extLst>
                </p:cNvPr>
                <p:cNvSpPr/>
                <p:nvPr/>
              </p:nvSpPr>
              <p:spPr>
                <a:xfrm>
                  <a:off x="1822041" y="1959406"/>
                  <a:ext cx="104115" cy="174802"/>
                </a:xfrm>
                <a:custGeom>
                  <a:avLst/>
                  <a:gdLst>
                    <a:gd name="csX0" fmla="*/ 0 w 104115"/>
                    <a:gd name="csY0" fmla="*/ 0 h 174802"/>
                    <a:gd name="csX1" fmla="*/ 104115 w 104115"/>
                    <a:gd name="csY1" fmla="*/ 174803 h 17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04115" h="174802">
                      <a:moveTo>
                        <a:pt x="0" y="0"/>
                      </a:moveTo>
                      <a:lnTo>
                        <a:pt x="104115" y="174803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91" name="Freeform 190">
                  <a:extLst>
                    <a:ext uri="{FF2B5EF4-FFF2-40B4-BE49-F238E27FC236}">
                      <a16:creationId xmlns:a16="http://schemas.microsoft.com/office/drawing/2014/main" id="{6131B8F8-F774-54A6-7600-773DD5F15131}"/>
                    </a:ext>
                  </a:extLst>
                </p:cNvPr>
                <p:cNvSpPr/>
                <p:nvPr/>
              </p:nvSpPr>
              <p:spPr>
                <a:xfrm>
                  <a:off x="1892188" y="2105558"/>
                  <a:ext cx="57427" cy="67970"/>
                </a:xfrm>
                <a:custGeom>
                  <a:avLst/>
                  <a:gdLst>
                    <a:gd name="csX0" fmla="*/ 57427 w 57427"/>
                    <a:gd name="csY0" fmla="*/ 67970 h 67970"/>
                    <a:gd name="csX1" fmla="*/ 0 w 57427"/>
                    <a:gd name="csY1" fmla="*/ 31166 h 67970"/>
                    <a:gd name="csX2" fmla="*/ 33969 w 57427"/>
                    <a:gd name="csY2" fmla="*/ 28651 h 67970"/>
                    <a:gd name="csX3" fmla="*/ 52400 w 57427"/>
                    <a:gd name="csY3" fmla="*/ 0 h 6797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427" h="67970">
                      <a:moveTo>
                        <a:pt x="57427" y="67970"/>
                      </a:moveTo>
                      <a:lnTo>
                        <a:pt x="0" y="31166"/>
                      </a:lnTo>
                      <a:lnTo>
                        <a:pt x="33969" y="28651"/>
                      </a:lnTo>
                      <a:lnTo>
                        <a:pt x="524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48" name="Graphic 4">
                <a:extLst>
                  <a:ext uri="{FF2B5EF4-FFF2-40B4-BE49-F238E27FC236}">
                    <a16:creationId xmlns:a16="http://schemas.microsoft.com/office/drawing/2014/main" id="{01923059-5533-4B01-C789-516FB3B8D3E4}"/>
                  </a:ext>
                </a:extLst>
              </p:cNvPr>
              <p:cNvGrpSpPr/>
              <p:nvPr/>
            </p:nvGrpSpPr>
            <p:grpSpPr>
              <a:xfrm>
                <a:off x="4366179" y="2491740"/>
                <a:ext cx="304653" cy="304800"/>
                <a:chOff x="1562019" y="1699260"/>
                <a:chExt cx="304653" cy="304800"/>
              </a:xfrm>
              <a:solidFill>
                <a:srgbClr val="FFFFFF"/>
              </a:solidFill>
            </p:grpSpPr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3E8A9454-A9A0-B8F3-177D-9D11621E3127}"/>
                    </a:ext>
                  </a:extLst>
                </p:cNvPr>
                <p:cNvSpPr/>
                <p:nvPr/>
              </p:nvSpPr>
              <p:spPr>
                <a:xfrm>
                  <a:off x="1562019" y="169926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9" name="Picture 188">
                  <a:extLst>
                    <a:ext uri="{FF2B5EF4-FFF2-40B4-BE49-F238E27FC236}">
                      <a16:creationId xmlns:a16="http://schemas.microsoft.com/office/drawing/2014/main" id="{8F24E12D-48B8-F2A2-826D-9838743478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9635" y="177165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49" name="Graphic 4">
                <a:extLst>
                  <a:ext uri="{FF2B5EF4-FFF2-40B4-BE49-F238E27FC236}">
                    <a16:creationId xmlns:a16="http://schemas.microsoft.com/office/drawing/2014/main" id="{D09DD3A5-DEBD-360C-10BE-D21CD6DF7581}"/>
                  </a:ext>
                </a:extLst>
              </p:cNvPr>
              <p:cNvGrpSpPr/>
              <p:nvPr/>
            </p:nvGrpSpPr>
            <p:grpSpPr>
              <a:xfrm>
                <a:off x="4419189" y="3179978"/>
                <a:ext cx="256442" cy="103022"/>
                <a:chOff x="1615029" y="2387498"/>
                <a:chExt cx="256442" cy="103022"/>
              </a:xfrm>
            </p:grpSpPr>
            <p:sp>
              <p:nvSpPr>
                <p:cNvPr id="186" name="Freeform 185">
                  <a:extLst>
                    <a:ext uri="{FF2B5EF4-FFF2-40B4-BE49-F238E27FC236}">
                      <a16:creationId xmlns:a16="http://schemas.microsoft.com/office/drawing/2014/main" id="{0103B916-9DDF-4983-E260-798B25EEA7AA}"/>
                    </a:ext>
                  </a:extLst>
                </p:cNvPr>
                <p:cNvSpPr/>
                <p:nvPr/>
              </p:nvSpPr>
              <p:spPr>
                <a:xfrm>
                  <a:off x="1657909" y="2387498"/>
                  <a:ext cx="213562" cy="79857"/>
                </a:xfrm>
                <a:custGeom>
                  <a:avLst/>
                  <a:gdLst>
                    <a:gd name="csX0" fmla="*/ 213562 w 213562"/>
                    <a:gd name="csY0" fmla="*/ 0 h 79857"/>
                    <a:gd name="csX1" fmla="*/ 0 w 213562"/>
                    <a:gd name="csY1" fmla="*/ 79858 h 798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13562" h="79857">
                      <a:moveTo>
                        <a:pt x="213562" y="0"/>
                      </a:moveTo>
                      <a:lnTo>
                        <a:pt x="0" y="79858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7" name="Freeform 186">
                  <a:extLst>
                    <a:ext uri="{FF2B5EF4-FFF2-40B4-BE49-F238E27FC236}">
                      <a16:creationId xmlns:a16="http://schemas.microsoft.com/office/drawing/2014/main" id="{A7322D96-F23F-8427-B826-78DD7607FD9D}"/>
                    </a:ext>
                  </a:extLst>
                </p:cNvPr>
                <p:cNvSpPr/>
                <p:nvPr/>
              </p:nvSpPr>
              <p:spPr>
                <a:xfrm>
                  <a:off x="1615029" y="2433447"/>
                  <a:ext cx="67785" cy="57073"/>
                </a:xfrm>
                <a:custGeom>
                  <a:avLst/>
                  <a:gdLst>
                    <a:gd name="csX0" fmla="*/ 0 w 67785"/>
                    <a:gd name="csY0" fmla="*/ 49911 h 57073"/>
                    <a:gd name="csX1" fmla="*/ 46460 w 67785"/>
                    <a:gd name="csY1" fmla="*/ 0 h 57073"/>
                    <a:gd name="csX2" fmla="*/ 42880 w 67785"/>
                    <a:gd name="csY2" fmla="*/ 33909 h 57073"/>
                    <a:gd name="csX3" fmla="*/ 67785 w 67785"/>
                    <a:gd name="csY3" fmla="*/ 57074 h 570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7785" h="57073">
                      <a:moveTo>
                        <a:pt x="0" y="49911"/>
                      </a:moveTo>
                      <a:lnTo>
                        <a:pt x="46460" y="0"/>
                      </a:lnTo>
                      <a:lnTo>
                        <a:pt x="42880" y="33909"/>
                      </a:lnTo>
                      <a:lnTo>
                        <a:pt x="67785" y="570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3" name="Graphic 4">
                <a:extLst>
                  <a:ext uri="{FF2B5EF4-FFF2-40B4-BE49-F238E27FC236}">
                    <a16:creationId xmlns:a16="http://schemas.microsoft.com/office/drawing/2014/main" id="{41612E74-D2C7-6708-C3A7-7D6C2F6321FC}"/>
                  </a:ext>
                </a:extLst>
              </p:cNvPr>
              <p:cNvGrpSpPr/>
              <p:nvPr/>
            </p:nvGrpSpPr>
            <p:grpSpPr>
              <a:xfrm>
                <a:off x="4670452" y="2964180"/>
                <a:ext cx="304653" cy="304800"/>
                <a:chOff x="1866292" y="2171700"/>
                <a:chExt cx="304653" cy="304800"/>
              </a:xfrm>
              <a:solidFill>
                <a:srgbClr val="FFFFFF"/>
              </a:solidFill>
            </p:grpSpPr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8E940466-9206-E406-9DCF-AA542C86B499}"/>
                    </a:ext>
                  </a:extLst>
                </p:cNvPr>
                <p:cNvSpPr/>
                <p:nvPr/>
              </p:nvSpPr>
              <p:spPr>
                <a:xfrm>
                  <a:off x="1866292" y="217170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5" name="Picture 184">
                  <a:extLst>
                    <a:ext uri="{FF2B5EF4-FFF2-40B4-BE49-F238E27FC236}">
                      <a16:creationId xmlns:a16="http://schemas.microsoft.com/office/drawing/2014/main" id="{98B63A2D-6076-FCB5-CA4C-015D4688FA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74289" y="224409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54" name="Graphic 4">
                <a:extLst>
                  <a:ext uri="{FF2B5EF4-FFF2-40B4-BE49-F238E27FC236}">
                    <a16:creationId xmlns:a16="http://schemas.microsoft.com/office/drawing/2014/main" id="{A5E7F055-275E-475F-3153-2B41E7748BD3}"/>
                  </a:ext>
                </a:extLst>
              </p:cNvPr>
              <p:cNvGrpSpPr/>
              <p:nvPr/>
            </p:nvGrpSpPr>
            <p:grpSpPr>
              <a:xfrm>
                <a:off x="4366865" y="3452926"/>
                <a:ext cx="145853" cy="138531"/>
                <a:chOff x="1562705" y="2660446"/>
                <a:chExt cx="145853" cy="138531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D8EFA145-5D60-0CD0-D50C-380EFE43C16B}"/>
                    </a:ext>
                  </a:extLst>
                </p:cNvPr>
                <p:cNvSpPr/>
                <p:nvPr/>
              </p:nvSpPr>
              <p:spPr>
                <a:xfrm>
                  <a:off x="1562705" y="2660446"/>
                  <a:ext cx="112721" cy="107061"/>
                </a:xfrm>
                <a:custGeom>
                  <a:avLst/>
                  <a:gdLst>
                    <a:gd name="csX0" fmla="*/ 0 w 112721"/>
                    <a:gd name="csY0" fmla="*/ 0 h 107061"/>
                    <a:gd name="csX1" fmla="*/ 112722 w 112721"/>
                    <a:gd name="csY1" fmla="*/ 107061 h 1070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12721" h="107061">
                      <a:moveTo>
                        <a:pt x="0" y="0"/>
                      </a:moveTo>
                      <a:lnTo>
                        <a:pt x="112722" y="10706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A3FEFC0A-2D10-EFA5-87FB-E8680B81C4EA}"/>
                    </a:ext>
                  </a:extLst>
                </p:cNvPr>
                <p:cNvSpPr/>
                <p:nvPr/>
              </p:nvSpPr>
              <p:spPr>
                <a:xfrm>
                  <a:off x="1643362" y="2734894"/>
                  <a:ext cx="65195" cy="64084"/>
                </a:xfrm>
                <a:custGeom>
                  <a:avLst/>
                  <a:gdLst>
                    <a:gd name="csX0" fmla="*/ 65196 w 65195"/>
                    <a:gd name="csY0" fmla="*/ 64084 h 64084"/>
                    <a:gd name="csX1" fmla="*/ 0 w 65195"/>
                    <a:gd name="csY1" fmla="*/ 44196 h 64084"/>
                    <a:gd name="csX2" fmla="*/ 32065 w 65195"/>
                    <a:gd name="csY2" fmla="*/ 32614 h 64084"/>
                    <a:gd name="csX3" fmla="*/ 41966 w 65195"/>
                    <a:gd name="csY3" fmla="*/ 0 h 640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5195" h="64084">
                      <a:moveTo>
                        <a:pt x="65196" y="64084"/>
                      </a:moveTo>
                      <a:lnTo>
                        <a:pt x="0" y="44196"/>
                      </a:lnTo>
                      <a:lnTo>
                        <a:pt x="32065" y="32614"/>
                      </a:lnTo>
                      <a:lnTo>
                        <a:pt x="4196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5" name="Graphic 4">
                <a:extLst>
                  <a:ext uri="{FF2B5EF4-FFF2-40B4-BE49-F238E27FC236}">
                    <a16:creationId xmlns:a16="http://schemas.microsoft.com/office/drawing/2014/main" id="{6A516800-8288-B1D0-30CE-00CB4CBE5B18}"/>
                  </a:ext>
                </a:extLst>
              </p:cNvPr>
              <p:cNvGrpSpPr/>
              <p:nvPr/>
            </p:nvGrpSpPr>
            <p:grpSpPr>
              <a:xfrm>
                <a:off x="4189328" y="3497580"/>
                <a:ext cx="69841" cy="554507"/>
                <a:chOff x="1385168" y="2705100"/>
                <a:chExt cx="69841" cy="554507"/>
              </a:xfrm>
            </p:grpSpPr>
            <p:sp>
              <p:nvSpPr>
                <p:cNvPr id="180" name="Freeform 179">
                  <a:extLst>
                    <a:ext uri="{FF2B5EF4-FFF2-40B4-BE49-F238E27FC236}">
                      <a16:creationId xmlns:a16="http://schemas.microsoft.com/office/drawing/2014/main" id="{846AA41D-481B-80B6-04FC-9669A08CD530}"/>
                    </a:ext>
                  </a:extLst>
                </p:cNvPr>
                <p:cNvSpPr/>
                <p:nvPr/>
              </p:nvSpPr>
              <p:spPr>
                <a:xfrm>
                  <a:off x="1414338" y="2705100"/>
                  <a:ext cx="40671" cy="508939"/>
                </a:xfrm>
                <a:custGeom>
                  <a:avLst/>
                  <a:gdLst>
                    <a:gd name="csX0" fmla="*/ 40671 w 40671"/>
                    <a:gd name="csY0" fmla="*/ 0 h 508939"/>
                    <a:gd name="csX1" fmla="*/ 0 w 40671"/>
                    <a:gd name="csY1" fmla="*/ 508940 h 50893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0671" h="508939">
                      <a:moveTo>
                        <a:pt x="40671" y="0"/>
                      </a:moveTo>
                      <a:lnTo>
                        <a:pt x="0" y="50894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1" name="Freeform 180">
                  <a:extLst>
                    <a:ext uri="{FF2B5EF4-FFF2-40B4-BE49-F238E27FC236}">
                      <a16:creationId xmlns:a16="http://schemas.microsoft.com/office/drawing/2014/main" id="{883DB12B-CDB6-BAD0-66C3-3DC7458A0A83}"/>
                    </a:ext>
                  </a:extLst>
                </p:cNvPr>
                <p:cNvSpPr/>
                <p:nvPr/>
              </p:nvSpPr>
              <p:spPr>
                <a:xfrm>
                  <a:off x="1385168" y="3196437"/>
                  <a:ext cx="60702" cy="63169"/>
                </a:xfrm>
                <a:custGeom>
                  <a:avLst/>
                  <a:gdLst>
                    <a:gd name="csX0" fmla="*/ 25515 w 60702"/>
                    <a:gd name="csY0" fmla="*/ 63170 h 63169"/>
                    <a:gd name="csX1" fmla="*/ 0 w 60702"/>
                    <a:gd name="csY1" fmla="*/ 0 h 63169"/>
                    <a:gd name="csX2" fmla="*/ 29171 w 60702"/>
                    <a:gd name="csY2" fmla="*/ 17602 h 63169"/>
                    <a:gd name="csX3" fmla="*/ 60702 w 60702"/>
                    <a:gd name="csY3" fmla="*/ 4877 h 631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702" h="63169">
                      <a:moveTo>
                        <a:pt x="25515" y="63170"/>
                      </a:moveTo>
                      <a:lnTo>
                        <a:pt x="0" y="0"/>
                      </a:lnTo>
                      <a:lnTo>
                        <a:pt x="29171" y="17602"/>
                      </a:lnTo>
                      <a:lnTo>
                        <a:pt x="60702" y="48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6" name="Graphic 4">
                <a:extLst>
                  <a:ext uri="{FF2B5EF4-FFF2-40B4-BE49-F238E27FC236}">
                    <a16:creationId xmlns:a16="http://schemas.microsoft.com/office/drawing/2014/main" id="{3680A9E9-7E94-BCB6-1F5D-98A9B7CFF895}"/>
                  </a:ext>
                </a:extLst>
              </p:cNvPr>
              <p:cNvGrpSpPr/>
              <p:nvPr/>
            </p:nvGrpSpPr>
            <p:grpSpPr>
              <a:xfrm>
                <a:off x="4106843" y="3192780"/>
                <a:ext cx="304653" cy="304800"/>
                <a:chOff x="1302683" y="2400300"/>
                <a:chExt cx="304653" cy="304800"/>
              </a:xfrm>
              <a:solidFill>
                <a:srgbClr val="FFFFFF"/>
              </a:solidFill>
            </p:grpSpPr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544CD94F-10E2-F52C-E7AF-71EF6C910470}"/>
                    </a:ext>
                  </a:extLst>
                </p:cNvPr>
                <p:cNvSpPr/>
                <p:nvPr/>
              </p:nvSpPr>
              <p:spPr>
                <a:xfrm>
                  <a:off x="1302683" y="240030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79" name="Picture 178">
                  <a:extLst>
                    <a:ext uri="{FF2B5EF4-FFF2-40B4-BE49-F238E27FC236}">
                      <a16:creationId xmlns:a16="http://schemas.microsoft.com/office/drawing/2014/main" id="{8D7286E0-EF1F-25DA-C9E2-21E9DF1A7D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10680" y="247269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57" name="Graphic 4">
                <a:extLst>
                  <a:ext uri="{FF2B5EF4-FFF2-40B4-BE49-F238E27FC236}">
                    <a16:creationId xmlns:a16="http://schemas.microsoft.com/office/drawing/2014/main" id="{A1FE9E90-6FD2-2139-88F9-0AE66F3059A1}"/>
                  </a:ext>
                </a:extLst>
              </p:cNvPr>
              <p:cNvGrpSpPr/>
              <p:nvPr/>
            </p:nvGrpSpPr>
            <p:grpSpPr>
              <a:xfrm>
                <a:off x="4255742" y="2751886"/>
                <a:ext cx="155068" cy="424815"/>
                <a:chOff x="1451582" y="1959406"/>
                <a:chExt cx="155068" cy="424815"/>
              </a:xfrm>
            </p:grpSpPr>
            <p:sp>
              <p:nvSpPr>
                <p:cNvPr id="176" name="Freeform 175">
                  <a:extLst>
                    <a:ext uri="{FF2B5EF4-FFF2-40B4-BE49-F238E27FC236}">
                      <a16:creationId xmlns:a16="http://schemas.microsoft.com/office/drawing/2014/main" id="{0B897ADB-74B0-88A4-3557-C0C2131288F0}"/>
                    </a:ext>
                  </a:extLst>
                </p:cNvPr>
                <p:cNvSpPr/>
                <p:nvPr/>
              </p:nvSpPr>
              <p:spPr>
                <a:xfrm>
                  <a:off x="1475421" y="1959406"/>
                  <a:ext cx="131229" cy="381533"/>
                </a:xfrm>
                <a:custGeom>
                  <a:avLst/>
                  <a:gdLst>
                    <a:gd name="csX0" fmla="*/ 131230 w 131229"/>
                    <a:gd name="csY0" fmla="*/ 0 h 381533"/>
                    <a:gd name="csX1" fmla="*/ 0 w 131229"/>
                    <a:gd name="csY1" fmla="*/ 381533 h 3815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31229" h="381533">
                      <a:moveTo>
                        <a:pt x="131230" y="0"/>
                      </a:moveTo>
                      <a:lnTo>
                        <a:pt x="0" y="381533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7" name="Freeform 176">
                  <a:extLst>
                    <a:ext uri="{FF2B5EF4-FFF2-40B4-BE49-F238E27FC236}">
                      <a16:creationId xmlns:a16="http://schemas.microsoft.com/office/drawing/2014/main" id="{A76AD126-7A15-FFC4-3E21-8947E84C4E44}"/>
                    </a:ext>
                  </a:extLst>
                </p:cNvPr>
                <p:cNvSpPr/>
                <p:nvPr/>
              </p:nvSpPr>
              <p:spPr>
                <a:xfrm>
                  <a:off x="1451582" y="2316632"/>
                  <a:ext cx="57579" cy="67589"/>
                </a:xfrm>
                <a:custGeom>
                  <a:avLst/>
                  <a:gdLst>
                    <a:gd name="csX0" fmla="*/ 8987 w 57579"/>
                    <a:gd name="csY0" fmla="*/ 67589 h 67589"/>
                    <a:gd name="csX1" fmla="*/ 0 w 57579"/>
                    <a:gd name="csY1" fmla="*/ 0 h 67589"/>
                    <a:gd name="csX2" fmla="*/ 23839 w 57579"/>
                    <a:gd name="csY2" fmla="*/ 24308 h 67589"/>
                    <a:gd name="csX3" fmla="*/ 57580 w 57579"/>
                    <a:gd name="csY3" fmla="*/ 19812 h 675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579" h="67589">
                      <a:moveTo>
                        <a:pt x="8987" y="67589"/>
                      </a:moveTo>
                      <a:lnTo>
                        <a:pt x="0" y="0"/>
                      </a:lnTo>
                      <a:lnTo>
                        <a:pt x="23839" y="24308"/>
                      </a:lnTo>
                      <a:lnTo>
                        <a:pt x="57580" y="198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8" name="Graphic 4">
                <a:extLst>
                  <a:ext uri="{FF2B5EF4-FFF2-40B4-BE49-F238E27FC236}">
                    <a16:creationId xmlns:a16="http://schemas.microsoft.com/office/drawing/2014/main" id="{A0B4DA15-7AD4-529C-BCC2-BFAE95CC70BE}"/>
                  </a:ext>
                </a:extLst>
              </p:cNvPr>
              <p:cNvGrpSpPr/>
              <p:nvPr/>
            </p:nvGrpSpPr>
            <p:grpSpPr>
              <a:xfrm>
                <a:off x="4689874" y="3268980"/>
                <a:ext cx="132905" cy="283540"/>
                <a:chOff x="1885714" y="2476500"/>
                <a:chExt cx="132905" cy="283540"/>
              </a:xfrm>
            </p:grpSpPr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EC064597-B91C-5027-A628-B33E1654FD60}"/>
                    </a:ext>
                  </a:extLst>
                </p:cNvPr>
                <p:cNvSpPr/>
                <p:nvPr/>
              </p:nvSpPr>
              <p:spPr>
                <a:xfrm>
                  <a:off x="1906963" y="2476500"/>
                  <a:ext cx="111655" cy="242011"/>
                </a:xfrm>
                <a:custGeom>
                  <a:avLst/>
                  <a:gdLst>
                    <a:gd name="csX0" fmla="*/ 111656 w 111655"/>
                    <a:gd name="csY0" fmla="*/ 0 h 242011"/>
                    <a:gd name="csX1" fmla="*/ 0 w 111655"/>
                    <a:gd name="csY1" fmla="*/ 242011 h 2420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11655" h="242011">
                      <a:moveTo>
                        <a:pt x="111656" y="0"/>
                      </a:moveTo>
                      <a:lnTo>
                        <a:pt x="0" y="24201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5" name="Freeform 174">
                  <a:extLst>
                    <a:ext uri="{FF2B5EF4-FFF2-40B4-BE49-F238E27FC236}">
                      <a16:creationId xmlns:a16="http://schemas.microsoft.com/office/drawing/2014/main" id="{6062A9AE-D574-3F67-5161-7760BB75AA7C}"/>
                    </a:ext>
                  </a:extLst>
                </p:cNvPr>
                <p:cNvSpPr/>
                <p:nvPr/>
              </p:nvSpPr>
              <p:spPr>
                <a:xfrm>
                  <a:off x="1885714" y="2691917"/>
                  <a:ext cx="55294" cy="68122"/>
                </a:xfrm>
                <a:custGeom>
                  <a:avLst/>
                  <a:gdLst>
                    <a:gd name="csX0" fmla="*/ 2133 w 55294"/>
                    <a:gd name="csY0" fmla="*/ 68123 h 68122"/>
                    <a:gd name="csX1" fmla="*/ 0 w 55294"/>
                    <a:gd name="csY1" fmla="*/ 0 h 68122"/>
                    <a:gd name="csX2" fmla="*/ 21250 w 55294"/>
                    <a:gd name="csY2" fmla="*/ 26594 h 68122"/>
                    <a:gd name="csX3" fmla="*/ 55295 w 55294"/>
                    <a:gd name="csY3" fmla="*/ 25527 h 681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94" h="68122">
                      <a:moveTo>
                        <a:pt x="2133" y="68123"/>
                      </a:moveTo>
                      <a:lnTo>
                        <a:pt x="0" y="0"/>
                      </a:lnTo>
                      <a:lnTo>
                        <a:pt x="21250" y="26594"/>
                      </a:lnTo>
                      <a:lnTo>
                        <a:pt x="55295" y="255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9" name="Graphic 4">
                <a:extLst>
                  <a:ext uri="{FF2B5EF4-FFF2-40B4-BE49-F238E27FC236}">
                    <a16:creationId xmlns:a16="http://schemas.microsoft.com/office/drawing/2014/main" id="{7B831180-CB76-9CDD-68E6-0FCB9B2AB5EB}"/>
                  </a:ext>
                </a:extLst>
              </p:cNvPr>
              <p:cNvGrpSpPr/>
              <p:nvPr/>
            </p:nvGrpSpPr>
            <p:grpSpPr>
              <a:xfrm>
                <a:off x="4282704" y="3818686"/>
                <a:ext cx="242352" cy="238429"/>
                <a:chOff x="1478544" y="3026206"/>
                <a:chExt cx="242352" cy="238429"/>
              </a:xfrm>
            </p:grpSpPr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583976F5-8E39-7E6D-5166-FBC36CB19F68}"/>
                    </a:ext>
                  </a:extLst>
                </p:cNvPr>
                <p:cNvSpPr/>
                <p:nvPr/>
              </p:nvSpPr>
              <p:spPr>
                <a:xfrm>
                  <a:off x="1511142" y="3026206"/>
                  <a:ext cx="209754" cy="206349"/>
                </a:xfrm>
                <a:custGeom>
                  <a:avLst/>
                  <a:gdLst>
                    <a:gd name="csX0" fmla="*/ 209754 w 209754"/>
                    <a:gd name="csY0" fmla="*/ 0 h 206349"/>
                    <a:gd name="csX1" fmla="*/ 0 w 209754"/>
                    <a:gd name="csY1" fmla="*/ 206350 h 2063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09754" h="206349">
                      <a:moveTo>
                        <a:pt x="209754" y="0"/>
                      </a:moveTo>
                      <a:lnTo>
                        <a:pt x="0" y="20635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3" name="Freeform 172">
                  <a:extLst>
                    <a:ext uri="{FF2B5EF4-FFF2-40B4-BE49-F238E27FC236}">
                      <a16:creationId xmlns:a16="http://schemas.microsoft.com/office/drawing/2014/main" id="{619A508B-A071-1EE9-6C52-17B0F9A70D84}"/>
                    </a:ext>
                  </a:extLst>
                </p:cNvPr>
                <p:cNvSpPr/>
                <p:nvPr/>
              </p:nvSpPr>
              <p:spPr>
                <a:xfrm>
                  <a:off x="1478544" y="3200171"/>
                  <a:ext cx="64815" cy="64465"/>
                </a:xfrm>
                <a:custGeom>
                  <a:avLst/>
                  <a:gdLst>
                    <a:gd name="csX0" fmla="*/ 0 w 64815"/>
                    <a:gd name="csY0" fmla="*/ 64465 h 64465"/>
                    <a:gd name="csX1" fmla="*/ 22087 w 64815"/>
                    <a:gd name="csY1" fmla="*/ 0 h 64465"/>
                    <a:gd name="csX2" fmla="*/ 32598 w 64815"/>
                    <a:gd name="csY2" fmla="*/ 32385 h 64465"/>
                    <a:gd name="csX3" fmla="*/ 64815 w 64815"/>
                    <a:gd name="csY3" fmla="*/ 43434 h 644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4815" h="64465">
                      <a:moveTo>
                        <a:pt x="0" y="64465"/>
                      </a:moveTo>
                      <a:lnTo>
                        <a:pt x="22087" y="0"/>
                      </a:lnTo>
                      <a:lnTo>
                        <a:pt x="32598" y="32385"/>
                      </a:lnTo>
                      <a:lnTo>
                        <a:pt x="64815" y="434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60" name="Graphic 4">
                <a:extLst>
                  <a:ext uri="{FF2B5EF4-FFF2-40B4-BE49-F238E27FC236}">
                    <a16:creationId xmlns:a16="http://schemas.microsoft.com/office/drawing/2014/main" id="{EA7514F0-2978-5A9A-D663-221C85909EF0}"/>
                  </a:ext>
                </a:extLst>
              </p:cNvPr>
              <p:cNvGrpSpPr/>
              <p:nvPr/>
            </p:nvGrpSpPr>
            <p:grpSpPr>
              <a:xfrm>
                <a:off x="4740446" y="3818686"/>
                <a:ext cx="86902" cy="234238"/>
                <a:chOff x="1936286" y="3026206"/>
                <a:chExt cx="86902" cy="234238"/>
              </a:xfrm>
            </p:grpSpPr>
            <p:sp>
              <p:nvSpPr>
                <p:cNvPr id="170" name="Freeform 169">
                  <a:extLst>
                    <a:ext uri="{FF2B5EF4-FFF2-40B4-BE49-F238E27FC236}">
                      <a16:creationId xmlns:a16="http://schemas.microsoft.com/office/drawing/2014/main" id="{4BDACC08-6996-CF4C-6A6A-E70FA8842528}"/>
                    </a:ext>
                  </a:extLst>
                </p:cNvPr>
                <p:cNvSpPr/>
                <p:nvPr/>
              </p:nvSpPr>
              <p:spPr>
                <a:xfrm>
                  <a:off x="1936286" y="3026206"/>
                  <a:ext cx="62758" cy="190804"/>
                </a:xfrm>
                <a:custGeom>
                  <a:avLst/>
                  <a:gdLst>
                    <a:gd name="csX0" fmla="*/ 0 w 62758"/>
                    <a:gd name="csY0" fmla="*/ 0 h 190804"/>
                    <a:gd name="csX1" fmla="*/ 62759 w 62758"/>
                    <a:gd name="csY1" fmla="*/ 190805 h 1908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2758" h="190804">
                      <a:moveTo>
                        <a:pt x="0" y="0"/>
                      </a:moveTo>
                      <a:lnTo>
                        <a:pt x="62759" y="190805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custDash>
                    <a:ds d="150000" sp="300000"/>
                  </a:custDash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1ECE11EE-D607-4041-A0B0-43D98A1540E9}"/>
                    </a:ext>
                  </a:extLst>
                </p:cNvPr>
                <p:cNvSpPr/>
                <p:nvPr/>
              </p:nvSpPr>
              <p:spPr>
                <a:xfrm>
                  <a:off x="1965305" y="3193008"/>
                  <a:ext cx="57884" cy="67437"/>
                </a:xfrm>
                <a:custGeom>
                  <a:avLst/>
                  <a:gdLst>
                    <a:gd name="csX0" fmla="*/ 47983 w 57884"/>
                    <a:gd name="csY0" fmla="*/ 67437 h 67437"/>
                    <a:gd name="csX1" fmla="*/ 0 w 57884"/>
                    <a:gd name="csY1" fmla="*/ 19050 h 67437"/>
                    <a:gd name="csX2" fmla="*/ 33740 w 57884"/>
                    <a:gd name="csY2" fmla="*/ 24003 h 67437"/>
                    <a:gd name="csX3" fmla="*/ 57884 w 57884"/>
                    <a:gd name="csY3" fmla="*/ 0 h 674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7884" h="67437">
                      <a:moveTo>
                        <a:pt x="47983" y="67437"/>
                      </a:moveTo>
                      <a:lnTo>
                        <a:pt x="0" y="19050"/>
                      </a:lnTo>
                      <a:lnTo>
                        <a:pt x="33740" y="24003"/>
                      </a:lnTo>
                      <a:lnTo>
                        <a:pt x="578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61" name="Graphic 4">
                <a:extLst>
                  <a:ext uri="{FF2B5EF4-FFF2-40B4-BE49-F238E27FC236}">
                    <a16:creationId xmlns:a16="http://schemas.microsoft.com/office/drawing/2014/main" id="{F71FFAA6-986E-6E4B-418E-DAE51123D169}"/>
                  </a:ext>
                </a:extLst>
              </p:cNvPr>
              <p:cNvGrpSpPr/>
              <p:nvPr/>
            </p:nvGrpSpPr>
            <p:grpSpPr>
              <a:xfrm>
                <a:off x="4480424" y="3558540"/>
                <a:ext cx="304653" cy="304800"/>
                <a:chOff x="1676264" y="2766060"/>
                <a:chExt cx="304653" cy="304800"/>
              </a:xfrm>
              <a:solidFill>
                <a:srgbClr val="FFFFFF"/>
              </a:solidFill>
            </p:grpSpPr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97D776BB-69DF-9F0D-B739-1B1C1704F359}"/>
                    </a:ext>
                  </a:extLst>
                </p:cNvPr>
                <p:cNvSpPr/>
                <p:nvPr/>
              </p:nvSpPr>
              <p:spPr>
                <a:xfrm>
                  <a:off x="1676264" y="2766060"/>
                  <a:ext cx="304653" cy="304800"/>
                </a:xfrm>
                <a:prstGeom prst="ellipse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9" name="Picture 168">
                  <a:extLst>
                    <a:ext uri="{FF2B5EF4-FFF2-40B4-BE49-F238E27FC236}">
                      <a16:creationId xmlns:a16="http://schemas.microsoft.com/office/drawing/2014/main" id="{0E2A351E-636B-0D26-B47E-019A8A54E0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83881" y="2838450"/>
                  <a:ext cx="289421" cy="190500"/>
                </a:xfrm>
                <a:custGeom>
                  <a:avLst/>
                  <a:gdLst>
                    <a:gd name="csX0" fmla="*/ 0 w 289421"/>
                    <a:gd name="csY0" fmla="*/ 0 h 190500"/>
                    <a:gd name="csX1" fmla="*/ 289421 w 289421"/>
                    <a:gd name="csY1" fmla="*/ 0 h 190500"/>
                    <a:gd name="csX2" fmla="*/ 289421 w 289421"/>
                    <a:gd name="csY2" fmla="*/ 190500 h 190500"/>
                    <a:gd name="csX3" fmla="*/ 0 w 289421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421" h="190500">
                      <a:moveTo>
                        <a:pt x="0" y="0"/>
                      </a:moveTo>
                      <a:lnTo>
                        <a:pt x="289421" y="0"/>
                      </a:lnTo>
                      <a:lnTo>
                        <a:pt x="289421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62" name="Graphic 4">
                <a:extLst>
                  <a:ext uri="{FF2B5EF4-FFF2-40B4-BE49-F238E27FC236}">
                    <a16:creationId xmlns:a16="http://schemas.microsoft.com/office/drawing/2014/main" id="{A17516A6-425F-DACC-C5DD-3E27D9FED77C}"/>
                  </a:ext>
                </a:extLst>
              </p:cNvPr>
              <p:cNvGrpSpPr/>
              <p:nvPr/>
            </p:nvGrpSpPr>
            <p:grpSpPr>
              <a:xfrm>
                <a:off x="4099226" y="4069080"/>
                <a:ext cx="228490" cy="232410"/>
                <a:chOff x="1295066" y="3276600"/>
                <a:chExt cx="228490" cy="232410"/>
              </a:xfrm>
              <a:solidFill>
                <a:srgbClr val="FFFFFF"/>
              </a:solidFill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113CA6DB-119D-51A4-9BC0-D70994132045}"/>
                    </a:ext>
                  </a:extLst>
                </p:cNvPr>
                <p:cNvSpPr/>
                <p:nvPr/>
              </p:nvSpPr>
              <p:spPr>
                <a:xfrm>
                  <a:off x="1295066" y="3276600"/>
                  <a:ext cx="228490" cy="228600"/>
                </a:xfrm>
                <a:prstGeom prst="rect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7" name="Picture 166">
                  <a:extLst>
                    <a:ext uri="{FF2B5EF4-FFF2-40B4-BE49-F238E27FC236}">
                      <a16:creationId xmlns:a16="http://schemas.microsoft.com/office/drawing/2014/main" id="{5AD99E33-5D27-7212-82D9-BA0287D024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03063" y="3303270"/>
                  <a:ext cx="213257" cy="205740"/>
                </a:xfrm>
                <a:custGeom>
                  <a:avLst/>
                  <a:gdLst>
                    <a:gd name="csX0" fmla="*/ 0 w 213257"/>
                    <a:gd name="csY0" fmla="*/ 0 h 205740"/>
                    <a:gd name="csX1" fmla="*/ 213258 w 213257"/>
                    <a:gd name="csY1" fmla="*/ 0 h 205740"/>
                    <a:gd name="csX2" fmla="*/ 213258 w 213257"/>
                    <a:gd name="csY2" fmla="*/ 205740 h 205740"/>
                    <a:gd name="csX3" fmla="*/ 0 w 213257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13257" h="205740">
                      <a:moveTo>
                        <a:pt x="0" y="0"/>
                      </a:moveTo>
                      <a:lnTo>
                        <a:pt x="213258" y="0"/>
                      </a:lnTo>
                      <a:lnTo>
                        <a:pt x="213258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63" name="Graphic 4">
                <a:extLst>
                  <a:ext uri="{FF2B5EF4-FFF2-40B4-BE49-F238E27FC236}">
                    <a16:creationId xmlns:a16="http://schemas.microsoft.com/office/drawing/2014/main" id="{EE7BEC16-9ACD-5481-8675-F63EE1DCE5F6}"/>
                  </a:ext>
                </a:extLst>
              </p:cNvPr>
              <p:cNvGrpSpPr/>
              <p:nvPr/>
            </p:nvGrpSpPr>
            <p:grpSpPr>
              <a:xfrm>
                <a:off x="4708534" y="4069080"/>
                <a:ext cx="228490" cy="232410"/>
                <a:chOff x="1904374" y="3276600"/>
                <a:chExt cx="228490" cy="232410"/>
              </a:xfrm>
              <a:solidFill>
                <a:srgbClr val="FFFFFF"/>
              </a:solidFill>
            </p:grpSpPr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86E16C50-680C-C65C-7F60-A9D418B4D050}"/>
                    </a:ext>
                  </a:extLst>
                </p:cNvPr>
                <p:cNvSpPr/>
                <p:nvPr/>
              </p:nvSpPr>
              <p:spPr>
                <a:xfrm>
                  <a:off x="1904374" y="3276600"/>
                  <a:ext cx="228490" cy="228600"/>
                </a:xfrm>
                <a:prstGeom prst="rect">
                  <a:avLst/>
                </a:prstGeom>
                <a:solidFill>
                  <a:srgbClr val="FFFFFF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5" name="Picture 164">
                  <a:extLst>
                    <a:ext uri="{FF2B5EF4-FFF2-40B4-BE49-F238E27FC236}">
                      <a16:creationId xmlns:a16="http://schemas.microsoft.com/office/drawing/2014/main" id="{2DC96044-EBD2-245A-11F8-54832EE85B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12371" y="3303270"/>
                  <a:ext cx="213257" cy="205740"/>
                </a:xfrm>
                <a:custGeom>
                  <a:avLst/>
                  <a:gdLst>
                    <a:gd name="csX0" fmla="*/ 0 w 213257"/>
                    <a:gd name="csY0" fmla="*/ 0 h 205740"/>
                    <a:gd name="csX1" fmla="*/ 213258 w 213257"/>
                    <a:gd name="csY1" fmla="*/ 0 h 205740"/>
                    <a:gd name="csX2" fmla="*/ 213258 w 213257"/>
                    <a:gd name="csY2" fmla="*/ 205740 h 205740"/>
                    <a:gd name="csX3" fmla="*/ 0 w 213257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13257" h="205740">
                      <a:moveTo>
                        <a:pt x="0" y="0"/>
                      </a:moveTo>
                      <a:lnTo>
                        <a:pt x="213258" y="0"/>
                      </a:lnTo>
                      <a:lnTo>
                        <a:pt x="213258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1B364DCE-471F-1692-42FC-14308332B777}"/>
                </a:ext>
              </a:extLst>
            </p:cNvPr>
            <p:cNvGrpSpPr/>
            <p:nvPr/>
          </p:nvGrpSpPr>
          <p:grpSpPr>
            <a:xfrm>
              <a:off x="6169870" y="1920348"/>
              <a:ext cx="3242187" cy="3465213"/>
              <a:chOff x="6171253" y="1676400"/>
              <a:chExt cx="2650487" cy="2832811"/>
            </a:xfrm>
          </p:grpSpPr>
          <p:grpSp>
            <p:nvGrpSpPr>
              <p:cNvPr id="193" name="Graphic 4">
                <a:extLst>
                  <a:ext uri="{FF2B5EF4-FFF2-40B4-BE49-F238E27FC236}">
                    <a16:creationId xmlns:a16="http://schemas.microsoft.com/office/drawing/2014/main" id="{6AF44FB3-4F4D-CC92-EEED-5C9B27AADAD9}"/>
                  </a:ext>
                </a:extLst>
              </p:cNvPr>
              <p:cNvGrpSpPr/>
              <p:nvPr/>
            </p:nvGrpSpPr>
            <p:grpSpPr>
              <a:xfrm>
                <a:off x="7100447" y="3977640"/>
                <a:ext cx="761634" cy="304800"/>
                <a:chOff x="4296287" y="3185160"/>
                <a:chExt cx="761634" cy="304800"/>
              </a:xfrm>
              <a:solidFill>
                <a:srgbClr val="DAE8FC"/>
              </a:solidFill>
            </p:grpSpPr>
            <p:sp>
              <p:nvSpPr>
                <p:cNvPr id="338" name="Rectangle 337">
                  <a:extLst>
                    <a:ext uri="{FF2B5EF4-FFF2-40B4-BE49-F238E27FC236}">
                      <a16:creationId xmlns:a16="http://schemas.microsoft.com/office/drawing/2014/main" id="{2033C5EE-C16F-FA6C-7592-67C865210B03}"/>
                    </a:ext>
                  </a:extLst>
                </p:cNvPr>
                <p:cNvSpPr/>
                <p:nvPr/>
              </p:nvSpPr>
              <p:spPr>
                <a:xfrm>
                  <a:off x="4296287" y="318516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45" name="Picture 344">
                  <a:extLst>
                    <a:ext uri="{FF2B5EF4-FFF2-40B4-BE49-F238E27FC236}">
                      <a16:creationId xmlns:a16="http://schemas.microsoft.com/office/drawing/2014/main" id="{7621BAE3-1FE9-FF61-9FBA-83853B00CF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03903" y="324993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4" name="Graphic 4">
                <a:extLst>
                  <a:ext uri="{FF2B5EF4-FFF2-40B4-BE49-F238E27FC236}">
                    <a16:creationId xmlns:a16="http://schemas.microsoft.com/office/drawing/2014/main" id="{E8D014E7-2103-6B3B-6665-53F5AC73515A}"/>
                  </a:ext>
                </a:extLst>
              </p:cNvPr>
              <p:cNvGrpSpPr/>
              <p:nvPr/>
            </p:nvGrpSpPr>
            <p:grpSpPr>
              <a:xfrm>
                <a:off x="8060107" y="3970020"/>
                <a:ext cx="304653" cy="304800"/>
                <a:chOff x="5255947" y="3177540"/>
                <a:chExt cx="304653" cy="304800"/>
              </a:xfrm>
              <a:noFill/>
            </p:grpSpPr>
            <p:sp>
              <p:nvSpPr>
                <p:cNvPr id="336" name="Rectangle 335">
                  <a:extLst>
                    <a:ext uri="{FF2B5EF4-FFF2-40B4-BE49-F238E27FC236}">
                      <a16:creationId xmlns:a16="http://schemas.microsoft.com/office/drawing/2014/main" id="{E864F5BB-1244-1D88-9672-21D1C8915AC3}"/>
                    </a:ext>
                  </a:extLst>
                </p:cNvPr>
                <p:cNvSpPr/>
                <p:nvPr/>
              </p:nvSpPr>
              <p:spPr>
                <a:xfrm>
                  <a:off x="5255947" y="317754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37" name="Picture 336">
                  <a:extLst>
                    <a:ext uri="{FF2B5EF4-FFF2-40B4-BE49-F238E27FC236}">
                      <a16:creationId xmlns:a16="http://schemas.microsoft.com/office/drawing/2014/main" id="{A548BAB3-FB94-8B6D-DF67-8276872591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28302" y="323469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5" name="Graphic 4">
                <a:extLst>
                  <a:ext uri="{FF2B5EF4-FFF2-40B4-BE49-F238E27FC236}">
                    <a16:creationId xmlns:a16="http://schemas.microsoft.com/office/drawing/2014/main" id="{2BF5FDC6-0779-0A35-1065-F9D2984720C3}"/>
                  </a:ext>
                </a:extLst>
              </p:cNvPr>
              <p:cNvGrpSpPr/>
              <p:nvPr/>
            </p:nvGrpSpPr>
            <p:grpSpPr>
              <a:xfrm>
                <a:off x="7686677" y="3442106"/>
                <a:ext cx="60930" cy="510844"/>
                <a:chOff x="4882517" y="2649626"/>
                <a:chExt cx="60930" cy="510844"/>
              </a:xfrm>
            </p:grpSpPr>
            <p:sp>
              <p:nvSpPr>
                <p:cNvPr id="332" name="Freeform 331">
                  <a:extLst>
                    <a:ext uri="{FF2B5EF4-FFF2-40B4-BE49-F238E27FC236}">
                      <a16:creationId xmlns:a16="http://schemas.microsoft.com/office/drawing/2014/main" id="{C3964F1F-4983-3065-88E7-52E50A4A7182}"/>
                    </a:ext>
                  </a:extLst>
                </p:cNvPr>
                <p:cNvSpPr/>
                <p:nvPr/>
              </p:nvSpPr>
              <p:spPr>
                <a:xfrm>
                  <a:off x="4912450" y="2649626"/>
                  <a:ext cx="608" cy="465124"/>
                </a:xfrm>
                <a:custGeom>
                  <a:avLst/>
                  <a:gdLst>
                    <a:gd name="csX0" fmla="*/ 0 w 608"/>
                    <a:gd name="csY0" fmla="*/ 0 h 465124"/>
                    <a:gd name="csX1" fmla="*/ 0 w 608"/>
                    <a:gd name="csY1" fmla="*/ 261214 h 465124"/>
                    <a:gd name="csX2" fmla="*/ 609 w 608"/>
                    <a:gd name="csY2" fmla="*/ 465125 h 4651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08" h="465124">
                      <a:moveTo>
                        <a:pt x="0" y="0"/>
                      </a:moveTo>
                      <a:lnTo>
                        <a:pt x="0" y="261214"/>
                      </a:lnTo>
                      <a:lnTo>
                        <a:pt x="609" y="465125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33" name="Freeform 332">
                  <a:extLst>
                    <a:ext uri="{FF2B5EF4-FFF2-40B4-BE49-F238E27FC236}">
                      <a16:creationId xmlns:a16="http://schemas.microsoft.com/office/drawing/2014/main" id="{4D5B5133-76E0-D6D4-863F-CE83D11D7F3D}"/>
                    </a:ext>
                  </a:extLst>
                </p:cNvPr>
                <p:cNvSpPr/>
                <p:nvPr/>
              </p:nvSpPr>
              <p:spPr>
                <a:xfrm>
                  <a:off x="4882517" y="3099435"/>
                  <a:ext cx="60930" cy="61036"/>
                </a:xfrm>
                <a:custGeom>
                  <a:avLst/>
                  <a:gdLst>
                    <a:gd name="csX0" fmla="*/ 30618 w 60930"/>
                    <a:gd name="csY0" fmla="*/ 61036 h 61036"/>
                    <a:gd name="csX1" fmla="*/ 0 w 60930"/>
                    <a:gd name="csY1" fmla="*/ 229 h 61036"/>
                    <a:gd name="csX2" fmla="*/ 30542 w 60930"/>
                    <a:gd name="csY2" fmla="*/ 15316 h 61036"/>
                    <a:gd name="csX3" fmla="*/ 60931 w 60930"/>
                    <a:gd name="csY3" fmla="*/ 0 h 610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1036">
                      <a:moveTo>
                        <a:pt x="30618" y="61036"/>
                      </a:moveTo>
                      <a:lnTo>
                        <a:pt x="0" y="229"/>
                      </a:lnTo>
                      <a:lnTo>
                        <a:pt x="30542" y="15316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96" name="Graphic 4">
                <a:extLst>
                  <a:ext uri="{FF2B5EF4-FFF2-40B4-BE49-F238E27FC236}">
                    <a16:creationId xmlns:a16="http://schemas.microsoft.com/office/drawing/2014/main" id="{84792960-E9F4-18B7-FF3F-8B1661E5DB91}"/>
                  </a:ext>
                </a:extLst>
              </p:cNvPr>
              <p:cNvGrpSpPr/>
              <p:nvPr/>
            </p:nvGrpSpPr>
            <p:grpSpPr>
              <a:xfrm>
                <a:off x="7557428" y="3131820"/>
                <a:ext cx="761634" cy="304800"/>
                <a:chOff x="4753268" y="2339340"/>
                <a:chExt cx="761634" cy="304800"/>
              </a:xfrm>
              <a:solidFill>
                <a:srgbClr val="DAE8FC"/>
              </a:solidFill>
            </p:grpSpPr>
            <p:sp>
              <p:nvSpPr>
                <p:cNvPr id="325" name="Rectangle 324">
                  <a:extLst>
                    <a:ext uri="{FF2B5EF4-FFF2-40B4-BE49-F238E27FC236}">
                      <a16:creationId xmlns:a16="http://schemas.microsoft.com/office/drawing/2014/main" id="{38FF5356-CBB5-E190-C8E9-B3984FD8AF24}"/>
                    </a:ext>
                  </a:extLst>
                </p:cNvPr>
                <p:cNvSpPr/>
                <p:nvPr/>
              </p:nvSpPr>
              <p:spPr>
                <a:xfrm>
                  <a:off x="4753268" y="233934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26" name="Picture 325">
                  <a:extLst>
                    <a:ext uri="{FF2B5EF4-FFF2-40B4-BE49-F238E27FC236}">
                      <a16:creationId xmlns:a16="http://schemas.microsoft.com/office/drawing/2014/main" id="{BE27C115-D7D7-EA39-01B6-4D804C8E87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60884" y="240411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7" name="Graphic 4">
                <a:extLst>
                  <a:ext uri="{FF2B5EF4-FFF2-40B4-BE49-F238E27FC236}">
                    <a16:creationId xmlns:a16="http://schemas.microsoft.com/office/drawing/2014/main" id="{444216A7-47CC-4758-23E4-4BF921CCF0FE}"/>
                  </a:ext>
                </a:extLst>
              </p:cNvPr>
              <p:cNvGrpSpPr/>
              <p:nvPr/>
            </p:nvGrpSpPr>
            <p:grpSpPr>
              <a:xfrm>
                <a:off x="7450799" y="4282440"/>
                <a:ext cx="60930" cy="226771"/>
                <a:chOff x="4646639" y="3489960"/>
                <a:chExt cx="60930" cy="226771"/>
              </a:xfrm>
            </p:grpSpPr>
            <p:sp>
              <p:nvSpPr>
                <p:cNvPr id="323" name="Freeform 322">
                  <a:extLst>
                    <a:ext uri="{FF2B5EF4-FFF2-40B4-BE49-F238E27FC236}">
                      <a16:creationId xmlns:a16="http://schemas.microsoft.com/office/drawing/2014/main" id="{034CF59B-AC5B-911D-CAFA-DA7CF9A35451}"/>
                    </a:ext>
                  </a:extLst>
                </p:cNvPr>
                <p:cNvSpPr/>
                <p:nvPr/>
              </p:nvSpPr>
              <p:spPr>
                <a:xfrm>
                  <a:off x="4677104" y="3489960"/>
                  <a:ext cx="7616" cy="181051"/>
                </a:xfrm>
                <a:custGeom>
                  <a:avLst/>
                  <a:gdLst>
                    <a:gd name="csX0" fmla="*/ 0 w 7616"/>
                    <a:gd name="csY0" fmla="*/ 0 h 181051"/>
                    <a:gd name="csX1" fmla="*/ 0 w 7616"/>
                    <a:gd name="csY1" fmla="*/ 181051 h 181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181051">
                      <a:moveTo>
                        <a:pt x="0" y="0"/>
                      </a:moveTo>
                      <a:lnTo>
                        <a:pt x="0" y="18105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24" name="Freeform 323">
                  <a:extLst>
                    <a:ext uri="{FF2B5EF4-FFF2-40B4-BE49-F238E27FC236}">
                      <a16:creationId xmlns:a16="http://schemas.microsoft.com/office/drawing/2014/main" id="{9E7F101A-728E-B0FC-D74F-06B8FD43C570}"/>
                    </a:ext>
                  </a:extLst>
                </p:cNvPr>
                <p:cNvSpPr/>
                <p:nvPr/>
              </p:nvSpPr>
              <p:spPr>
                <a:xfrm>
                  <a:off x="4646639" y="365577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98" name="Graphic 4">
                <a:extLst>
                  <a:ext uri="{FF2B5EF4-FFF2-40B4-BE49-F238E27FC236}">
                    <a16:creationId xmlns:a16="http://schemas.microsoft.com/office/drawing/2014/main" id="{1E727BCC-B313-3A88-D241-5D415569BCFC}"/>
                  </a:ext>
                </a:extLst>
              </p:cNvPr>
              <p:cNvGrpSpPr/>
              <p:nvPr/>
            </p:nvGrpSpPr>
            <p:grpSpPr>
              <a:xfrm>
                <a:off x="7886759" y="4103370"/>
                <a:ext cx="211429" cy="60960"/>
                <a:chOff x="5082599" y="3310890"/>
                <a:chExt cx="211429" cy="60960"/>
              </a:xfrm>
            </p:grpSpPr>
            <p:sp>
              <p:nvSpPr>
                <p:cNvPr id="318" name="Freeform 317">
                  <a:extLst>
                    <a:ext uri="{FF2B5EF4-FFF2-40B4-BE49-F238E27FC236}">
                      <a16:creationId xmlns:a16="http://schemas.microsoft.com/office/drawing/2014/main" id="{2F6A77C3-72D5-934C-3647-EA474AC3FBD3}"/>
                    </a:ext>
                  </a:extLst>
                </p:cNvPr>
                <p:cNvSpPr/>
                <p:nvPr/>
              </p:nvSpPr>
              <p:spPr>
                <a:xfrm>
                  <a:off x="5128297" y="3341370"/>
                  <a:ext cx="165731" cy="7620"/>
                </a:xfrm>
                <a:custGeom>
                  <a:avLst/>
                  <a:gdLst>
                    <a:gd name="csX0" fmla="*/ 165732 w 165731"/>
                    <a:gd name="csY0" fmla="*/ 0 h 7620"/>
                    <a:gd name="csX1" fmla="*/ 0 w 165731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5731" h="7620">
                      <a:moveTo>
                        <a:pt x="16573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9620AE24-2024-0EA1-9253-1659F03A430E}"/>
                    </a:ext>
                  </a:extLst>
                </p:cNvPr>
                <p:cNvSpPr/>
                <p:nvPr/>
              </p:nvSpPr>
              <p:spPr>
                <a:xfrm>
                  <a:off x="5082599" y="3310890"/>
                  <a:ext cx="60930" cy="60960"/>
                </a:xfrm>
                <a:custGeom>
                  <a:avLst/>
                  <a:gdLst>
                    <a:gd name="csX0" fmla="*/ 0 w 60930"/>
                    <a:gd name="csY0" fmla="*/ 30480 h 60960"/>
                    <a:gd name="csX1" fmla="*/ 60931 w 60930"/>
                    <a:gd name="csY1" fmla="*/ 0 h 60960"/>
                    <a:gd name="csX2" fmla="*/ 45698 w 60930"/>
                    <a:gd name="csY2" fmla="*/ 30480 h 60960"/>
                    <a:gd name="csX3" fmla="*/ 60931 w 60930"/>
                    <a:gd name="csY3" fmla="*/ 6096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0" y="30480"/>
                      </a:moveTo>
                      <a:lnTo>
                        <a:pt x="60931" y="0"/>
                      </a:lnTo>
                      <a:lnTo>
                        <a:pt x="45698" y="30480"/>
                      </a:lnTo>
                      <a:lnTo>
                        <a:pt x="60931" y="609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99" name="Graphic 4">
                <a:extLst>
                  <a:ext uri="{FF2B5EF4-FFF2-40B4-BE49-F238E27FC236}">
                    <a16:creationId xmlns:a16="http://schemas.microsoft.com/office/drawing/2014/main" id="{9395A2F3-1864-C413-DADB-BE5F9D53EE27}"/>
                  </a:ext>
                </a:extLst>
              </p:cNvPr>
              <p:cNvGrpSpPr/>
              <p:nvPr/>
            </p:nvGrpSpPr>
            <p:grpSpPr>
              <a:xfrm>
                <a:off x="7031900" y="3771900"/>
                <a:ext cx="228490" cy="228600"/>
                <a:chOff x="4227740" y="2979420"/>
                <a:chExt cx="228490" cy="228600"/>
              </a:xfrm>
              <a:noFill/>
            </p:grpSpPr>
            <p:sp>
              <p:nvSpPr>
                <p:cNvPr id="316" name="Rectangle 315">
                  <a:extLst>
                    <a:ext uri="{FF2B5EF4-FFF2-40B4-BE49-F238E27FC236}">
                      <a16:creationId xmlns:a16="http://schemas.microsoft.com/office/drawing/2014/main" id="{24D20551-CF8C-40D1-6934-D2B05C49A38C}"/>
                    </a:ext>
                  </a:extLst>
                </p:cNvPr>
                <p:cNvSpPr/>
                <p:nvPr/>
              </p:nvSpPr>
              <p:spPr>
                <a:xfrm>
                  <a:off x="4227740" y="297942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17" name="Picture 316">
                  <a:extLst>
                    <a:ext uri="{FF2B5EF4-FFF2-40B4-BE49-F238E27FC236}">
                      <a16:creationId xmlns:a16="http://schemas.microsoft.com/office/drawing/2014/main" id="{D3734484-B506-684A-58E4-3803651E54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03903" y="302514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0" name="Graphic 4">
                <a:extLst>
                  <a:ext uri="{FF2B5EF4-FFF2-40B4-BE49-F238E27FC236}">
                    <a16:creationId xmlns:a16="http://schemas.microsoft.com/office/drawing/2014/main" id="{63543740-3F8F-18CE-92CD-938AC1E4F506}"/>
                  </a:ext>
                </a:extLst>
              </p:cNvPr>
              <p:cNvGrpSpPr/>
              <p:nvPr/>
            </p:nvGrpSpPr>
            <p:grpSpPr>
              <a:xfrm>
                <a:off x="7223223" y="3439058"/>
                <a:ext cx="60930" cy="513892"/>
                <a:chOff x="4419063" y="2646578"/>
                <a:chExt cx="60930" cy="513892"/>
              </a:xfrm>
            </p:grpSpPr>
            <p:sp>
              <p:nvSpPr>
                <p:cNvPr id="314" name="Freeform 313">
                  <a:extLst>
                    <a:ext uri="{FF2B5EF4-FFF2-40B4-BE49-F238E27FC236}">
                      <a16:creationId xmlns:a16="http://schemas.microsoft.com/office/drawing/2014/main" id="{7E5189D1-27D2-FEF1-9884-81E303FE9C51}"/>
                    </a:ext>
                  </a:extLst>
                </p:cNvPr>
                <p:cNvSpPr/>
                <p:nvPr/>
              </p:nvSpPr>
              <p:spPr>
                <a:xfrm>
                  <a:off x="4447852" y="2646578"/>
                  <a:ext cx="3808" cy="468172"/>
                </a:xfrm>
                <a:custGeom>
                  <a:avLst/>
                  <a:gdLst>
                    <a:gd name="csX0" fmla="*/ 0 w 3808"/>
                    <a:gd name="csY0" fmla="*/ 0 h 468172"/>
                    <a:gd name="csX1" fmla="*/ 3808 w 3808"/>
                    <a:gd name="csY1" fmla="*/ 269596 h 468172"/>
                    <a:gd name="csX2" fmla="*/ 1523 w 3808"/>
                    <a:gd name="csY2" fmla="*/ 468173 h 4681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08" h="468172">
                      <a:moveTo>
                        <a:pt x="0" y="0"/>
                      </a:moveTo>
                      <a:lnTo>
                        <a:pt x="3808" y="269596"/>
                      </a:lnTo>
                      <a:lnTo>
                        <a:pt x="1523" y="468173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15" name="Freeform 314">
                  <a:extLst>
                    <a:ext uri="{FF2B5EF4-FFF2-40B4-BE49-F238E27FC236}">
                      <a16:creationId xmlns:a16="http://schemas.microsoft.com/office/drawing/2014/main" id="{FD9E147F-FD1D-5DAC-3F79-00B25CD5DE1E}"/>
                    </a:ext>
                  </a:extLst>
                </p:cNvPr>
                <p:cNvSpPr/>
                <p:nvPr/>
              </p:nvSpPr>
              <p:spPr>
                <a:xfrm>
                  <a:off x="4419063" y="3099206"/>
                  <a:ext cx="60930" cy="61264"/>
                </a:xfrm>
                <a:custGeom>
                  <a:avLst/>
                  <a:gdLst>
                    <a:gd name="csX0" fmla="*/ 29780 w 60930"/>
                    <a:gd name="csY0" fmla="*/ 61265 h 61264"/>
                    <a:gd name="csX1" fmla="*/ 0 w 60930"/>
                    <a:gd name="csY1" fmla="*/ 0 h 61264"/>
                    <a:gd name="csX2" fmla="*/ 30313 w 60930"/>
                    <a:gd name="csY2" fmla="*/ 15545 h 61264"/>
                    <a:gd name="csX3" fmla="*/ 60931 w 60930"/>
                    <a:gd name="csY3" fmla="*/ 686 h 612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1264">
                      <a:moveTo>
                        <a:pt x="29780" y="61265"/>
                      </a:moveTo>
                      <a:lnTo>
                        <a:pt x="0" y="0"/>
                      </a:lnTo>
                      <a:lnTo>
                        <a:pt x="30313" y="15545"/>
                      </a:lnTo>
                      <a:lnTo>
                        <a:pt x="60931" y="6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1" name="Graphic 4">
                <a:extLst>
                  <a:ext uri="{FF2B5EF4-FFF2-40B4-BE49-F238E27FC236}">
                    <a16:creationId xmlns:a16="http://schemas.microsoft.com/office/drawing/2014/main" id="{65165383-B715-1244-0C42-95D45B98D059}"/>
                  </a:ext>
                </a:extLst>
              </p:cNvPr>
              <p:cNvGrpSpPr/>
              <p:nvPr/>
            </p:nvGrpSpPr>
            <p:grpSpPr>
              <a:xfrm>
                <a:off x="7694522" y="3771900"/>
                <a:ext cx="228490" cy="228600"/>
                <a:chOff x="4890362" y="2979420"/>
                <a:chExt cx="228490" cy="228600"/>
              </a:xfrm>
              <a:noFill/>
            </p:grpSpPr>
            <p:sp>
              <p:nvSpPr>
                <p:cNvPr id="309" name="Rectangle 308">
                  <a:extLst>
                    <a:ext uri="{FF2B5EF4-FFF2-40B4-BE49-F238E27FC236}">
                      <a16:creationId xmlns:a16="http://schemas.microsoft.com/office/drawing/2014/main" id="{5520904C-C34E-1785-B0B0-AC1ADC11BC0C}"/>
                    </a:ext>
                  </a:extLst>
                </p:cNvPr>
                <p:cNvSpPr/>
                <p:nvPr/>
              </p:nvSpPr>
              <p:spPr>
                <a:xfrm>
                  <a:off x="4890362" y="297942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10" name="Picture 309">
                  <a:extLst>
                    <a:ext uri="{FF2B5EF4-FFF2-40B4-BE49-F238E27FC236}">
                      <a16:creationId xmlns:a16="http://schemas.microsoft.com/office/drawing/2014/main" id="{96F884AC-461F-16A8-2C1E-E10586F99B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70334" y="302514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2" name="Graphic 4">
                <a:extLst>
                  <a:ext uri="{FF2B5EF4-FFF2-40B4-BE49-F238E27FC236}">
                    <a16:creationId xmlns:a16="http://schemas.microsoft.com/office/drawing/2014/main" id="{B11C3661-67B0-0835-59D3-5A115917F213}"/>
                  </a:ext>
                </a:extLst>
              </p:cNvPr>
              <p:cNvGrpSpPr/>
              <p:nvPr/>
            </p:nvGrpSpPr>
            <p:grpSpPr>
              <a:xfrm>
                <a:off x="8143886" y="2811780"/>
                <a:ext cx="60930" cy="295351"/>
                <a:chOff x="5339726" y="2019300"/>
                <a:chExt cx="60930" cy="295351"/>
              </a:xfrm>
            </p:grpSpPr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AB25F99D-B30F-03C0-4C50-EA4243261204}"/>
                    </a:ext>
                  </a:extLst>
                </p:cNvPr>
                <p:cNvSpPr/>
                <p:nvPr/>
              </p:nvSpPr>
              <p:spPr>
                <a:xfrm>
                  <a:off x="5370192" y="2019300"/>
                  <a:ext cx="7616" cy="249631"/>
                </a:xfrm>
                <a:custGeom>
                  <a:avLst/>
                  <a:gdLst>
                    <a:gd name="csX0" fmla="*/ 0 w 7616"/>
                    <a:gd name="csY0" fmla="*/ 0 h 249631"/>
                    <a:gd name="csX1" fmla="*/ 0 w 7616"/>
                    <a:gd name="csY1" fmla="*/ 249631 h 2496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49631">
                      <a:moveTo>
                        <a:pt x="0" y="0"/>
                      </a:moveTo>
                      <a:lnTo>
                        <a:pt x="0" y="2496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C71C4E2C-CD4B-84B6-2ED6-2AD870D8193B}"/>
                    </a:ext>
                  </a:extLst>
                </p:cNvPr>
                <p:cNvSpPr/>
                <p:nvPr/>
              </p:nvSpPr>
              <p:spPr>
                <a:xfrm>
                  <a:off x="5339726" y="225369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3" name="Graphic 4">
                <a:extLst>
                  <a:ext uri="{FF2B5EF4-FFF2-40B4-BE49-F238E27FC236}">
                    <a16:creationId xmlns:a16="http://schemas.microsoft.com/office/drawing/2014/main" id="{4FABDDFF-A154-5071-31C4-27EFF0BA01E5}"/>
                  </a:ext>
                </a:extLst>
              </p:cNvPr>
              <p:cNvGrpSpPr/>
              <p:nvPr/>
            </p:nvGrpSpPr>
            <p:grpSpPr>
              <a:xfrm>
                <a:off x="8343739" y="3257550"/>
                <a:ext cx="211429" cy="60960"/>
                <a:chOff x="5539579" y="2465070"/>
                <a:chExt cx="211429" cy="60960"/>
              </a:xfrm>
            </p:grpSpPr>
            <p:sp>
              <p:nvSpPr>
                <p:cNvPr id="305" name="Freeform 304">
                  <a:extLst>
                    <a:ext uri="{FF2B5EF4-FFF2-40B4-BE49-F238E27FC236}">
                      <a16:creationId xmlns:a16="http://schemas.microsoft.com/office/drawing/2014/main" id="{33BC9A62-E56B-0AD0-EE57-15331572A899}"/>
                    </a:ext>
                  </a:extLst>
                </p:cNvPr>
                <p:cNvSpPr/>
                <p:nvPr/>
              </p:nvSpPr>
              <p:spPr>
                <a:xfrm>
                  <a:off x="5585277" y="2495550"/>
                  <a:ext cx="165731" cy="7620"/>
                </a:xfrm>
                <a:custGeom>
                  <a:avLst/>
                  <a:gdLst>
                    <a:gd name="csX0" fmla="*/ 165732 w 165731"/>
                    <a:gd name="csY0" fmla="*/ 0 h 7620"/>
                    <a:gd name="csX1" fmla="*/ 0 w 165731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5731" h="7620">
                      <a:moveTo>
                        <a:pt x="16573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06" name="Freeform 305">
                  <a:extLst>
                    <a:ext uri="{FF2B5EF4-FFF2-40B4-BE49-F238E27FC236}">
                      <a16:creationId xmlns:a16="http://schemas.microsoft.com/office/drawing/2014/main" id="{D6CAE718-7AB6-1042-5477-A726CCDA488E}"/>
                    </a:ext>
                  </a:extLst>
                </p:cNvPr>
                <p:cNvSpPr/>
                <p:nvPr/>
              </p:nvSpPr>
              <p:spPr>
                <a:xfrm>
                  <a:off x="5539579" y="2465070"/>
                  <a:ext cx="60930" cy="60960"/>
                </a:xfrm>
                <a:custGeom>
                  <a:avLst/>
                  <a:gdLst>
                    <a:gd name="csX0" fmla="*/ 0 w 60930"/>
                    <a:gd name="csY0" fmla="*/ 30480 h 60960"/>
                    <a:gd name="csX1" fmla="*/ 60931 w 60930"/>
                    <a:gd name="csY1" fmla="*/ 0 h 60960"/>
                    <a:gd name="csX2" fmla="*/ 45698 w 60930"/>
                    <a:gd name="csY2" fmla="*/ 30480 h 60960"/>
                    <a:gd name="csX3" fmla="*/ 60931 w 60930"/>
                    <a:gd name="csY3" fmla="*/ 6096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0" y="30480"/>
                      </a:moveTo>
                      <a:lnTo>
                        <a:pt x="60931" y="0"/>
                      </a:lnTo>
                      <a:lnTo>
                        <a:pt x="45698" y="30480"/>
                      </a:lnTo>
                      <a:lnTo>
                        <a:pt x="60931" y="609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4" name="Graphic 4">
                <a:extLst>
                  <a:ext uri="{FF2B5EF4-FFF2-40B4-BE49-F238E27FC236}">
                    <a16:creationId xmlns:a16="http://schemas.microsoft.com/office/drawing/2014/main" id="{C0C6B894-AB08-3991-7F65-A28A7E18AFB6}"/>
                  </a:ext>
                </a:extLst>
              </p:cNvPr>
              <p:cNvGrpSpPr/>
              <p:nvPr/>
            </p:nvGrpSpPr>
            <p:grpSpPr>
              <a:xfrm>
                <a:off x="7488881" y="2926080"/>
                <a:ext cx="228490" cy="228600"/>
                <a:chOff x="4684721" y="2133600"/>
                <a:chExt cx="228490" cy="228600"/>
              </a:xfrm>
              <a:noFill/>
            </p:grpSpPr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7ED3E051-776F-9F3A-9A7A-79BDD7DA978D}"/>
                    </a:ext>
                  </a:extLst>
                </p:cNvPr>
                <p:cNvSpPr/>
                <p:nvPr/>
              </p:nvSpPr>
              <p:spPr>
                <a:xfrm>
                  <a:off x="4684721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04" name="Picture 303">
                  <a:extLst>
                    <a:ext uri="{FF2B5EF4-FFF2-40B4-BE49-F238E27FC236}">
                      <a16:creationId xmlns:a16="http://schemas.microsoft.com/office/drawing/2014/main" id="{45AD49B6-E70A-2D30-62A8-45BBC1ED43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60884" y="217932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5" name="Graphic 4">
                <a:extLst>
                  <a:ext uri="{FF2B5EF4-FFF2-40B4-BE49-F238E27FC236}">
                    <a16:creationId xmlns:a16="http://schemas.microsoft.com/office/drawing/2014/main" id="{6AAFE227-B37E-5D89-772C-17235A4BCFDF}"/>
                  </a:ext>
                </a:extLst>
              </p:cNvPr>
              <p:cNvGrpSpPr/>
              <p:nvPr/>
            </p:nvGrpSpPr>
            <p:grpSpPr>
              <a:xfrm>
                <a:off x="7679823" y="2545080"/>
                <a:ext cx="60930" cy="562051"/>
                <a:chOff x="4875663" y="1752600"/>
                <a:chExt cx="60930" cy="562051"/>
              </a:xfrm>
            </p:grpSpPr>
            <p:sp>
              <p:nvSpPr>
                <p:cNvPr id="301" name="Freeform 300">
                  <a:extLst>
                    <a:ext uri="{FF2B5EF4-FFF2-40B4-BE49-F238E27FC236}">
                      <a16:creationId xmlns:a16="http://schemas.microsoft.com/office/drawing/2014/main" id="{78F33B46-AC65-8677-B833-B695B270F210}"/>
                    </a:ext>
                  </a:extLst>
                </p:cNvPr>
                <p:cNvSpPr/>
                <p:nvPr/>
              </p:nvSpPr>
              <p:spPr>
                <a:xfrm>
                  <a:off x="4905975" y="1752600"/>
                  <a:ext cx="3427" cy="516331"/>
                </a:xfrm>
                <a:custGeom>
                  <a:avLst/>
                  <a:gdLst>
                    <a:gd name="csX0" fmla="*/ 3427 w 3427"/>
                    <a:gd name="csY0" fmla="*/ 0 h 516331"/>
                    <a:gd name="csX1" fmla="*/ 0 w 3427"/>
                    <a:gd name="csY1" fmla="*/ 516331 h 5163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427" h="516331">
                      <a:moveTo>
                        <a:pt x="3427" y="0"/>
                      </a:moveTo>
                      <a:lnTo>
                        <a:pt x="0" y="5163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02" name="Freeform 301">
                  <a:extLst>
                    <a:ext uri="{FF2B5EF4-FFF2-40B4-BE49-F238E27FC236}">
                      <a16:creationId xmlns:a16="http://schemas.microsoft.com/office/drawing/2014/main" id="{1EA0FEC5-E377-4015-C0E3-07B353A57C56}"/>
                    </a:ext>
                  </a:extLst>
                </p:cNvPr>
                <p:cNvSpPr/>
                <p:nvPr/>
              </p:nvSpPr>
              <p:spPr>
                <a:xfrm>
                  <a:off x="4875663" y="2253538"/>
                  <a:ext cx="60930" cy="61112"/>
                </a:xfrm>
                <a:custGeom>
                  <a:avLst/>
                  <a:gdLst>
                    <a:gd name="csX0" fmla="*/ 30008 w 60930"/>
                    <a:gd name="csY0" fmla="*/ 61112 h 61112"/>
                    <a:gd name="csX1" fmla="*/ 0 w 60930"/>
                    <a:gd name="csY1" fmla="*/ 0 h 61112"/>
                    <a:gd name="csX2" fmla="*/ 30313 w 60930"/>
                    <a:gd name="csY2" fmla="*/ 15392 h 61112"/>
                    <a:gd name="csX3" fmla="*/ 60931 w 60930"/>
                    <a:gd name="csY3" fmla="*/ 381 h 611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1112">
                      <a:moveTo>
                        <a:pt x="30008" y="61112"/>
                      </a:moveTo>
                      <a:lnTo>
                        <a:pt x="0" y="0"/>
                      </a:lnTo>
                      <a:lnTo>
                        <a:pt x="30313" y="15392"/>
                      </a:lnTo>
                      <a:lnTo>
                        <a:pt x="60931" y="3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6" name="Graphic 4">
                <a:extLst>
                  <a:ext uri="{FF2B5EF4-FFF2-40B4-BE49-F238E27FC236}">
                    <a16:creationId xmlns:a16="http://schemas.microsoft.com/office/drawing/2014/main" id="{6A936E4D-1A6D-3971-5CDF-F43F8B986234}"/>
                  </a:ext>
                </a:extLst>
              </p:cNvPr>
              <p:cNvGrpSpPr/>
              <p:nvPr/>
            </p:nvGrpSpPr>
            <p:grpSpPr>
              <a:xfrm>
                <a:off x="8151503" y="2926080"/>
                <a:ext cx="228490" cy="228600"/>
                <a:chOff x="5347343" y="2133600"/>
                <a:chExt cx="228490" cy="228600"/>
              </a:xfrm>
              <a:noFill/>
            </p:grpSpPr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D828F15D-8DAD-F184-4E37-567B90501150}"/>
                    </a:ext>
                  </a:extLst>
                </p:cNvPr>
                <p:cNvSpPr/>
                <p:nvPr/>
              </p:nvSpPr>
              <p:spPr>
                <a:xfrm>
                  <a:off x="5347343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00" name="Picture 299">
                  <a:extLst>
                    <a:ext uri="{FF2B5EF4-FFF2-40B4-BE49-F238E27FC236}">
                      <a16:creationId xmlns:a16="http://schemas.microsoft.com/office/drawing/2014/main" id="{34ED4AE1-AA17-F526-640D-6EE93CCC18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27314" y="217932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7" name="Graphic 4">
                <a:extLst>
                  <a:ext uri="{FF2B5EF4-FFF2-40B4-BE49-F238E27FC236}">
                    <a16:creationId xmlns:a16="http://schemas.microsoft.com/office/drawing/2014/main" id="{D215C37A-313D-54FE-7CBC-6EF3CDE67200}"/>
                  </a:ext>
                </a:extLst>
              </p:cNvPr>
              <p:cNvGrpSpPr/>
              <p:nvPr/>
            </p:nvGrpSpPr>
            <p:grpSpPr>
              <a:xfrm>
                <a:off x="8517087" y="3116580"/>
                <a:ext cx="304653" cy="304800"/>
                <a:chOff x="5712927" y="2324100"/>
                <a:chExt cx="304653" cy="304800"/>
              </a:xfrm>
              <a:noFill/>
            </p:grpSpPr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C142D473-A685-4042-3364-4D2F6C86C61E}"/>
                    </a:ext>
                  </a:extLst>
                </p:cNvPr>
                <p:cNvSpPr/>
                <p:nvPr/>
              </p:nvSpPr>
              <p:spPr>
                <a:xfrm>
                  <a:off x="5712927" y="232410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8" name="Picture 297">
                  <a:extLst>
                    <a:ext uri="{FF2B5EF4-FFF2-40B4-BE49-F238E27FC236}">
                      <a16:creationId xmlns:a16="http://schemas.microsoft.com/office/drawing/2014/main" id="{BF6849E1-88D5-3C97-C4BD-41A4D4B5B8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85283" y="238125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8" name="Graphic 4">
                <a:extLst>
                  <a:ext uri="{FF2B5EF4-FFF2-40B4-BE49-F238E27FC236}">
                    <a16:creationId xmlns:a16="http://schemas.microsoft.com/office/drawing/2014/main" id="{7A2EB7B5-F399-4B52-F67C-EE8567FA0FA3}"/>
                  </a:ext>
                </a:extLst>
              </p:cNvPr>
              <p:cNvGrpSpPr/>
              <p:nvPr/>
            </p:nvGrpSpPr>
            <p:grpSpPr>
              <a:xfrm>
                <a:off x="8014409" y="2567940"/>
                <a:ext cx="304653" cy="304800"/>
                <a:chOff x="5210249" y="1775460"/>
                <a:chExt cx="304653" cy="304800"/>
              </a:xfrm>
              <a:noFill/>
            </p:grpSpPr>
            <p:sp>
              <p:nvSpPr>
                <p:cNvPr id="295" name="Rectangle 294">
                  <a:extLst>
                    <a:ext uri="{FF2B5EF4-FFF2-40B4-BE49-F238E27FC236}">
                      <a16:creationId xmlns:a16="http://schemas.microsoft.com/office/drawing/2014/main" id="{615F3A5A-2C51-2D39-E6BB-011FE601225C}"/>
                    </a:ext>
                  </a:extLst>
                </p:cNvPr>
                <p:cNvSpPr/>
                <p:nvPr/>
              </p:nvSpPr>
              <p:spPr>
                <a:xfrm>
                  <a:off x="5210249" y="177546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6" name="Picture 295">
                  <a:extLst>
                    <a:ext uri="{FF2B5EF4-FFF2-40B4-BE49-F238E27FC236}">
                      <a16:creationId xmlns:a16="http://schemas.microsoft.com/office/drawing/2014/main" id="{CEAFC27D-4A8F-D343-32E2-0FA5F8D372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82604" y="183261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9" name="Graphic 4">
                <a:extLst>
                  <a:ext uri="{FF2B5EF4-FFF2-40B4-BE49-F238E27FC236}">
                    <a16:creationId xmlns:a16="http://schemas.microsoft.com/office/drawing/2014/main" id="{1020670C-FA07-85E9-43F1-90B6ED783776}"/>
                  </a:ext>
                </a:extLst>
              </p:cNvPr>
              <p:cNvGrpSpPr/>
              <p:nvPr/>
            </p:nvGrpSpPr>
            <p:grpSpPr>
              <a:xfrm>
                <a:off x="6635850" y="3131820"/>
                <a:ext cx="761634" cy="304800"/>
                <a:chOff x="3831690" y="2339340"/>
                <a:chExt cx="761634" cy="304800"/>
              </a:xfrm>
              <a:solidFill>
                <a:srgbClr val="DAE8FC"/>
              </a:solidFill>
            </p:grpSpPr>
            <p:sp>
              <p:nvSpPr>
                <p:cNvPr id="293" name="Rectangle 292">
                  <a:extLst>
                    <a:ext uri="{FF2B5EF4-FFF2-40B4-BE49-F238E27FC236}">
                      <a16:creationId xmlns:a16="http://schemas.microsoft.com/office/drawing/2014/main" id="{2CCD5E70-C4D5-DBDF-1A3B-DF118CAD8467}"/>
                    </a:ext>
                  </a:extLst>
                </p:cNvPr>
                <p:cNvSpPr/>
                <p:nvPr/>
              </p:nvSpPr>
              <p:spPr>
                <a:xfrm>
                  <a:off x="3831690" y="233934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4" name="Picture 293">
                  <a:extLst>
                    <a:ext uri="{FF2B5EF4-FFF2-40B4-BE49-F238E27FC236}">
                      <a16:creationId xmlns:a16="http://schemas.microsoft.com/office/drawing/2014/main" id="{2314A5B9-9E67-3352-8820-60EEE1F39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39306" y="240411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0" name="Graphic 4">
                <a:extLst>
                  <a:ext uri="{FF2B5EF4-FFF2-40B4-BE49-F238E27FC236}">
                    <a16:creationId xmlns:a16="http://schemas.microsoft.com/office/drawing/2014/main" id="{2311192E-9C04-3716-9D50-7E10C2EC8675}"/>
                  </a:ext>
                </a:extLst>
              </p:cNvPr>
              <p:cNvGrpSpPr/>
              <p:nvPr/>
            </p:nvGrpSpPr>
            <p:grpSpPr>
              <a:xfrm>
                <a:off x="7222309" y="2811780"/>
                <a:ext cx="60930" cy="295351"/>
                <a:chOff x="4418149" y="2019300"/>
                <a:chExt cx="60930" cy="295351"/>
              </a:xfrm>
            </p:grpSpPr>
            <p:sp>
              <p:nvSpPr>
                <p:cNvPr id="291" name="Freeform 290">
                  <a:extLst>
                    <a:ext uri="{FF2B5EF4-FFF2-40B4-BE49-F238E27FC236}">
                      <a16:creationId xmlns:a16="http://schemas.microsoft.com/office/drawing/2014/main" id="{16038FE5-F962-2C00-E752-11C799C7D6A4}"/>
                    </a:ext>
                  </a:extLst>
                </p:cNvPr>
                <p:cNvSpPr/>
                <p:nvPr/>
              </p:nvSpPr>
              <p:spPr>
                <a:xfrm>
                  <a:off x="4448614" y="2019300"/>
                  <a:ext cx="7616" cy="249631"/>
                </a:xfrm>
                <a:custGeom>
                  <a:avLst/>
                  <a:gdLst>
                    <a:gd name="csX0" fmla="*/ 0 w 7616"/>
                    <a:gd name="csY0" fmla="*/ 0 h 249631"/>
                    <a:gd name="csX1" fmla="*/ 0 w 7616"/>
                    <a:gd name="csY1" fmla="*/ 249631 h 2496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49631">
                      <a:moveTo>
                        <a:pt x="0" y="0"/>
                      </a:moveTo>
                      <a:lnTo>
                        <a:pt x="0" y="2496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92" name="Freeform 291">
                  <a:extLst>
                    <a:ext uri="{FF2B5EF4-FFF2-40B4-BE49-F238E27FC236}">
                      <a16:creationId xmlns:a16="http://schemas.microsoft.com/office/drawing/2014/main" id="{5F9C8207-7C79-3470-E7DA-FF8D89005D85}"/>
                    </a:ext>
                  </a:extLst>
                </p:cNvPr>
                <p:cNvSpPr/>
                <p:nvPr/>
              </p:nvSpPr>
              <p:spPr>
                <a:xfrm>
                  <a:off x="4418149" y="225369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11" name="Graphic 4">
                <a:extLst>
                  <a:ext uri="{FF2B5EF4-FFF2-40B4-BE49-F238E27FC236}">
                    <a16:creationId xmlns:a16="http://schemas.microsoft.com/office/drawing/2014/main" id="{C48EEEAC-0FA9-659A-96A8-32CA82969E0C}"/>
                  </a:ext>
                </a:extLst>
              </p:cNvPr>
              <p:cNvGrpSpPr/>
              <p:nvPr/>
            </p:nvGrpSpPr>
            <p:grpSpPr>
              <a:xfrm>
                <a:off x="6567303" y="2926080"/>
                <a:ext cx="228490" cy="228600"/>
                <a:chOff x="3763143" y="2133600"/>
                <a:chExt cx="228490" cy="228600"/>
              </a:xfrm>
              <a:noFill/>
            </p:grpSpPr>
            <p:sp>
              <p:nvSpPr>
                <p:cNvPr id="289" name="Rectangle 288">
                  <a:extLst>
                    <a:ext uri="{FF2B5EF4-FFF2-40B4-BE49-F238E27FC236}">
                      <a16:creationId xmlns:a16="http://schemas.microsoft.com/office/drawing/2014/main" id="{E8ED4941-315E-9268-0F19-20B5DE466FB3}"/>
                    </a:ext>
                  </a:extLst>
                </p:cNvPr>
                <p:cNvSpPr/>
                <p:nvPr/>
              </p:nvSpPr>
              <p:spPr>
                <a:xfrm>
                  <a:off x="3763143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90" name="Picture 289">
                  <a:extLst>
                    <a:ext uri="{FF2B5EF4-FFF2-40B4-BE49-F238E27FC236}">
                      <a16:creationId xmlns:a16="http://schemas.microsoft.com/office/drawing/2014/main" id="{F7324120-8D22-9B39-77FE-2FF7E74FC1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39306" y="217932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2" name="Graphic 4">
                <a:extLst>
                  <a:ext uri="{FF2B5EF4-FFF2-40B4-BE49-F238E27FC236}">
                    <a16:creationId xmlns:a16="http://schemas.microsoft.com/office/drawing/2014/main" id="{62AE6573-7B74-7E5B-BA25-B06B9261A0E4}"/>
                  </a:ext>
                </a:extLst>
              </p:cNvPr>
              <p:cNvGrpSpPr/>
              <p:nvPr/>
            </p:nvGrpSpPr>
            <p:grpSpPr>
              <a:xfrm>
                <a:off x="6757712" y="2827020"/>
                <a:ext cx="60930" cy="280111"/>
                <a:chOff x="3953552" y="2034540"/>
                <a:chExt cx="60930" cy="280111"/>
              </a:xfrm>
            </p:grpSpPr>
            <p:sp>
              <p:nvSpPr>
                <p:cNvPr id="287" name="Freeform 286">
                  <a:extLst>
                    <a:ext uri="{FF2B5EF4-FFF2-40B4-BE49-F238E27FC236}">
                      <a16:creationId xmlns:a16="http://schemas.microsoft.com/office/drawing/2014/main" id="{5EB0DA33-6A7C-97E1-E1D9-CBB32E38AF04}"/>
                    </a:ext>
                  </a:extLst>
                </p:cNvPr>
                <p:cNvSpPr/>
                <p:nvPr/>
              </p:nvSpPr>
              <p:spPr>
                <a:xfrm>
                  <a:off x="3984017" y="2034540"/>
                  <a:ext cx="7616" cy="234391"/>
                </a:xfrm>
                <a:custGeom>
                  <a:avLst/>
                  <a:gdLst>
                    <a:gd name="csX0" fmla="*/ 0 w 7616"/>
                    <a:gd name="csY0" fmla="*/ 0 h 234391"/>
                    <a:gd name="csX1" fmla="*/ 0 w 7616"/>
                    <a:gd name="csY1" fmla="*/ 234391 h 2343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34391">
                      <a:moveTo>
                        <a:pt x="0" y="0"/>
                      </a:moveTo>
                      <a:lnTo>
                        <a:pt x="0" y="23439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88" name="Freeform 287">
                  <a:extLst>
                    <a:ext uri="{FF2B5EF4-FFF2-40B4-BE49-F238E27FC236}">
                      <a16:creationId xmlns:a16="http://schemas.microsoft.com/office/drawing/2014/main" id="{354646AA-2FA7-F29A-F92E-4773D86A7F65}"/>
                    </a:ext>
                  </a:extLst>
                </p:cNvPr>
                <p:cNvSpPr/>
                <p:nvPr/>
              </p:nvSpPr>
              <p:spPr>
                <a:xfrm>
                  <a:off x="3953552" y="225369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13" name="Graphic 4">
                <a:extLst>
                  <a:ext uri="{FF2B5EF4-FFF2-40B4-BE49-F238E27FC236}">
                    <a16:creationId xmlns:a16="http://schemas.microsoft.com/office/drawing/2014/main" id="{49BF6A07-C955-3963-C25C-E39AC07A83E3}"/>
                  </a:ext>
                </a:extLst>
              </p:cNvPr>
              <p:cNvGrpSpPr/>
              <p:nvPr/>
            </p:nvGrpSpPr>
            <p:grpSpPr>
              <a:xfrm>
                <a:off x="7229925" y="2926080"/>
                <a:ext cx="228490" cy="228600"/>
                <a:chOff x="4425765" y="2133600"/>
                <a:chExt cx="228490" cy="228600"/>
              </a:xfrm>
              <a:noFill/>
            </p:grpSpPr>
            <p:sp>
              <p:nvSpPr>
                <p:cNvPr id="285" name="Rectangle 284">
                  <a:extLst>
                    <a:ext uri="{FF2B5EF4-FFF2-40B4-BE49-F238E27FC236}">
                      <a16:creationId xmlns:a16="http://schemas.microsoft.com/office/drawing/2014/main" id="{0779A357-85F9-0204-B1B8-6814B42F6C29}"/>
                    </a:ext>
                  </a:extLst>
                </p:cNvPr>
                <p:cNvSpPr/>
                <p:nvPr/>
              </p:nvSpPr>
              <p:spPr>
                <a:xfrm>
                  <a:off x="4425765" y="213360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6" name="Picture 285">
                  <a:extLst>
                    <a:ext uri="{FF2B5EF4-FFF2-40B4-BE49-F238E27FC236}">
                      <a16:creationId xmlns:a16="http://schemas.microsoft.com/office/drawing/2014/main" id="{50F82B67-48A6-21FD-FEC8-3B74E674AE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05737" y="217932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4" name="Graphic 4">
                <a:extLst>
                  <a:ext uri="{FF2B5EF4-FFF2-40B4-BE49-F238E27FC236}">
                    <a16:creationId xmlns:a16="http://schemas.microsoft.com/office/drawing/2014/main" id="{64AB2674-95BB-AC6F-D3EC-029B37C84BFA}"/>
                  </a:ext>
                </a:extLst>
              </p:cNvPr>
              <p:cNvGrpSpPr/>
              <p:nvPr/>
            </p:nvGrpSpPr>
            <p:grpSpPr>
              <a:xfrm>
                <a:off x="6673932" y="2575560"/>
                <a:ext cx="228490" cy="304800"/>
                <a:chOff x="3869772" y="1783080"/>
                <a:chExt cx="228490" cy="304800"/>
              </a:xfrm>
              <a:noFill/>
            </p:grpSpPr>
            <p:sp>
              <p:nvSpPr>
                <p:cNvPr id="283" name="Rectangle 282">
                  <a:extLst>
                    <a:ext uri="{FF2B5EF4-FFF2-40B4-BE49-F238E27FC236}">
                      <a16:creationId xmlns:a16="http://schemas.microsoft.com/office/drawing/2014/main" id="{D7619BC5-D067-45F0-60C9-9850D21C582B}"/>
                    </a:ext>
                  </a:extLst>
                </p:cNvPr>
                <p:cNvSpPr/>
                <p:nvPr/>
              </p:nvSpPr>
              <p:spPr>
                <a:xfrm>
                  <a:off x="3869772" y="1783080"/>
                  <a:ext cx="228490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4" name="Picture 283">
                  <a:extLst>
                    <a:ext uri="{FF2B5EF4-FFF2-40B4-BE49-F238E27FC236}">
                      <a16:creationId xmlns:a16="http://schemas.microsoft.com/office/drawing/2014/main" id="{5D87293A-DA24-89DF-A6FE-BB06DBCF19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42127" y="1840230"/>
                  <a:ext cx="83779" cy="240030"/>
                </a:xfrm>
                <a:custGeom>
                  <a:avLst/>
                  <a:gdLst>
                    <a:gd name="csX0" fmla="*/ 0 w 83779"/>
                    <a:gd name="csY0" fmla="*/ 0 h 240030"/>
                    <a:gd name="csX1" fmla="*/ 83780 w 83779"/>
                    <a:gd name="csY1" fmla="*/ 0 h 240030"/>
                    <a:gd name="csX2" fmla="*/ 83780 w 83779"/>
                    <a:gd name="csY2" fmla="*/ 240030 h 240030"/>
                    <a:gd name="csX3" fmla="*/ 0 w 83779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3779" h="240030">
                      <a:moveTo>
                        <a:pt x="0" y="0"/>
                      </a:moveTo>
                      <a:lnTo>
                        <a:pt x="83780" y="0"/>
                      </a:lnTo>
                      <a:lnTo>
                        <a:pt x="83780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5" name="Graphic 4">
                <a:extLst>
                  <a:ext uri="{FF2B5EF4-FFF2-40B4-BE49-F238E27FC236}">
                    <a16:creationId xmlns:a16="http://schemas.microsoft.com/office/drawing/2014/main" id="{66B4A903-9764-4A46-5500-BCCF2EC2BB12}"/>
                  </a:ext>
                </a:extLst>
              </p:cNvPr>
              <p:cNvGrpSpPr/>
              <p:nvPr/>
            </p:nvGrpSpPr>
            <p:grpSpPr>
              <a:xfrm>
                <a:off x="7092831" y="2567940"/>
                <a:ext cx="304653" cy="304800"/>
                <a:chOff x="4288671" y="1775460"/>
                <a:chExt cx="304653" cy="304800"/>
              </a:xfrm>
              <a:noFill/>
            </p:grpSpPr>
            <p:sp>
              <p:nvSpPr>
                <p:cNvPr id="281" name="Rectangle 280">
                  <a:extLst>
                    <a:ext uri="{FF2B5EF4-FFF2-40B4-BE49-F238E27FC236}">
                      <a16:creationId xmlns:a16="http://schemas.microsoft.com/office/drawing/2014/main" id="{6C9C6E19-4D6A-F355-D510-82F53AF2463E}"/>
                    </a:ext>
                  </a:extLst>
                </p:cNvPr>
                <p:cNvSpPr/>
                <p:nvPr/>
              </p:nvSpPr>
              <p:spPr>
                <a:xfrm>
                  <a:off x="4288671" y="177546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2" name="Picture 281">
                  <a:extLst>
                    <a:ext uri="{FF2B5EF4-FFF2-40B4-BE49-F238E27FC236}">
                      <a16:creationId xmlns:a16="http://schemas.microsoft.com/office/drawing/2014/main" id="{08D4312A-D906-10E9-0735-F42E473F65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61026" y="183261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6" name="Graphic 4">
                <a:extLst>
                  <a:ext uri="{FF2B5EF4-FFF2-40B4-BE49-F238E27FC236}">
                    <a16:creationId xmlns:a16="http://schemas.microsoft.com/office/drawing/2014/main" id="{7568EEAE-E45D-8328-8E30-F4F31DA769E7}"/>
                  </a:ext>
                </a:extLst>
              </p:cNvPr>
              <p:cNvGrpSpPr/>
              <p:nvPr/>
            </p:nvGrpSpPr>
            <p:grpSpPr>
              <a:xfrm>
                <a:off x="6171253" y="3131820"/>
                <a:ext cx="304653" cy="304800"/>
                <a:chOff x="3367093" y="2339340"/>
                <a:chExt cx="304653" cy="304800"/>
              </a:xfrm>
              <a:noFill/>
            </p:grpSpPr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491A4671-1CF2-8D6F-6472-EF95DA6E4A69}"/>
                    </a:ext>
                  </a:extLst>
                </p:cNvPr>
                <p:cNvSpPr/>
                <p:nvPr/>
              </p:nvSpPr>
              <p:spPr>
                <a:xfrm>
                  <a:off x="3367093" y="233934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0" name="Picture 279">
                  <a:extLst>
                    <a:ext uri="{FF2B5EF4-FFF2-40B4-BE49-F238E27FC236}">
                      <a16:creationId xmlns:a16="http://schemas.microsoft.com/office/drawing/2014/main" id="{D24DBC8B-1D0A-0BBE-437D-935240D6D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39448" y="239649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7" name="Graphic 4">
                <a:extLst>
                  <a:ext uri="{FF2B5EF4-FFF2-40B4-BE49-F238E27FC236}">
                    <a16:creationId xmlns:a16="http://schemas.microsoft.com/office/drawing/2014/main" id="{4A0993F6-F79A-FF4F-4D2E-BC232CD62E87}"/>
                  </a:ext>
                </a:extLst>
              </p:cNvPr>
              <p:cNvGrpSpPr/>
              <p:nvPr/>
            </p:nvGrpSpPr>
            <p:grpSpPr>
              <a:xfrm>
                <a:off x="6422592" y="3253740"/>
                <a:ext cx="196197" cy="60960"/>
                <a:chOff x="3618432" y="2461260"/>
                <a:chExt cx="196197" cy="60960"/>
              </a:xfrm>
            </p:grpSpPr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22D3ED99-4D19-25FB-1B0E-45CA0999AA4D}"/>
                    </a:ext>
                  </a:extLst>
                </p:cNvPr>
                <p:cNvSpPr/>
                <p:nvPr/>
              </p:nvSpPr>
              <p:spPr>
                <a:xfrm>
                  <a:off x="3618432" y="2491740"/>
                  <a:ext cx="150499" cy="7620"/>
                </a:xfrm>
                <a:custGeom>
                  <a:avLst/>
                  <a:gdLst>
                    <a:gd name="csX0" fmla="*/ 0 w 150499"/>
                    <a:gd name="csY0" fmla="*/ 0 h 7620"/>
                    <a:gd name="csX1" fmla="*/ 150499 w 150499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0499" h="7620">
                      <a:moveTo>
                        <a:pt x="0" y="0"/>
                      </a:moveTo>
                      <a:lnTo>
                        <a:pt x="150499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78" name="Freeform 277">
                  <a:extLst>
                    <a:ext uri="{FF2B5EF4-FFF2-40B4-BE49-F238E27FC236}">
                      <a16:creationId xmlns:a16="http://schemas.microsoft.com/office/drawing/2014/main" id="{613775EF-B32B-1228-46F6-37A1B8249A2A}"/>
                    </a:ext>
                  </a:extLst>
                </p:cNvPr>
                <p:cNvSpPr/>
                <p:nvPr/>
              </p:nvSpPr>
              <p:spPr>
                <a:xfrm>
                  <a:off x="3753699" y="2461260"/>
                  <a:ext cx="60930" cy="60960"/>
                </a:xfrm>
                <a:custGeom>
                  <a:avLst/>
                  <a:gdLst>
                    <a:gd name="csX0" fmla="*/ 60931 w 60930"/>
                    <a:gd name="csY0" fmla="*/ 30480 h 60960"/>
                    <a:gd name="csX1" fmla="*/ 0 w 60930"/>
                    <a:gd name="csY1" fmla="*/ 60960 h 60960"/>
                    <a:gd name="csX2" fmla="*/ 15233 w 60930"/>
                    <a:gd name="csY2" fmla="*/ 30480 h 60960"/>
                    <a:gd name="csX3" fmla="*/ 0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60931" y="30480"/>
                      </a:moveTo>
                      <a:lnTo>
                        <a:pt x="0" y="60960"/>
                      </a:lnTo>
                      <a:lnTo>
                        <a:pt x="15233" y="304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18" name="Graphic 4">
                <a:extLst>
                  <a:ext uri="{FF2B5EF4-FFF2-40B4-BE49-F238E27FC236}">
                    <a16:creationId xmlns:a16="http://schemas.microsoft.com/office/drawing/2014/main" id="{1C3AB7A3-D058-3B41-541A-B552F576201B}"/>
                  </a:ext>
                </a:extLst>
              </p:cNvPr>
              <p:cNvGrpSpPr/>
              <p:nvPr/>
            </p:nvGrpSpPr>
            <p:grpSpPr>
              <a:xfrm>
                <a:off x="7332746" y="2240280"/>
                <a:ext cx="761634" cy="304800"/>
                <a:chOff x="4528586" y="1447800"/>
                <a:chExt cx="761634" cy="304800"/>
              </a:xfrm>
              <a:solidFill>
                <a:srgbClr val="DAE8FC"/>
              </a:solidFill>
            </p:grpSpPr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9E2B6C97-CBB3-16AE-6C37-FFA2F7F3A8B9}"/>
                    </a:ext>
                  </a:extLst>
                </p:cNvPr>
                <p:cNvSpPr/>
                <p:nvPr/>
              </p:nvSpPr>
              <p:spPr>
                <a:xfrm>
                  <a:off x="4528586" y="1447800"/>
                  <a:ext cx="761634" cy="304800"/>
                </a:xfrm>
                <a:prstGeom prst="rect">
                  <a:avLst/>
                </a:prstGeom>
                <a:solidFill>
                  <a:srgbClr val="DAE8FC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76" name="Picture 275">
                  <a:extLst>
                    <a:ext uri="{FF2B5EF4-FFF2-40B4-BE49-F238E27FC236}">
                      <a16:creationId xmlns:a16="http://schemas.microsoft.com/office/drawing/2014/main" id="{085682A1-32C6-1C99-E76F-50FED4B5A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40010" y="1512570"/>
                  <a:ext cx="746401" cy="205740"/>
                </a:xfrm>
                <a:custGeom>
                  <a:avLst/>
                  <a:gdLst>
                    <a:gd name="csX0" fmla="*/ 0 w 746401"/>
                    <a:gd name="csY0" fmla="*/ 0 h 205740"/>
                    <a:gd name="csX1" fmla="*/ 746402 w 746401"/>
                    <a:gd name="csY1" fmla="*/ 0 h 205740"/>
                    <a:gd name="csX2" fmla="*/ 746402 w 746401"/>
                    <a:gd name="csY2" fmla="*/ 205740 h 205740"/>
                    <a:gd name="csX3" fmla="*/ 0 w 746401"/>
                    <a:gd name="csY3" fmla="*/ 205740 h 2057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6401" h="205740">
                      <a:moveTo>
                        <a:pt x="0" y="0"/>
                      </a:moveTo>
                      <a:lnTo>
                        <a:pt x="746402" y="0"/>
                      </a:lnTo>
                      <a:lnTo>
                        <a:pt x="746402" y="205740"/>
                      </a:lnTo>
                      <a:lnTo>
                        <a:pt x="0" y="2057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9" name="Graphic 4">
                <a:extLst>
                  <a:ext uri="{FF2B5EF4-FFF2-40B4-BE49-F238E27FC236}">
                    <a16:creationId xmlns:a16="http://schemas.microsoft.com/office/drawing/2014/main" id="{19752565-CC23-65D6-9A58-3077611AB49F}"/>
                  </a:ext>
                </a:extLst>
              </p:cNvPr>
              <p:cNvGrpSpPr/>
              <p:nvPr/>
            </p:nvGrpSpPr>
            <p:grpSpPr>
              <a:xfrm>
                <a:off x="7919204" y="1920240"/>
                <a:ext cx="60930" cy="295351"/>
                <a:chOff x="5115044" y="1127760"/>
                <a:chExt cx="60930" cy="295351"/>
              </a:xfrm>
            </p:grpSpPr>
            <p:sp>
              <p:nvSpPr>
                <p:cNvPr id="241" name="Freeform 240">
                  <a:extLst>
                    <a:ext uri="{FF2B5EF4-FFF2-40B4-BE49-F238E27FC236}">
                      <a16:creationId xmlns:a16="http://schemas.microsoft.com/office/drawing/2014/main" id="{3C8D9E1F-FCDD-F206-44E8-47209E98C127}"/>
                    </a:ext>
                  </a:extLst>
                </p:cNvPr>
                <p:cNvSpPr/>
                <p:nvPr/>
              </p:nvSpPr>
              <p:spPr>
                <a:xfrm>
                  <a:off x="5145510" y="1127760"/>
                  <a:ext cx="7616" cy="249631"/>
                </a:xfrm>
                <a:custGeom>
                  <a:avLst/>
                  <a:gdLst>
                    <a:gd name="csX0" fmla="*/ 0 w 7616"/>
                    <a:gd name="csY0" fmla="*/ 0 h 249631"/>
                    <a:gd name="csX1" fmla="*/ 0 w 7616"/>
                    <a:gd name="csY1" fmla="*/ 249631 h 2496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49631">
                      <a:moveTo>
                        <a:pt x="0" y="0"/>
                      </a:moveTo>
                      <a:lnTo>
                        <a:pt x="0" y="24963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42" name="Freeform 241">
                  <a:extLst>
                    <a:ext uri="{FF2B5EF4-FFF2-40B4-BE49-F238E27FC236}">
                      <a16:creationId xmlns:a16="http://schemas.microsoft.com/office/drawing/2014/main" id="{BEAB5986-8183-F107-8F54-27F97F2C0A65}"/>
                    </a:ext>
                  </a:extLst>
                </p:cNvPr>
                <p:cNvSpPr/>
                <p:nvPr/>
              </p:nvSpPr>
              <p:spPr>
                <a:xfrm>
                  <a:off x="5115044" y="136215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20" name="Graphic 4">
                <a:extLst>
                  <a:ext uri="{FF2B5EF4-FFF2-40B4-BE49-F238E27FC236}">
                    <a16:creationId xmlns:a16="http://schemas.microsoft.com/office/drawing/2014/main" id="{9029FF88-758F-F8FB-77DC-A0017052710B}"/>
                  </a:ext>
                </a:extLst>
              </p:cNvPr>
              <p:cNvGrpSpPr/>
              <p:nvPr/>
            </p:nvGrpSpPr>
            <p:grpSpPr>
              <a:xfrm>
                <a:off x="7264199" y="2034540"/>
                <a:ext cx="228490" cy="228600"/>
                <a:chOff x="4460039" y="1242060"/>
                <a:chExt cx="228490" cy="228600"/>
              </a:xfrm>
              <a:noFill/>
            </p:grpSpPr>
            <p:sp>
              <p:nvSpPr>
                <p:cNvPr id="239" name="Rectangle 238">
                  <a:extLst>
                    <a:ext uri="{FF2B5EF4-FFF2-40B4-BE49-F238E27FC236}">
                      <a16:creationId xmlns:a16="http://schemas.microsoft.com/office/drawing/2014/main" id="{9E2C783D-13D7-5872-6D66-FB2FF8A2A14F}"/>
                    </a:ext>
                  </a:extLst>
                </p:cNvPr>
                <p:cNvSpPr/>
                <p:nvPr/>
              </p:nvSpPr>
              <p:spPr>
                <a:xfrm>
                  <a:off x="4460039" y="124206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40" name="Picture 239">
                  <a:extLst>
                    <a:ext uri="{FF2B5EF4-FFF2-40B4-BE49-F238E27FC236}">
                      <a16:creationId xmlns:a16="http://schemas.microsoft.com/office/drawing/2014/main" id="{EB287941-70C2-3C16-A91D-2124C0BC96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40010" y="1287780"/>
                  <a:ext cx="76163" cy="167640"/>
                </a:xfrm>
                <a:custGeom>
                  <a:avLst/>
                  <a:gdLst>
                    <a:gd name="csX0" fmla="*/ 0 w 76163"/>
                    <a:gd name="csY0" fmla="*/ 0 h 167640"/>
                    <a:gd name="csX1" fmla="*/ 76163 w 76163"/>
                    <a:gd name="csY1" fmla="*/ 0 h 167640"/>
                    <a:gd name="csX2" fmla="*/ 76163 w 76163"/>
                    <a:gd name="csY2" fmla="*/ 167640 h 167640"/>
                    <a:gd name="csX3" fmla="*/ 0 w 76163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6163" h="167640">
                      <a:moveTo>
                        <a:pt x="0" y="0"/>
                      </a:moveTo>
                      <a:lnTo>
                        <a:pt x="76163" y="0"/>
                      </a:lnTo>
                      <a:lnTo>
                        <a:pt x="76163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1" name="Graphic 4">
                <a:extLst>
                  <a:ext uri="{FF2B5EF4-FFF2-40B4-BE49-F238E27FC236}">
                    <a16:creationId xmlns:a16="http://schemas.microsoft.com/office/drawing/2014/main" id="{79911D90-9B76-210A-C75D-616C3B16EA59}"/>
                  </a:ext>
                </a:extLst>
              </p:cNvPr>
              <p:cNvGrpSpPr/>
              <p:nvPr/>
            </p:nvGrpSpPr>
            <p:grpSpPr>
              <a:xfrm>
                <a:off x="7454607" y="1935480"/>
                <a:ext cx="60930" cy="280111"/>
                <a:chOff x="4650447" y="1143000"/>
                <a:chExt cx="60930" cy="280111"/>
              </a:xfrm>
            </p:grpSpPr>
            <p:sp>
              <p:nvSpPr>
                <p:cNvPr id="237" name="Freeform 236">
                  <a:extLst>
                    <a:ext uri="{FF2B5EF4-FFF2-40B4-BE49-F238E27FC236}">
                      <a16:creationId xmlns:a16="http://schemas.microsoft.com/office/drawing/2014/main" id="{554C23F2-3107-A1BF-47DA-C6E0C3D67CF0}"/>
                    </a:ext>
                  </a:extLst>
                </p:cNvPr>
                <p:cNvSpPr/>
                <p:nvPr/>
              </p:nvSpPr>
              <p:spPr>
                <a:xfrm>
                  <a:off x="4680913" y="1143000"/>
                  <a:ext cx="7616" cy="234391"/>
                </a:xfrm>
                <a:custGeom>
                  <a:avLst/>
                  <a:gdLst>
                    <a:gd name="csX0" fmla="*/ 0 w 7616"/>
                    <a:gd name="csY0" fmla="*/ 0 h 234391"/>
                    <a:gd name="csX1" fmla="*/ 0 w 7616"/>
                    <a:gd name="csY1" fmla="*/ 234391 h 2343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616" h="234391">
                      <a:moveTo>
                        <a:pt x="0" y="0"/>
                      </a:moveTo>
                      <a:lnTo>
                        <a:pt x="0" y="234391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8" name="Freeform 237">
                  <a:extLst>
                    <a:ext uri="{FF2B5EF4-FFF2-40B4-BE49-F238E27FC236}">
                      <a16:creationId xmlns:a16="http://schemas.microsoft.com/office/drawing/2014/main" id="{F8578E68-7926-BD49-85C5-3ECFC128C28C}"/>
                    </a:ext>
                  </a:extLst>
                </p:cNvPr>
                <p:cNvSpPr/>
                <p:nvPr/>
              </p:nvSpPr>
              <p:spPr>
                <a:xfrm>
                  <a:off x="4650447" y="1362151"/>
                  <a:ext cx="60930" cy="60960"/>
                </a:xfrm>
                <a:custGeom>
                  <a:avLst/>
                  <a:gdLst>
                    <a:gd name="csX0" fmla="*/ 30465 w 60930"/>
                    <a:gd name="csY0" fmla="*/ 60960 h 60960"/>
                    <a:gd name="csX1" fmla="*/ 0 w 60930"/>
                    <a:gd name="csY1" fmla="*/ 0 h 60960"/>
                    <a:gd name="csX2" fmla="*/ 30465 w 60930"/>
                    <a:gd name="csY2" fmla="*/ 15240 h 60960"/>
                    <a:gd name="csX3" fmla="*/ 60931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30465" y="60960"/>
                      </a:moveTo>
                      <a:lnTo>
                        <a:pt x="0" y="0"/>
                      </a:lnTo>
                      <a:lnTo>
                        <a:pt x="30465" y="15240"/>
                      </a:lnTo>
                      <a:lnTo>
                        <a:pt x="609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22" name="Graphic 4">
                <a:extLst>
                  <a:ext uri="{FF2B5EF4-FFF2-40B4-BE49-F238E27FC236}">
                    <a16:creationId xmlns:a16="http://schemas.microsoft.com/office/drawing/2014/main" id="{BF18F898-E9C9-6F66-D6F9-887D9DAADBA5}"/>
                  </a:ext>
                </a:extLst>
              </p:cNvPr>
              <p:cNvGrpSpPr/>
              <p:nvPr/>
            </p:nvGrpSpPr>
            <p:grpSpPr>
              <a:xfrm>
                <a:off x="7926821" y="2034540"/>
                <a:ext cx="228490" cy="228600"/>
                <a:chOff x="5122661" y="1242060"/>
                <a:chExt cx="228490" cy="228600"/>
              </a:xfrm>
              <a:noFill/>
            </p:grpSpPr>
            <p:sp>
              <p:nvSpPr>
                <p:cNvPr id="235" name="Rectangle 234">
                  <a:extLst>
                    <a:ext uri="{FF2B5EF4-FFF2-40B4-BE49-F238E27FC236}">
                      <a16:creationId xmlns:a16="http://schemas.microsoft.com/office/drawing/2014/main" id="{E7A68369-7D7C-1E3F-32DC-1D79714F0160}"/>
                    </a:ext>
                  </a:extLst>
                </p:cNvPr>
                <p:cNvSpPr/>
                <p:nvPr/>
              </p:nvSpPr>
              <p:spPr>
                <a:xfrm>
                  <a:off x="5122661" y="1242060"/>
                  <a:ext cx="228490" cy="2286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6" name="Picture 235">
                  <a:extLst>
                    <a:ext uri="{FF2B5EF4-FFF2-40B4-BE49-F238E27FC236}">
                      <a16:creationId xmlns:a16="http://schemas.microsoft.com/office/drawing/2014/main" id="{F2E86443-F04A-CD2B-E88B-4527EDB423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06440" y="1287780"/>
                  <a:ext cx="68547" cy="167640"/>
                </a:xfrm>
                <a:custGeom>
                  <a:avLst/>
                  <a:gdLst>
                    <a:gd name="csX0" fmla="*/ 0 w 68547"/>
                    <a:gd name="csY0" fmla="*/ 0 h 167640"/>
                    <a:gd name="csX1" fmla="*/ 68547 w 68547"/>
                    <a:gd name="csY1" fmla="*/ 0 h 167640"/>
                    <a:gd name="csX2" fmla="*/ 68547 w 68547"/>
                    <a:gd name="csY2" fmla="*/ 167640 h 167640"/>
                    <a:gd name="csX3" fmla="*/ 0 w 68547"/>
                    <a:gd name="csY3" fmla="*/ 167640 h 167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547" h="167640">
                      <a:moveTo>
                        <a:pt x="0" y="0"/>
                      </a:moveTo>
                      <a:lnTo>
                        <a:pt x="68547" y="0"/>
                      </a:lnTo>
                      <a:lnTo>
                        <a:pt x="68547" y="167640"/>
                      </a:lnTo>
                      <a:lnTo>
                        <a:pt x="0" y="16764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3" name="Graphic 4">
                <a:extLst>
                  <a:ext uri="{FF2B5EF4-FFF2-40B4-BE49-F238E27FC236}">
                    <a16:creationId xmlns:a16="http://schemas.microsoft.com/office/drawing/2014/main" id="{4DB197B9-78AC-65AE-C51E-617CF70DAB2F}"/>
                  </a:ext>
                </a:extLst>
              </p:cNvPr>
              <p:cNvGrpSpPr/>
              <p:nvPr/>
            </p:nvGrpSpPr>
            <p:grpSpPr>
              <a:xfrm>
                <a:off x="7370827" y="1684020"/>
                <a:ext cx="228490" cy="304800"/>
                <a:chOff x="4566667" y="891540"/>
                <a:chExt cx="228490" cy="304800"/>
              </a:xfrm>
              <a:noFill/>
            </p:grpSpPr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5FF087E0-AA47-048F-FBE8-0F744DFD8463}"/>
                    </a:ext>
                  </a:extLst>
                </p:cNvPr>
                <p:cNvSpPr/>
                <p:nvPr/>
              </p:nvSpPr>
              <p:spPr>
                <a:xfrm>
                  <a:off x="4566667" y="891540"/>
                  <a:ext cx="228490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4" name="Picture 233">
                  <a:extLst>
                    <a:ext uri="{FF2B5EF4-FFF2-40B4-BE49-F238E27FC236}">
                      <a16:creationId xmlns:a16="http://schemas.microsoft.com/office/drawing/2014/main" id="{E0FFB4DD-E332-523E-7C12-EE1747F58B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42831" y="948690"/>
                  <a:ext cx="83779" cy="240030"/>
                </a:xfrm>
                <a:custGeom>
                  <a:avLst/>
                  <a:gdLst>
                    <a:gd name="csX0" fmla="*/ 0 w 83779"/>
                    <a:gd name="csY0" fmla="*/ 0 h 240030"/>
                    <a:gd name="csX1" fmla="*/ 83780 w 83779"/>
                    <a:gd name="csY1" fmla="*/ 0 h 240030"/>
                    <a:gd name="csX2" fmla="*/ 83780 w 83779"/>
                    <a:gd name="csY2" fmla="*/ 240030 h 240030"/>
                    <a:gd name="csX3" fmla="*/ 0 w 83779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3779" h="240030">
                      <a:moveTo>
                        <a:pt x="0" y="0"/>
                      </a:moveTo>
                      <a:lnTo>
                        <a:pt x="83780" y="0"/>
                      </a:lnTo>
                      <a:lnTo>
                        <a:pt x="83780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4" name="Graphic 4">
                <a:extLst>
                  <a:ext uri="{FF2B5EF4-FFF2-40B4-BE49-F238E27FC236}">
                    <a16:creationId xmlns:a16="http://schemas.microsoft.com/office/drawing/2014/main" id="{F8E8BC79-FE5C-29EF-4476-BAD76704EC1E}"/>
                  </a:ext>
                </a:extLst>
              </p:cNvPr>
              <p:cNvGrpSpPr/>
              <p:nvPr/>
            </p:nvGrpSpPr>
            <p:grpSpPr>
              <a:xfrm>
                <a:off x="7789726" y="1676400"/>
                <a:ext cx="304653" cy="304800"/>
                <a:chOff x="4985566" y="883920"/>
                <a:chExt cx="304653" cy="304800"/>
              </a:xfrm>
              <a:noFill/>
            </p:grpSpPr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32BEB550-A631-B78D-B4CB-FFEAD2F73536}"/>
                    </a:ext>
                  </a:extLst>
                </p:cNvPr>
                <p:cNvSpPr/>
                <p:nvPr/>
              </p:nvSpPr>
              <p:spPr>
                <a:xfrm>
                  <a:off x="4985566" y="88392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2" name="Picture 231">
                  <a:extLst>
                    <a:ext uri="{FF2B5EF4-FFF2-40B4-BE49-F238E27FC236}">
                      <a16:creationId xmlns:a16="http://schemas.microsoft.com/office/drawing/2014/main" id="{DFFE57D7-4CDC-A8CB-07C7-41BA41FEDD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61730" y="94107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5" name="Graphic 4">
                <a:extLst>
                  <a:ext uri="{FF2B5EF4-FFF2-40B4-BE49-F238E27FC236}">
                    <a16:creationId xmlns:a16="http://schemas.microsoft.com/office/drawing/2014/main" id="{BF72E3D4-7C8E-17E9-CBFB-DDDAE0FAF423}"/>
                  </a:ext>
                </a:extLst>
              </p:cNvPr>
              <p:cNvGrpSpPr/>
              <p:nvPr/>
            </p:nvGrpSpPr>
            <p:grpSpPr>
              <a:xfrm>
                <a:off x="6868149" y="2240280"/>
                <a:ext cx="304653" cy="304800"/>
                <a:chOff x="4063989" y="1447800"/>
                <a:chExt cx="304653" cy="304800"/>
              </a:xfrm>
              <a:noFill/>
            </p:grpSpPr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45D30938-1014-82CB-98D3-E327E8ACF099}"/>
                    </a:ext>
                  </a:extLst>
                </p:cNvPr>
                <p:cNvSpPr/>
                <p:nvPr/>
              </p:nvSpPr>
              <p:spPr>
                <a:xfrm>
                  <a:off x="4063989" y="1447800"/>
                  <a:ext cx="304653" cy="304800"/>
                </a:xfrm>
                <a:prstGeom prst="rect">
                  <a:avLst/>
                </a:prstGeom>
                <a:noFill/>
                <a:ln w="76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0" name="Picture 229">
                  <a:extLst>
                    <a:ext uri="{FF2B5EF4-FFF2-40B4-BE49-F238E27FC236}">
                      <a16:creationId xmlns:a16="http://schemas.microsoft.com/office/drawing/2014/main" id="{CEC8979D-3884-DA55-9101-C68F443A57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40152" y="1504950"/>
                  <a:ext cx="159943" cy="240030"/>
                </a:xfrm>
                <a:custGeom>
                  <a:avLst/>
                  <a:gdLst>
                    <a:gd name="csX0" fmla="*/ 0 w 159943"/>
                    <a:gd name="csY0" fmla="*/ 0 h 240030"/>
                    <a:gd name="csX1" fmla="*/ 159943 w 159943"/>
                    <a:gd name="csY1" fmla="*/ 0 h 240030"/>
                    <a:gd name="csX2" fmla="*/ 159943 w 159943"/>
                    <a:gd name="csY2" fmla="*/ 240030 h 240030"/>
                    <a:gd name="csX3" fmla="*/ 0 w 159943"/>
                    <a:gd name="csY3" fmla="*/ 240030 h 240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9943" h="240030">
                      <a:moveTo>
                        <a:pt x="0" y="0"/>
                      </a:moveTo>
                      <a:lnTo>
                        <a:pt x="159943" y="0"/>
                      </a:lnTo>
                      <a:lnTo>
                        <a:pt x="159943" y="240030"/>
                      </a:lnTo>
                      <a:lnTo>
                        <a:pt x="0" y="24003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6" name="Graphic 4">
                <a:extLst>
                  <a:ext uri="{FF2B5EF4-FFF2-40B4-BE49-F238E27FC236}">
                    <a16:creationId xmlns:a16="http://schemas.microsoft.com/office/drawing/2014/main" id="{4C190145-C742-44A8-E713-7E4286934068}"/>
                  </a:ext>
                </a:extLst>
              </p:cNvPr>
              <p:cNvGrpSpPr/>
              <p:nvPr/>
            </p:nvGrpSpPr>
            <p:grpSpPr>
              <a:xfrm>
                <a:off x="7119488" y="2362200"/>
                <a:ext cx="196197" cy="60960"/>
                <a:chOff x="4315328" y="1569720"/>
                <a:chExt cx="196197" cy="60960"/>
              </a:xfrm>
            </p:grpSpPr>
            <p:sp>
              <p:nvSpPr>
                <p:cNvPr id="227" name="Freeform 226">
                  <a:extLst>
                    <a:ext uri="{FF2B5EF4-FFF2-40B4-BE49-F238E27FC236}">
                      <a16:creationId xmlns:a16="http://schemas.microsoft.com/office/drawing/2014/main" id="{5D962552-4C4C-04E5-4EC0-5E4B308C41B7}"/>
                    </a:ext>
                  </a:extLst>
                </p:cNvPr>
                <p:cNvSpPr/>
                <p:nvPr/>
              </p:nvSpPr>
              <p:spPr>
                <a:xfrm>
                  <a:off x="4315328" y="1600200"/>
                  <a:ext cx="150499" cy="7620"/>
                </a:xfrm>
                <a:custGeom>
                  <a:avLst/>
                  <a:gdLst>
                    <a:gd name="csX0" fmla="*/ 0 w 150499"/>
                    <a:gd name="csY0" fmla="*/ 0 h 7620"/>
                    <a:gd name="csX1" fmla="*/ 150499 w 150499"/>
                    <a:gd name="csY1" fmla="*/ 0 h 76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0499" h="7620">
                      <a:moveTo>
                        <a:pt x="0" y="0"/>
                      </a:moveTo>
                      <a:lnTo>
                        <a:pt x="150499" y="0"/>
                      </a:lnTo>
                    </a:path>
                  </a:pathLst>
                </a:custGeom>
                <a:noFill/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28" name="Freeform 227">
                  <a:extLst>
                    <a:ext uri="{FF2B5EF4-FFF2-40B4-BE49-F238E27FC236}">
                      <a16:creationId xmlns:a16="http://schemas.microsoft.com/office/drawing/2014/main" id="{EE42D3A1-341D-422E-D6AF-A5293DCA6A05}"/>
                    </a:ext>
                  </a:extLst>
                </p:cNvPr>
                <p:cNvSpPr/>
                <p:nvPr/>
              </p:nvSpPr>
              <p:spPr>
                <a:xfrm>
                  <a:off x="4450594" y="1569720"/>
                  <a:ext cx="60930" cy="60960"/>
                </a:xfrm>
                <a:custGeom>
                  <a:avLst/>
                  <a:gdLst>
                    <a:gd name="csX0" fmla="*/ 60931 w 60930"/>
                    <a:gd name="csY0" fmla="*/ 30480 h 60960"/>
                    <a:gd name="csX1" fmla="*/ 0 w 60930"/>
                    <a:gd name="csY1" fmla="*/ 60960 h 60960"/>
                    <a:gd name="csX2" fmla="*/ 15233 w 60930"/>
                    <a:gd name="csY2" fmla="*/ 30480 h 60960"/>
                    <a:gd name="csX3" fmla="*/ 0 w 60930"/>
                    <a:gd name="csY3" fmla="*/ 0 h 609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930" h="60960">
                      <a:moveTo>
                        <a:pt x="60931" y="30480"/>
                      </a:moveTo>
                      <a:lnTo>
                        <a:pt x="0" y="60960"/>
                      </a:lnTo>
                      <a:lnTo>
                        <a:pt x="15233" y="304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21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</p:grp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DB608EC-4856-CCD6-9893-C48DCCF6AEEA}"/>
              </a:ext>
            </a:extLst>
          </p:cNvPr>
          <p:cNvCxnSpPr>
            <a:cxnSpLocks/>
          </p:cNvCxnSpPr>
          <p:nvPr/>
        </p:nvCxnSpPr>
        <p:spPr>
          <a:xfrm flipH="1">
            <a:off x="3169462" y="2722574"/>
            <a:ext cx="206255" cy="59126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31E06CB-2DD3-2438-24B6-BE0ABD499564}"/>
              </a:ext>
            </a:extLst>
          </p:cNvPr>
          <p:cNvCxnSpPr>
            <a:cxnSpLocks/>
          </p:cNvCxnSpPr>
          <p:nvPr/>
        </p:nvCxnSpPr>
        <p:spPr>
          <a:xfrm>
            <a:off x="3375717" y="3808854"/>
            <a:ext cx="173082" cy="196908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93235C-8673-3856-9CBE-2F070CC95B8E}"/>
              </a:ext>
            </a:extLst>
          </p:cNvPr>
          <p:cNvCxnSpPr>
            <a:cxnSpLocks/>
          </p:cNvCxnSpPr>
          <p:nvPr/>
        </p:nvCxnSpPr>
        <p:spPr>
          <a:xfrm>
            <a:off x="3735400" y="2832886"/>
            <a:ext cx="128456" cy="23344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164FB60-F673-019C-7975-D4D8D8BAA699}"/>
              </a:ext>
            </a:extLst>
          </p:cNvPr>
          <p:cNvCxnSpPr>
            <a:cxnSpLocks/>
          </p:cNvCxnSpPr>
          <p:nvPr/>
        </p:nvCxnSpPr>
        <p:spPr>
          <a:xfrm>
            <a:off x="3509903" y="3678226"/>
            <a:ext cx="166043" cy="17875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D699FE-06CA-68B9-4FD5-0BBA57D976A9}"/>
              </a:ext>
            </a:extLst>
          </p:cNvPr>
          <p:cNvCxnSpPr>
            <a:cxnSpLocks/>
          </p:cNvCxnSpPr>
          <p:nvPr/>
        </p:nvCxnSpPr>
        <p:spPr>
          <a:xfrm flipH="1">
            <a:off x="3552264" y="3257311"/>
            <a:ext cx="247364" cy="11587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306156-B29C-8C24-D2DC-BBF069F2C721}"/>
              </a:ext>
            </a:extLst>
          </p:cNvPr>
          <p:cNvCxnSpPr>
            <a:cxnSpLocks/>
          </p:cNvCxnSpPr>
          <p:nvPr/>
        </p:nvCxnSpPr>
        <p:spPr>
          <a:xfrm>
            <a:off x="3863856" y="2722574"/>
            <a:ext cx="192505" cy="227036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9ACD75-D1DD-FFA0-90E2-0869868AF658}"/>
              </a:ext>
            </a:extLst>
          </p:cNvPr>
          <p:cNvCxnSpPr>
            <a:cxnSpLocks/>
          </p:cNvCxnSpPr>
          <p:nvPr/>
        </p:nvCxnSpPr>
        <p:spPr>
          <a:xfrm flipH="1">
            <a:off x="4008235" y="3506346"/>
            <a:ext cx="185630" cy="400962"/>
          </a:xfrm>
          <a:prstGeom prst="straightConnector1">
            <a:avLst/>
          </a:prstGeom>
          <a:ln w="19050">
            <a:solidFill>
              <a:srgbClr val="627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03493AA3-B9CA-2714-8FF6-BAD66D4AFEEC}"/>
              </a:ext>
            </a:extLst>
          </p:cNvPr>
          <p:cNvSpPr/>
          <p:nvPr/>
        </p:nvSpPr>
        <p:spPr>
          <a:xfrm>
            <a:off x="6988947" y="2998131"/>
            <a:ext cx="426838" cy="3831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BE44980-8C14-7D94-17B7-B89308709CAE}"/>
              </a:ext>
            </a:extLst>
          </p:cNvPr>
          <p:cNvSpPr/>
          <p:nvPr/>
        </p:nvSpPr>
        <p:spPr>
          <a:xfrm>
            <a:off x="7871094" y="1888659"/>
            <a:ext cx="426838" cy="38311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0FDFC7-CFD4-3E22-6920-DE06B52E811C}"/>
              </a:ext>
            </a:extLst>
          </p:cNvPr>
          <p:cNvSpPr/>
          <p:nvPr/>
        </p:nvSpPr>
        <p:spPr>
          <a:xfrm>
            <a:off x="8121089" y="2998131"/>
            <a:ext cx="426838" cy="383114"/>
          </a:xfrm>
          <a:prstGeom prst="rect">
            <a:avLst/>
          </a:prstGeom>
          <a:noFill/>
          <a:ln w="28575">
            <a:solidFill>
              <a:srgbClr val="6273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5616382"/>
      </p:ext>
    </p:extLst>
  </p:cSld>
  <p:clrMapOvr>
    <a:masterClrMapping/>
  </p:clrMapOvr>
  <p:transition>
    <p:wipe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DCCF-80F3-778E-E15F-FF11FAD4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A362F4F-FD5D-7D02-E353-BBB2B2BDF162}"/>
              </a:ext>
            </a:extLst>
          </p:cNvPr>
          <p:cNvGrpSpPr/>
          <p:nvPr/>
        </p:nvGrpSpPr>
        <p:grpSpPr>
          <a:xfrm>
            <a:off x="5783248" y="1893444"/>
            <a:ext cx="3388393" cy="3520319"/>
            <a:chOff x="5822371" y="1714500"/>
            <a:chExt cx="2726650" cy="2832811"/>
          </a:xfrm>
        </p:grpSpPr>
        <p:grpSp>
          <p:nvGrpSpPr>
            <p:cNvPr id="19" name="Graphic 1">
              <a:extLst>
                <a:ext uri="{FF2B5EF4-FFF2-40B4-BE49-F238E27FC236}">
                  <a16:creationId xmlns:a16="http://schemas.microsoft.com/office/drawing/2014/main" id="{02C1A823-3BD8-FFC0-2CE7-6FF4BB4DCB7F}"/>
                </a:ext>
              </a:extLst>
            </p:cNvPr>
            <p:cNvGrpSpPr/>
            <p:nvPr/>
          </p:nvGrpSpPr>
          <p:grpSpPr>
            <a:xfrm>
              <a:off x="6827728" y="4015740"/>
              <a:ext cx="761634" cy="304800"/>
              <a:chOff x="8246625" y="6026106"/>
              <a:chExt cx="761634" cy="304800"/>
            </a:xfrm>
            <a:solidFill>
              <a:srgbClr val="DAE8FC"/>
            </a:solidFill>
          </p:grpSpPr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B5F1D3F0-60FE-3E18-3030-0EF496661472}"/>
                  </a:ext>
                </a:extLst>
              </p:cNvPr>
              <p:cNvSpPr/>
              <p:nvPr/>
            </p:nvSpPr>
            <p:spPr>
              <a:xfrm>
                <a:off x="8246625" y="602610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2" name="Picture 321">
                <a:extLst>
                  <a:ext uri="{FF2B5EF4-FFF2-40B4-BE49-F238E27FC236}">
                    <a16:creationId xmlns:a16="http://schemas.microsoft.com/office/drawing/2014/main" id="{0F49C900-E29C-22E3-36F4-B806397401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54241" y="609087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0" name="Graphic 1">
              <a:extLst>
                <a:ext uri="{FF2B5EF4-FFF2-40B4-BE49-F238E27FC236}">
                  <a16:creationId xmlns:a16="http://schemas.microsoft.com/office/drawing/2014/main" id="{38B415BB-18A5-8944-160A-E1ADE9D68EC6}"/>
                </a:ext>
              </a:extLst>
            </p:cNvPr>
            <p:cNvGrpSpPr/>
            <p:nvPr/>
          </p:nvGrpSpPr>
          <p:grpSpPr>
            <a:xfrm>
              <a:off x="7787388" y="4008120"/>
              <a:ext cx="304653" cy="304800"/>
              <a:chOff x="9206285" y="6018486"/>
              <a:chExt cx="304653" cy="304800"/>
            </a:xfrm>
            <a:noFill/>
          </p:grpSpPr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0F0864CA-C655-7272-D602-27A2FE1387F9}"/>
                  </a:ext>
                </a:extLst>
              </p:cNvPr>
              <p:cNvSpPr/>
              <p:nvPr/>
            </p:nvSpPr>
            <p:spPr>
              <a:xfrm>
                <a:off x="9206285" y="6018486"/>
                <a:ext cx="304653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0" name="Picture 319">
                <a:extLst>
                  <a:ext uri="{FF2B5EF4-FFF2-40B4-BE49-F238E27FC236}">
                    <a16:creationId xmlns:a16="http://schemas.microsoft.com/office/drawing/2014/main" id="{4E3ED7DA-5C28-A252-2516-CBDA6EFDF7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78640" y="6075636"/>
                <a:ext cx="159943" cy="240030"/>
              </a:xfrm>
              <a:custGeom>
                <a:avLst/>
                <a:gdLst>
                  <a:gd name="csX0" fmla="*/ 0 w 159943"/>
                  <a:gd name="csY0" fmla="*/ 0 h 240030"/>
                  <a:gd name="csX1" fmla="*/ 159943 w 159943"/>
                  <a:gd name="csY1" fmla="*/ 0 h 240030"/>
                  <a:gd name="csX2" fmla="*/ 159943 w 159943"/>
                  <a:gd name="csY2" fmla="*/ 240030 h 240030"/>
                  <a:gd name="csX3" fmla="*/ 0 w 159943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943" h="240030">
                    <a:moveTo>
                      <a:pt x="0" y="0"/>
                    </a:moveTo>
                    <a:lnTo>
                      <a:pt x="159943" y="0"/>
                    </a:lnTo>
                    <a:lnTo>
                      <a:pt x="159943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21" name="Graphic 1">
              <a:extLst>
                <a:ext uri="{FF2B5EF4-FFF2-40B4-BE49-F238E27FC236}">
                  <a16:creationId xmlns:a16="http://schemas.microsoft.com/office/drawing/2014/main" id="{244DF51B-68F9-BEE2-5B61-D034769F67A8}"/>
                </a:ext>
              </a:extLst>
            </p:cNvPr>
            <p:cNvGrpSpPr/>
            <p:nvPr/>
          </p:nvGrpSpPr>
          <p:grpSpPr>
            <a:xfrm>
              <a:off x="7413958" y="3480206"/>
              <a:ext cx="60930" cy="510845"/>
              <a:chOff x="8832855" y="5490572"/>
              <a:chExt cx="60930" cy="510845"/>
            </a:xfrm>
          </p:grpSpPr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B8FB6DD7-DDD4-47A2-6930-BA6867990565}"/>
                  </a:ext>
                </a:extLst>
              </p:cNvPr>
              <p:cNvSpPr/>
              <p:nvPr/>
            </p:nvSpPr>
            <p:spPr>
              <a:xfrm>
                <a:off x="8862788" y="5490572"/>
                <a:ext cx="608" cy="465125"/>
              </a:xfrm>
              <a:custGeom>
                <a:avLst/>
                <a:gdLst>
                  <a:gd name="csX0" fmla="*/ 0 w 608"/>
                  <a:gd name="csY0" fmla="*/ 0 h 465125"/>
                  <a:gd name="csX1" fmla="*/ 0 w 608"/>
                  <a:gd name="csY1" fmla="*/ 261214 h 465125"/>
                  <a:gd name="csX2" fmla="*/ 609 w 608"/>
                  <a:gd name="csY2" fmla="*/ 465125 h 465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08" h="465125">
                    <a:moveTo>
                      <a:pt x="0" y="0"/>
                    </a:moveTo>
                    <a:lnTo>
                      <a:pt x="0" y="261214"/>
                    </a:lnTo>
                    <a:lnTo>
                      <a:pt x="609" y="465125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B86FCA4F-8DD8-99EF-74A9-501B93020363}"/>
                  </a:ext>
                </a:extLst>
              </p:cNvPr>
              <p:cNvSpPr/>
              <p:nvPr/>
            </p:nvSpPr>
            <p:spPr>
              <a:xfrm>
                <a:off x="8832855" y="5940381"/>
                <a:ext cx="60930" cy="61036"/>
              </a:xfrm>
              <a:custGeom>
                <a:avLst/>
                <a:gdLst>
                  <a:gd name="csX0" fmla="*/ 30618 w 60930"/>
                  <a:gd name="csY0" fmla="*/ 61036 h 61036"/>
                  <a:gd name="csX1" fmla="*/ 0 w 60930"/>
                  <a:gd name="csY1" fmla="*/ 229 h 61036"/>
                  <a:gd name="csX2" fmla="*/ 30542 w 60930"/>
                  <a:gd name="csY2" fmla="*/ 15316 h 61036"/>
                  <a:gd name="csX3" fmla="*/ 60931 w 60930"/>
                  <a:gd name="csY3" fmla="*/ 0 h 61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036">
                    <a:moveTo>
                      <a:pt x="30618" y="61036"/>
                    </a:moveTo>
                    <a:lnTo>
                      <a:pt x="0" y="229"/>
                    </a:lnTo>
                    <a:lnTo>
                      <a:pt x="30542" y="15316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" name="Graphic 1">
              <a:extLst>
                <a:ext uri="{FF2B5EF4-FFF2-40B4-BE49-F238E27FC236}">
                  <a16:creationId xmlns:a16="http://schemas.microsoft.com/office/drawing/2014/main" id="{A225A0E6-2376-2E89-8C65-8DA20971CB34}"/>
                </a:ext>
              </a:extLst>
            </p:cNvPr>
            <p:cNvGrpSpPr/>
            <p:nvPr/>
          </p:nvGrpSpPr>
          <p:grpSpPr>
            <a:xfrm>
              <a:off x="7284709" y="3169920"/>
              <a:ext cx="761634" cy="304800"/>
              <a:chOff x="8703606" y="5180286"/>
              <a:chExt cx="761634" cy="304800"/>
            </a:xfrm>
            <a:solidFill>
              <a:srgbClr val="DAE8FC"/>
            </a:solidFill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173EE1AA-934C-8F0C-1234-EFD3930A9A9F}"/>
                  </a:ext>
                </a:extLst>
              </p:cNvPr>
              <p:cNvSpPr/>
              <p:nvPr/>
            </p:nvSpPr>
            <p:spPr>
              <a:xfrm>
                <a:off x="8703606" y="518028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4" name="Picture 273">
                <a:extLst>
                  <a:ext uri="{FF2B5EF4-FFF2-40B4-BE49-F238E27FC236}">
                    <a16:creationId xmlns:a16="http://schemas.microsoft.com/office/drawing/2014/main" id="{3DE55434-A6E7-2607-A57F-67CD7BF99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11222" y="524505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" name="Graphic 1">
              <a:extLst>
                <a:ext uri="{FF2B5EF4-FFF2-40B4-BE49-F238E27FC236}">
                  <a16:creationId xmlns:a16="http://schemas.microsoft.com/office/drawing/2014/main" id="{D66D8386-8C4A-7DD2-E42C-ACB787CE4252}"/>
                </a:ext>
              </a:extLst>
            </p:cNvPr>
            <p:cNvGrpSpPr/>
            <p:nvPr/>
          </p:nvGrpSpPr>
          <p:grpSpPr>
            <a:xfrm>
              <a:off x="7178080" y="4320540"/>
              <a:ext cx="60930" cy="226771"/>
              <a:chOff x="8596977" y="6330906"/>
              <a:chExt cx="60930" cy="226771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F18CDA67-5084-002F-32D0-8935EE3BA3B5}"/>
                  </a:ext>
                </a:extLst>
              </p:cNvPr>
              <p:cNvSpPr/>
              <p:nvPr/>
            </p:nvSpPr>
            <p:spPr>
              <a:xfrm>
                <a:off x="8627442" y="6330906"/>
                <a:ext cx="7616" cy="181051"/>
              </a:xfrm>
              <a:custGeom>
                <a:avLst/>
                <a:gdLst>
                  <a:gd name="csX0" fmla="*/ 0 w 7616"/>
                  <a:gd name="csY0" fmla="*/ 0 h 181051"/>
                  <a:gd name="csX1" fmla="*/ 0 w 7616"/>
                  <a:gd name="csY1" fmla="*/ 181051 h 1810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181051">
                    <a:moveTo>
                      <a:pt x="0" y="0"/>
                    </a:moveTo>
                    <a:lnTo>
                      <a:pt x="0" y="18105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37EB8227-6F92-D147-3492-11DB62973ABF}"/>
                  </a:ext>
                </a:extLst>
              </p:cNvPr>
              <p:cNvSpPr/>
              <p:nvPr/>
            </p:nvSpPr>
            <p:spPr>
              <a:xfrm>
                <a:off x="8596977" y="649671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" name="Graphic 1">
              <a:extLst>
                <a:ext uri="{FF2B5EF4-FFF2-40B4-BE49-F238E27FC236}">
                  <a16:creationId xmlns:a16="http://schemas.microsoft.com/office/drawing/2014/main" id="{D84BA576-C0FF-357C-3455-4D911294188B}"/>
                </a:ext>
              </a:extLst>
            </p:cNvPr>
            <p:cNvGrpSpPr/>
            <p:nvPr/>
          </p:nvGrpSpPr>
          <p:grpSpPr>
            <a:xfrm>
              <a:off x="7614040" y="4141470"/>
              <a:ext cx="211429" cy="60960"/>
              <a:chOff x="9032937" y="6151836"/>
              <a:chExt cx="211429" cy="60960"/>
            </a:xfrm>
          </p:grpSpPr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D019BC50-DC74-1AE8-138B-87EE053025F5}"/>
                  </a:ext>
                </a:extLst>
              </p:cNvPr>
              <p:cNvSpPr/>
              <p:nvPr/>
            </p:nvSpPr>
            <p:spPr>
              <a:xfrm>
                <a:off x="9078635" y="6182316"/>
                <a:ext cx="165731" cy="7620"/>
              </a:xfrm>
              <a:custGeom>
                <a:avLst/>
                <a:gdLst>
                  <a:gd name="csX0" fmla="*/ 165732 w 165731"/>
                  <a:gd name="csY0" fmla="*/ 0 h 7620"/>
                  <a:gd name="csX1" fmla="*/ 0 w 165731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731" h="7620">
                    <a:moveTo>
                      <a:pt x="165732" y="0"/>
                    </a:moveTo>
                    <a:lnTo>
                      <a:pt x="0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9BF5DCA5-6FBE-6D3B-E7BC-F25C4B7D265D}"/>
                  </a:ext>
                </a:extLst>
              </p:cNvPr>
              <p:cNvSpPr/>
              <p:nvPr/>
            </p:nvSpPr>
            <p:spPr>
              <a:xfrm>
                <a:off x="9032937" y="6151836"/>
                <a:ext cx="60930" cy="60960"/>
              </a:xfrm>
              <a:custGeom>
                <a:avLst/>
                <a:gdLst>
                  <a:gd name="csX0" fmla="*/ 0 w 60930"/>
                  <a:gd name="csY0" fmla="*/ 30480 h 60960"/>
                  <a:gd name="csX1" fmla="*/ 60931 w 60930"/>
                  <a:gd name="csY1" fmla="*/ 0 h 60960"/>
                  <a:gd name="csX2" fmla="*/ 45698 w 60930"/>
                  <a:gd name="csY2" fmla="*/ 30480 h 60960"/>
                  <a:gd name="csX3" fmla="*/ 60931 w 60930"/>
                  <a:gd name="csY3" fmla="*/ 6096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0" y="30480"/>
                    </a:moveTo>
                    <a:lnTo>
                      <a:pt x="60931" y="0"/>
                    </a:lnTo>
                    <a:lnTo>
                      <a:pt x="45698" y="30480"/>
                    </a:lnTo>
                    <a:lnTo>
                      <a:pt x="60931" y="6096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" name="Graphic 1">
              <a:extLst>
                <a:ext uri="{FF2B5EF4-FFF2-40B4-BE49-F238E27FC236}">
                  <a16:creationId xmlns:a16="http://schemas.microsoft.com/office/drawing/2014/main" id="{BA148D83-5535-970F-2674-A94E203542B8}"/>
                </a:ext>
              </a:extLst>
            </p:cNvPr>
            <p:cNvGrpSpPr/>
            <p:nvPr/>
          </p:nvGrpSpPr>
          <p:grpSpPr>
            <a:xfrm>
              <a:off x="6759181" y="3810000"/>
              <a:ext cx="228490" cy="228600"/>
              <a:chOff x="8178078" y="5820366"/>
              <a:chExt cx="228490" cy="228600"/>
            </a:xfrm>
            <a:noFill/>
          </p:grpSpPr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7BF0F9A9-958A-2A55-A423-BFA94D7751DF}"/>
                  </a:ext>
                </a:extLst>
              </p:cNvPr>
              <p:cNvSpPr/>
              <p:nvPr/>
            </p:nvSpPr>
            <p:spPr>
              <a:xfrm>
                <a:off x="8178078" y="582036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8" name="Picture 267">
                <a:extLst>
                  <a:ext uri="{FF2B5EF4-FFF2-40B4-BE49-F238E27FC236}">
                    <a16:creationId xmlns:a16="http://schemas.microsoft.com/office/drawing/2014/main" id="{2A4EAF72-A62D-78BA-C2AA-5512B54661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54241" y="586608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Graphic 1">
              <a:extLst>
                <a:ext uri="{FF2B5EF4-FFF2-40B4-BE49-F238E27FC236}">
                  <a16:creationId xmlns:a16="http://schemas.microsoft.com/office/drawing/2014/main" id="{05C0B135-087A-D9F6-534D-18AC5DC7A68A}"/>
                </a:ext>
              </a:extLst>
            </p:cNvPr>
            <p:cNvGrpSpPr/>
            <p:nvPr/>
          </p:nvGrpSpPr>
          <p:grpSpPr>
            <a:xfrm>
              <a:off x="6950504" y="3477158"/>
              <a:ext cx="60930" cy="513892"/>
              <a:chOff x="8369401" y="5487524"/>
              <a:chExt cx="60930" cy="513892"/>
            </a:xfrm>
          </p:grpSpPr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90EFB6BE-00AA-685C-D769-1FFE03B5F455}"/>
                  </a:ext>
                </a:extLst>
              </p:cNvPr>
              <p:cNvSpPr/>
              <p:nvPr/>
            </p:nvSpPr>
            <p:spPr>
              <a:xfrm>
                <a:off x="8398190" y="5487524"/>
                <a:ext cx="3808" cy="468172"/>
              </a:xfrm>
              <a:custGeom>
                <a:avLst/>
                <a:gdLst>
                  <a:gd name="csX0" fmla="*/ 0 w 3808"/>
                  <a:gd name="csY0" fmla="*/ 0 h 468172"/>
                  <a:gd name="csX1" fmla="*/ 3808 w 3808"/>
                  <a:gd name="csY1" fmla="*/ 269596 h 468172"/>
                  <a:gd name="csX2" fmla="*/ 1523 w 3808"/>
                  <a:gd name="csY2" fmla="*/ 468173 h 468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808" h="468172">
                    <a:moveTo>
                      <a:pt x="0" y="0"/>
                    </a:moveTo>
                    <a:lnTo>
                      <a:pt x="3808" y="269596"/>
                    </a:lnTo>
                    <a:lnTo>
                      <a:pt x="1523" y="468173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F185BD75-2BA7-9CE6-C503-57EB1943A866}"/>
                  </a:ext>
                </a:extLst>
              </p:cNvPr>
              <p:cNvSpPr/>
              <p:nvPr/>
            </p:nvSpPr>
            <p:spPr>
              <a:xfrm>
                <a:off x="8369401" y="5940152"/>
                <a:ext cx="60930" cy="61265"/>
              </a:xfrm>
              <a:custGeom>
                <a:avLst/>
                <a:gdLst>
                  <a:gd name="csX0" fmla="*/ 29780 w 60930"/>
                  <a:gd name="csY0" fmla="*/ 61265 h 61265"/>
                  <a:gd name="csX1" fmla="*/ 0 w 60930"/>
                  <a:gd name="csY1" fmla="*/ 0 h 61265"/>
                  <a:gd name="csX2" fmla="*/ 30313 w 60930"/>
                  <a:gd name="csY2" fmla="*/ 15545 h 61265"/>
                  <a:gd name="csX3" fmla="*/ 60931 w 60930"/>
                  <a:gd name="csY3" fmla="*/ 686 h 61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265">
                    <a:moveTo>
                      <a:pt x="29780" y="61265"/>
                    </a:moveTo>
                    <a:lnTo>
                      <a:pt x="0" y="0"/>
                    </a:lnTo>
                    <a:lnTo>
                      <a:pt x="30313" y="15545"/>
                    </a:lnTo>
                    <a:lnTo>
                      <a:pt x="60931" y="686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" name="Graphic 1">
              <a:extLst>
                <a:ext uri="{FF2B5EF4-FFF2-40B4-BE49-F238E27FC236}">
                  <a16:creationId xmlns:a16="http://schemas.microsoft.com/office/drawing/2014/main" id="{BA5B10AC-F1CF-A8FC-5076-5DE87B8150CC}"/>
                </a:ext>
              </a:extLst>
            </p:cNvPr>
            <p:cNvGrpSpPr/>
            <p:nvPr/>
          </p:nvGrpSpPr>
          <p:grpSpPr>
            <a:xfrm>
              <a:off x="7421803" y="3810000"/>
              <a:ext cx="228490" cy="228600"/>
              <a:chOff x="8840700" y="5820366"/>
              <a:chExt cx="228490" cy="228600"/>
            </a:xfrm>
            <a:noFill/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B36BB364-1932-E1AB-1EFC-3645399784FA}"/>
                  </a:ext>
                </a:extLst>
              </p:cNvPr>
              <p:cNvSpPr/>
              <p:nvPr/>
            </p:nvSpPr>
            <p:spPr>
              <a:xfrm>
                <a:off x="8840700" y="582036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D97ADEDF-44FE-A12D-F6A6-704F6850BE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20672" y="586608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1">
              <a:extLst>
                <a:ext uri="{FF2B5EF4-FFF2-40B4-BE49-F238E27FC236}">
                  <a16:creationId xmlns:a16="http://schemas.microsoft.com/office/drawing/2014/main" id="{A1D7EEBE-528A-9424-8961-1017BA16E0BD}"/>
                </a:ext>
              </a:extLst>
            </p:cNvPr>
            <p:cNvGrpSpPr/>
            <p:nvPr/>
          </p:nvGrpSpPr>
          <p:grpSpPr>
            <a:xfrm>
              <a:off x="7871167" y="2849880"/>
              <a:ext cx="60930" cy="295351"/>
              <a:chOff x="9290064" y="4860246"/>
              <a:chExt cx="60930" cy="295351"/>
            </a:xfrm>
          </p:grpSpPr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070ADB9E-21C2-CA0E-8B40-04B47E81A57F}"/>
                  </a:ext>
                </a:extLst>
              </p:cNvPr>
              <p:cNvSpPr/>
              <p:nvPr/>
            </p:nvSpPr>
            <p:spPr>
              <a:xfrm>
                <a:off x="9320530" y="486024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DFFB689D-451C-F716-06F5-E7FC141C2520}"/>
                  </a:ext>
                </a:extLst>
              </p:cNvPr>
              <p:cNvSpPr/>
              <p:nvPr/>
            </p:nvSpPr>
            <p:spPr>
              <a:xfrm>
                <a:off x="9290064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9" name="Graphic 1">
              <a:extLst>
                <a:ext uri="{FF2B5EF4-FFF2-40B4-BE49-F238E27FC236}">
                  <a16:creationId xmlns:a16="http://schemas.microsoft.com/office/drawing/2014/main" id="{DF68232A-BBEE-4A71-A7FE-E10E6689B5BB}"/>
                </a:ext>
              </a:extLst>
            </p:cNvPr>
            <p:cNvGrpSpPr/>
            <p:nvPr/>
          </p:nvGrpSpPr>
          <p:grpSpPr>
            <a:xfrm>
              <a:off x="8071020" y="3295650"/>
              <a:ext cx="211429" cy="60960"/>
              <a:chOff x="9489917" y="5306016"/>
              <a:chExt cx="211429" cy="60960"/>
            </a:xfrm>
          </p:grpSpPr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E9B5C443-503B-A6F2-7F60-3B509A1887A2}"/>
                  </a:ext>
                </a:extLst>
              </p:cNvPr>
              <p:cNvSpPr/>
              <p:nvPr/>
            </p:nvSpPr>
            <p:spPr>
              <a:xfrm>
                <a:off x="9535615" y="5336496"/>
                <a:ext cx="165731" cy="7620"/>
              </a:xfrm>
              <a:custGeom>
                <a:avLst/>
                <a:gdLst>
                  <a:gd name="csX0" fmla="*/ 165732 w 165731"/>
                  <a:gd name="csY0" fmla="*/ 0 h 7620"/>
                  <a:gd name="csX1" fmla="*/ 0 w 165731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731" h="7620">
                    <a:moveTo>
                      <a:pt x="165732" y="0"/>
                    </a:moveTo>
                    <a:lnTo>
                      <a:pt x="0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F918FEC2-DB4E-6AAD-C4E6-81899A065081}"/>
                  </a:ext>
                </a:extLst>
              </p:cNvPr>
              <p:cNvSpPr/>
              <p:nvPr/>
            </p:nvSpPr>
            <p:spPr>
              <a:xfrm>
                <a:off x="9489917" y="5306016"/>
                <a:ext cx="60930" cy="60960"/>
              </a:xfrm>
              <a:custGeom>
                <a:avLst/>
                <a:gdLst>
                  <a:gd name="csX0" fmla="*/ 0 w 60930"/>
                  <a:gd name="csY0" fmla="*/ 30480 h 60960"/>
                  <a:gd name="csX1" fmla="*/ 60931 w 60930"/>
                  <a:gd name="csY1" fmla="*/ 0 h 60960"/>
                  <a:gd name="csX2" fmla="*/ 45698 w 60930"/>
                  <a:gd name="csY2" fmla="*/ 30480 h 60960"/>
                  <a:gd name="csX3" fmla="*/ 60931 w 60930"/>
                  <a:gd name="csY3" fmla="*/ 6096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0" y="30480"/>
                    </a:moveTo>
                    <a:lnTo>
                      <a:pt x="60931" y="0"/>
                    </a:lnTo>
                    <a:lnTo>
                      <a:pt x="45698" y="30480"/>
                    </a:lnTo>
                    <a:lnTo>
                      <a:pt x="60931" y="6096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0" name="Graphic 1">
              <a:extLst>
                <a:ext uri="{FF2B5EF4-FFF2-40B4-BE49-F238E27FC236}">
                  <a16:creationId xmlns:a16="http://schemas.microsoft.com/office/drawing/2014/main" id="{66741ADD-9531-95D6-1981-665FE0ABF839}"/>
                </a:ext>
              </a:extLst>
            </p:cNvPr>
            <p:cNvGrpSpPr/>
            <p:nvPr/>
          </p:nvGrpSpPr>
          <p:grpSpPr>
            <a:xfrm>
              <a:off x="7216162" y="2964180"/>
              <a:ext cx="228490" cy="228600"/>
              <a:chOff x="8635059" y="4974546"/>
              <a:chExt cx="228490" cy="228600"/>
            </a:xfrm>
            <a:noFill/>
          </p:grpSpPr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628FF0A4-2F24-77FC-E2BB-1F9F88F2C65A}"/>
                  </a:ext>
                </a:extLst>
              </p:cNvPr>
              <p:cNvSpPr/>
              <p:nvPr/>
            </p:nvSpPr>
            <p:spPr>
              <a:xfrm>
                <a:off x="8635059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8" name="Picture 257">
                <a:extLst>
                  <a:ext uri="{FF2B5EF4-FFF2-40B4-BE49-F238E27FC236}">
                    <a16:creationId xmlns:a16="http://schemas.microsoft.com/office/drawing/2014/main" id="{535E632B-992C-6C8F-9799-ECF3949FBC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1222" y="502026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1">
              <a:extLst>
                <a:ext uri="{FF2B5EF4-FFF2-40B4-BE49-F238E27FC236}">
                  <a16:creationId xmlns:a16="http://schemas.microsoft.com/office/drawing/2014/main" id="{0277359C-EA7F-F2BD-CCBB-EB8A6059374D}"/>
                </a:ext>
              </a:extLst>
            </p:cNvPr>
            <p:cNvGrpSpPr/>
            <p:nvPr/>
          </p:nvGrpSpPr>
          <p:grpSpPr>
            <a:xfrm>
              <a:off x="7407104" y="2583180"/>
              <a:ext cx="60930" cy="562051"/>
              <a:chOff x="8826001" y="4593546"/>
              <a:chExt cx="60930" cy="562051"/>
            </a:xfrm>
          </p:grpSpPr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4CE52B9C-4FB0-1874-43F1-81C7C47573DF}"/>
                  </a:ext>
                </a:extLst>
              </p:cNvPr>
              <p:cNvSpPr/>
              <p:nvPr/>
            </p:nvSpPr>
            <p:spPr>
              <a:xfrm>
                <a:off x="8856313" y="4593546"/>
                <a:ext cx="3427" cy="516331"/>
              </a:xfrm>
              <a:custGeom>
                <a:avLst/>
                <a:gdLst>
                  <a:gd name="csX0" fmla="*/ 3427 w 3427"/>
                  <a:gd name="csY0" fmla="*/ 0 h 516331"/>
                  <a:gd name="csX1" fmla="*/ 0 w 3427"/>
                  <a:gd name="csY1" fmla="*/ 516331 h 51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27" h="516331">
                    <a:moveTo>
                      <a:pt x="3427" y="0"/>
                    </a:moveTo>
                    <a:lnTo>
                      <a:pt x="0" y="5163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ED92C881-D00D-DC0C-F60C-DD412E73A671}"/>
                  </a:ext>
                </a:extLst>
              </p:cNvPr>
              <p:cNvSpPr/>
              <p:nvPr/>
            </p:nvSpPr>
            <p:spPr>
              <a:xfrm>
                <a:off x="8826001" y="5094484"/>
                <a:ext cx="60930" cy="61112"/>
              </a:xfrm>
              <a:custGeom>
                <a:avLst/>
                <a:gdLst>
                  <a:gd name="csX0" fmla="*/ 30008 w 60930"/>
                  <a:gd name="csY0" fmla="*/ 61113 h 61112"/>
                  <a:gd name="csX1" fmla="*/ 0 w 60930"/>
                  <a:gd name="csY1" fmla="*/ 0 h 61112"/>
                  <a:gd name="csX2" fmla="*/ 30313 w 60930"/>
                  <a:gd name="csY2" fmla="*/ 15393 h 61112"/>
                  <a:gd name="csX3" fmla="*/ 60931 w 60930"/>
                  <a:gd name="csY3" fmla="*/ 381 h 611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112">
                    <a:moveTo>
                      <a:pt x="30008" y="61113"/>
                    </a:moveTo>
                    <a:lnTo>
                      <a:pt x="0" y="0"/>
                    </a:lnTo>
                    <a:lnTo>
                      <a:pt x="30313" y="15393"/>
                    </a:lnTo>
                    <a:lnTo>
                      <a:pt x="60931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" name="Graphic 1">
              <a:extLst>
                <a:ext uri="{FF2B5EF4-FFF2-40B4-BE49-F238E27FC236}">
                  <a16:creationId xmlns:a16="http://schemas.microsoft.com/office/drawing/2014/main" id="{7D6BEA8C-EB82-69C3-2A6F-7DB19943200D}"/>
                </a:ext>
              </a:extLst>
            </p:cNvPr>
            <p:cNvGrpSpPr/>
            <p:nvPr/>
          </p:nvGrpSpPr>
          <p:grpSpPr>
            <a:xfrm>
              <a:off x="7878784" y="2964180"/>
              <a:ext cx="228490" cy="228600"/>
              <a:chOff x="9297681" y="4974546"/>
              <a:chExt cx="228490" cy="228600"/>
            </a:xfrm>
            <a:noFill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59B6318A-1341-B810-79A5-103030871D27}"/>
                  </a:ext>
                </a:extLst>
              </p:cNvPr>
              <p:cNvSpPr/>
              <p:nvPr/>
            </p:nvSpPr>
            <p:spPr>
              <a:xfrm>
                <a:off x="9297681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3021CFEB-4E4B-AB2F-25CB-7FDEA48F1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77652" y="502026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5" name="Graphic 1">
              <a:extLst>
                <a:ext uri="{FF2B5EF4-FFF2-40B4-BE49-F238E27FC236}">
                  <a16:creationId xmlns:a16="http://schemas.microsoft.com/office/drawing/2014/main" id="{A263458D-87D8-31A8-60CF-ACD850DF3412}"/>
                </a:ext>
              </a:extLst>
            </p:cNvPr>
            <p:cNvGrpSpPr/>
            <p:nvPr/>
          </p:nvGrpSpPr>
          <p:grpSpPr>
            <a:xfrm>
              <a:off x="8244368" y="3154680"/>
              <a:ext cx="304653" cy="304800"/>
              <a:chOff x="9663265" y="5165046"/>
              <a:chExt cx="304653" cy="304800"/>
            </a:xfrm>
            <a:noFill/>
          </p:grpSpPr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161E3706-56C8-977A-7DC3-A967A6F42FC9}"/>
                  </a:ext>
                </a:extLst>
              </p:cNvPr>
              <p:cNvSpPr/>
              <p:nvPr/>
            </p:nvSpPr>
            <p:spPr>
              <a:xfrm>
                <a:off x="9663265" y="5165046"/>
                <a:ext cx="304653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2" name="Picture 251">
                <a:extLst>
                  <a:ext uri="{FF2B5EF4-FFF2-40B4-BE49-F238E27FC236}">
                    <a16:creationId xmlns:a16="http://schemas.microsoft.com/office/drawing/2014/main" id="{45861F25-C35E-E93B-B1D5-477256EAE7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35621" y="5222196"/>
                <a:ext cx="159943" cy="240030"/>
              </a:xfrm>
              <a:custGeom>
                <a:avLst/>
                <a:gdLst>
                  <a:gd name="csX0" fmla="*/ 0 w 159943"/>
                  <a:gd name="csY0" fmla="*/ 0 h 240030"/>
                  <a:gd name="csX1" fmla="*/ 159943 w 159943"/>
                  <a:gd name="csY1" fmla="*/ 0 h 240030"/>
                  <a:gd name="csX2" fmla="*/ 159943 w 159943"/>
                  <a:gd name="csY2" fmla="*/ 240030 h 240030"/>
                  <a:gd name="csX3" fmla="*/ 0 w 159943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943" h="240030">
                    <a:moveTo>
                      <a:pt x="0" y="0"/>
                    </a:moveTo>
                    <a:lnTo>
                      <a:pt x="159943" y="0"/>
                    </a:lnTo>
                    <a:lnTo>
                      <a:pt x="159943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36" name="Graphic 1">
              <a:extLst>
                <a:ext uri="{FF2B5EF4-FFF2-40B4-BE49-F238E27FC236}">
                  <a16:creationId xmlns:a16="http://schemas.microsoft.com/office/drawing/2014/main" id="{2CE733D1-C5BB-5261-3E6D-5BEDA4E2650A}"/>
                </a:ext>
              </a:extLst>
            </p:cNvPr>
            <p:cNvGrpSpPr/>
            <p:nvPr/>
          </p:nvGrpSpPr>
          <p:grpSpPr>
            <a:xfrm>
              <a:off x="7703608" y="2606040"/>
              <a:ext cx="380817" cy="316230"/>
              <a:chOff x="9122505" y="4616406"/>
              <a:chExt cx="380817" cy="316230"/>
            </a:xfrm>
            <a:noFill/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EA569132-F079-3E7B-E223-BE26CE715456}"/>
                  </a:ext>
                </a:extLst>
              </p:cNvPr>
              <p:cNvSpPr/>
              <p:nvPr/>
            </p:nvSpPr>
            <p:spPr>
              <a:xfrm>
                <a:off x="9122505" y="461640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0" name="Picture 249">
                <a:extLst>
                  <a:ext uri="{FF2B5EF4-FFF2-40B4-BE49-F238E27FC236}">
                    <a16:creationId xmlns:a16="http://schemas.microsoft.com/office/drawing/2014/main" id="{FCCAC477-64E9-FD97-4B77-6E2DEFC7A0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98668" y="465450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37" name="Graphic 1">
              <a:extLst>
                <a:ext uri="{FF2B5EF4-FFF2-40B4-BE49-F238E27FC236}">
                  <a16:creationId xmlns:a16="http://schemas.microsoft.com/office/drawing/2014/main" id="{6B876DCA-E3AA-A2AA-53D2-55200E7E6FA8}"/>
                </a:ext>
              </a:extLst>
            </p:cNvPr>
            <p:cNvGrpSpPr/>
            <p:nvPr/>
          </p:nvGrpSpPr>
          <p:grpSpPr>
            <a:xfrm>
              <a:off x="6363131" y="3169920"/>
              <a:ext cx="761634" cy="304800"/>
              <a:chOff x="7782028" y="5180286"/>
              <a:chExt cx="761634" cy="304800"/>
            </a:xfrm>
            <a:solidFill>
              <a:srgbClr val="DAE8FC"/>
            </a:solidFill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0A9C51D-2289-B60B-D99D-D6F47359EC81}"/>
                  </a:ext>
                </a:extLst>
              </p:cNvPr>
              <p:cNvSpPr/>
              <p:nvPr/>
            </p:nvSpPr>
            <p:spPr>
              <a:xfrm>
                <a:off x="7782028" y="518028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D827477B-D9FF-FAD0-C4C8-27FE2B91D8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89644" y="524505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8" name="Graphic 1">
              <a:extLst>
                <a:ext uri="{FF2B5EF4-FFF2-40B4-BE49-F238E27FC236}">
                  <a16:creationId xmlns:a16="http://schemas.microsoft.com/office/drawing/2014/main" id="{FBB2AECB-D7F5-46B5-F675-9CD9490BC25B}"/>
                </a:ext>
              </a:extLst>
            </p:cNvPr>
            <p:cNvGrpSpPr/>
            <p:nvPr/>
          </p:nvGrpSpPr>
          <p:grpSpPr>
            <a:xfrm>
              <a:off x="6949590" y="2849880"/>
              <a:ext cx="60930" cy="295351"/>
              <a:chOff x="8368487" y="4860246"/>
              <a:chExt cx="60930" cy="295351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A5A73978-1848-445E-C35D-8A8C7B667649}"/>
                  </a:ext>
                </a:extLst>
              </p:cNvPr>
              <p:cNvSpPr/>
              <p:nvPr/>
            </p:nvSpPr>
            <p:spPr>
              <a:xfrm>
                <a:off x="8398952" y="486024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CD32558A-2904-AD64-42DF-82EFEC3C4997}"/>
                  </a:ext>
                </a:extLst>
              </p:cNvPr>
              <p:cNvSpPr/>
              <p:nvPr/>
            </p:nvSpPr>
            <p:spPr>
              <a:xfrm>
                <a:off x="8368487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9" name="Graphic 1">
              <a:extLst>
                <a:ext uri="{FF2B5EF4-FFF2-40B4-BE49-F238E27FC236}">
                  <a16:creationId xmlns:a16="http://schemas.microsoft.com/office/drawing/2014/main" id="{1FBB4569-8097-236C-A0CB-62E5259A5E00}"/>
                </a:ext>
              </a:extLst>
            </p:cNvPr>
            <p:cNvGrpSpPr/>
            <p:nvPr/>
          </p:nvGrpSpPr>
          <p:grpSpPr>
            <a:xfrm>
              <a:off x="6294584" y="2964180"/>
              <a:ext cx="228490" cy="228600"/>
              <a:chOff x="7713481" y="4974546"/>
              <a:chExt cx="228490" cy="228600"/>
            </a:xfrm>
            <a:noFill/>
          </p:grpSpPr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3C53660B-0D90-FCE3-1DB7-842A709C4B0A}"/>
                  </a:ext>
                </a:extLst>
              </p:cNvPr>
              <p:cNvSpPr/>
              <p:nvPr/>
            </p:nvSpPr>
            <p:spPr>
              <a:xfrm>
                <a:off x="7713481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4" name="Picture 243">
                <a:extLst>
                  <a:ext uri="{FF2B5EF4-FFF2-40B4-BE49-F238E27FC236}">
                    <a16:creationId xmlns:a16="http://schemas.microsoft.com/office/drawing/2014/main" id="{C4203D21-3E51-D93B-7004-70676DA27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89644" y="502026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0" name="Graphic 1">
              <a:extLst>
                <a:ext uri="{FF2B5EF4-FFF2-40B4-BE49-F238E27FC236}">
                  <a16:creationId xmlns:a16="http://schemas.microsoft.com/office/drawing/2014/main" id="{64D6C5D5-750A-78D2-6FE5-DEEE8CC464EA}"/>
                </a:ext>
              </a:extLst>
            </p:cNvPr>
            <p:cNvGrpSpPr/>
            <p:nvPr/>
          </p:nvGrpSpPr>
          <p:grpSpPr>
            <a:xfrm>
              <a:off x="6484993" y="2865120"/>
              <a:ext cx="60930" cy="280111"/>
              <a:chOff x="7903890" y="4875486"/>
              <a:chExt cx="60930" cy="280111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10799DE0-7C32-55B7-E10A-864DCD8AF26C}"/>
                  </a:ext>
                </a:extLst>
              </p:cNvPr>
              <p:cNvSpPr/>
              <p:nvPr/>
            </p:nvSpPr>
            <p:spPr>
              <a:xfrm>
                <a:off x="7934355" y="4875486"/>
                <a:ext cx="7616" cy="234391"/>
              </a:xfrm>
              <a:custGeom>
                <a:avLst/>
                <a:gdLst>
                  <a:gd name="csX0" fmla="*/ 0 w 7616"/>
                  <a:gd name="csY0" fmla="*/ 0 h 234391"/>
                  <a:gd name="csX1" fmla="*/ 0 w 7616"/>
                  <a:gd name="csY1" fmla="*/ 234391 h 234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34391">
                    <a:moveTo>
                      <a:pt x="0" y="0"/>
                    </a:moveTo>
                    <a:lnTo>
                      <a:pt x="0" y="23439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E8CDED83-B025-065A-EF0E-F4F3CFE45747}"/>
                  </a:ext>
                </a:extLst>
              </p:cNvPr>
              <p:cNvSpPr/>
              <p:nvPr/>
            </p:nvSpPr>
            <p:spPr>
              <a:xfrm>
                <a:off x="7903890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1" name="Graphic 1">
              <a:extLst>
                <a:ext uri="{FF2B5EF4-FFF2-40B4-BE49-F238E27FC236}">
                  <a16:creationId xmlns:a16="http://schemas.microsoft.com/office/drawing/2014/main" id="{FD74C436-D196-FBB6-B71D-2EB154966F9A}"/>
                </a:ext>
              </a:extLst>
            </p:cNvPr>
            <p:cNvGrpSpPr/>
            <p:nvPr/>
          </p:nvGrpSpPr>
          <p:grpSpPr>
            <a:xfrm>
              <a:off x="6957206" y="2964180"/>
              <a:ext cx="228490" cy="228600"/>
              <a:chOff x="8376103" y="4974546"/>
              <a:chExt cx="228490" cy="228600"/>
            </a:xfrm>
            <a:noFill/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3CA75A19-B70D-0E50-E2B5-A14E095B8A01}"/>
                  </a:ext>
                </a:extLst>
              </p:cNvPr>
              <p:cNvSpPr/>
              <p:nvPr/>
            </p:nvSpPr>
            <p:spPr>
              <a:xfrm>
                <a:off x="8376103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0" name="Picture 149">
                <a:extLst>
                  <a:ext uri="{FF2B5EF4-FFF2-40B4-BE49-F238E27FC236}">
                    <a16:creationId xmlns:a16="http://schemas.microsoft.com/office/drawing/2014/main" id="{61104195-1585-4306-C3BC-A2B91F51F1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56075" y="502026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2" name="Graphic 1">
              <a:extLst>
                <a:ext uri="{FF2B5EF4-FFF2-40B4-BE49-F238E27FC236}">
                  <a16:creationId xmlns:a16="http://schemas.microsoft.com/office/drawing/2014/main" id="{8536AB98-D18F-AAA5-4B26-19A8CDA4FF87}"/>
                </a:ext>
              </a:extLst>
            </p:cNvPr>
            <p:cNvGrpSpPr/>
            <p:nvPr/>
          </p:nvGrpSpPr>
          <p:grpSpPr>
            <a:xfrm>
              <a:off x="6401213" y="2613660"/>
              <a:ext cx="228490" cy="304800"/>
              <a:chOff x="7820110" y="4624026"/>
              <a:chExt cx="228490" cy="304800"/>
            </a:xfrm>
            <a:noFill/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FD88032F-1C8C-DE69-23D5-6473F51224F4}"/>
                  </a:ext>
                </a:extLst>
              </p:cNvPr>
              <p:cNvSpPr/>
              <p:nvPr/>
            </p:nvSpPr>
            <p:spPr>
              <a:xfrm>
                <a:off x="7820110" y="4624026"/>
                <a:ext cx="228490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6" name="Picture 145">
                <a:extLst>
                  <a:ext uri="{FF2B5EF4-FFF2-40B4-BE49-F238E27FC236}">
                    <a16:creationId xmlns:a16="http://schemas.microsoft.com/office/drawing/2014/main" id="{437924F4-BFBD-9A50-47FD-052790BCB7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92465" y="4681176"/>
                <a:ext cx="83779" cy="240030"/>
              </a:xfrm>
              <a:custGeom>
                <a:avLst/>
                <a:gdLst>
                  <a:gd name="csX0" fmla="*/ 0 w 83779"/>
                  <a:gd name="csY0" fmla="*/ 0 h 240030"/>
                  <a:gd name="csX1" fmla="*/ 83780 w 83779"/>
                  <a:gd name="csY1" fmla="*/ 0 h 240030"/>
                  <a:gd name="csX2" fmla="*/ 83780 w 83779"/>
                  <a:gd name="csY2" fmla="*/ 240030 h 240030"/>
                  <a:gd name="csX3" fmla="*/ 0 w 83779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79" h="240030">
                    <a:moveTo>
                      <a:pt x="0" y="0"/>
                    </a:moveTo>
                    <a:lnTo>
                      <a:pt x="83780" y="0"/>
                    </a:lnTo>
                    <a:lnTo>
                      <a:pt x="83780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" name="Graphic 1">
              <a:extLst>
                <a:ext uri="{FF2B5EF4-FFF2-40B4-BE49-F238E27FC236}">
                  <a16:creationId xmlns:a16="http://schemas.microsoft.com/office/drawing/2014/main" id="{596D6C4D-E163-6F12-ABA5-91A9509B4BE9}"/>
                </a:ext>
              </a:extLst>
            </p:cNvPr>
            <p:cNvGrpSpPr/>
            <p:nvPr/>
          </p:nvGrpSpPr>
          <p:grpSpPr>
            <a:xfrm>
              <a:off x="6782030" y="2606040"/>
              <a:ext cx="380817" cy="316230"/>
              <a:chOff x="8200927" y="4616406"/>
              <a:chExt cx="380817" cy="316230"/>
            </a:xfrm>
            <a:noFill/>
          </p:grpSpPr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CED2BA9D-0363-15C3-4AB8-A55BC8832598}"/>
                  </a:ext>
                </a:extLst>
              </p:cNvPr>
              <p:cNvSpPr/>
              <p:nvPr/>
            </p:nvSpPr>
            <p:spPr>
              <a:xfrm>
                <a:off x="8200927" y="461640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2" name="Picture 141">
                <a:extLst>
                  <a:ext uri="{FF2B5EF4-FFF2-40B4-BE49-F238E27FC236}">
                    <a16:creationId xmlns:a16="http://schemas.microsoft.com/office/drawing/2014/main" id="{EA8B5734-C04F-1F26-6D67-7AB6FCE1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77090" y="465450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" name="Graphic 1">
              <a:extLst>
                <a:ext uri="{FF2B5EF4-FFF2-40B4-BE49-F238E27FC236}">
                  <a16:creationId xmlns:a16="http://schemas.microsoft.com/office/drawing/2014/main" id="{17E208A3-134C-4AB5-0823-CCC022A4E941}"/>
                </a:ext>
              </a:extLst>
            </p:cNvPr>
            <p:cNvGrpSpPr/>
            <p:nvPr/>
          </p:nvGrpSpPr>
          <p:grpSpPr>
            <a:xfrm>
              <a:off x="5822371" y="3169920"/>
              <a:ext cx="380817" cy="316230"/>
              <a:chOff x="7241268" y="5180286"/>
              <a:chExt cx="380817" cy="316230"/>
            </a:xfrm>
            <a:noFill/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DCF7F7DE-A0E3-87FD-8159-D16D46EFBF90}"/>
                  </a:ext>
                </a:extLst>
              </p:cNvPr>
              <p:cNvSpPr/>
              <p:nvPr/>
            </p:nvSpPr>
            <p:spPr>
              <a:xfrm>
                <a:off x="7241268" y="518028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0" name="Picture 139">
                <a:extLst>
                  <a:ext uri="{FF2B5EF4-FFF2-40B4-BE49-F238E27FC236}">
                    <a16:creationId xmlns:a16="http://schemas.microsoft.com/office/drawing/2014/main" id="{DD2E0AF6-B636-4136-43C0-AD08C5408D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17431" y="521838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" name="Graphic 1">
              <a:extLst>
                <a:ext uri="{FF2B5EF4-FFF2-40B4-BE49-F238E27FC236}">
                  <a16:creationId xmlns:a16="http://schemas.microsoft.com/office/drawing/2014/main" id="{9B630538-2F00-29D8-ECDC-B9BC09A575AF}"/>
                </a:ext>
              </a:extLst>
            </p:cNvPr>
            <p:cNvGrpSpPr/>
            <p:nvPr/>
          </p:nvGrpSpPr>
          <p:grpSpPr>
            <a:xfrm>
              <a:off x="6149873" y="3291840"/>
              <a:ext cx="196197" cy="60960"/>
              <a:chOff x="7568770" y="5302206"/>
              <a:chExt cx="196197" cy="60960"/>
            </a:xfrm>
          </p:grpSpPr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BC7BC287-F026-8851-7D0A-1459B230F325}"/>
                  </a:ext>
                </a:extLst>
              </p:cNvPr>
              <p:cNvSpPr/>
              <p:nvPr/>
            </p:nvSpPr>
            <p:spPr>
              <a:xfrm>
                <a:off x="7568770" y="5332686"/>
                <a:ext cx="150499" cy="7620"/>
              </a:xfrm>
              <a:custGeom>
                <a:avLst/>
                <a:gdLst>
                  <a:gd name="csX0" fmla="*/ 0 w 150499"/>
                  <a:gd name="csY0" fmla="*/ 0 h 7620"/>
                  <a:gd name="csX1" fmla="*/ 150499 w 150499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499" h="7620">
                    <a:moveTo>
                      <a:pt x="0" y="0"/>
                    </a:moveTo>
                    <a:lnTo>
                      <a:pt x="150499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21841C81-1F99-6D09-56CA-8DA86E8340BD}"/>
                  </a:ext>
                </a:extLst>
              </p:cNvPr>
              <p:cNvSpPr/>
              <p:nvPr/>
            </p:nvSpPr>
            <p:spPr>
              <a:xfrm>
                <a:off x="7704037" y="5302206"/>
                <a:ext cx="60930" cy="60960"/>
              </a:xfrm>
              <a:custGeom>
                <a:avLst/>
                <a:gdLst>
                  <a:gd name="csX0" fmla="*/ 60931 w 60930"/>
                  <a:gd name="csY0" fmla="*/ 30480 h 60960"/>
                  <a:gd name="csX1" fmla="*/ 0 w 60930"/>
                  <a:gd name="csY1" fmla="*/ 60960 h 60960"/>
                  <a:gd name="csX2" fmla="*/ 15233 w 60930"/>
                  <a:gd name="csY2" fmla="*/ 30480 h 60960"/>
                  <a:gd name="csX3" fmla="*/ 0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60931" y="30480"/>
                    </a:moveTo>
                    <a:lnTo>
                      <a:pt x="0" y="60960"/>
                    </a:lnTo>
                    <a:lnTo>
                      <a:pt x="15233" y="30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6" name="Graphic 1">
              <a:extLst>
                <a:ext uri="{FF2B5EF4-FFF2-40B4-BE49-F238E27FC236}">
                  <a16:creationId xmlns:a16="http://schemas.microsoft.com/office/drawing/2014/main" id="{25BA8986-81BE-CB64-6B97-AD038960C568}"/>
                </a:ext>
              </a:extLst>
            </p:cNvPr>
            <p:cNvGrpSpPr/>
            <p:nvPr/>
          </p:nvGrpSpPr>
          <p:grpSpPr>
            <a:xfrm>
              <a:off x="7060027" y="2278380"/>
              <a:ext cx="761634" cy="304800"/>
              <a:chOff x="8478924" y="4288746"/>
              <a:chExt cx="761634" cy="304800"/>
            </a:xfrm>
            <a:solidFill>
              <a:srgbClr val="DAE8FC"/>
            </a:solidFill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3D389C2A-8333-A82F-C876-9E9213557472}"/>
                  </a:ext>
                </a:extLst>
              </p:cNvPr>
              <p:cNvSpPr/>
              <p:nvPr/>
            </p:nvSpPr>
            <p:spPr>
              <a:xfrm>
                <a:off x="8478924" y="428874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E7B90D02-E0BD-DF3B-110A-B972160ED7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90348" y="435351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7" name="Graphic 1">
              <a:extLst>
                <a:ext uri="{FF2B5EF4-FFF2-40B4-BE49-F238E27FC236}">
                  <a16:creationId xmlns:a16="http://schemas.microsoft.com/office/drawing/2014/main" id="{04116BC8-675A-55E6-EEB8-857D5C8E5D35}"/>
                </a:ext>
              </a:extLst>
            </p:cNvPr>
            <p:cNvGrpSpPr/>
            <p:nvPr/>
          </p:nvGrpSpPr>
          <p:grpSpPr>
            <a:xfrm>
              <a:off x="7646485" y="1958340"/>
              <a:ext cx="60930" cy="295351"/>
              <a:chOff x="9065382" y="3968706"/>
              <a:chExt cx="60930" cy="295351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403E3DB2-034E-B361-6A24-CF136FF327FF}"/>
                  </a:ext>
                </a:extLst>
              </p:cNvPr>
              <p:cNvSpPr/>
              <p:nvPr/>
            </p:nvSpPr>
            <p:spPr>
              <a:xfrm>
                <a:off x="9095848" y="396870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2FA5E24B-3FFC-4FA7-8E1F-65AB3BD6401E}"/>
                  </a:ext>
                </a:extLst>
              </p:cNvPr>
              <p:cNvSpPr/>
              <p:nvPr/>
            </p:nvSpPr>
            <p:spPr>
              <a:xfrm>
                <a:off x="9065382" y="420309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8" name="Graphic 1">
              <a:extLst>
                <a:ext uri="{FF2B5EF4-FFF2-40B4-BE49-F238E27FC236}">
                  <a16:creationId xmlns:a16="http://schemas.microsoft.com/office/drawing/2014/main" id="{9BF7D67A-A4D1-4882-A780-38950E902869}"/>
                </a:ext>
              </a:extLst>
            </p:cNvPr>
            <p:cNvGrpSpPr/>
            <p:nvPr/>
          </p:nvGrpSpPr>
          <p:grpSpPr>
            <a:xfrm>
              <a:off x="6991480" y="2072640"/>
              <a:ext cx="228490" cy="228600"/>
              <a:chOff x="8410377" y="4083006"/>
              <a:chExt cx="228490" cy="228600"/>
            </a:xfrm>
            <a:noFill/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1E30EDF3-CD10-3A2A-A515-323F0073D102}"/>
                  </a:ext>
                </a:extLst>
              </p:cNvPr>
              <p:cNvSpPr/>
              <p:nvPr/>
            </p:nvSpPr>
            <p:spPr>
              <a:xfrm>
                <a:off x="8410377" y="408300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D4BB4FE5-5990-4AD8-EE4F-F17AA0ACD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90348" y="412872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9" name="Graphic 1">
              <a:extLst>
                <a:ext uri="{FF2B5EF4-FFF2-40B4-BE49-F238E27FC236}">
                  <a16:creationId xmlns:a16="http://schemas.microsoft.com/office/drawing/2014/main" id="{85771B6F-70E4-734B-F78B-A652A3BA8248}"/>
                </a:ext>
              </a:extLst>
            </p:cNvPr>
            <p:cNvGrpSpPr/>
            <p:nvPr/>
          </p:nvGrpSpPr>
          <p:grpSpPr>
            <a:xfrm>
              <a:off x="7181888" y="1973580"/>
              <a:ext cx="60930" cy="280111"/>
              <a:chOff x="8600785" y="3983946"/>
              <a:chExt cx="60930" cy="280111"/>
            </a:xfrm>
          </p:grpSpPr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955E6CDA-4C20-4235-9CDD-BCE50D5569FA}"/>
                  </a:ext>
                </a:extLst>
              </p:cNvPr>
              <p:cNvSpPr/>
              <p:nvPr/>
            </p:nvSpPr>
            <p:spPr>
              <a:xfrm>
                <a:off x="8631251" y="3983946"/>
                <a:ext cx="7616" cy="234391"/>
              </a:xfrm>
              <a:custGeom>
                <a:avLst/>
                <a:gdLst>
                  <a:gd name="csX0" fmla="*/ 0 w 7616"/>
                  <a:gd name="csY0" fmla="*/ 0 h 234391"/>
                  <a:gd name="csX1" fmla="*/ 0 w 7616"/>
                  <a:gd name="csY1" fmla="*/ 234391 h 234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34391">
                    <a:moveTo>
                      <a:pt x="0" y="0"/>
                    </a:moveTo>
                    <a:lnTo>
                      <a:pt x="0" y="23439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976E5E51-1383-80F4-F719-B8ECE4B9545A}"/>
                  </a:ext>
                </a:extLst>
              </p:cNvPr>
              <p:cNvSpPr/>
              <p:nvPr/>
            </p:nvSpPr>
            <p:spPr>
              <a:xfrm>
                <a:off x="8600785" y="420309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0" name="Graphic 1">
              <a:extLst>
                <a:ext uri="{FF2B5EF4-FFF2-40B4-BE49-F238E27FC236}">
                  <a16:creationId xmlns:a16="http://schemas.microsoft.com/office/drawing/2014/main" id="{2FB9F37F-103E-2E13-2E85-486C6D4F8CB2}"/>
                </a:ext>
              </a:extLst>
            </p:cNvPr>
            <p:cNvGrpSpPr/>
            <p:nvPr/>
          </p:nvGrpSpPr>
          <p:grpSpPr>
            <a:xfrm>
              <a:off x="7654102" y="2072640"/>
              <a:ext cx="228490" cy="228600"/>
              <a:chOff x="9072999" y="4083006"/>
              <a:chExt cx="228490" cy="228600"/>
            </a:xfrm>
            <a:noFill/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7B52B70-3267-72CC-6E35-2D780D6BB921}"/>
                  </a:ext>
                </a:extLst>
              </p:cNvPr>
              <p:cNvSpPr/>
              <p:nvPr/>
            </p:nvSpPr>
            <p:spPr>
              <a:xfrm>
                <a:off x="9072999" y="408300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2E11750F-1E20-49FE-8C9A-DF0C67158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56778" y="412872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51" name="Graphic 1">
              <a:extLst>
                <a:ext uri="{FF2B5EF4-FFF2-40B4-BE49-F238E27FC236}">
                  <a16:creationId xmlns:a16="http://schemas.microsoft.com/office/drawing/2014/main" id="{3FC4AF68-D115-38D6-58F6-2B96A785BD55}"/>
                </a:ext>
              </a:extLst>
            </p:cNvPr>
            <p:cNvGrpSpPr/>
            <p:nvPr/>
          </p:nvGrpSpPr>
          <p:grpSpPr>
            <a:xfrm>
              <a:off x="7098108" y="1722120"/>
              <a:ext cx="228490" cy="304800"/>
              <a:chOff x="8517005" y="3732486"/>
              <a:chExt cx="228490" cy="304800"/>
            </a:xfrm>
            <a:noFill/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EA2C4CB-FD82-2B74-6037-D4904DF9FD5A}"/>
                  </a:ext>
                </a:extLst>
              </p:cNvPr>
              <p:cNvSpPr/>
              <p:nvPr/>
            </p:nvSpPr>
            <p:spPr>
              <a:xfrm>
                <a:off x="8517005" y="3732486"/>
                <a:ext cx="228490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65F463B4-FCFE-9AD6-BCD9-B6A554565D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93169" y="3789636"/>
                <a:ext cx="83779" cy="240030"/>
              </a:xfrm>
              <a:custGeom>
                <a:avLst/>
                <a:gdLst>
                  <a:gd name="csX0" fmla="*/ 0 w 83779"/>
                  <a:gd name="csY0" fmla="*/ 0 h 240030"/>
                  <a:gd name="csX1" fmla="*/ 83780 w 83779"/>
                  <a:gd name="csY1" fmla="*/ 0 h 240030"/>
                  <a:gd name="csX2" fmla="*/ 83780 w 83779"/>
                  <a:gd name="csY2" fmla="*/ 240030 h 240030"/>
                  <a:gd name="csX3" fmla="*/ 0 w 83779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79" h="240030">
                    <a:moveTo>
                      <a:pt x="0" y="0"/>
                    </a:moveTo>
                    <a:lnTo>
                      <a:pt x="83780" y="0"/>
                    </a:lnTo>
                    <a:lnTo>
                      <a:pt x="83780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52" name="Graphic 1">
              <a:extLst>
                <a:ext uri="{FF2B5EF4-FFF2-40B4-BE49-F238E27FC236}">
                  <a16:creationId xmlns:a16="http://schemas.microsoft.com/office/drawing/2014/main" id="{189B28EF-C502-E287-2328-D47008414282}"/>
                </a:ext>
              </a:extLst>
            </p:cNvPr>
            <p:cNvGrpSpPr/>
            <p:nvPr/>
          </p:nvGrpSpPr>
          <p:grpSpPr>
            <a:xfrm>
              <a:off x="7478926" y="1714500"/>
              <a:ext cx="380817" cy="316230"/>
              <a:chOff x="8897823" y="3724866"/>
              <a:chExt cx="380817" cy="316230"/>
            </a:xfrm>
            <a:noFill/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7057370-263E-B2D5-AF80-B28E5061A14F}"/>
                  </a:ext>
                </a:extLst>
              </p:cNvPr>
              <p:cNvSpPr/>
              <p:nvPr/>
            </p:nvSpPr>
            <p:spPr>
              <a:xfrm>
                <a:off x="8897823" y="372486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86F31EC0-2B72-E2E7-2FDA-4B28679825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77794" y="376296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53" name="Graphic 1">
              <a:extLst>
                <a:ext uri="{FF2B5EF4-FFF2-40B4-BE49-F238E27FC236}">
                  <a16:creationId xmlns:a16="http://schemas.microsoft.com/office/drawing/2014/main" id="{AD8FC83D-43E6-4B84-969A-8954A16890E6}"/>
                </a:ext>
              </a:extLst>
            </p:cNvPr>
            <p:cNvGrpSpPr/>
            <p:nvPr/>
          </p:nvGrpSpPr>
          <p:grpSpPr>
            <a:xfrm>
              <a:off x="6511650" y="2278380"/>
              <a:ext cx="380817" cy="316230"/>
              <a:chOff x="7930547" y="4288746"/>
              <a:chExt cx="380817" cy="316230"/>
            </a:xfrm>
            <a:noFill/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7DA3716-1750-474D-4453-2798C23F0D1F}"/>
                  </a:ext>
                </a:extLst>
              </p:cNvPr>
              <p:cNvSpPr/>
              <p:nvPr/>
            </p:nvSpPr>
            <p:spPr>
              <a:xfrm>
                <a:off x="7930547" y="428874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9A1048E2-4127-8BBF-21B8-2E9A95376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10518" y="432684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54" name="Graphic 1">
              <a:extLst>
                <a:ext uri="{FF2B5EF4-FFF2-40B4-BE49-F238E27FC236}">
                  <a16:creationId xmlns:a16="http://schemas.microsoft.com/office/drawing/2014/main" id="{2FA070BD-10FC-112C-6621-65E8645B1575}"/>
                </a:ext>
              </a:extLst>
            </p:cNvPr>
            <p:cNvGrpSpPr/>
            <p:nvPr/>
          </p:nvGrpSpPr>
          <p:grpSpPr>
            <a:xfrm>
              <a:off x="6846769" y="2400300"/>
              <a:ext cx="196197" cy="60960"/>
              <a:chOff x="8265666" y="4410666"/>
              <a:chExt cx="196197" cy="60960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0FDE5166-AE74-FB4A-0BC0-72FCFD131889}"/>
                  </a:ext>
                </a:extLst>
              </p:cNvPr>
              <p:cNvSpPr/>
              <p:nvPr/>
            </p:nvSpPr>
            <p:spPr>
              <a:xfrm>
                <a:off x="8265666" y="4441146"/>
                <a:ext cx="150499" cy="7620"/>
              </a:xfrm>
              <a:custGeom>
                <a:avLst/>
                <a:gdLst>
                  <a:gd name="csX0" fmla="*/ 0 w 150499"/>
                  <a:gd name="csY0" fmla="*/ 0 h 7620"/>
                  <a:gd name="csX1" fmla="*/ 150499 w 150499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499" h="7620">
                    <a:moveTo>
                      <a:pt x="0" y="0"/>
                    </a:moveTo>
                    <a:lnTo>
                      <a:pt x="150499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5A0241BB-B80D-5BC4-4E56-2DEA759FA5C6}"/>
                  </a:ext>
                </a:extLst>
              </p:cNvPr>
              <p:cNvSpPr/>
              <p:nvPr/>
            </p:nvSpPr>
            <p:spPr>
              <a:xfrm>
                <a:off x="8400932" y="4410666"/>
                <a:ext cx="60930" cy="60960"/>
              </a:xfrm>
              <a:custGeom>
                <a:avLst/>
                <a:gdLst>
                  <a:gd name="csX0" fmla="*/ 60931 w 60930"/>
                  <a:gd name="csY0" fmla="*/ 30480 h 60960"/>
                  <a:gd name="csX1" fmla="*/ 0 w 60930"/>
                  <a:gd name="csY1" fmla="*/ 60960 h 60960"/>
                  <a:gd name="csX2" fmla="*/ 15233 w 60930"/>
                  <a:gd name="csY2" fmla="*/ 30480 h 60960"/>
                  <a:gd name="csX3" fmla="*/ 0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60931" y="30480"/>
                    </a:moveTo>
                    <a:lnTo>
                      <a:pt x="0" y="60960"/>
                    </a:lnTo>
                    <a:lnTo>
                      <a:pt x="15233" y="30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F173BC-FFB1-25EE-FDD6-19F362A6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95334E-282B-6BB8-25BB-31A92223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80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1946CD6B-67D4-D4E3-4643-7820ED996375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A1293BF-9605-1797-4BBF-95E1C06F68FC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7284AF3-B1AE-6403-4538-CE826EE179A4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CF65A96B-1013-29BC-9BF4-D57704CEBC3F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42680E-FB00-60BB-5720-E327CA7C36CE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96EE03-AAA4-E4BC-8E04-9F68B506A113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2633CF-67EB-4A14-37C1-66CD369CB47D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6B2BA3-B978-FE6E-346A-1B52CDE1C73C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784988-2DBF-484E-46CA-1EC25A699D3D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1732430A-83D5-41CB-2CF9-080393F6BFCA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709C0EAD-8BFE-A30B-9BC3-9F824EF9DE7C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14F95514-C526-32FF-910D-59A44173B321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96213013-822F-7917-1530-F84971422CF7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A75092-04B7-3B1F-68D8-085E0B3E41B6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A10DD55-1BD5-0AAC-5037-4512F5A744BE}"/>
              </a:ext>
            </a:extLst>
          </p:cNvPr>
          <p:cNvSpPr/>
          <p:nvPr/>
        </p:nvSpPr>
        <p:spPr>
          <a:xfrm>
            <a:off x="10131002" y="938648"/>
            <a:ext cx="121880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018349-92D6-AEEF-B856-BA94BACE13C2}"/>
              </a:ext>
            </a:extLst>
          </p:cNvPr>
          <p:cNvSpPr/>
          <p:nvPr/>
        </p:nvSpPr>
        <p:spPr>
          <a:xfrm>
            <a:off x="888434" y="958526"/>
            <a:ext cx="678941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83DBC2ED-E978-6C14-D8BC-5397CC898186}"/>
              </a:ext>
            </a:extLst>
          </p:cNvPr>
          <p:cNvGrpSpPr/>
          <p:nvPr/>
        </p:nvGrpSpPr>
        <p:grpSpPr>
          <a:xfrm>
            <a:off x="2459084" y="2019914"/>
            <a:ext cx="2787417" cy="3352084"/>
            <a:chOff x="3385140" y="2141220"/>
            <a:chExt cx="1904086" cy="2289810"/>
          </a:xfrm>
        </p:grpSpPr>
        <p:grpSp>
          <p:nvGrpSpPr>
            <p:cNvPr id="328" name="Graphic 1">
              <a:extLst>
                <a:ext uri="{FF2B5EF4-FFF2-40B4-BE49-F238E27FC236}">
                  <a16:creationId xmlns:a16="http://schemas.microsoft.com/office/drawing/2014/main" id="{0028E14C-605D-150A-46CB-16010ADC822F}"/>
                </a:ext>
              </a:extLst>
            </p:cNvPr>
            <p:cNvGrpSpPr/>
            <p:nvPr/>
          </p:nvGrpSpPr>
          <p:grpSpPr>
            <a:xfrm>
              <a:off x="4277319" y="2401366"/>
              <a:ext cx="238467" cy="224713"/>
              <a:chOff x="5696216" y="4411732"/>
              <a:chExt cx="238467" cy="224713"/>
            </a:xfrm>
          </p:grpSpPr>
          <p:sp>
            <p:nvSpPr>
              <p:cNvPr id="402" name="Freeform 401">
                <a:extLst>
                  <a:ext uri="{FF2B5EF4-FFF2-40B4-BE49-F238E27FC236}">
                    <a16:creationId xmlns:a16="http://schemas.microsoft.com/office/drawing/2014/main" id="{A6751062-D2A4-0E1D-0E21-1373584C4B65}"/>
                  </a:ext>
                </a:extLst>
              </p:cNvPr>
              <p:cNvSpPr/>
              <p:nvPr/>
            </p:nvSpPr>
            <p:spPr>
              <a:xfrm>
                <a:off x="5696216" y="4411732"/>
                <a:ext cx="205184" cy="193319"/>
              </a:xfrm>
              <a:custGeom>
                <a:avLst/>
                <a:gdLst>
                  <a:gd name="csX0" fmla="*/ 0 w 205184"/>
                  <a:gd name="csY0" fmla="*/ 0 h 193319"/>
                  <a:gd name="csX1" fmla="*/ 205184 w 205184"/>
                  <a:gd name="csY1" fmla="*/ 193319 h 193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5184" h="193319">
                    <a:moveTo>
                      <a:pt x="0" y="0"/>
                    </a:moveTo>
                    <a:lnTo>
                      <a:pt x="205184" y="193319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D7D7A6FF-124E-E43C-0FCB-11E26B0D8799}"/>
                  </a:ext>
                </a:extLst>
              </p:cNvPr>
              <p:cNvSpPr/>
              <p:nvPr/>
            </p:nvSpPr>
            <p:spPr>
              <a:xfrm>
                <a:off x="5869488" y="4572438"/>
                <a:ext cx="65195" cy="64008"/>
              </a:xfrm>
              <a:custGeom>
                <a:avLst/>
                <a:gdLst>
                  <a:gd name="csX0" fmla="*/ 65196 w 65195"/>
                  <a:gd name="csY0" fmla="*/ 64008 h 64008"/>
                  <a:gd name="csX1" fmla="*/ 0 w 65195"/>
                  <a:gd name="csY1" fmla="*/ 44348 h 64008"/>
                  <a:gd name="csX2" fmla="*/ 31913 w 65195"/>
                  <a:gd name="csY2" fmla="*/ 32614 h 64008"/>
                  <a:gd name="csX3" fmla="*/ 41738 w 65195"/>
                  <a:gd name="csY3" fmla="*/ 0 h 640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195" h="64008">
                    <a:moveTo>
                      <a:pt x="65196" y="64008"/>
                    </a:moveTo>
                    <a:lnTo>
                      <a:pt x="0" y="44348"/>
                    </a:lnTo>
                    <a:lnTo>
                      <a:pt x="31913" y="32614"/>
                    </a:lnTo>
                    <a:lnTo>
                      <a:pt x="417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29" name="Graphic 1">
              <a:extLst>
                <a:ext uri="{FF2B5EF4-FFF2-40B4-BE49-F238E27FC236}">
                  <a16:creationId xmlns:a16="http://schemas.microsoft.com/office/drawing/2014/main" id="{8D58A490-0A4F-9624-4582-D3E60FD597CD}"/>
                </a:ext>
              </a:extLst>
            </p:cNvPr>
            <p:cNvGrpSpPr/>
            <p:nvPr/>
          </p:nvGrpSpPr>
          <p:grpSpPr>
            <a:xfrm>
              <a:off x="4017297" y="2141220"/>
              <a:ext cx="304653" cy="304800"/>
              <a:chOff x="5436194" y="4151586"/>
              <a:chExt cx="304653" cy="304800"/>
            </a:xfrm>
            <a:solidFill>
              <a:srgbClr val="FFFFFF"/>
            </a:solidFill>
          </p:grpSpPr>
          <p:sp>
            <p:nvSpPr>
              <p:cNvPr id="400" name="Oval 399">
                <a:extLst>
                  <a:ext uri="{FF2B5EF4-FFF2-40B4-BE49-F238E27FC236}">
                    <a16:creationId xmlns:a16="http://schemas.microsoft.com/office/drawing/2014/main" id="{21C7DEE4-F9C4-1EE6-4076-EF88BC3B1FBD}"/>
                  </a:ext>
                </a:extLst>
              </p:cNvPr>
              <p:cNvSpPr/>
              <p:nvPr/>
            </p:nvSpPr>
            <p:spPr>
              <a:xfrm>
                <a:off x="5436194" y="415158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01" name="Picture 400">
                <a:extLst>
                  <a:ext uri="{FF2B5EF4-FFF2-40B4-BE49-F238E27FC236}">
                    <a16:creationId xmlns:a16="http://schemas.microsoft.com/office/drawing/2014/main" id="{23E3ACF9-9E40-DCBB-3405-119058276D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43810" y="4223976"/>
                <a:ext cx="289421" cy="190500"/>
              </a:xfrm>
              <a:custGeom>
                <a:avLst/>
                <a:gdLst>
                  <a:gd name="csX0" fmla="*/ 0 w 289421"/>
                  <a:gd name="csY0" fmla="*/ 0 h 190500"/>
                  <a:gd name="csX1" fmla="*/ 289421 w 289421"/>
                  <a:gd name="csY1" fmla="*/ 0 h 190500"/>
                  <a:gd name="csX2" fmla="*/ 289421 w 289421"/>
                  <a:gd name="csY2" fmla="*/ 190500 h 190500"/>
                  <a:gd name="csX3" fmla="*/ 0 w 289421"/>
                  <a:gd name="csY3" fmla="*/ 190500 h 19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050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0500"/>
                    </a:lnTo>
                    <a:lnTo>
                      <a:pt x="0" y="190500"/>
                    </a:lnTo>
                    <a:close/>
                  </a:path>
                </a:pathLst>
              </a:custGeom>
            </p:spPr>
          </p:pic>
        </p:grpSp>
        <p:grpSp>
          <p:nvGrpSpPr>
            <p:cNvPr id="330" name="Graphic 1">
              <a:extLst>
                <a:ext uri="{FF2B5EF4-FFF2-40B4-BE49-F238E27FC236}">
                  <a16:creationId xmlns:a16="http://schemas.microsoft.com/office/drawing/2014/main" id="{22C9C7B0-4416-5919-49E2-80C32F1AEAAB}"/>
                </a:ext>
              </a:extLst>
            </p:cNvPr>
            <p:cNvGrpSpPr/>
            <p:nvPr/>
          </p:nvGrpSpPr>
          <p:grpSpPr>
            <a:xfrm>
              <a:off x="4696218" y="2881426"/>
              <a:ext cx="322704" cy="426262"/>
              <a:chOff x="6115115" y="4891792"/>
              <a:chExt cx="322704" cy="426262"/>
            </a:xfrm>
          </p:grpSpPr>
          <p:sp>
            <p:nvSpPr>
              <p:cNvPr id="398" name="Freeform 397">
                <a:extLst>
                  <a:ext uri="{FF2B5EF4-FFF2-40B4-BE49-F238E27FC236}">
                    <a16:creationId xmlns:a16="http://schemas.microsoft.com/office/drawing/2014/main" id="{7C516D9D-2BEB-4699-D4BD-0BD0539F75D9}"/>
                  </a:ext>
                </a:extLst>
              </p:cNvPr>
              <p:cNvSpPr/>
              <p:nvPr/>
            </p:nvSpPr>
            <p:spPr>
              <a:xfrm>
                <a:off x="6115115" y="4891792"/>
                <a:ext cx="295133" cy="389762"/>
              </a:xfrm>
              <a:custGeom>
                <a:avLst/>
                <a:gdLst>
                  <a:gd name="csX0" fmla="*/ 0 w 295133"/>
                  <a:gd name="csY0" fmla="*/ 0 h 389762"/>
                  <a:gd name="csX1" fmla="*/ 295133 w 295133"/>
                  <a:gd name="csY1" fmla="*/ 389763 h 3897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95133" h="389762">
                    <a:moveTo>
                      <a:pt x="0" y="0"/>
                    </a:moveTo>
                    <a:lnTo>
                      <a:pt x="295133" y="389763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6FCCD6A8-A931-9AA8-F5CB-07CEAC8D3186}"/>
                  </a:ext>
                </a:extLst>
              </p:cNvPr>
              <p:cNvSpPr/>
              <p:nvPr/>
            </p:nvSpPr>
            <p:spPr>
              <a:xfrm>
                <a:off x="6376736" y="5250999"/>
                <a:ext cx="61083" cy="67055"/>
              </a:xfrm>
              <a:custGeom>
                <a:avLst/>
                <a:gdLst>
                  <a:gd name="csX0" fmla="*/ 61083 w 61083"/>
                  <a:gd name="csY0" fmla="*/ 67056 h 67055"/>
                  <a:gd name="csX1" fmla="*/ 0 w 61083"/>
                  <a:gd name="csY1" fmla="*/ 36804 h 67055"/>
                  <a:gd name="csX2" fmla="*/ 33512 w 61083"/>
                  <a:gd name="csY2" fmla="*/ 30556 h 67055"/>
                  <a:gd name="csX3" fmla="*/ 48592 w 61083"/>
                  <a:gd name="csY3" fmla="*/ 0 h 67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083" h="67055">
                    <a:moveTo>
                      <a:pt x="61083" y="67056"/>
                    </a:moveTo>
                    <a:lnTo>
                      <a:pt x="0" y="36804"/>
                    </a:lnTo>
                    <a:lnTo>
                      <a:pt x="33512" y="30556"/>
                    </a:lnTo>
                    <a:lnTo>
                      <a:pt x="485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1" name="Graphic 1">
              <a:extLst>
                <a:ext uri="{FF2B5EF4-FFF2-40B4-BE49-F238E27FC236}">
                  <a16:creationId xmlns:a16="http://schemas.microsoft.com/office/drawing/2014/main" id="{D6AC684A-F86F-89B5-8FA2-57010EC569E3}"/>
                </a:ext>
              </a:extLst>
            </p:cNvPr>
            <p:cNvGrpSpPr/>
            <p:nvPr/>
          </p:nvGrpSpPr>
          <p:grpSpPr>
            <a:xfrm>
              <a:off x="4355539" y="2881426"/>
              <a:ext cx="125288" cy="153390"/>
              <a:chOff x="5774436" y="4891792"/>
              <a:chExt cx="125288" cy="153390"/>
            </a:xfrm>
          </p:grpSpPr>
          <p:sp>
            <p:nvSpPr>
              <p:cNvPr id="396" name="Freeform 395">
                <a:extLst>
                  <a:ext uri="{FF2B5EF4-FFF2-40B4-BE49-F238E27FC236}">
                    <a16:creationId xmlns:a16="http://schemas.microsoft.com/office/drawing/2014/main" id="{5566BBFD-B315-0C9A-5BD8-8534B399ED00}"/>
                  </a:ext>
                </a:extLst>
              </p:cNvPr>
              <p:cNvSpPr/>
              <p:nvPr/>
            </p:nvSpPr>
            <p:spPr>
              <a:xfrm>
                <a:off x="5803378" y="4891792"/>
                <a:ext cx="96346" cy="117957"/>
              </a:xfrm>
              <a:custGeom>
                <a:avLst/>
                <a:gdLst>
                  <a:gd name="csX0" fmla="*/ 96347 w 96346"/>
                  <a:gd name="csY0" fmla="*/ 0 h 117957"/>
                  <a:gd name="csX1" fmla="*/ 0 w 96346"/>
                  <a:gd name="csY1" fmla="*/ 117957 h 1179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6346" h="117957">
                    <a:moveTo>
                      <a:pt x="96347" y="0"/>
                    </a:moveTo>
                    <a:lnTo>
                      <a:pt x="0" y="117957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8F5154B0-C09D-D743-1107-297A6820D9F3}"/>
                  </a:ext>
                </a:extLst>
              </p:cNvPr>
              <p:cNvSpPr/>
              <p:nvPr/>
            </p:nvSpPr>
            <p:spPr>
              <a:xfrm>
                <a:off x="5774436" y="4978660"/>
                <a:ext cx="62149" cy="66522"/>
              </a:xfrm>
              <a:custGeom>
                <a:avLst/>
                <a:gdLst>
                  <a:gd name="csX0" fmla="*/ 0 w 62149"/>
                  <a:gd name="csY0" fmla="*/ 66523 h 66522"/>
                  <a:gd name="csX1" fmla="*/ 15004 w 62149"/>
                  <a:gd name="csY1" fmla="*/ 0 h 66522"/>
                  <a:gd name="csX2" fmla="*/ 28942 w 62149"/>
                  <a:gd name="csY2" fmla="*/ 31090 h 66522"/>
                  <a:gd name="csX3" fmla="*/ 62149 w 62149"/>
                  <a:gd name="csY3" fmla="*/ 38557 h 665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2149" h="66522">
                    <a:moveTo>
                      <a:pt x="0" y="66523"/>
                    </a:moveTo>
                    <a:lnTo>
                      <a:pt x="15004" y="0"/>
                    </a:lnTo>
                    <a:lnTo>
                      <a:pt x="28942" y="31090"/>
                    </a:lnTo>
                    <a:lnTo>
                      <a:pt x="62149" y="38557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4" name="Graphic 1">
              <a:extLst>
                <a:ext uri="{FF2B5EF4-FFF2-40B4-BE49-F238E27FC236}">
                  <a16:creationId xmlns:a16="http://schemas.microsoft.com/office/drawing/2014/main" id="{F94D06EF-60F7-5E79-4482-CF784E1F0BB0}"/>
                </a:ext>
              </a:extLst>
            </p:cNvPr>
            <p:cNvGrpSpPr/>
            <p:nvPr/>
          </p:nvGrpSpPr>
          <p:grpSpPr>
            <a:xfrm>
              <a:off x="4436196" y="2621280"/>
              <a:ext cx="304653" cy="304800"/>
              <a:chOff x="5855093" y="4631646"/>
              <a:chExt cx="304653" cy="304800"/>
            </a:xfrm>
            <a:solidFill>
              <a:srgbClr val="FFFFFF"/>
            </a:solidFill>
          </p:grpSpPr>
          <p:sp>
            <p:nvSpPr>
              <p:cNvPr id="394" name="Oval 393">
                <a:extLst>
                  <a:ext uri="{FF2B5EF4-FFF2-40B4-BE49-F238E27FC236}">
                    <a16:creationId xmlns:a16="http://schemas.microsoft.com/office/drawing/2014/main" id="{649553A6-04B7-EBB7-1102-19162ECF2456}"/>
                  </a:ext>
                </a:extLst>
              </p:cNvPr>
              <p:cNvSpPr/>
              <p:nvPr/>
            </p:nvSpPr>
            <p:spPr>
              <a:xfrm>
                <a:off x="5855093" y="463164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95" name="Picture 394">
                <a:extLst>
                  <a:ext uri="{FF2B5EF4-FFF2-40B4-BE49-F238E27FC236}">
                    <a16:creationId xmlns:a16="http://schemas.microsoft.com/office/drawing/2014/main" id="{55D1EB66-A36E-3627-97AB-FA1D1030C7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62709" y="4704036"/>
                <a:ext cx="289421" cy="190500"/>
              </a:xfrm>
              <a:custGeom>
                <a:avLst/>
                <a:gdLst>
                  <a:gd name="csX0" fmla="*/ 0 w 289421"/>
                  <a:gd name="csY0" fmla="*/ 0 h 190500"/>
                  <a:gd name="csX1" fmla="*/ 289421 w 289421"/>
                  <a:gd name="csY1" fmla="*/ 0 h 190500"/>
                  <a:gd name="csX2" fmla="*/ 289421 w 289421"/>
                  <a:gd name="csY2" fmla="*/ 190500 h 190500"/>
                  <a:gd name="csX3" fmla="*/ 0 w 289421"/>
                  <a:gd name="csY3" fmla="*/ 190500 h 19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050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0500"/>
                    </a:lnTo>
                    <a:lnTo>
                      <a:pt x="0" y="190500"/>
                    </a:lnTo>
                    <a:close/>
                  </a:path>
                </a:pathLst>
              </a:custGeom>
            </p:spPr>
          </p:pic>
        </p:grpSp>
        <p:grpSp>
          <p:nvGrpSpPr>
            <p:cNvPr id="335" name="Graphic 1">
              <a:extLst>
                <a:ext uri="{FF2B5EF4-FFF2-40B4-BE49-F238E27FC236}">
                  <a16:creationId xmlns:a16="http://schemas.microsoft.com/office/drawing/2014/main" id="{4D726539-073A-44FB-1423-F2B9DC22741B}"/>
                </a:ext>
              </a:extLst>
            </p:cNvPr>
            <p:cNvGrpSpPr/>
            <p:nvPr/>
          </p:nvGrpSpPr>
          <p:grpSpPr>
            <a:xfrm>
              <a:off x="3645162" y="3087166"/>
              <a:ext cx="179898" cy="318287"/>
              <a:chOff x="5064059" y="5097532"/>
              <a:chExt cx="179898" cy="318287"/>
            </a:xfrm>
          </p:grpSpPr>
          <p:sp>
            <p:nvSpPr>
              <p:cNvPr id="392" name="Freeform 391">
                <a:extLst>
                  <a:ext uri="{FF2B5EF4-FFF2-40B4-BE49-F238E27FC236}">
                    <a16:creationId xmlns:a16="http://schemas.microsoft.com/office/drawing/2014/main" id="{76F0EDCB-8F2E-FA09-D832-330E926AC8D8}"/>
                  </a:ext>
                </a:extLst>
              </p:cNvPr>
              <p:cNvSpPr/>
              <p:nvPr/>
            </p:nvSpPr>
            <p:spPr>
              <a:xfrm>
                <a:off x="5064059" y="5097532"/>
                <a:ext cx="157353" cy="278510"/>
              </a:xfrm>
              <a:custGeom>
                <a:avLst/>
                <a:gdLst>
                  <a:gd name="csX0" fmla="*/ 0 w 157353"/>
                  <a:gd name="csY0" fmla="*/ 0 h 278510"/>
                  <a:gd name="csX1" fmla="*/ 157354 w 157353"/>
                  <a:gd name="csY1" fmla="*/ 278511 h 278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7353" h="278510">
                    <a:moveTo>
                      <a:pt x="0" y="0"/>
                    </a:moveTo>
                    <a:lnTo>
                      <a:pt x="157354" y="27851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3" name="Freeform 392">
                <a:extLst>
                  <a:ext uri="{FF2B5EF4-FFF2-40B4-BE49-F238E27FC236}">
                    <a16:creationId xmlns:a16="http://schemas.microsoft.com/office/drawing/2014/main" id="{0D405BF8-8B82-FB15-C7D1-A742D5C9A7BA}"/>
                  </a:ext>
                </a:extLst>
              </p:cNvPr>
              <p:cNvSpPr/>
              <p:nvPr/>
            </p:nvSpPr>
            <p:spPr>
              <a:xfrm>
                <a:off x="5187444" y="5347773"/>
                <a:ext cx="56513" cy="68046"/>
              </a:xfrm>
              <a:custGeom>
                <a:avLst/>
                <a:gdLst>
                  <a:gd name="csX0" fmla="*/ 56513 w 56513"/>
                  <a:gd name="csY0" fmla="*/ 68047 h 68046"/>
                  <a:gd name="csX1" fmla="*/ 0 w 56513"/>
                  <a:gd name="csY1" fmla="*/ 30023 h 68046"/>
                  <a:gd name="csX2" fmla="*/ 33969 w 56513"/>
                  <a:gd name="csY2" fmla="*/ 28270 h 68046"/>
                  <a:gd name="csX3" fmla="*/ 53010 w 56513"/>
                  <a:gd name="csY3" fmla="*/ 0 h 680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6513" h="68046">
                    <a:moveTo>
                      <a:pt x="56513" y="68047"/>
                    </a:moveTo>
                    <a:lnTo>
                      <a:pt x="0" y="30023"/>
                    </a:lnTo>
                    <a:lnTo>
                      <a:pt x="33969" y="28270"/>
                    </a:lnTo>
                    <a:lnTo>
                      <a:pt x="530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9" name="Graphic 1">
              <a:extLst>
                <a:ext uri="{FF2B5EF4-FFF2-40B4-BE49-F238E27FC236}">
                  <a16:creationId xmlns:a16="http://schemas.microsoft.com/office/drawing/2014/main" id="{7571D4EC-C755-A486-9B56-AFFEF2D196F5}"/>
                </a:ext>
              </a:extLst>
            </p:cNvPr>
            <p:cNvGrpSpPr/>
            <p:nvPr/>
          </p:nvGrpSpPr>
          <p:grpSpPr>
            <a:xfrm>
              <a:off x="3537467" y="3131820"/>
              <a:ext cx="298408" cy="1050341"/>
              <a:chOff x="4956364" y="5142186"/>
              <a:chExt cx="298408" cy="1050341"/>
            </a:xfrm>
          </p:grpSpPr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CF528BF1-1F01-2508-0CC8-2F8911B3B376}"/>
                  </a:ext>
                </a:extLst>
              </p:cNvPr>
              <p:cNvSpPr/>
              <p:nvPr/>
            </p:nvSpPr>
            <p:spPr>
              <a:xfrm>
                <a:off x="4956364" y="5142186"/>
                <a:ext cx="272969" cy="1006220"/>
              </a:xfrm>
              <a:custGeom>
                <a:avLst/>
                <a:gdLst>
                  <a:gd name="csX0" fmla="*/ 0 w 272969"/>
                  <a:gd name="csY0" fmla="*/ 0 h 1006220"/>
                  <a:gd name="csX1" fmla="*/ 272970 w 272969"/>
                  <a:gd name="csY1" fmla="*/ 1006221 h 10062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2969" h="1006220">
                    <a:moveTo>
                      <a:pt x="0" y="0"/>
                    </a:moveTo>
                    <a:lnTo>
                      <a:pt x="272970" y="100622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1" name="Freeform 390">
                <a:extLst>
                  <a:ext uri="{FF2B5EF4-FFF2-40B4-BE49-F238E27FC236}">
                    <a16:creationId xmlns:a16="http://schemas.microsoft.com/office/drawing/2014/main" id="{FC1018DB-59AC-F64B-E20E-B07945A5EEC5}"/>
                  </a:ext>
                </a:extLst>
              </p:cNvPr>
              <p:cNvSpPr/>
              <p:nvPr/>
            </p:nvSpPr>
            <p:spPr>
              <a:xfrm>
                <a:off x="5195974" y="6125699"/>
                <a:ext cx="58798" cy="66827"/>
              </a:xfrm>
              <a:custGeom>
                <a:avLst/>
                <a:gdLst>
                  <a:gd name="csX0" fmla="*/ 45317 w 58798"/>
                  <a:gd name="csY0" fmla="*/ 66828 h 66827"/>
                  <a:gd name="csX1" fmla="*/ 0 w 58798"/>
                  <a:gd name="csY1" fmla="*/ 16002 h 66827"/>
                  <a:gd name="csX2" fmla="*/ 33360 w 58798"/>
                  <a:gd name="csY2" fmla="*/ 22707 h 66827"/>
                  <a:gd name="csX3" fmla="*/ 58798 w 58798"/>
                  <a:gd name="csY3" fmla="*/ 0 h 668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798" h="66827">
                    <a:moveTo>
                      <a:pt x="45317" y="66828"/>
                    </a:moveTo>
                    <a:lnTo>
                      <a:pt x="0" y="16002"/>
                    </a:lnTo>
                    <a:lnTo>
                      <a:pt x="33360" y="22707"/>
                    </a:lnTo>
                    <a:lnTo>
                      <a:pt x="5879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0" name="Graphic 1">
              <a:extLst>
                <a:ext uri="{FF2B5EF4-FFF2-40B4-BE49-F238E27FC236}">
                  <a16:creationId xmlns:a16="http://schemas.microsoft.com/office/drawing/2014/main" id="{C857A499-9C82-B9B2-EBD5-26642EF0E790}"/>
                </a:ext>
              </a:extLst>
            </p:cNvPr>
            <p:cNvGrpSpPr/>
            <p:nvPr/>
          </p:nvGrpSpPr>
          <p:grpSpPr>
            <a:xfrm>
              <a:off x="3385140" y="2827020"/>
              <a:ext cx="304653" cy="304800"/>
              <a:chOff x="4804037" y="4837386"/>
              <a:chExt cx="304653" cy="304800"/>
            </a:xfrm>
            <a:solidFill>
              <a:srgbClr val="FFFFFF"/>
            </a:solidFill>
          </p:grpSpPr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E0DE3828-DC39-5A62-8A16-B22BBD60100F}"/>
                  </a:ext>
                </a:extLst>
              </p:cNvPr>
              <p:cNvSpPr/>
              <p:nvPr/>
            </p:nvSpPr>
            <p:spPr>
              <a:xfrm>
                <a:off x="4804037" y="483738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89" name="Picture 388">
                <a:extLst>
                  <a:ext uri="{FF2B5EF4-FFF2-40B4-BE49-F238E27FC236}">
                    <a16:creationId xmlns:a16="http://schemas.microsoft.com/office/drawing/2014/main" id="{533B8F23-40FF-1204-D306-D26949BA7E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11653" y="4905966"/>
                <a:ext cx="289421" cy="198120"/>
              </a:xfrm>
              <a:custGeom>
                <a:avLst/>
                <a:gdLst>
                  <a:gd name="csX0" fmla="*/ 0 w 289421"/>
                  <a:gd name="csY0" fmla="*/ 0 h 198120"/>
                  <a:gd name="csX1" fmla="*/ 289421 w 289421"/>
                  <a:gd name="csY1" fmla="*/ 0 h 198120"/>
                  <a:gd name="csX2" fmla="*/ 289421 w 289421"/>
                  <a:gd name="csY2" fmla="*/ 198120 h 198120"/>
                  <a:gd name="csX3" fmla="*/ 0 w 289421"/>
                  <a:gd name="csY3" fmla="*/ 198120 h 19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812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8120"/>
                    </a:lnTo>
                    <a:lnTo>
                      <a:pt x="0" y="198120"/>
                    </a:lnTo>
                    <a:close/>
                  </a:path>
                </a:pathLst>
              </a:custGeom>
            </p:spPr>
          </p:pic>
        </p:grpSp>
        <p:grpSp>
          <p:nvGrpSpPr>
            <p:cNvPr id="341" name="Graphic 1">
              <a:extLst>
                <a:ext uri="{FF2B5EF4-FFF2-40B4-BE49-F238E27FC236}">
                  <a16:creationId xmlns:a16="http://schemas.microsoft.com/office/drawing/2014/main" id="{3F5E4457-DCC7-DC91-DF51-64BBFFAD86B0}"/>
                </a:ext>
              </a:extLst>
            </p:cNvPr>
            <p:cNvGrpSpPr/>
            <p:nvPr/>
          </p:nvGrpSpPr>
          <p:grpSpPr>
            <a:xfrm>
              <a:off x="3550719" y="2401366"/>
              <a:ext cx="511209" cy="414909"/>
              <a:chOff x="4969616" y="4411732"/>
              <a:chExt cx="511209" cy="414909"/>
            </a:xfrm>
          </p:grpSpPr>
          <p:sp>
            <p:nvSpPr>
              <p:cNvPr id="386" name="Freeform 385">
                <a:extLst>
                  <a:ext uri="{FF2B5EF4-FFF2-40B4-BE49-F238E27FC236}">
                    <a16:creationId xmlns:a16="http://schemas.microsoft.com/office/drawing/2014/main" id="{0F51C858-9088-791E-1251-01118FA5A22F}"/>
                  </a:ext>
                </a:extLst>
              </p:cNvPr>
              <p:cNvSpPr/>
              <p:nvPr/>
            </p:nvSpPr>
            <p:spPr>
              <a:xfrm>
                <a:off x="5005109" y="4411732"/>
                <a:ext cx="475716" cy="386105"/>
              </a:xfrm>
              <a:custGeom>
                <a:avLst/>
                <a:gdLst>
                  <a:gd name="csX0" fmla="*/ 475717 w 475716"/>
                  <a:gd name="csY0" fmla="*/ 0 h 386105"/>
                  <a:gd name="csX1" fmla="*/ 0 w 475716"/>
                  <a:gd name="csY1" fmla="*/ 386105 h 3861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75716" h="386105">
                    <a:moveTo>
                      <a:pt x="475717" y="0"/>
                    </a:moveTo>
                    <a:lnTo>
                      <a:pt x="0" y="386105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87" name="Freeform 386">
                <a:extLst>
                  <a:ext uri="{FF2B5EF4-FFF2-40B4-BE49-F238E27FC236}">
                    <a16:creationId xmlns:a16="http://schemas.microsoft.com/office/drawing/2014/main" id="{F472C53A-3426-EA9E-AE28-DBFD140865BD}"/>
                  </a:ext>
                </a:extLst>
              </p:cNvPr>
              <p:cNvSpPr/>
              <p:nvPr/>
            </p:nvSpPr>
            <p:spPr>
              <a:xfrm>
                <a:off x="4969616" y="4764615"/>
                <a:ext cx="66490" cy="62026"/>
              </a:xfrm>
              <a:custGeom>
                <a:avLst/>
                <a:gdLst>
                  <a:gd name="csX0" fmla="*/ 0 w 66490"/>
                  <a:gd name="csY0" fmla="*/ 62027 h 62026"/>
                  <a:gd name="csX1" fmla="*/ 28104 w 66490"/>
                  <a:gd name="csY1" fmla="*/ 0 h 62026"/>
                  <a:gd name="csX2" fmla="*/ 35492 w 66490"/>
                  <a:gd name="csY2" fmla="*/ 33223 h 62026"/>
                  <a:gd name="csX3" fmla="*/ 66491 w 66490"/>
                  <a:gd name="csY3" fmla="*/ 47320 h 62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90" h="62026">
                    <a:moveTo>
                      <a:pt x="0" y="62027"/>
                    </a:moveTo>
                    <a:lnTo>
                      <a:pt x="28104" y="0"/>
                    </a:lnTo>
                    <a:lnTo>
                      <a:pt x="35492" y="33223"/>
                    </a:lnTo>
                    <a:lnTo>
                      <a:pt x="66491" y="4732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2" name="Graphic 1">
              <a:extLst>
                <a:ext uri="{FF2B5EF4-FFF2-40B4-BE49-F238E27FC236}">
                  <a16:creationId xmlns:a16="http://schemas.microsoft.com/office/drawing/2014/main" id="{6C67BD3B-E02E-DDE9-0276-7200C61604E2}"/>
                </a:ext>
              </a:extLst>
            </p:cNvPr>
            <p:cNvGrpSpPr/>
            <p:nvPr/>
          </p:nvGrpSpPr>
          <p:grpSpPr>
            <a:xfrm>
              <a:off x="3862304" y="3680460"/>
              <a:ext cx="78829" cy="501243"/>
              <a:chOff x="5281201" y="5690826"/>
              <a:chExt cx="78829" cy="501243"/>
            </a:xfrm>
          </p:grpSpPr>
          <p:sp>
            <p:nvSpPr>
              <p:cNvPr id="384" name="Freeform 383">
                <a:extLst>
                  <a:ext uri="{FF2B5EF4-FFF2-40B4-BE49-F238E27FC236}">
                    <a16:creationId xmlns:a16="http://schemas.microsoft.com/office/drawing/2014/main" id="{835D505E-C951-3EB8-F445-BE2AD1FBDFB3}"/>
                  </a:ext>
                </a:extLst>
              </p:cNvPr>
              <p:cNvSpPr/>
              <p:nvPr/>
            </p:nvSpPr>
            <p:spPr>
              <a:xfrm>
                <a:off x="5309762" y="5690826"/>
                <a:ext cx="50267" cy="455752"/>
              </a:xfrm>
              <a:custGeom>
                <a:avLst/>
                <a:gdLst>
                  <a:gd name="csX0" fmla="*/ 50268 w 50267"/>
                  <a:gd name="csY0" fmla="*/ 0 h 455752"/>
                  <a:gd name="csX1" fmla="*/ 0 w 50267"/>
                  <a:gd name="csY1" fmla="*/ 455752 h 4557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0267" h="455752">
                    <a:moveTo>
                      <a:pt x="50268" y="0"/>
                    </a:moveTo>
                    <a:lnTo>
                      <a:pt x="0" y="455752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C87A7ABA-D65F-DC44-B9D1-8B0B9B18311D}"/>
                  </a:ext>
                </a:extLst>
              </p:cNvPr>
              <p:cNvSpPr/>
              <p:nvPr/>
            </p:nvSpPr>
            <p:spPr>
              <a:xfrm>
                <a:off x="5281201" y="6128137"/>
                <a:ext cx="60549" cy="63931"/>
              </a:xfrm>
              <a:custGeom>
                <a:avLst/>
                <a:gdLst>
                  <a:gd name="csX0" fmla="*/ 23611 w 60549"/>
                  <a:gd name="csY0" fmla="*/ 63932 h 63931"/>
                  <a:gd name="csX1" fmla="*/ 0 w 60549"/>
                  <a:gd name="csY1" fmla="*/ 0 h 63931"/>
                  <a:gd name="csX2" fmla="*/ 28561 w 60549"/>
                  <a:gd name="csY2" fmla="*/ 18440 h 63931"/>
                  <a:gd name="csX3" fmla="*/ 60550 w 60549"/>
                  <a:gd name="csY3" fmla="*/ 6629 h 639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549" h="63931">
                    <a:moveTo>
                      <a:pt x="23611" y="63932"/>
                    </a:moveTo>
                    <a:lnTo>
                      <a:pt x="0" y="0"/>
                    </a:lnTo>
                    <a:lnTo>
                      <a:pt x="28561" y="18440"/>
                    </a:lnTo>
                    <a:lnTo>
                      <a:pt x="60550" y="6629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3" name="Graphic 1">
              <a:extLst>
                <a:ext uri="{FF2B5EF4-FFF2-40B4-BE49-F238E27FC236}">
                  <a16:creationId xmlns:a16="http://schemas.microsoft.com/office/drawing/2014/main" id="{2C97841C-7613-0B28-B0E0-86DCE111F86A}"/>
                </a:ext>
              </a:extLst>
            </p:cNvPr>
            <p:cNvGrpSpPr/>
            <p:nvPr/>
          </p:nvGrpSpPr>
          <p:grpSpPr>
            <a:xfrm>
              <a:off x="4048828" y="3635806"/>
              <a:ext cx="396049" cy="549020"/>
              <a:chOff x="5467725" y="5646172"/>
              <a:chExt cx="396049" cy="549020"/>
            </a:xfrm>
          </p:grpSpPr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3FFD7F15-6BCB-4D5D-A953-62C48F951217}"/>
                  </a:ext>
                </a:extLst>
              </p:cNvPr>
              <p:cNvSpPr/>
              <p:nvPr/>
            </p:nvSpPr>
            <p:spPr>
              <a:xfrm>
                <a:off x="5467725" y="5646172"/>
                <a:ext cx="369316" cy="511911"/>
              </a:xfrm>
              <a:custGeom>
                <a:avLst/>
                <a:gdLst>
                  <a:gd name="csX0" fmla="*/ 0 w 369316"/>
                  <a:gd name="csY0" fmla="*/ 0 h 511911"/>
                  <a:gd name="csX1" fmla="*/ 369317 w 369316"/>
                  <a:gd name="csY1" fmla="*/ 511912 h 511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9316" h="511911">
                    <a:moveTo>
                      <a:pt x="0" y="0"/>
                    </a:moveTo>
                    <a:lnTo>
                      <a:pt x="369317" y="511912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42DC8D47-15A8-D677-E1B1-6E2946D4AD65}"/>
                  </a:ext>
                </a:extLst>
              </p:cNvPr>
              <p:cNvSpPr/>
              <p:nvPr/>
            </p:nvSpPr>
            <p:spPr>
              <a:xfrm>
                <a:off x="5803454" y="6127909"/>
                <a:ext cx="60321" cy="67284"/>
              </a:xfrm>
              <a:custGeom>
                <a:avLst/>
                <a:gdLst>
                  <a:gd name="csX0" fmla="*/ 60321 w 60321"/>
                  <a:gd name="csY0" fmla="*/ 67285 h 67284"/>
                  <a:gd name="csX1" fmla="*/ 0 w 60321"/>
                  <a:gd name="csY1" fmla="*/ 35662 h 67284"/>
                  <a:gd name="csX2" fmla="*/ 33588 w 60321"/>
                  <a:gd name="csY2" fmla="*/ 30175 h 67284"/>
                  <a:gd name="csX3" fmla="*/ 49354 w 60321"/>
                  <a:gd name="csY3" fmla="*/ 0 h 672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321" h="67284">
                    <a:moveTo>
                      <a:pt x="60321" y="67285"/>
                    </a:moveTo>
                    <a:lnTo>
                      <a:pt x="0" y="35662"/>
                    </a:lnTo>
                    <a:lnTo>
                      <a:pt x="33588" y="30175"/>
                    </a:lnTo>
                    <a:lnTo>
                      <a:pt x="49354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4" name="Graphic 1">
              <a:extLst>
                <a:ext uri="{FF2B5EF4-FFF2-40B4-BE49-F238E27FC236}">
                  <a16:creationId xmlns:a16="http://schemas.microsoft.com/office/drawing/2014/main" id="{C405F942-D174-EB32-7FF1-79F7159F8EB2}"/>
                </a:ext>
              </a:extLst>
            </p:cNvPr>
            <p:cNvGrpSpPr/>
            <p:nvPr/>
          </p:nvGrpSpPr>
          <p:grpSpPr>
            <a:xfrm>
              <a:off x="3788806" y="3375660"/>
              <a:ext cx="304653" cy="304800"/>
              <a:chOff x="5207703" y="5386026"/>
              <a:chExt cx="304653" cy="304800"/>
            </a:xfrm>
            <a:solidFill>
              <a:srgbClr val="FFFFFF"/>
            </a:solidFill>
          </p:grpSpPr>
          <p:sp>
            <p:nvSpPr>
              <p:cNvPr id="380" name="Oval 379">
                <a:extLst>
                  <a:ext uri="{FF2B5EF4-FFF2-40B4-BE49-F238E27FC236}">
                    <a16:creationId xmlns:a16="http://schemas.microsoft.com/office/drawing/2014/main" id="{082B6246-3F21-6128-D556-0BD621E9E6CC}"/>
                  </a:ext>
                </a:extLst>
              </p:cNvPr>
              <p:cNvSpPr/>
              <p:nvPr/>
            </p:nvSpPr>
            <p:spPr>
              <a:xfrm>
                <a:off x="5207703" y="538602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81" name="Picture 380">
                <a:extLst>
                  <a:ext uri="{FF2B5EF4-FFF2-40B4-BE49-F238E27FC236}">
                    <a16:creationId xmlns:a16="http://schemas.microsoft.com/office/drawing/2014/main" id="{BBDEC424-13A7-C97A-5DFC-0AB3289E5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15320" y="5454606"/>
                <a:ext cx="289421" cy="198120"/>
              </a:xfrm>
              <a:custGeom>
                <a:avLst/>
                <a:gdLst>
                  <a:gd name="csX0" fmla="*/ 0 w 289421"/>
                  <a:gd name="csY0" fmla="*/ 0 h 198120"/>
                  <a:gd name="csX1" fmla="*/ 289421 w 289421"/>
                  <a:gd name="csY1" fmla="*/ 0 h 198120"/>
                  <a:gd name="csX2" fmla="*/ 289421 w 289421"/>
                  <a:gd name="csY2" fmla="*/ 198120 h 198120"/>
                  <a:gd name="csX3" fmla="*/ 0 w 289421"/>
                  <a:gd name="csY3" fmla="*/ 198120 h 19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812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8120"/>
                    </a:lnTo>
                    <a:lnTo>
                      <a:pt x="0" y="198120"/>
                    </a:lnTo>
                    <a:close/>
                  </a:path>
                </a:pathLst>
              </a:custGeom>
            </p:spPr>
          </p:pic>
        </p:grpSp>
        <p:grpSp>
          <p:nvGrpSpPr>
            <p:cNvPr id="347" name="Graphic 1">
              <a:extLst>
                <a:ext uri="{FF2B5EF4-FFF2-40B4-BE49-F238E27FC236}">
                  <a16:creationId xmlns:a16="http://schemas.microsoft.com/office/drawing/2014/main" id="{0C6122C3-8AF9-8E55-614F-0A45062EEC87}"/>
                </a:ext>
              </a:extLst>
            </p:cNvPr>
            <p:cNvGrpSpPr/>
            <p:nvPr/>
          </p:nvGrpSpPr>
          <p:grpSpPr>
            <a:xfrm>
              <a:off x="3826888" y="4198620"/>
              <a:ext cx="228490" cy="232410"/>
              <a:chOff x="5245785" y="6208986"/>
              <a:chExt cx="228490" cy="232410"/>
            </a:xfrm>
            <a:solidFill>
              <a:srgbClr val="FFFFFF"/>
            </a:solidFill>
          </p:grpSpPr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7D8A25F8-A3BE-72F9-68C8-59662F322238}"/>
                  </a:ext>
                </a:extLst>
              </p:cNvPr>
              <p:cNvSpPr/>
              <p:nvPr/>
            </p:nvSpPr>
            <p:spPr>
              <a:xfrm>
                <a:off x="5245785" y="6208986"/>
                <a:ext cx="228490" cy="228600"/>
              </a:xfrm>
              <a:prstGeom prst="rect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79" name="Picture 378">
                <a:extLst>
                  <a:ext uri="{FF2B5EF4-FFF2-40B4-BE49-F238E27FC236}">
                    <a16:creationId xmlns:a16="http://schemas.microsoft.com/office/drawing/2014/main" id="{06E6652E-1C9C-064E-42C7-F77526A7F6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53401" y="6235656"/>
                <a:ext cx="213257" cy="205740"/>
              </a:xfrm>
              <a:custGeom>
                <a:avLst/>
                <a:gdLst>
                  <a:gd name="csX0" fmla="*/ 0 w 213257"/>
                  <a:gd name="csY0" fmla="*/ 0 h 205740"/>
                  <a:gd name="csX1" fmla="*/ 213258 w 213257"/>
                  <a:gd name="csY1" fmla="*/ 0 h 205740"/>
                  <a:gd name="csX2" fmla="*/ 213258 w 213257"/>
                  <a:gd name="csY2" fmla="*/ 205740 h 205740"/>
                  <a:gd name="csX3" fmla="*/ 0 w 213257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3257" h="205740">
                    <a:moveTo>
                      <a:pt x="0" y="0"/>
                    </a:moveTo>
                    <a:lnTo>
                      <a:pt x="213258" y="0"/>
                    </a:lnTo>
                    <a:lnTo>
                      <a:pt x="213258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48" name="Graphic 1">
              <a:extLst>
                <a:ext uri="{FF2B5EF4-FFF2-40B4-BE49-F238E27FC236}">
                  <a16:creationId xmlns:a16="http://schemas.microsoft.com/office/drawing/2014/main" id="{18A3F39E-8CFC-E539-CF4F-5E1E04ECED2F}"/>
                </a:ext>
              </a:extLst>
            </p:cNvPr>
            <p:cNvGrpSpPr/>
            <p:nvPr/>
          </p:nvGrpSpPr>
          <p:grpSpPr>
            <a:xfrm>
              <a:off x="4397733" y="4198620"/>
              <a:ext cx="228490" cy="232410"/>
              <a:chOff x="5816630" y="6208986"/>
              <a:chExt cx="228490" cy="232410"/>
            </a:xfrm>
            <a:solidFill>
              <a:srgbClr val="FFFFFF"/>
            </a:solidFill>
          </p:grpSpPr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562D103E-8BC0-23E0-FABA-354BCFBDAB02}"/>
                  </a:ext>
                </a:extLst>
              </p:cNvPr>
              <p:cNvSpPr/>
              <p:nvPr/>
            </p:nvSpPr>
            <p:spPr>
              <a:xfrm>
                <a:off x="5816630" y="6208986"/>
                <a:ext cx="228490" cy="228600"/>
              </a:xfrm>
              <a:prstGeom prst="rect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77" name="Picture 376">
                <a:extLst>
                  <a:ext uri="{FF2B5EF4-FFF2-40B4-BE49-F238E27FC236}">
                    <a16:creationId xmlns:a16="http://schemas.microsoft.com/office/drawing/2014/main" id="{41AC1BEE-B286-0E0E-C302-1AFAFA93F7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24627" y="6235656"/>
                <a:ext cx="213257" cy="205740"/>
              </a:xfrm>
              <a:custGeom>
                <a:avLst/>
                <a:gdLst>
                  <a:gd name="csX0" fmla="*/ 0 w 213257"/>
                  <a:gd name="csY0" fmla="*/ 0 h 205740"/>
                  <a:gd name="csX1" fmla="*/ 213258 w 213257"/>
                  <a:gd name="csY1" fmla="*/ 0 h 205740"/>
                  <a:gd name="csX2" fmla="*/ 213258 w 213257"/>
                  <a:gd name="csY2" fmla="*/ 205740 h 205740"/>
                  <a:gd name="csX3" fmla="*/ 0 w 213257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3257" h="205740">
                    <a:moveTo>
                      <a:pt x="0" y="0"/>
                    </a:moveTo>
                    <a:lnTo>
                      <a:pt x="213258" y="0"/>
                    </a:lnTo>
                    <a:lnTo>
                      <a:pt x="213258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349" name="Graphic 1">
              <a:extLst>
                <a:ext uri="{FF2B5EF4-FFF2-40B4-BE49-F238E27FC236}">
                  <a16:creationId xmlns:a16="http://schemas.microsoft.com/office/drawing/2014/main" id="{B2F05810-6082-055E-832B-70ACDF9BF40C}"/>
                </a:ext>
              </a:extLst>
            </p:cNvPr>
            <p:cNvGrpSpPr/>
            <p:nvPr/>
          </p:nvGrpSpPr>
          <p:grpSpPr>
            <a:xfrm>
              <a:off x="4452495" y="3308146"/>
              <a:ext cx="78676" cy="98831"/>
              <a:chOff x="5871392" y="5318512"/>
              <a:chExt cx="78676" cy="98831"/>
            </a:xfrm>
          </p:grpSpPr>
          <p:sp>
            <p:nvSpPr>
              <p:cNvPr id="374" name="Freeform 373">
                <a:extLst>
                  <a:ext uri="{FF2B5EF4-FFF2-40B4-BE49-F238E27FC236}">
                    <a16:creationId xmlns:a16="http://schemas.microsoft.com/office/drawing/2014/main" id="{52923E62-F1EF-24AD-AEFC-FD0984AC3153}"/>
                  </a:ext>
                </a:extLst>
              </p:cNvPr>
              <p:cNvSpPr/>
              <p:nvPr/>
            </p:nvSpPr>
            <p:spPr>
              <a:xfrm>
                <a:off x="5871392" y="5318512"/>
                <a:ext cx="50191" cy="63017"/>
              </a:xfrm>
              <a:custGeom>
                <a:avLst/>
                <a:gdLst>
                  <a:gd name="csX0" fmla="*/ 0 w 50191"/>
                  <a:gd name="csY0" fmla="*/ 0 h 63017"/>
                  <a:gd name="csX1" fmla="*/ 50192 w 50191"/>
                  <a:gd name="csY1" fmla="*/ 63017 h 630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0191" h="63017">
                    <a:moveTo>
                      <a:pt x="0" y="0"/>
                    </a:moveTo>
                    <a:lnTo>
                      <a:pt x="50192" y="63017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17338F34-9330-8412-B48E-1B0D6B371A61}"/>
                  </a:ext>
                </a:extLst>
              </p:cNvPr>
              <p:cNvSpPr/>
              <p:nvPr/>
            </p:nvSpPr>
            <p:spPr>
              <a:xfrm>
                <a:off x="5888224" y="5350669"/>
                <a:ext cx="61844" cy="66675"/>
              </a:xfrm>
              <a:custGeom>
                <a:avLst/>
                <a:gdLst>
                  <a:gd name="csX0" fmla="*/ 61845 w 61844"/>
                  <a:gd name="csY0" fmla="*/ 66675 h 66675"/>
                  <a:gd name="csX1" fmla="*/ 0 w 61844"/>
                  <a:gd name="csY1" fmla="*/ 37948 h 66675"/>
                  <a:gd name="csX2" fmla="*/ 33360 w 61844"/>
                  <a:gd name="csY2" fmla="*/ 30861 h 66675"/>
                  <a:gd name="csX3" fmla="*/ 47678 w 61844"/>
                  <a:gd name="csY3" fmla="*/ 0 h 66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844" h="66675">
                    <a:moveTo>
                      <a:pt x="61845" y="66675"/>
                    </a:moveTo>
                    <a:lnTo>
                      <a:pt x="0" y="37948"/>
                    </a:lnTo>
                    <a:lnTo>
                      <a:pt x="33360" y="30861"/>
                    </a:lnTo>
                    <a:lnTo>
                      <a:pt x="4767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0" name="Graphic 1">
              <a:extLst>
                <a:ext uri="{FF2B5EF4-FFF2-40B4-BE49-F238E27FC236}">
                  <a16:creationId xmlns:a16="http://schemas.microsoft.com/office/drawing/2014/main" id="{64217058-167F-19D3-E784-3102A32FAF61}"/>
                </a:ext>
              </a:extLst>
            </p:cNvPr>
            <p:cNvGrpSpPr/>
            <p:nvPr/>
          </p:nvGrpSpPr>
          <p:grpSpPr>
            <a:xfrm>
              <a:off x="3942733" y="3340303"/>
              <a:ext cx="353017" cy="842543"/>
              <a:chOff x="5361630" y="5350669"/>
              <a:chExt cx="353017" cy="842543"/>
            </a:xfrm>
          </p:grpSpPr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ECA977F3-21E7-50D7-0F3F-8C6787D5E181}"/>
                  </a:ext>
                </a:extLst>
              </p:cNvPr>
              <p:cNvSpPr/>
              <p:nvPr/>
            </p:nvSpPr>
            <p:spPr>
              <a:xfrm>
                <a:off x="5384022" y="5350669"/>
                <a:ext cx="330625" cy="800328"/>
              </a:xfrm>
              <a:custGeom>
                <a:avLst/>
                <a:gdLst>
                  <a:gd name="csX0" fmla="*/ 330626 w 330625"/>
                  <a:gd name="csY0" fmla="*/ 0 h 800328"/>
                  <a:gd name="csX1" fmla="*/ 0 w 330625"/>
                  <a:gd name="csY1" fmla="*/ 800329 h 8003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0625" h="800328">
                    <a:moveTo>
                      <a:pt x="330626" y="0"/>
                    </a:moveTo>
                    <a:lnTo>
                      <a:pt x="0" y="800329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2CADA396-F860-F3A6-9736-852B63B68DA6}"/>
                  </a:ext>
                </a:extLst>
              </p:cNvPr>
              <p:cNvSpPr/>
              <p:nvPr/>
            </p:nvSpPr>
            <p:spPr>
              <a:xfrm>
                <a:off x="5361630" y="6125242"/>
                <a:ext cx="56360" cy="67970"/>
              </a:xfrm>
              <a:custGeom>
                <a:avLst/>
                <a:gdLst>
                  <a:gd name="csX0" fmla="*/ 4874 w 56360"/>
                  <a:gd name="csY0" fmla="*/ 67970 h 67970"/>
                  <a:gd name="csX1" fmla="*/ 0 w 56360"/>
                  <a:gd name="csY1" fmla="*/ 0 h 67970"/>
                  <a:gd name="csX2" fmla="*/ 22392 w 56360"/>
                  <a:gd name="csY2" fmla="*/ 25756 h 67970"/>
                  <a:gd name="csX3" fmla="*/ 56361 w 56360"/>
                  <a:gd name="csY3" fmla="*/ 23317 h 679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6360" h="67970">
                    <a:moveTo>
                      <a:pt x="4874" y="67970"/>
                    </a:moveTo>
                    <a:lnTo>
                      <a:pt x="0" y="0"/>
                    </a:lnTo>
                    <a:lnTo>
                      <a:pt x="22392" y="25756"/>
                    </a:lnTo>
                    <a:lnTo>
                      <a:pt x="56361" y="23317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1" name="Graphic 1">
              <a:extLst>
                <a:ext uri="{FF2B5EF4-FFF2-40B4-BE49-F238E27FC236}">
                  <a16:creationId xmlns:a16="http://schemas.microsoft.com/office/drawing/2014/main" id="{D46C3273-435F-20BA-8817-85E8728F8ABB}"/>
                </a:ext>
              </a:extLst>
            </p:cNvPr>
            <p:cNvGrpSpPr/>
            <p:nvPr/>
          </p:nvGrpSpPr>
          <p:grpSpPr>
            <a:xfrm>
              <a:off x="4192473" y="3048000"/>
              <a:ext cx="304653" cy="304800"/>
              <a:chOff x="5611370" y="5058366"/>
              <a:chExt cx="304653" cy="304800"/>
            </a:xfrm>
            <a:solidFill>
              <a:srgbClr val="FFFFFF"/>
            </a:solidFill>
          </p:grpSpPr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7BB703B8-2E27-B081-B740-0F754B78B3C2}"/>
                  </a:ext>
                </a:extLst>
              </p:cNvPr>
              <p:cNvSpPr/>
              <p:nvPr/>
            </p:nvSpPr>
            <p:spPr>
              <a:xfrm>
                <a:off x="5611370" y="505836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71" name="Picture 370">
                <a:extLst>
                  <a:ext uri="{FF2B5EF4-FFF2-40B4-BE49-F238E27FC236}">
                    <a16:creationId xmlns:a16="http://schemas.microsoft.com/office/drawing/2014/main" id="{9C6AF1D7-B957-E74A-0F85-67B6F01191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18986" y="5126946"/>
                <a:ext cx="289421" cy="198120"/>
              </a:xfrm>
              <a:custGeom>
                <a:avLst/>
                <a:gdLst>
                  <a:gd name="csX0" fmla="*/ 0 w 289421"/>
                  <a:gd name="csY0" fmla="*/ 0 h 198120"/>
                  <a:gd name="csX1" fmla="*/ 289421 w 289421"/>
                  <a:gd name="csY1" fmla="*/ 0 h 198120"/>
                  <a:gd name="csX2" fmla="*/ 289421 w 289421"/>
                  <a:gd name="csY2" fmla="*/ 198120 h 198120"/>
                  <a:gd name="csX3" fmla="*/ 0 w 289421"/>
                  <a:gd name="csY3" fmla="*/ 198120 h 19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812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8120"/>
                    </a:lnTo>
                    <a:lnTo>
                      <a:pt x="0" y="198120"/>
                    </a:lnTo>
                    <a:close/>
                  </a:path>
                </a:pathLst>
              </a:custGeom>
            </p:spPr>
          </p:pic>
        </p:grpSp>
        <p:grpSp>
          <p:nvGrpSpPr>
            <p:cNvPr id="352" name="Graphic 1">
              <a:extLst>
                <a:ext uri="{FF2B5EF4-FFF2-40B4-BE49-F238E27FC236}">
                  <a16:creationId xmlns:a16="http://schemas.microsoft.com/office/drawing/2014/main" id="{5AD7CC4C-7CF8-F816-BEBC-87B955448BA2}"/>
                </a:ext>
              </a:extLst>
            </p:cNvPr>
            <p:cNvGrpSpPr/>
            <p:nvPr/>
          </p:nvGrpSpPr>
          <p:grpSpPr>
            <a:xfrm>
              <a:off x="4013869" y="3635806"/>
              <a:ext cx="527888" cy="550545"/>
              <a:chOff x="5432766" y="5646172"/>
              <a:chExt cx="527888" cy="550545"/>
            </a:xfrm>
          </p:grpSpPr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5BD4A104-75B6-FF82-6548-3726B94CEA87}"/>
                  </a:ext>
                </a:extLst>
              </p:cNvPr>
              <p:cNvSpPr/>
              <p:nvPr/>
            </p:nvSpPr>
            <p:spPr>
              <a:xfrm>
                <a:off x="5464374" y="5646172"/>
                <a:ext cx="496281" cy="517550"/>
              </a:xfrm>
              <a:custGeom>
                <a:avLst/>
                <a:gdLst>
                  <a:gd name="csX0" fmla="*/ 496281 w 496281"/>
                  <a:gd name="csY0" fmla="*/ 0 h 517550"/>
                  <a:gd name="csX1" fmla="*/ 0 w 496281"/>
                  <a:gd name="csY1" fmla="*/ 517550 h 517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6281" h="517550">
                    <a:moveTo>
                      <a:pt x="496281" y="0"/>
                    </a:moveTo>
                    <a:lnTo>
                      <a:pt x="0" y="51755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50F131FE-C665-1903-0AEA-0AD2F92ABCE6}"/>
                  </a:ext>
                </a:extLst>
              </p:cNvPr>
              <p:cNvSpPr/>
              <p:nvPr/>
            </p:nvSpPr>
            <p:spPr>
              <a:xfrm>
                <a:off x="5432766" y="6131567"/>
                <a:ext cx="64129" cy="65150"/>
              </a:xfrm>
              <a:custGeom>
                <a:avLst/>
                <a:gdLst>
                  <a:gd name="csX0" fmla="*/ 0 w 64129"/>
                  <a:gd name="csY0" fmla="*/ 65151 h 65150"/>
                  <a:gd name="csX1" fmla="*/ 20183 w 64129"/>
                  <a:gd name="csY1" fmla="*/ 0 h 65150"/>
                  <a:gd name="csX2" fmla="*/ 31608 w 64129"/>
                  <a:gd name="csY2" fmla="*/ 32156 h 65150"/>
                  <a:gd name="csX3" fmla="*/ 64130 w 64129"/>
                  <a:gd name="csY3" fmla="*/ 42215 h 65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4129" h="65150">
                    <a:moveTo>
                      <a:pt x="0" y="65151"/>
                    </a:moveTo>
                    <a:lnTo>
                      <a:pt x="20183" y="0"/>
                    </a:lnTo>
                    <a:lnTo>
                      <a:pt x="31608" y="32156"/>
                    </a:lnTo>
                    <a:lnTo>
                      <a:pt x="64130" y="42215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3" name="Graphic 1">
              <a:extLst>
                <a:ext uri="{FF2B5EF4-FFF2-40B4-BE49-F238E27FC236}">
                  <a16:creationId xmlns:a16="http://schemas.microsoft.com/office/drawing/2014/main" id="{2170A917-0D18-7573-C7A5-4CB48B3C9627}"/>
                </a:ext>
              </a:extLst>
            </p:cNvPr>
            <p:cNvGrpSpPr/>
            <p:nvPr/>
          </p:nvGrpSpPr>
          <p:grpSpPr>
            <a:xfrm>
              <a:off x="4502534" y="3680460"/>
              <a:ext cx="146919" cy="501701"/>
              <a:chOff x="5921431" y="5690826"/>
              <a:chExt cx="146919" cy="501701"/>
            </a:xfrm>
          </p:grpSpPr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7D202E18-2B16-73DE-7E66-2D04613BA0AD}"/>
                  </a:ext>
                </a:extLst>
              </p:cNvPr>
              <p:cNvSpPr/>
              <p:nvPr/>
            </p:nvSpPr>
            <p:spPr>
              <a:xfrm>
                <a:off x="5946946" y="5690826"/>
                <a:ext cx="121404" cy="457504"/>
              </a:xfrm>
              <a:custGeom>
                <a:avLst/>
                <a:gdLst>
                  <a:gd name="csX0" fmla="*/ 121405 w 121404"/>
                  <a:gd name="csY0" fmla="*/ 0 h 457504"/>
                  <a:gd name="csX1" fmla="*/ 0 w 121404"/>
                  <a:gd name="csY1" fmla="*/ 457505 h 4575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1404" h="457504">
                    <a:moveTo>
                      <a:pt x="121405" y="0"/>
                    </a:moveTo>
                    <a:lnTo>
                      <a:pt x="0" y="457505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1E541D30-F76B-8B35-9580-B32DD030B3A3}"/>
                  </a:ext>
                </a:extLst>
              </p:cNvPr>
              <p:cNvSpPr/>
              <p:nvPr/>
            </p:nvSpPr>
            <p:spPr>
              <a:xfrm>
                <a:off x="5921431" y="6125775"/>
                <a:ext cx="58874" cy="66751"/>
              </a:xfrm>
              <a:custGeom>
                <a:avLst/>
                <a:gdLst>
                  <a:gd name="csX0" fmla="*/ 13786 w 58874"/>
                  <a:gd name="csY0" fmla="*/ 66751 h 66751"/>
                  <a:gd name="csX1" fmla="*/ 0 w 58874"/>
                  <a:gd name="csY1" fmla="*/ 0 h 66751"/>
                  <a:gd name="csX2" fmla="*/ 25515 w 58874"/>
                  <a:gd name="csY2" fmla="*/ 22555 h 66751"/>
                  <a:gd name="csX3" fmla="*/ 58874 w 58874"/>
                  <a:gd name="csY3" fmla="*/ 15621 h 667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874" h="66751">
                    <a:moveTo>
                      <a:pt x="13786" y="66751"/>
                    </a:moveTo>
                    <a:lnTo>
                      <a:pt x="0" y="0"/>
                    </a:lnTo>
                    <a:lnTo>
                      <a:pt x="25515" y="22555"/>
                    </a:lnTo>
                    <a:lnTo>
                      <a:pt x="58874" y="15621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4" name="Graphic 1">
              <a:extLst>
                <a:ext uri="{FF2B5EF4-FFF2-40B4-BE49-F238E27FC236}">
                  <a16:creationId xmlns:a16="http://schemas.microsoft.com/office/drawing/2014/main" id="{A1E19EB4-A54D-667A-FC23-CFFAF0A8934E}"/>
                </a:ext>
              </a:extLst>
            </p:cNvPr>
            <p:cNvGrpSpPr/>
            <p:nvPr/>
          </p:nvGrpSpPr>
          <p:grpSpPr>
            <a:xfrm>
              <a:off x="4497126" y="3375660"/>
              <a:ext cx="304653" cy="304800"/>
              <a:chOff x="5916023" y="5386026"/>
              <a:chExt cx="304653" cy="304800"/>
            </a:xfrm>
            <a:solidFill>
              <a:srgbClr val="FFFFFF"/>
            </a:solidFill>
          </p:grpSpPr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23C29648-1FF5-1640-AC6E-2716B6650F42}"/>
                  </a:ext>
                </a:extLst>
              </p:cNvPr>
              <p:cNvSpPr/>
              <p:nvPr/>
            </p:nvSpPr>
            <p:spPr>
              <a:xfrm>
                <a:off x="5916023" y="538602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65" name="Picture 364">
                <a:extLst>
                  <a:ext uri="{FF2B5EF4-FFF2-40B4-BE49-F238E27FC236}">
                    <a16:creationId xmlns:a16="http://schemas.microsoft.com/office/drawing/2014/main" id="{AEFC8AD4-C5B5-1E32-3365-F3F3BC73AA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23640" y="5454606"/>
                <a:ext cx="289421" cy="198120"/>
              </a:xfrm>
              <a:custGeom>
                <a:avLst/>
                <a:gdLst>
                  <a:gd name="csX0" fmla="*/ 0 w 289421"/>
                  <a:gd name="csY0" fmla="*/ 0 h 198120"/>
                  <a:gd name="csX1" fmla="*/ 289421 w 289421"/>
                  <a:gd name="csY1" fmla="*/ 0 h 198120"/>
                  <a:gd name="csX2" fmla="*/ 289421 w 289421"/>
                  <a:gd name="csY2" fmla="*/ 198120 h 198120"/>
                  <a:gd name="csX3" fmla="*/ 0 w 289421"/>
                  <a:gd name="csY3" fmla="*/ 198120 h 19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812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8120"/>
                    </a:lnTo>
                    <a:lnTo>
                      <a:pt x="0" y="198120"/>
                    </a:lnTo>
                    <a:close/>
                  </a:path>
                </a:pathLst>
              </a:custGeom>
            </p:spPr>
          </p:pic>
        </p:grpSp>
        <p:grpSp>
          <p:nvGrpSpPr>
            <p:cNvPr id="355" name="Graphic 1">
              <a:extLst>
                <a:ext uri="{FF2B5EF4-FFF2-40B4-BE49-F238E27FC236}">
                  <a16:creationId xmlns:a16="http://schemas.microsoft.com/office/drawing/2014/main" id="{D72517CC-699C-7B20-4110-56265B6751D5}"/>
                </a:ext>
              </a:extLst>
            </p:cNvPr>
            <p:cNvGrpSpPr/>
            <p:nvPr/>
          </p:nvGrpSpPr>
          <p:grpSpPr>
            <a:xfrm>
              <a:off x="4069469" y="3536746"/>
              <a:ext cx="959735" cy="652271"/>
              <a:chOff x="5488366" y="5547112"/>
              <a:chExt cx="959735" cy="652271"/>
            </a:xfrm>
          </p:grpSpPr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16D515EA-460C-4C77-2045-5473619C323B}"/>
                  </a:ext>
                </a:extLst>
              </p:cNvPr>
              <p:cNvSpPr/>
              <p:nvPr/>
            </p:nvSpPr>
            <p:spPr>
              <a:xfrm>
                <a:off x="5526143" y="5547112"/>
                <a:ext cx="921958" cy="626592"/>
              </a:xfrm>
              <a:custGeom>
                <a:avLst/>
                <a:gdLst>
                  <a:gd name="csX0" fmla="*/ 921959 w 921958"/>
                  <a:gd name="csY0" fmla="*/ 0 h 626592"/>
                  <a:gd name="csX1" fmla="*/ 0 w 921958"/>
                  <a:gd name="csY1" fmla="*/ 626592 h 6265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21958" h="626592">
                    <a:moveTo>
                      <a:pt x="921959" y="0"/>
                    </a:moveTo>
                    <a:lnTo>
                      <a:pt x="0" y="626592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E87E84B6-1B7C-91AE-6DE4-E9E3B8C4B6AA}"/>
                  </a:ext>
                </a:extLst>
              </p:cNvPr>
              <p:cNvSpPr/>
              <p:nvPr/>
            </p:nvSpPr>
            <p:spPr>
              <a:xfrm>
                <a:off x="5488366" y="6139948"/>
                <a:ext cx="67480" cy="59435"/>
              </a:xfrm>
              <a:custGeom>
                <a:avLst/>
                <a:gdLst>
                  <a:gd name="csX0" fmla="*/ 0 w 67480"/>
                  <a:gd name="csY0" fmla="*/ 59436 h 59435"/>
                  <a:gd name="csX1" fmla="*/ 33283 w 67480"/>
                  <a:gd name="csY1" fmla="*/ 0 h 59435"/>
                  <a:gd name="csX2" fmla="*/ 37777 w 67480"/>
                  <a:gd name="csY2" fmla="*/ 33757 h 59435"/>
                  <a:gd name="csX3" fmla="*/ 67481 w 67480"/>
                  <a:gd name="csY3" fmla="*/ 50444 h 594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80" h="59435">
                    <a:moveTo>
                      <a:pt x="0" y="59436"/>
                    </a:moveTo>
                    <a:lnTo>
                      <a:pt x="33283" y="0"/>
                    </a:lnTo>
                    <a:lnTo>
                      <a:pt x="37777" y="33757"/>
                    </a:lnTo>
                    <a:lnTo>
                      <a:pt x="67481" y="50444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6" name="Graphic 1">
              <a:extLst>
                <a:ext uri="{FF2B5EF4-FFF2-40B4-BE49-F238E27FC236}">
                  <a16:creationId xmlns:a16="http://schemas.microsoft.com/office/drawing/2014/main" id="{8B56E245-FA50-C96D-3A88-6CC9DB4D0302}"/>
                </a:ext>
              </a:extLst>
            </p:cNvPr>
            <p:cNvGrpSpPr/>
            <p:nvPr/>
          </p:nvGrpSpPr>
          <p:grpSpPr>
            <a:xfrm>
              <a:off x="4580602" y="3581400"/>
              <a:ext cx="556297" cy="604646"/>
              <a:chOff x="5999499" y="5591766"/>
              <a:chExt cx="556297" cy="604646"/>
            </a:xfrm>
          </p:grpSpPr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2372D928-9766-E56B-2087-C37A545B0F0A}"/>
                  </a:ext>
                </a:extLst>
              </p:cNvPr>
              <p:cNvSpPr/>
              <p:nvPr/>
            </p:nvSpPr>
            <p:spPr>
              <a:xfrm>
                <a:off x="6030497" y="5591766"/>
                <a:ext cx="525299" cy="571042"/>
              </a:xfrm>
              <a:custGeom>
                <a:avLst/>
                <a:gdLst>
                  <a:gd name="csX0" fmla="*/ 525299 w 525299"/>
                  <a:gd name="csY0" fmla="*/ 0 h 571042"/>
                  <a:gd name="csX1" fmla="*/ 0 w 525299"/>
                  <a:gd name="csY1" fmla="*/ 571043 h 5710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25299" h="571042">
                    <a:moveTo>
                      <a:pt x="525299" y="0"/>
                    </a:moveTo>
                    <a:lnTo>
                      <a:pt x="0" y="571043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ysDot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E6D2159E-B1A2-0870-2A52-94F2877DBF2A}"/>
                  </a:ext>
                </a:extLst>
              </p:cNvPr>
              <p:cNvSpPr/>
              <p:nvPr/>
            </p:nvSpPr>
            <p:spPr>
              <a:xfrm>
                <a:off x="5999499" y="6130957"/>
                <a:ext cx="63748" cy="65455"/>
              </a:xfrm>
              <a:custGeom>
                <a:avLst/>
                <a:gdLst>
                  <a:gd name="csX0" fmla="*/ 0 w 63748"/>
                  <a:gd name="csY0" fmla="*/ 65456 h 65455"/>
                  <a:gd name="csX1" fmla="*/ 18889 w 63748"/>
                  <a:gd name="csY1" fmla="*/ 0 h 65455"/>
                  <a:gd name="csX2" fmla="*/ 30998 w 63748"/>
                  <a:gd name="csY2" fmla="*/ 31852 h 65455"/>
                  <a:gd name="csX3" fmla="*/ 63749 w 63748"/>
                  <a:gd name="csY3" fmla="*/ 41300 h 65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748" h="65455">
                    <a:moveTo>
                      <a:pt x="0" y="65456"/>
                    </a:moveTo>
                    <a:lnTo>
                      <a:pt x="18889" y="0"/>
                    </a:lnTo>
                    <a:lnTo>
                      <a:pt x="30998" y="31852"/>
                    </a:lnTo>
                    <a:lnTo>
                      <a:pt x="63749" y="4130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7" name="Graphic 1">
              <a:extLst>
                <a:ext uri="{FF2B5EF4-FFF2-40B4-BE49-F238E27FC236}">
                  <a16:creationId xmlns:a16="http://schemas.microsoft.com/office/drawing/2014/main" id="{3BCE36B0-CA32-47CE-85FF-0615F4CEF7D6}"/>
                </a:ext>
              </a:extLst>
            </p:cNvPr>
            <p:cNvGrpSpPr/>
            <p:nvPr/>
          </p:nvGrpSpPr>
          <p:grpSpPr>
            <a:xfrm>
              <a:off x="4984573" y="3276600"/>
              <a:ext cx="304653" cy="304800"/>
              <a:chOff x="6403470" y="5286966"/>
              <a:chExt cx="304653" cy="304800"/>
            </a:xfrm>
            <a:solidFill>
              <a:srgbClr val="FFFFFF"/>
            </a:solidFill>
          </p:grpSpPr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A2F20E7B-4C30-5C93-06D5-AF943555A8CF}"/>
                  </a:ext>
                </a:extLst>
              </p:cNvPr>
              <p:cNvSpPr/>
              <p:nvPr/>
            </p:nvSpPr>
            <p:spPr>
              <a:xfrm>
                <a:off x="6403470" y="5286966"/>
                <a:ext cx="304653" cy="304800"/>
              </a:xfrm>
              <a:prstGeom prst="ellipse">
                <a:avLst/>
              </a:prstGeom>
              <a:solidFill>
                <a:srgbClr val="FFFFFF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59" name="Picture 358">
                <a:extLst>
                  <a:ext uri="{FF2B5EF4-FFF2-40B4-BE49-F238E27FC236}">
                    <a16:creationId xmlns:a16="http://schemas.microsoft.com/office/drawing/2014/main" id="{F41440F2-063C-CEAB-E398-5BB63BA22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411086" y="5355546"/>
                <a:ext cx="289421" cy="198120"/>
              </a:xfrm>
              <a:custGeom>
                <a:avLst/>
                <a:gdLst>
                  <a:gd name="csX0" fmla="*/ 0 w 289421"/>
                  <a:gd name="csY0" fmla="*/ 0 h 198120"/>
                  <a:gd name="csX1" fmla="*/ 289421 w 289421"/>
                  <a:gd name="csY1" fmla="*/ 0 h 198120"/>
                  <a:gd name="csX2" fmla="*/ 289421 w 289421"/>
                  <a:gd name="csY2" fmla="*/ 198120 h 198120"/>
                  <a:gd name="csX3" fmla="*/ 0 w 289421"/>
                  <a:gd name="csY3" fmla="*/ 198120 h 19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421" h="198120">
                    <a:moveTo>
                      <a:pt x="0" y="0"/>
                    </a:moveTo>
                    <a:lnTo>
                      <a:pt x="289421" y="0"/>
                    </a:lnTo>
                    <a:lnTo>
                      <a:pt x="289421" y="198120"/>
                    </a:lnTo>
                    <a:lnTo>
                      <a:pt x="0" y="198120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3418692053"/>
      </p:ext>
    </p:extLst>
  </p:cSld>
  <p:clrMapOvr>
    <a:masterClrMapping/>
  </p:clrMapOvr>
  <p:transition>
    <p:wipe dir="r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11240-ADAD-12B9-C7F2-29BC3BF2E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9F6C2B-F401-73DB-85F2-91979E4B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974DC1-A714-A956-AF24-261BEE48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81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6A9D4EB-3C70-366F-5E20-06B51DD33AD4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94F5A553-9A9D-3DDD-E31A-F49EA01F6E4F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7523A1-3F97-199C-95B2-2169E6C2B80D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FEA19C2A-C12D-942C-2A31-D1749FF9198F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12A70D-F3D1-CC66-99D8-15F78ED12C38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DE92AA-BE3C-CE07-970A-C510E21266C3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FE3118-101D-6F1F-313F-8B00F06BE1CB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EDB8E6-3120-8953-FD0D-B862DE167A8D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0BEBCA-B124-4EAF-51F9-02EE3AED97CF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820CCB0A-304A-BF22-2709-C1A98DBFC407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087D7778-39E9-B8D7-5C40-76D4A7A28B7B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935C6A89-9408-7C98-DFC4-C85CE93032A3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1CE6FF1C-6410-F029-EE3A-C306F596F848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844A06-EB2A-9D45-48D2-0ECB03160AB2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F728248B-B312-BC35-DDDE-212C22A381AA}"/>
              </a:ext>
            </a:extLst>
          </p:cNvPr>
          <p:cNvSpPr/>
          <p:nvPr/>
        </p:nvSpPr>
        <p:spPr>
          <a:xfrm>
            <a:off x="10131002" y="938648"/>
            <a:ext cx="121880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87B756-A217-8832-51FC-B032E6D8716D}"/>
              </a:ext>
            </a:extLst>
          </p:cNvPr>
          <p:cNvSpPr/>
          <p:nvPr/>
        </p:nvSpPr>
        <p:spPr>
          <a:xfrm>
            <a:off x="888434" y="958526"/>
            <a:ext cx="678941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3C61088-FF50-40D9-45EA-FC5894825E4D}"/>
              </a:ext>
            </a:extLst>
          </p:cNvPr>
          <p:cNvGrpSpPr/>
          <p:nvPr/>
        </p:nvGrpSpPr>
        <p:grpSpPr>
          <a:xfrm>
            <a:off x="2118903" y="2241945"/>
            <a:ext cx="3672217" cy="1670250"/>
            <a:chOff x="1553029" y="2475792"/>
            <a:chExt cx="3672217" cy="1670250"/>
          </a:xfrm>
        </p:grpSpPr>
        <p:grpSp>
          <p:nvGrpSpPr>
            <p:cNvPr id="144" name="Graphic 4">
              <a:extLst>
                <a:ext uri="{FF2B5EF4-FFF2-40B4-BE49-F238E27FC236}">
                  <a16:creationId xmlns:a16="http://schemas.microsoft.com/office/drawing/2014/main" id="{D75E2F3E-31D1-CA31-5707-9725F4E149C0}"/>
                </a:ext>
              </a:extLst>
            </p:cNvPr>
            <p:cNvGrpSpPr/>
            <p:nvPr/>
          </p:nvGrpSpPr>
          <p:grpSpPr>
            <a:xfrm>
              <a:off x="2533207" y="3359231"/>
              <a:ext cx="552213" cy="276074"/>
              <a:chOff x="2533207" y="3359231"/>
              <a:chExt cx="552213" cy="276074"/>
            </a:xfrm>
            <a:noFill/>
          </p:grpSpPr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D89048DF-9A39-ED39-44C5-FC0EF20AD533}"/>
                  </a:ext>
                </a:extLst>
              </p:cNvPr>
              <p:cNvSpPr/>
              <p:nvPr/>
            </p:nvSpPr>
            <p:spPr>
              <a:xfrm>
                <a:off x="2533207" y="3359231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9" name="Picture 208">
                <a:extLst>
                  <a:ext uri="{FF2B5EF4-FFF2-40B4-BE49-F238E27FC236}">
                    <a16:creationId xmlns:a16="http://schemas.microsoft.com/office/drawing/2014/main" id="{ECCFA508-C68D-DF57-A64A-446FA8125B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3738" y="3410995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6EE570A-A814-00D7-EB02-4ED86C7A1820}"/>
                </a:ext>
              </a:extLst>
            </p:cNvPr>
            <p:cNvGrpSpPr/>
            <p:nvPr/>
          </p:nvGrpSpPr>
          <p:grpSpPr>
            <a:xfrm>
              <a:off x="1553029" y="2820885"/>
              <a:ext cx="1180354" cy="1325157"/>
              <a:chOff x="1553029" y="2820885"/>
              <a:chExt cx="1180354" cy="1325157"/>
            </a:xfrm>
          </p:grpSpPr>
          <p:grpSp>
            <p:nvGrpSpPr>
              <p:cNvPr id="178" name="Graphic 4">
                <a:extLst>
                  <a:ext uri="{FF2B5EF4-FFF2-40B4-BE49-F238E27FC236}">
                    <a16:creationId xmlns:a16="http://schemas.microsoft.com/office/drawing/2014/main" id="{8BC809D4-8633-C059-C33D-9E7EDBA8774C}"/>
                  </a:ext>
                </a:extLst>
              </p:cNvPr>
              <p:cNvGrpSpPr/>
              <p:nvPr/>
            </p:nvGrpSpPr>
            <p:grpSpPr>
              <a:xfrm>
                <a:off x="2514156" y="3483464"/>
                <a:ext cx="191617" cy="55214"/>
                <a:chOff x="2514156" y="3483464"/>
                <a:chExt cx="191617" cy="55214"/>
              </a:xfrm>
            </p:grpSpPr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id="{72E0CC49-EFD6-4B0C-69C8-CC716674D86C}"/>
                    </a:ext>
                  </a:extLst>
                </p:cNvPr>
                <p:cNvSpPr/>
                <p:nvPr/>
              </p:nvSpPr>
              <p:spPr>
                <a:xfrm>
                  <a:off x="2555572" y="3511072"/>
                  <a:ext cx="150201" cy="6901"/>
                </a:xfrm>
                <a:custGeom>
                  <a:avLst/>
                  <a:gdLst>
                    <a:gd name="csX0" fmla="*/ 150202 w 150201"/>
                    <a:gd name="csY0" fmla="*/ 0 h 6901"/>
                    <a:gd name="csX1" fmla="*/ 0 w 150201"/>
                    <a:gd name="csY1" fmla="*/ 0 h 69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0201" h="6901">
                      <a:moveTo>
                        <a:pt x="15020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7" name="Freeform 206">
                  <a:extLst>
                    <a:ext uri="{FF2B5EF4-FFF2-40B4-BE49-F238E27FC236}">
                      <a16:creationId xmlns:a16="http://schemas.microsoft.com/office/drawing/2014/main" id="{31141FDB-C0A5-0F78-AA77-FAA163BE5297}"/>
                    </a:ext>
                  </a:extLst>
                </p:cNvPr>
                <p:cNvSpPr/>
                <p:nvPr/>
              </p:nvSpPr>
              <p:spPr>
                <a:xfrm>
                  <a:off x="2514156" y="3483464"/>
                  <a:ext cx="55221" cy="55214"/>
                </a:xfrm>
                <a:custGeom>
                  <a:avLst/>
                  <a:gdLst>
                    <a:gd name="csX0" fmla="*/ 0 w 55221"/>
                    <a:gd name="csY0" fmla="*/ 27607 h 55214"/>
                    <a:gd name="csX1" fmla="*/ 55221 w 55221"/>
                    <a:gd name="csY1" fmla="*/ 0 h 55214"/>
                    <a:gd name="csX2" fmla="*/ 41416 w 55221"/>
                    <a:gd name="csY2" fmla="*/ 27607 h 55214"/>
                    <a:gd name="csX3" fmla="*/ 55221 w 55221"/>
                    <a:gd name="csY3" fmla="*/ 55215 h 5521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214">
                      <a:moveTo>
                        <a:pt x="0" y="27607"/>
                      </a:moveTo>
                      <a:lnTo>
                        <a:pt x="55221" y="0"/>
                      </a:lnTo>
                      <a:lnTo>
                        <a:pt x="41416" y="27607"/>
                      </a:lnTo>
                      <a:lnTo>
                        <a:pt x="55221" y="552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79" name="Graphic 4">
                <a:extLst>
                  <a:ext uri="{FF2B5EF4-FFF2-40B4-BE49-F238E27FC236}">
                    <a16:creationId xmlns:a16="http://schemas.microsoft.com/office/drawing/2014/main" id="{26416E01-82C5-E7B0-BA8D-AA50B9E940F3}"/>
                  </a:ext>
                </a:extLst>
              </p:cNvPr>
              <p:cNvGrpSpPr/>
              <p:nvPr/>
            </p:nvGrpSpPr>
            <p:grpSpPr>
              <a:xfrm>
                <a:off x="2298861" y="3649109"/>
                <a:ext cx="55221" cy="260614"/>
                <a:chOff x="2298861" y="3649109"/>
                <a:chExt cx="55221" cy="260614"/>
              </a:xfrm>
            </p:grpSpPr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id="{16377173-B1BB-E21D-94B4-73B99D83D565}"/>
                    </a:ext>
                  </a:extLst>
                </p:cNvPr>
                <p:cNvSpPr/>
                <p:nvPr/>
              </p:nvSpPr>
              <p:spPr>
                <a:xfrm>
                  <a:off x="2326127" y="3649109"/>
                  <a:ext cx="414" cy="219203"/>
                </a:xfrm>
                <a:custGeom>
                  <a:avLst/>
                  <a:gdLst>
                    <a:gd name="csX0" fmla="*/ 0 w 414"/>
                    <a:gd name="csY0" fmla="*/ 0 h 219203"/>
                    <a:gd name="csX1" fmla="*/ 0 w 414"/>
                    <a:gd name="csY1" fmla="*/ 138037 h 219203"/>
                    <a:gd name="csX2" fmla="*/ 414 w 414"/>
                    <a:gd name="csY2" fmla="*/ 219203 h 2192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14" h="219203">
                      <a:moveTo>
                        <a:pt x="0" y="0"/>
                      </a:moveTo>
                      <a:lnTo>
                        <a:pt x="0" y="138037"/>
                      </a:lnTo>
                      <a:lnTo>
                        <a:pt x="414" y="219203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5" name="Freeform 204">
                  <a:extLst>
                    <a:ext uri="{FF2B5EF4-FFF2-40B4-BE49-F238E27FC236}">
                      <a16:creationId xmlns:a16="http://schemas.microsoft.com/office/drawing/2014/main" id="{AEE2EDE2-2477-AD24-4B98-DA7D3F0C00DC}"/>
                    </a:ext>
                  </a:extLst>
                </p:cNvPr>
                <p:cNvSpPr/>
                <p:nvPr/>
              </p:nvSpPr>
              <p:spPr>
                <a:xfrm>
                  <a:off x="2298861" y="3854370"/>
                  <a:ext cx="55221" cy="55353"/>
                </a:xfrm>
                <a:custGeom>
                  <a:avLst/>
                  <a:gdLst>
                    <a:gd name="csX0" fmla="*/ 27887 w 55221"/>
                    <a:gd name="csY0" fmla="*/ 55353 h 55353"/>
                    <a:gd name="csX1" fmla="*/ 0 w 55221"/>
                    <a:gd name="csY1" fmla="*/ 276 h 55353"/>
                    <a:gd name="csX2" fmla="*/ 27680 w 55221"/>
                    <a:gd name="csY2" fmla="*/ 13942 h 55353"/>
                    <a:gd name="csX3" fmla="*/ 55221 w 55221"/>
                    <a:gd name="csY3" fmla="*/ 0 h 55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353">
                      <a:moveTo>
                        <a:pt x="27887" y="55353"/>
                      </a:moveTo>
                      <a:lnTo>
                        <a:pt x="0" y="276"/>
                      </a:lnTo>
                      <a:lnTo>
                        <a:pt x="27680" y="13942"/>
                      </a:lnTo>
                      <a:lnTo>
                        <a:pt x="552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0" name="Graphic 4">
                <a:extLst>
                  <a:ext uri="{FF2B5EF4-FFF2-40B4-BE49-F238E27FC236}">
                    <a16:creationId xmlns:a16="http://schemas.microsoft.com/office/drawing/2014/main" id="{A4A0FCC6-0C94-06AF-D0E6-4D20466B352E}"/>
                  </a:ext>
                </a:extLst>
              </p:cNvPr>
              <p:cNvGrpSpPr/>
              <p:nvPr/>
            </p:nvGrpSpPr>
            <p:grpSpPr>
              <a:xfrm>
                <a:off x="1953728" y="3649109"/>
                <a:ext cx="55221" cy="260614"/>
                <a:chOff x="1953728" y="3649109"/>
                <a:chExt cx="55221" cy="260614"/>
              </a:xfrm>
            </p:grpSpPr>
            <p:sp>
              <p:nvSpPr>
                <p:cNvPr id="202" name="Freeform 201">
                  <a:extLst>
                    <a:ext uri="{FF2B5EF4-FFF2-40B4-BE49-F238E27FC236}">
                      <a16:creationId xmlns:a16="http://schemas.microsoft.com/office/drawing/2014/main" id="{780C469C-4FD8-D749-D0D9-07230718B7B8}"/>
                    </a:ext>
                  </a:extLst>
                </p:cNvPr>
                <p:cNvSpPr/>
                <p:nvPr/>
              </p:nvSpPr>
              <p:spPr>
                <a:xfrm>
                  <a:off x="1980994" y="3649109"/>
                  <a:ext cx="414" cy="219203"/>
                </a:xfrm>
                <a:custGeom>
                  <a:avLst/>
                  <a:gdLst>
                    <a:gd name="csX0" fmla="*/ 0 w 414"/>
                    <a:gd name="csY0" fmla="*/ 0 h 219203"/>
                    <a:gd name="csX1" fmla="*/ 0 w 414"/>
                    <a:gd name="csY1" fmla="*/ 138037 h 219203"/>
                    <a:gd name="csX2" fmla="*/ 414 w 414"/>
                    <a:gd name="csY2" fmla="*/ 219203 h 2192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14" h="219203">
                      <a:moveTo>
                        <a:pt x="0" y="0"/>
                      </a:moveTo>
                      <a:lnTo>
                        <a:pt x="0" y="138037"/>
                      </a:lnTo>
                      <a:lnTo>
                        <a:pt x="414" y="219203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id="{60843CBB-9626-4847-F4CA-30E3949A64DB}"/>
                    </a:ext>
                  </a:extLst>
                </p:cNvPr>
                <p:cNvSpPr/>
                <p:nvPr/>
              </p:nvSpPr>
              <p:spPr>
                <a:xfrm>
                  <a:off x="1953728" y="3854370"/>
                  <a:ext cx="55221" cy="55353"/>
                </a:xfrm>
                <a:custGeom>
                  <a:avLst/>
                  <a:gdLst>
                    <a:gd name="csX0" fmla="*/ 27887 w 55221"/>
                    <a:gd name="csY0" fmla="*/ 55353 h 55353"/>
                    <a:gd name="csX1" fmla="*/ 0 w 55221"/>
                    <a:gd name="csY1" fmla="*/ 276 h 55353"/>
                    <a:gd name="csX2" fmla="*/ 27680 w 55221"/>
                    <a:gd name="csY2" fmla="*/ 13942 h 55353"/>
                    <a:gd name="csX3" fmla="*/ 55221 w 55221"/>
                    <a:gd name="csY3" fmla="*/ 0 h 55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353">
                      <a:moveTo>
                        <a:pt x="27887" y="55353"/>
                      </a:moveTo>
                      <a:lnTo>
                        <a:pt x="0" y="276"/>
                      </a:lnTo>
                      <a:lnTo>
                        <a:pt x="27680" y="13942"/>
                      </a:lnTo>
                      <a:lnTo>
                        <a:pt x="552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1" name="Graphic 4">
                <a:extLst>
                  <a:ext uri="{FF2B5EF4-FFF2-40B4-BE49-F238E27FC236}">
                    <a16:creationId xmlns:a16="http://schemas.microsoft.com/office/drawing/2014/main" id="{5C16D157-AB28-69DD-1A74-BD357A04B6E6}"/>
                  </a:ext>
                </a:extLst>
              </p:cNvPr>
              <p:cNvGrpSpPr/>
              <p:nvPr/>
            </p:nvGrpSpPr>
            <p:grpSpPr>
              <a:xfrm>
                <a:off x="1808427" y="3373034"/>
                <a:ext cx="690266" cy="276074"/>
                <a:chOff x="1808427" y="3373034"/>
                <a:chExt cx="690266" cy="276074"/>
              </a:xfrm>
              <a:solidFill>
                <a:srgbClr val="D5E8D4"/>
              </a:solidFill>
            </p:grpSpPr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3897089D-B34A-871C-3DFD-2B6A752660ED}"/>
                    </a:ext>
                  </a:extLst>
                </p:cNvPr>
                <p:cNvSpPr/>
                <p:nvPr/>
              </p:nvSpPr>
              <p:spPr>
                <a:xfrm>
                  <a:off x="1808427" y="3373034"/>
                  <a:ext cx="690266" cy="276074"/>
                </a:xfrm>
                <a:prstGeom prst="rect">
                  <a:avLst/>
                </a:prstGeom>
                <a:solidFill>
                  <a:srgbClr val="D5E8D4"/>
                </a:solidFill>
                <a:ln w="13805" cap="flat">
                  <a:solidFill>
                    <a:srgbClr val="82B36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01" name="Picture 200">
                  <a:extLst>
                    <a:ext uri="{FF2B5EF4-FFF2-40B4-BE49-F238E27FC236}">
                      <a16:creationId xmlns:a16="http://schemas.microsoft.com/office/drawing/2014/main" id="{E8CE89EE-F8A0-4C46-C612-BB5840DFEA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15330" y="3431700"/>
                  <a:ext cx="676461" cy="186350"/>
                </a:xfrm>
                <a:custGeom>
                  <a:avLst/>
                  <a:gdLst>
                    <a:gd name="csX0" fmla="*/ 0 w 676461"/>
                    <a:gd name="csY0" fmla="*/ 0 h 186350"/>
                    <a:gd name="csX1" fmla="*/ 676461 w 676461"/>
                    <a:gd name="csY1" fmla="*/ 0 h 186350"/>
                    <a:gd name="csX2" fmla="*/ 676461 w 676461"/>
                    <a:gd name="csY2" fmla="*/ 186350 h 186350"/>
                    <a:gd name="csX3" fmla="*/ 0 w 676461"/>
                    <a:gd name="csY3" fmla="*/ 186350 h 1863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76461" h="186350">
                      <a:moveTo>
                        <a:pt x="0" y="0"/>
                      </a:moveTo>
                      <a:lnTo>
                        <a:pt x="676461" y="0"/>
                      </a:lnTo>
                      <a:lnTo>
                        <a:pt x="676461" y="186350"/>
                      </a:lnTo>
                      <a:lnTo>
                        <a:pt x="0" y="186350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2" name="Graphic 4">
                <a:extLst>
                  <a:ext uri="{FF2B5EF4-FFF2-40B4-BE49-F238E27FC236}">
                    <a16:creationId xmlns:a16="http://schemas.microsoft.com/office/drawing/2014/main" id="{A341A187-C9EE-1538-9C62-196B4E83AD91}"/>
                  </a:ext>
                </a:extLst>
              </p:cNvPr>
              <p:cNvGrpSpPr/>
              <p:nvPr/>
            </p:nvGrpSpPr>
            <p:grpSpPr>
              <a:xfrm>
                <a:off x="1773914" y="3600796"/>
                <a:ext cx="207079" cy="276074"/>
                <a:chOff x="1773914" y="3600796"/>
                <a:chExt cx="207079" cy="276074"/>
              </a:xfrm>
              <a:noFill/>
            </p:grpSpPr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913C00C6-D656-5F7D-B224-C74E7C630E00}"/>
                    </a:ext>
                  </a:extLst>
                </p:cNvPr>
                <p:cNvSpPr/>
                <p:nvPr/>
              </p:nvSpPr>
              <p:spPr>
                <a:xfrm>
                  <a:off x="1773914" y="3600796"/>
                  <a:ext cx="20707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9" name="Picture 198">
                  <a:extLst>
                    <a:ext uri="{FF2B5EF4-FFF2-40B4-BE49-F238E27FC236}">
                      <a16:creationId xmlns:a16="http://schemas.microsoft.com/office/drawing/2014/main" id="{7E1C3330-1330-3E27-5672-E05DDBCFB5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9489" y="3666363"/>
                  <a:ext cx="75929" cy="172546"/>
                </a:xfrm>
                <a:custGeom>
                  <a:avLst/>
                  <a:gdLst>
                    <a:gd name="csX0" fmla="*/ 0 w 75929"/>
                    <a:gd name="csY0" fmla="*/ 0 h 172546"/>
                    <a:gd name="csX1" fmla="*/ 75929 w 75929"/>
                    <a:gd name="csY1" fmla="*/ 0 h 172546"/>
                    <a:gd name="csX2" fmla="*/ 75929 w 75929"/>
                    <a:gd name="csY2" fmla="*/ 172547 h 172546"/>
                    <a:gd name="csX3" fmla="*/ 0 w 75929"/>
                    <a:gd name="csY3" fmla="*/ 172547 h 1725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929" h="172546">
                      <a:moveTo>
                        <a:pt x="0" y="0"/>
                      </a:moveTo>
                      <a:lnTo>
                        <a:pt x="75929" y="0"/>
                      </a:lnTo>
                      <a:lnTo>
                        <a:pt x="75929" y="172547"/>
                      </a:lnTo>
                      <a:lnTo>
                        <a:pt x="0" y="17254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3" name="Graphic 4">
                <a:extLst>
                  <a:ext uri="{FF2B5EF4-FFF2-40B4-BE49-F238E27FC236}">
                    <a16:creationId xmlns:a16="http://schemas.microsoft.com/office/drawing/2014/main" id="{301CA561-1CD7-89E7-66BD-28FD14E687E8}"/>
                  </a:ext>
                </a:extLst>
              </p:cNvPr>
              <p:cNvGrpSpPr/>
              <p:nvPr/>
            </p:nvGrpSpPr>
            <p:grpSpPr>
              <a:xfrm>
                <a:off x="2319224" y="3607698"/>
                <a:ext cx="207079" cy="276074"/>
                <a:chOff x="2319224" y="3607698"/>
                <a:chExt cx="207079" cy="276074"/>
              </a:xfrm>
              <a:noFill/>
            </p:grpSpPr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5B37595A-ED56-3539-7333-DC0A2267622A}"/>
                    </a:ext>
                  </a:extLst>
                </p:cNvPr>
                <p:cNvSpPr/>
                <p:nvPr/>
              </p:nvSpPr>
              <p:spPr>
                <a:xfrm>
                  <a:off x="2319224" y="3607698"/>
                  <a:ext cx="20707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7" name="Picture 196">
                  <a:extLst>
                    <a:ext uri="{FF2B5EF4-FFF2-40B4-BE49-F238E27FC236}">
                      <a16:creationId xmlns:a16="http://schemas.microsoft.com/office/drawing/2014/main" id="{DF65DC8C-215B-B728-98DE-14040C14C1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84800" y="3673265"/>
                  <a:ext cx="75929" cy="172546"/>
                </a:xfrm>
                <a:custGeom>
                  <a:avLst/>
                  <a:gdLst>
                    <a:gd name="csX0" fmla="*/ 0 w 75929"/>
                    <a:gd name="csY0" fmla="*/ 0 h 172546"/>
                    <a:gd name="csX1" fmla="*/ 75929 w 75929"/>
                    <a:gd name="csY1" fmla="*/ 0 h 172546"/>
                    <a:gd name="csX2" fmla="*/ 75929 w 75929"/>
                    <a:gd name="csY2" fmla="*/ 172547 h 172546"/>
                    <a:gd name="csX3" fmla="*/ 0 w 75929"/>
                    <a:gd name="csY3" fmla="*/ 172547 h 1725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929" h="172546">
                      <a:moveTo>
                        <a:pt x="0" y="0"/>
                      </a:moveTo>
                      <a:lnTo>
                        <a:pt x="75929" y="0"/>
                      </a:lnTo>
                      <a:lnTo>
                        <a:pt x="75929" y="172547"/>
                      </a:lnTo>
                      <a:lnTo>
                        <a:pt x="0" y="17254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4" name="Graphic 4">
                <a:extLst>
                  <a:ext uri="{FF2B5EF4-FFF2-40B4-BE49-F238E27FC236}">
                    <a16:creationId xmlns:a16="http://schemas.microsoft.com/office/drawing/2014/main" id="{FF29004C-F954-B7CD-2B98-66219D6FC41D}"/>
                  </a:ext>
                </a:extLst>
              </p:cNvPr>
              <p:cNvGrpSpPr/>
              <p:nvPr/>
            </p:nvGrpSpPr>
            <p:grpSpPr>
              <a:xfrm>
                <a:off x="1877454" y="2820885"/>
                <a:ext cx="552213" cy="276074"/>
                <a:chOff x="1877454" y="2820885"/>
                <a:chExt cx="552213" cy="276074"/>
              </a:xfrm>
              <a:noFill/>
            </p:grpSpPr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94BFF941-208E-C74A-B478-A1784F394DCA}"/>
                    </a:ext>
                  </a:extLst>
                </p:cNvPr>
                <p:cNvSpPr/>
                <p:nvPr/>
              </p:nvSpPr>
              <p:spPr>
                <a:xfrm>
                  <a:off x="1877454" y="2820885"/>
                  <a:ext cx="552213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5" name="Picture 194">
                  <a:extLst>
                    <a:ext uri="{FF2B5EF4-FFF2-40B4-BE49-F238E27FC236}">
                      <a16:creationId xmlns:a16="http://schemas.microsoft.com/office/drawing/2014/main" id="{BFA29ABE-DA65-2DCA-5082-E4474F696F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87985" y="2872649"/>
                  <a:ext cx="131150" cy="217408"/>
                </a:xfrm>
                <a:custGeom>
                  <a:avLst/>
                  <a:gdLst>
                    <a:gd name="csX0" fmla="*/ 0 w 131150"/>
                    <a:gd name="csY0" fmla="*/ 0 h 217408"/>
                    <a:gd name="csX1" fmla="*/ 131151 w 131150"/>
                    <a:gd name="csY1" fmla="*/ 0 h 217408"/>
                    <a:gd name="csX2" fmla="*/ 131151 w 131150"/>
                    <a:gd name="csY2" fmla="*/ 217409 h 217408"/>
                    <a:gd name="csX3" fmla="*/ 0 w 131150"/>
                    <a:gd name="csY3" fmla="*/ 217409 h 217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31150" h="217408">
                      <a:moveTo>
                        <a:pt x="0" y="0"/>
                      </a:moveTo>
                      <a:lnTo>
                        <a:pt x="131151" y="0"/>
                      </a:lnTo>
                      <a:lnTo>
                        <a:pt x="131151" y="217409"/>
                      </a:lnTo>
                      <a:lnTo>
                        <a:pt x="0" y="21740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5" name="Graphic 4">
                <a:extLst>
                  <a:ext uri="{FF2B5EF4-FFF2-40B4-BE49-F238E27FC236}">
                    <a16:creationId xmlns:a16="http://schemas.microsoft.com/office/drawing/2014/main" id="{74FC8AB7-F351-C93D-50DB-35034770F5BE}"/>
                  </a:ext>
                </a:extLst>
              </p:cNvPr>
              <p:cNvGrpSpPr/>
              <p:nvPr/>
            </p:nvGrpSpPr>
            <p:grpSpPr>
              <a:xfrm>
                <a:off x="2126088" y="3096960"/>
                <a:ext cx="55221" cy="260614"/>
                <a:chOff x="2126088" y="3096960"/>
                <a:chExt cx="55221" cy="260614"/>
              </a:xfrm>
            </p:grpSpPr>
            <p:sp>
              <p:nvSpPr>
                <p:cNvPr id="192" name="Freeform 191">
                  <a:extLst>
                    <a:ext uri="{FF2B5EF4-FFF2-40B4-BE49-F238E27FC236}">
                      <a16:creationId xmlns:a16="http://schemas.microsoft.com/office/drawing/2014/main" id="{CD945395-E689-64EA-D798-8618A1972DEB}"/>
                    </a:ext>
                  </a:extLst>
                </p:cNvPr>
                <p:cNvSpPr/>
                <p:nvPr/>
              </p:nvSpPr>
              <p:spPr>
                <a:xfrm>
                  <a:off x="2151559" y="3096960"/>
                  <a:ext cx="3382" cy="219272"/>
                </a:xfrm>
                <a:custGeom>
                  <a:avLst/>
                  <a:gdLst>
                    <a:gd name="csX0" fmla="*/ 0 w 3382"/>
                    <a:gd name="csY0" fmla="*/ 0 h 219272"/>
                    <a:gd name="csX1" fmla="*/ 3382 w 3382"/>
                    <a:gd name="csY1" fmla="*/ 144939 h 219272"/>
                    <a:gd name="csX2" fmla="*/ 1864 w 3382"/>
                    <a:gd name="csY2" fmla="*/ 219272 h 2192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382" h="219272">
                      <a:moveTo>
                        <a:pt x="0" y="0"/>
                      </a:moveTo>
                      <a:lnTo>
                        <a:pt x="3382" y="144939"/>
                      </a:lnTo>
                      <a:lnTo>
                        <a:pt x="1864" y="219272"/>
                      </a:lnTo>
                    </a:path>
                  </a:pathLst>
                </a:custGeom>
                <a:noFill/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93" name="Freeform 192">
                  <a:extLst>
                    <a:ext uri="{FF2B5EF4-FFF2-40B4-BE49-F238E27FC236}">
                      <a16:creationId xmlns:a16="http://schemas.microsoft.com/office/drawing/2014/main" id="{F7FADFEC-CAA6-B71C-B604-B3EB99C2D6DA}"/>
                    </a:ext>
                  </a:extLst>
                </p:cNvPr>
                <p:cNvSpPr/>
                <p:nvPr/>
              </p:nvSpPr>
              <p:spPr>
                <a:xfrm>
                  <a:off x="2126088" y="3301807"/>
                  <a:ext cx="55221" cy="55767"/>
                </a:xfrm>
                <a:custGeom>
                  <a:avLst/>
                  <a:gdLst>
                    <a:gd name="csX0" fmla="*/ 26506 w 55221"/>
                    <a:gd name="csY0" fmla="*/ 55767 h 55767"/>
                    <a:gd name="csX1" fmla="*/ 0 w 55221"/>
                    <a:gd name="csY1" fmla="*/ 0 h 55767"/>
                    <a:gd name="csX2" fmla="*/ 27335 w 55221"/>
                    <a:gd name="csY2" fmla="*/ 14425 h 55767"/>
                    <a:gd name="csX3" fmla="*/ 55221 w 55221"/>
                    <a:gd name="csY3" fmla="*/ 1173 h 557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221" h="55767">
                      <a:moveTo>
                        <a:pt x="26506" y="55767"/>
                      </a:moveTo>
                      <a:lnTo>
                        <a:pt x="0" y="0"/>
                      </a:lnTo>
                      <a:lnTo>
                        <a:pt x="27335" y="14425"/>
                      </a:lnTo>
                      <a:lnTo>
                        <a:pt x="55221" y="11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8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6" name="Graphic 4">
                <a:extLst>
                  <a:ext uri="{FF2B5EF4-FFF2-40B4-BE49-F238E27FC236}">
                    <a16:creationId xmlns:a16="http://schemas.microsoft.com/office/drawing/2014/main" id="{8BEE8A5C-60F3-D2D1-D1F8-C290C6F4B86C}"/>
                  </a:ext>
                </a:extLst>
              </p:cNvPr>
              <p:cNvGrpSpPr/>
              <p:nvPr/>
            </p:nvGrpSpPr>
            <p:grpSpPr>
              <a:xfrm>
                <a:off x="1553029" y="3869968"/>
                <a:ext cx="828319" cy="276074"/>
                <a:chOff x="1553029" y="3869968"/>
                <a:chExt cx="828319" cy="276074"/>
              </a:xfrm>
              <a:noFill/>
            </p:grpSpPr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B84D57F1-2E0F-0C1A-D4F4-CBE2FC94C0BC}"/>
                    </a:ext>
                  </a:extLst>
                </p:cNvPr>
                <p:cNvSpPr/>
                <p:nvPr/>
              </p:nvSpPr>
              <p:spPr>
                <a:xfrm>
                  <a:off x="1553029" y="3869968"/>
                  <a:ext cx="82831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1" name="Picture 190">
                  <a:extLst>
                    <a:ext uri="{FF2B5EF4-FFF2-40B4-BE49-F238E27FC236}">
                      <a16:creationId xmlns:a16="http://schemas.microsoft.com/office/drawing/2014/main" id="{F98E2870-AA9D-86C6-DCC8-74643C90E2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56746" y="3921732"/>
                  <a:ext cx="220885" cy="217408"/>
                </a:xfrm>
                <a:custGeom>
                  <a:avLst/>
                  <a:gdLst>
                    <a:gd name="csX0" fmla="*/ 0 w 220885"/>
                    <a:gd name="csY0" fmla="*/ 0 h 217408"/>
                    <a:gd name="csX1" fmla="*/ 220885 w 220885"/>
                    <a:gd name="csY1" fmla="*/ 0 h 217408"/>
                    <a:gd name="csX2" fmla="*/ 220885 w 220885"/>
                    <a:gd name="csY2" fmla="*/ 217409 h 217408"/>
                    <a:gd name="csX3" fmla="*/ 0 w 220885"/>
                    <a:gd name="csY3" fmla="*/ 217409 h 217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20885" h="217408">
                      <a:moveTo>
                        <a:pt x="0" y="0"/>
                      </a:moveTo>
                      <a:lnTo>
                        <a:pt x="220885" y="0"/>
                      </a:lnTo>
                      <a:lnTo>
                        <a:pt x="220885" y="217409"/>
                      </a:lnTo>
                      <a:lnTo>
                        <a:pt x="0" y="21740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7" name="Graphic 4">
                <a:extLst>
                  <a:ext uri="{FF2B5EF4-FFF2-40B4-BE49-F238E27FC236}">
                    <a16:creationId xmlns:a16="http://schemas.microsoft.com/office/drawing/2014/main" id="{60097962-FF1A-8942-FEC4-B244C111BBFF}"/>
                  </a:ext>
                </a:extLst>
              </p:cNvPr>
              <p:cNvGrpSpPr/>
              <p:nvPr/>
            </p:nvGrpSpPr>
            <p:grpSpPr>
              <a:xfrm>
                <a:off x="1905064" y="3869968"/>
                <a:ext cx="828319" cy="276074"/>
                <a:chOff x="1905064" y="3869968"/>
                <a:chExt cx="828319" cy="276074"/>
              </a:xfrm>
              <a:noFill/>
            </p:grpSpPr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C6BF55B3-0005-1157-DEBA-FC12288071FC}"/>
                    </a:ext>
                  </a:extLst>
                </p:cNvPr>
                <p:cNvSpPr/>
                <p:nvPr/>
              </p:nvSpPr>
              <p:spPr>
                <a:xfrm>
                  <a:off x="1905064" y="3869968"/>
                  <a:ext cx="828319" cy="276074"/>
                </a:xfrm>
                <a:prstGeom prst="rect">
                  <a:avLst/>
                </a:prstGeom>
                <a:noFill/>
                <a:ln w="690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9" name="Picture 188">
                  <a:extLst>
                    <a:ext uri="{FF2B5EF4-FFF2-40B4-BE49-F238E27FC236}">
                      <a16:creationId xmlns:a16="http://schemas.microsoft.com/office/drawing/2014/main" id="{C460B64D-D840-EAAE-10E4-8EE6F24C84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08782" y="3921732"/>
                  <a:ext cx="220885" cy="217408"/>
                </a:xfrm>
                <a:custGeom>
                  <a:avLst/>
                  <a:gdLst>
                    <a:gd name="csX0" fmla="*/ 0 w 220885"/>
                    <a:gd name="csY0" fmla="*/ 0 h 217408"/>
                    <a:gd name="csX1" fmla="*/ 220885 w 220885"/>
                    <a:gd name="csY1" fmla="*/ 0 h 217408"/>
                    <a:gd name="csX2" fmla="*/ 220885 w 220885"/>
                    <a:gd name="csY2" fmla="*/ 217409 h 217408"/>
                    <a:gd name="csX3" fmla="*/ 0 w 220885"/>
                    <a:gd name="csY3" fmla="*/ 217409 h 217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20885" h="217408">
                      <a:moveTo>
                        <a:pt x="0" y="0"/>
                      </a:moveTo>
                      <a:lnTo>
                        <a:pt x="220885" y="0"/>
                      </a:lnTo>
                      <a:lnTo>
                        <a:pt x="220885" y="217409"/>
                      </a:lnTo>
                      <a:lnTo>
                        <a:pt x="0" y="21740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49" name="Graphic 4">
              <a:extLst>
                <a:ext uri="{FF2B5EF4-FFF2-40B4-BE49-F238E27FC236}">
                  <a16:creationId xmlns:a16="http://schemas.microsoft.com/office/drawing/2014/main" id="{D502CBDF-BA38-5AE4-6C91-48853DD7E0F3}"/>
                </a:ext>
              </a:extLst>
            </p:cNvPr>
            <p:cNvGrpSpPr/>
            <p:nvPr/>
          </p:nvGrpSpPr>
          <p:grpSpPr>
            <a:xfrm>
              <a:off x="2949023" y="3304016"/>
              <a:ext cx="308963" cy="234663"/>
              <a:chOff x="2949023" y="3304016"/>
              <a:chExt cx="308963" cy="234663"/>
            </a:xfrm>
          </p:grpSpPr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FEF01A16-ACD9-EF71-6796-9CF248E1FDED}"/>
                  </a:ext>
                </a:extLst>
              </p:cNvPr>
              <p:cNvSpPr/>
              <p:nvPr/>
            </p:nvSpPr>
            <p:spPr>
              <a:xfrm>
                <a:off x="2990439" y="3304016"/>
                <a:ext cx="267547" cy="207055"/>
              </a:xfrm>
              <a:custGeom>
                <a:avLst/>
                <a:gdLst>
                  <a:gd name="csX0" fmla="*/ 267547 w 267547"/>
                  <a:gd name="csY0" fmla="*/ 0 h 207055"/>
                  <a:gd name="csX1" fmla="*/ 267547 w 267547"/>
                  <a:gd name="csY1" fmla="*/ 207056 h 207055"/>
                  <a:gd name="csX2" fmla="*/ 0 w 267547"/>
                  <a:gd name="csY2" fmla="*/ 207056 h 207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7547" h="207055">
                    <a:moveTo>
                      <a:pt x="267547" y="0"/>
                    </a:moveTo>
                    <a:lnTo>
                      <a:pt x="267547" y="207056"/>
                    </a:lnTo>
                    <a:lnTo>
                      <a:pt x="0" y="207056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86AAB956-F6CC-CBA1-7386-E996C48D347D}"/>
                  </a:ext>
                </a:extLst>
              </p:cNvPr>
              <p:cNvSpPr/>
              <p:nvPr/>
            </p:nvSpPr>
            <p:spPr>
              <a:xfrm>
                <a:off x="2949023" y="3483464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88A88182-934F-D390-FB1A-E9CF24426B52}"/>
                </a:ext>
              </a:extLst>
            </p:cNvPr>
            <p:cNvSpPr/>
            <p:nvPr/>
          </p:nvSpPr>
          <p:spPr>
            <a:xfrm>
              <a:off x="3603120" y="3304016"/>
              <a:ext cx="483" cy="207055"/>
            </a:xfrm>
            <a:custGeom>
              <a:avLst/>
              <a:gdLst>
                <a:gd name="csX0" fmla="*/ 0 w 483"/>
                <a:gd name="csY0" fmla="*/ 0 h 207055"/>
                <a:gd name="csX1" fmla="*/ 483 w 483"/>
                <a:gd name="csY1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3" h="207055">
                  <a:moveTo>
                    <a:pt x="0" y="0"/>
                  </a:moveTo>
                  <a:lnTo>
                    <a:pt x="483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54" name="Graphic 4">
              <a:extLst>
                <a:ext uri="{FF2B5EF4-FFF2-40B4-BE49-F238E27FC236}">
                  <a16:creationId xmlns:a16="http://schemas.microsoft.com/office/drawing/2014/main" id="{31DC07D2-5883-8943-B8C4-931F60B03B59}"/>
                </a:ext>
              </a:extLst>
            </p:cNvPr>
            <p:cNvGrpSpPr/>
            <p:nvPr/>
          </p:nvGrpSpPr>
          <p:grpSpPr>
            <a:xfrm>
              <a:off x="3085420" y="3027941"/>
              <a:ext cx="690266" cy="276074"/>
              <a:chOff x="3085420" y="3027941"/>
              <a:chExt cx="690266" cy="276074"/>
            </a:xfrm>
            <a:solidFill>
              <a:srgbClr val="FFE6CC"/>
            </a:solidFill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04CA6172-2E15-0313-4005-9665F6ED3AC7}"/>
                  </a:ext>
                </a:extLst>
              </p:cNvPr>
              <p:cNvSpPr/>
              <p:nvPr/>
            </p:nvSpPr>
            <p:spPr>
              <a:xfrm>
                <a:off x="3085420" y="3027941"/>
                <a:ext cx="690266" cy="276074"/>
              </a:xfrm>
              <a:prstGeom prst="rect">
                <a:avLst/>
              </a:prstGeom>
              <a:solidFill>
                <a:srgbClr val="FFE6CC"/>
              </a:solidFill>
              <a:ln w="13805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EC9EF8EE-8B36-988F-7E92-D66D15D724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2323" y="3086607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4">
              <a:extLst>
                <a:ext uri="{FF2B5EF4-FFF2-40B4-BE49-F238E27FC236}">
                  <a16:creationId xmlns:a16="http://schemas.microsoft.com/office/drawing/2014/main" id="{CEDB2BF8-1D74-7CD8-32B3-82C2FCE03117}"/>
                </a:ext>
              </a:extLst>
            </p:cNvPr>
            <p:cNvGrpSpPr/>
            <p:nvPr/>
          </p:nvGrpSpPr>
          <p:grpSpPr>
            <a:xfrm>
              <a:off x="3054358" y="3241899"/>
              <a:ext cx="207079" cy="276074"/>
              <a:chOff x="3054358" y="3241899"/>
              <a:chExt cx="207079" cy="276074"/>
            </a:xfrm>
            <a:noFill/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CE6B16F5-38AB-5837-1D52-23723ED1E575}"/>
                  </a:ext>
                </a:extLst>
              </p:cNvPr>
              <p:cNvSpPr/>
              <p:nvPr/>
            </p:nvSpPr>
            <p:spPr>
              <a:xfrm>
                <a:off x="3054358" y="3241899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C9BABCBA-7678-5883-255B-A883487BC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3385" y="3307467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156" name="Graphic 4">
              <a:extLst>
                <a:ext uri="{FF2B5EF4-FFF2-40B4-BE49-F238E27FC236}">
                  <a16:creationId xmlns:a16="http://schemas.microsoft.com/office/drawing/2014/main" id="{03822090-4E0C-39B5-80F9-654225AF57E9}"/>
                </a:ext>
              </a:extLst>
            </p:cNvPr>
            <p:cNvGrpSpPr/>
            <p:nvPr/>
          </p:nvGrpSpPr>
          <p:grpSpPr>
            <a:xfrm>
              <a:off x="3599668" y="3248801"/>
              <a:ext cx="207079" cy="276074"/>
              <a:chOff x="3599668" y="3248801"/>
              <a:chExt cx="207079" cy="276074"/>
            </a:xfrm>
            <a:noFill/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58B11851-86EB-0D8A-30B3-74C379F3E15C}"/>
                  </a:ext>
                </a:extLst>
              </p:cNvPr>
              <p:cNvSpPr/>
              <p:nvPr/>
            </p:nvSpPr>
            <p:spPr>
              <a:xfrm>
                <a:off x="3599668" y="3248801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1" name="Picture 170">
                <a:extLst>
                  <a:ext uri="{FF2B5EF4-FFF2-40B4-BE49-F238E27FC236}">
                    <a16:creationId xmlns:a16="http://schemas.microsoft.com/office/drawing/2014/main" id="{EAC3CBAD-9A3E-DFC0-311A-045CD82B81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8695" y="3314368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D3E8CB7B-C247-CC63-70C7-C757F96DB280}"/>
                </a:ext>
              </a:extLst>
            </p:cNvPr>
            <p:cNvSpPr/>
            <p:nvPr/>
          </p:nvSpPr>
          <p:spPr>
            <a:xfrm>
              <a:off x="3534093" y="3511072"/>
              <a:ext cx="138053" cy="6901"/>
            </a:xfrm>
            <a:custGeom>
              <a:avLst/>
              <a:gdLst>
                <a:gd name="csX0" fmla="*/ 0 w 138053"/>
                <a:gd name="csY0" fmla="*/ 0 h 6901"/>
                <a:gd name="csX1" fmla="*/ 138053 w 138053"/>
                <a:gd name="csY1" fmla="*/ 0 h 6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8053" h="6901">
                  <a:moveTo>
                    <a:pt x="0" y="0"/>
                  </a:moveTo>
                  <a:lnTo>
                    <a:pt x="138053" y="0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58" name="Graphic 4">
              <a:extLst>
                <a:ext uri="{FF2B5EF4-FFF2-40B4-BE49-F238E27FC236}">
                  <a16:creationId xmlns:a16="http://schemas.microsoft.com/office/drawing/2014/main" id="{7EA5B70F-D117-3CEB-22B6-31AE824A8824}"/>
                </a:ext>
              </a:extLst>
            </p:cNvPr>
            <p:cNvGrpSpPr/>
            <p:nvPr/>
          </p:nvGrpSpPr>
          <p:grpSpPr>
            <a:xfrm>
              <a:off x="3154447" y="2475792"/>
              <a:ext cx="552213" cy="276074"/>
              <a:chOff x="3154447" y="2475792"/>
              <a:chExt cx="552213" cy="276074"/>
            </a:xfrm>
            <a:noFill/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8A20D380-5816-0155-1ACC-8430A1E2A0A5}"/>
                  </a:ext>
                </a:extLst>
              </p:cNvPr>
              <p:cNvSpPr/>
              <p:nvPr/>
            </p:nvSpPr>
            <p:spPr>
              <a:xfrm>
                <a:off x="3154447" y="2475792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4D2E506F-CF84-D0F5-F8F8-B50B8148ED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4978" y="2527556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159" name="Graphic 4">
              <a:extLst>
                <a:ext uri="{FF2B5EF4-FFF2-40B4-BE49-F238E27FC236}">
                  <a16:creationId xmlns:a16="http://schemas.microsoft.com/office/drawing/2014/main" id="{60354061-8AC0-E971-173B-FE98DACD9C72}"/>
                </a:ext>
              </a:extLst>
            </p:cNvPr>
            <p:cNvGrpSpPr/>
            <p:nvPr/>
          </p:nvGrpSpPr>
          <p:grpSpPr>
            <a:xfrm>
              <a:off x="3403081" y="2751866"/>
              <a:ext cx="55221" cy="260614"/>
              <a:chOff x="3403081" y="2751866"/>
              <a:chExt cx="55221" cy="260614"/>
            </a:xfrm>
          </p:grpSpPr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E32F0624-47F6-DC22-3F7C-F915A47B1378}"/>
                  </a:ext>
                </a:extLst>
              </p:cNvPr>
              <p:cNvSpPr/>
              <p:nvPr/>
            </p:nvSpPr>
            <p:spPr>
              <a:xfrm>
                <a:off x="3428551" y="2751866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4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4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F3B4B10A-7D1B-E4F7-5B55-022D77C89310}"/>
                  </a:ext>
                </a:extLst>
              </p:cNvPr>
              <p:cNvSpPr/>
              <p:nvPr/>
            </p:nvSpPr>
            <p:spPr>
              <a:xfrm>
                <a:off x="3403081" y="2956714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5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5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0" name="Graphic 4">
              <a:extLst>
                <a:ext uri="{FF2B5EF4-FFF2-40B4-BE49-F238E27FC236}">
                  <a16:creationId xmlns:a16="http://schemas.microsoft.com/office/drawing/2014/main" id="{5B3843C6-2EE3-F1E8-9763-092DC770BE74}"/>
                </a:ext>
              </a:extLst>
            </p:cNvPr>
            <p:cNvGrpSpPr/>
            <p:nvPr/>
          </p:nvGrpSpPr>
          <p:grpSpPr>
            <a:xfrm>
              <a:off x="3791148" y="3145273"/>
              <a:ext cx="191618" cy="55214"/>
              <a:chOff x="3791148" y="3145273"/>
              <a:chExt cx="191618" cy="55214"/>
            </a:xfrm>
          </p:grpSpPr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0C11F8B0-0F44-4E04-EC65-B8DBE3068EE2}"/>
                  </a:ext>
                </a:extLst>
              </p:cNvPr>
              <p:cNvSpPr/>
              <p:nvPr/>
            </p:nvSpPr>
            <p:spPr>
              <a:xfrm>
                <a:off x="3832564" y="3172880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8A09BFF8-0002-C227-0EDE-7AB9F9AE46E7}"/>
                  </a:ext>
                </a:extLst>
              </p:cNvPr>
              <p:cNvSpPr/>
              <p:nvPr/>
            </p:nvSpPr>
            <p:spPr>
              <a:xfrm>
                <a:off x="3791148" y="3145273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1" name="Graphic 4">
              <a:extLst>
                <a:ext uri="{FF2B5EF4-FFF2-40B4-BE49-F238E27FC236}">
                  <a16:creationId xmlns:a16="http://schemas.microsoft.com/office/drawing/2014/main" id="{91CD232A-3A5E-2D98-FB34-3733635EC8DD}"/>
                </a:ext>
              </a:extLst>
            </p:cNvPr>
            <p:cNvGrpSpPr/>
            <p:nvPr/>
          </p:nvGrpSpPr>
          <p:grpSpPr>
            <a:xfrm>
              <a:off x="3361527" y="3021039"/>
              <a:ext cx="1863719" cy="276074"/>
              <a:chOff x="3361527" y="3021039"/>
              <a:chExt cx="1863719" cy="276074"/>
            </a:xfrm>
            <a:noFill/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6648653E-ECB2-F296-B2B7-ACEB9E4F4BC6}"/>
                  </a:ext>
                </a:extLst>
              </p:cNvPr>
              <p:cNvSpPr/>
              <p:nvPr/>
            </p:nvSpPr>
            <p:spPr>
              <a:xfrm>
                <a:off x="3361527" y="3021039"/>
                <a:ext cx="18637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3" name="Picture 162">
                <a:extLst>
                  <a:ext uri="{FF2B5EF4-FFF2-40B4-BE49-F238E27FC236}">
                    <a16:creationId xmlns:a16="http://schemas.microsoft.com/office/drawing/2014/main" id="{878D067F-6243-329C-5EBC-D3AA8B36A7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00023" y="3072803"/>
                <a:ext cx="586726" cy="217408"/>
              </a:xfrm>
              <a:custGeom>
                <a:avLst/>
                <a:gdLst>
                  <a:gd name="csX0" fmla="*/ 0 w 586726"/>
                  <a:gd name="csY0" fmla="*/ 0 h 217408"/>
                  <a:gd name="csX1" fmla="*/ 586726 w 586726"/>
                  <a:gd name="csY1" fmla="*/ 0 h 217408"/>
                  <a:gd name="csX2" fmla="*/ 586726 w 586726"/>
                  <a:gd name="csY2" fmla="*/ 217409 h 217408"/>
                  <a:gd name="csX3" fmla="*/ 0 w 586726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6726" h="217408">
                    <a:moveTo>
                      <a:pt x="0" y="0"/>
                    </a:moveTo>
                    <a:lnTo>
                      <a:pt x="586726" y="0"/>
                    </a:lnTo>
                    <a:lnTo>
                      <a:pt x="586726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063CC91-9796-4F7B-2913-552F5BA56BCD}"/>
              </a:ext>
            </a:extLst>
          </p:cNvPr>
          <p:cNvGrpSpPr/>
          <p:nvPr/>
        </p:nvGrpSpPr>
        <p:grpSpPr>
          <a:xfrm>
            <a:off x="7129645" y="1730389"/>
            <a:ext cx="4597174" cy="2733137"/>
            <a:chOff x="4728254" y="1630314"/>
            <a:chExt cx="4597174" cy="2733137"/>
          </a:xfrm>
        </p:grpSpPr>
        <p:grpSp>
          <p:nvGrpSpPr>
            <p:cNvPr id="211" name="Graphic 4">
              <a:extLst>
                <a:ext uri="{FF2B5EF4-FFF2-40B4-BE49-F238E27FC236}">
                  <a16:creationId xmlns:a16="http://schemas.microsoft.com/office/drawing/2014/main" id="{C0DCC794-4071-8943-45A9-DDEB029EEA3E}"/>
                </a:ext>
              </a:extLst>
            </p:cNvPr>
            <p:cNvGrpSpPr/>
            <p:nvPr/>
          </p:nvGrpSpPr>
          <p:grpSpPr>
            <a:xfrm>
              <a:off x="5689381" y="2796729"/>
              <a:ext cx="191618" cy="55214"/>
              <a:chOff x="5689381" y="2796729"/>
              <a:chExt cx="191618" cy="55214"/>
            </a:xfrm>
          </p:grpSpPr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06252354-7F9F-C11E-D806-2BE0335B935D}"/>
                  </a:ext>
                </a:extLst>
              </p:cNvPr>
              <p:cNvSpPr/>
              <p:nvPr/>
            </p:nvSpPr>
            <p:spPr>
              <a:xfrm>
                <a:off x="5730797" y="2824336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3525B4B5-094F-227F-D0A8-58EB32AE4348}"/>
                  </a:ext>
                </a:extLst>
              </p:cNvPr>
              <p:cNvSpPr/>
              <p:nvPr/>
            </p:nvSpPr>
            <p:spPr>
              <a:xfrm>
                <a:off x="5689381" y="2796729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2" name="Graphic 4">
              <a:extLst>
                <a:ext uri="{FF2B5EF4-FFF2-40B4-BE49-F238E27FC236}">
                  <a16:creationId xmlns:a16="http://schemas.microsoft.com/office/drawing/2014/main" id="{C6249CD8-CE2E-ED16-1890-B8923F701E81}"/>
                </a:ext>
              </a:extLst>
            </p:cNvPr>
            <p:cNvGrpSpPr/>
            <p:nvPr/>
          </p:nvGrpSpPr>
          <p:grpSpPr>
            <a:xfrm>
              <a:off x="5501352" y="2962373"/>
              <a:ext cx="210531" cy="612609"/>
              <a:chOff x="5501352" y="2962373"/>
              <a:chExt cx="210531" cy="612609"/>
            </a:xfrm>
          </p:grpSpPr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BDD85EA0-1357-1783-74FC-E533D4809BF8}"/>
                  </a:ext>
                </a:extLst>
              </p:cNvPr>
              <p:cNvSpPr/>
              <p:nvPr/>
            </p:nvSpPr>
            <p:spPr>
              <a:xfrm>
                <a:off x="5501352" y="2962373"/>
                <a:ext cx="182920" cy="571198"/>
              </a:xfrm>
              <a:custGeom>
                <a:avLst/>
                <a:gdLst>
                  <a:gd name="csX0" fmla="*/ 0 w 182920"/>
                  <a:gd name="csY0" fmla="*/ 0 h 571198"/>
                  <a:gd name="csX1" fmla="*/ 0 w 182920"/>
                  <a:gd name="csY1" fmla="*/ 314035 h 571198"/>
                  <a:gd name="csX2" fmla="*/ 182921 w 182920"/>
                  <a:gd name="csY2" fmla="*/ 314035 h 571198"/>
                  <a:gd name="csX3" fmla="*/ 182921 w 182920"/>
                  <a:gd name="csY3" fmla="*/ 571198 h 5711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2920" h="571198">
                    <a:moveTo>
                      <a:pt x="0" y="0"/>
                    </a:moveTo>
                    <a:lnTo>
                      <a:pt x="0" y="314035"/>
                    </a:lnTo>
                    <a:lnTo>
                      <a:pt x="182921" y="314035"/>
                    </a:lnTo>
                    <a:lnTo>
                      <a:pt x="182921" y="571198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E13AB618-0A7C-13EF-8352-12FB42FDD36E}"/>
                  </a:ext>
                </a:extLst>
              </p:cNvPr>
              <p:cNvSpPr/>
              <p:nvPr/>
            </p:nvSpPr>
            <p:spPr>
              <a:xfrm>
                <a:off x="5656662" y="3519768"/>
                <a:ext cx="55221" cy="55214"/>
              </a:xfrm>
              <a:custGeom>
                <a:avLst/>
                <a:gdLst>
                  <a:gd name="csX0" fmla="*/ 27611 w 55221"/>
                  <a:gd name="csY0" fmla="*/ 55215 h 55214"/>
                  <a:gd name="csX1" fmla="*/ 0 w 55221"/>
                  <a:gd name="csY1" fmla="*/ 0 h 55214"/>
                  <a:gd name="csX2" fmla="*/ 27611 w 55221"/>
                  <a:gd name="csY2" fmla="*/ 13804 h 55214"/>
                  <a:gd name="csX3" fmla="*/ 55221 w 55221"/>
                  <a:gd name="csY3" fmla="*/ 0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27611" y="55215"/>
                    </a:moveTo>
                    <a:lnTo>
                      <a:pt x="0" y="0"/>
                    </a:lnTo>
                    <a:lnTo>
                      <a:pt x="27611" y="13804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3" name="Graphic 4">
              <a:extLst>
                <a:ext uri="{FF2B5EF4-FFF2-40B4-BE49-F238E27FC236}">
                  <a16:creationId xmlns:a16="http://schemas.microsoft.com/office/drawing/2014/main" id="{06C21446-BC8F-D01B-8035-9A0CB94F4CD5}"/>
                </a:ext>
              </a:extLst>
            </p:cNvPr>
            <p:cNvGrpSpPr/>
            <p:nvPr/>
          </p:nvGrpSpPr>
          <p:grpSpPr>
            <a:xfrm>
              <a:off x="5128954" y="2962373"/>
              <a:ext cx="55221" cy="260614"/>
              <a:chOff x="5128954" y="2962373"/>
              <a:chExt cx="55221" cy="260614"/>
            </a:xfrm>
          </p:grpSpPr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0755A8E8-C118-C7B5-1CEF-84C387D9020B}"/>
                  </a:ext>
                </a:extLst>
              </p:cNvPr>
              <p:cNvSpPr/>
              <p:nvPr/>
            </p:nvSpPr>
            <p:spPr>
              <a:xfrm>
                <a:off x="5156219" y="2962373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F7C2C5D7-8EF2-FD2A-8508-1B855F696610}"/>
                  </a:ext>
                </a:extLst>
              </p:cNvPr>
              <p:cNvSpPr/>
              <p:nvPr/>
            </p:nvSpPr>
            <p:spPr>
              <a:xfrm>
                <a:off x="5128954" y="3167635"/>
                <a:ext cx="55221" cy="55352"/>
              </a:xfrm>
              <a:custGeom>
                <a:avLst/>
                <a:gdLst>
                  <a:gd name="csX0" fmla="*/ 27887 w 55221"/>
                  <a:gd name="csY0" fmla="*/ 55353 h 55352"/>
                  <a:gd name="csX1" fmla="*/ 0 w 55221"/>
                  <a:gd name="csY1" fmla="*/ 276 h 55352"/>
                  <a:gd name="csX2" fmla="*/ 27680 w 55221"/>
                  <a:gd name="csY2" fmla="*/ 13942 h 55352"/>
                  <a:gd name="csX3" fmla="*/ 55221 w 55221"/>
                  <a:gd name="csY3" fmla="*/ 0 h 553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2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4" name="Graphic 4">
              <a:extLst>
                <a:ext uri="{FF2B5EF4-FFF2-40B4-BE49-F238E27FC236}">
                  <a16:creationId xmlns:a16="http://schemas.microsoft.com/office/drawing/2014/main" id="{06DEA2DC-D488-ED01-1A1E-1026114B06B2}"/>
                </a:ext>
              </a:extLst>
            </p:cNvPr>
            <p:cNvGrpSpPr/>
            <p:nvPr/>
          </p:nvGrpSpPr>
          <p:grpSpPr>
            <a:xfrm>
              <a:off x="4983653" y="2686299"/>
              <a:ext cx="690266" cy="276074"/>
              <a:chOff x="4983653" y="2686299"/>
              <a:chExt cx="690266" cy="276074"/>
            </a:xfrm>
            <a:solidFill>
              <a:srgbClr val="D5E8D4"/>
            </a:solidFill>
          </p:grpSpPr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EADDC109-AD1D-1BE1-3D70-14EE2ABA6F68}"/>
                  </a:ext>
                </a:extLst>
              </p:cNvPr>
              <p:cNvSpPr/>
              <p:nvPr/>
            </p:nvSpPr>
            <p:spPr>
              <a:xfrm>
                <a:off x="4983653" y="2686299"/>
                <a:ext cx="690266" cy="276074"/>
              </a:xfrm>
              <a:prstGeom prst="rect">
                <a:avLst/>
              </a:prstGeom>
              <a:solidFill>
                <a:srgbClr val="D5E8D4"/>
              </a:solidFill>
              <a:ln w="13805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21" name="Picture 420">
                <a:extLst>
                  <a:ext uri="{FF2B5EF4-FFF2-40B4-BE49-F238E27FC236}">
                    <a16:creationId xmlns:a16="http://schemas.microsoft.com/office/drawing/2014/main" id="{A084E4A6-8EFE-D455-614A-45A65BE042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90555" y="2748416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15" name="Graphic 4">
              <a:extLst>
                <a:ext uri="{FF2B5EF4-FFF2-40B4-BE49-F238E27FC236}">
                  <a16:creationId xmlns:a16="http://schemas.microsoft.com/office/drawing/2014/main" id="{ECEDA56B-B4F5-55EF-2051-B819B7106A65}"/>
                </a:ext>
              </a:extLst>
            </p:cNvPr>
            <p:cNvGrpSpPr/>
            <p:nvPr/>
          </p:nvGrpSpPr>
          <p:grpSpPr>
            <a:xfrm>
              <a:off x="5708432" y="2672495"/>
              <a:ext cx="552213" cy="276074"/>
              <a:chOff x="5708432" y="2672495"/>
              <a:chExt cx="552213" cy="276074"/>
            </a:xfrm>
            <a:noFill/>
          </p:grpSpPr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D935D7AC-71D5-298D-327B-1AD4408B76FF}"/>
                  </a:ext>
                </a:extLst>
              </p:cNvPr>
              <p:cNvSpPr/>
              <p:nvPr/>
            </p:nvSpPr>
            <p:spPr>
              <a:xfrm>
                <a:off x="5708432" y="2672495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9" name="Picture 418">
                <a:extLst>
                  <a:ext uri="{FF2B5EF4-FFF2-40B4-BE49-F238E27FC236}">
                    <a16:creationId xmlns:a16="http://schemas.microsoft.com/office/drawing/2014/main" id="{40014EC1-CB83-817C-764A-084E51FFCE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8964" y="2727710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" name="Graphic 4">
              <a:extLst>
                <a:ext uri="{FF2B5EF4-FFF2-40B4-BE49-F238E27FC236}">
                  <a16:creationId xmlns:a16="http://schemas.microsoft.com/office/drawing/2014/main" id="{3BD4AC1F-65DA-E0A9-5340-7685F9D66912}"/>
                </a:ext>
              </a:extLst>
            </p:cNvPr>
            <p:cNvGrpSpPr/>
            <p:nvPr/>
          </p:nvGrpSpPr>
          <p:grpSpPr>
            <a:xfrm>
              <a:off x="4949139" y="2914060"/>
              <a:ext cx="207079" cy="276074"/>
              <a:chOff x="4949139" y="2914060"/>
              <a:chExt cx="207079" cy="276074"/>
            </a:xfrm>
            <a:noFill/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8F6214F6-D256-465A-6CE3-3942240EBF6C}"/>
                  </a:ext>
                </a:extLst>
              </p:cNvPr>
              <p:cNvSpPr/>
              <p:nvPr/>
            </p:nvSpPr>
            <p:spPr>
              <a:xfrm>
                <a:off x="4949139" y="2914060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7" name="Picture 416">
                <a:extLst>
                  <a:ext uri="{FF2B5EF4-FFF2-40B4-BE49-F238E27FC236}">
                    <a16:creationId xmlns:a16="http://schemas.microsoft.com/office/drawing/2014/main" id="{7406841D-8984-CE36-4063-98240CF8F2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14715" y="2983079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17" name="Graphic 4">
              <a:extLst>
                <a:ext uri="{FF2B5EF4-FFF2-40B4-BE49-F238E27FC236}">
                  <a16:creationId xmlns:a16="http://schemas.microsoft.com/office/drawing/2014/main" id="{A8DA327D-1F22-4569-5ECE-DF56F537AE1D}"/>
                </a:ext>
              </a:extLst>
            </p:cNvPr>
            <p:cNvGrpSpPr/>
            <p:nvPr/>
          </p:nvGrpSpPr>
          <p:grpSpPr>
            <a:xfrm>
              <a:off x="5494450" y="2920962"/>
              <a:ext cx="207079" cy="276074"/>
              <a:chOff x="5494450" y="2920962"/>
              <a:chExt cx="207079" cy="276074"/>
            </a:xfrm>
            <a:noFill/>
          </p:grpSpPr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E8F73D6B-933D-7EC0-E94A-19FAA5CADAB5}"/>
                  </a:ext>
                </a:extLst>
              </p:cNvPr>
              <p:cNvSpPr/>
              <p:nvPr/>
            </p:nvSpPr>
            <p:spPr>
              <a:xfrm>
                <a:off x="5494450" y="2920962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5" name="Picture 414">
                <a:extLst>
                  <a:ext uri="{FF2B5EF4-FFF2-40B4-BE49-F238E27FC236}">
                    <a16:creationId xmlns:a16="http://schemas.microsoft.com/office/drawing/2014/main" id="{025AB879-9405-4757-E579-E1DEE69D2B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0025" y="2989981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18" name="Graphic 4">
              <a:extLst>
                <a:ext uri="{FF2B5EF4-FFF2-40B4-BE49-F238E27FC236}">
                  <a16:creationId xmlns:a16="http://schemas.microsoft.com/office/drawing/2014/main" id="{C1F5B3FB-95CC-E8D3-FC39-C3B48CADF11C}"/>
                </a:ext>
              </a:extLst>
            </p:cNvPr>
            <p:cNvGrpSpPr/>
            <p:nvPr/>
          </p:nvGrpSpPr>
          <p:grpSpPr>
            <a:xfrm>
              <a:off x="5052679" y="2134150"/>
              <a:ext cx="552213" cy="276074"/>
              <a:chOff x="5052679" y="2134150"/>
              <a:chExt cx="552213" cy="276074"/>
            </a:xfrm>
            <a:noFill/>
          </p:grpSpPr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EB947BA5-D006-1EF7-3A66-76BFD73EF18F}"/>
                  </a:ext>
                </a:extLst>
              </p:cNvPr>
              <p:cNvSpPr/>
              <p:nvPr/>
            </p:nvSpPr>
            <p:spPr>
              <a:xfrm>
                <a:off x="5052679" y="2134150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3" name="Picture 412">
                <a:extLst>
                  <a:ext uri="{FF2B5EF4-FFF2-40B4-BE49-F238E27FC236}">
                    <a16:creationId xmlns:a16="http://schemas.microsoft.com/office/drawing/2014/main" id="{A531836D-2143-AA32-0930-8E6600420B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63211" y="2189365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9" name="Graphic 4">
              <a:extLst>
                <a:ext uri="{FF2B5EF4-FFF2-40B4-BE49-F238E27FC236}">
                  <a16:creationId xmlns:a16="http://schemas.microsoft.com/office/drawing/2014/main" id="{106C52D3-56FC-840B-4471-5FAB2C317781}"/>
                </a:ext>
              </a:extLst>
            </p:cNvPr>
            <p:cNvGrpSpPr/>
            <p:nvPr/>
          </p:nvGrpSpPr>
          <p:grpSpPr>
            <a:xfrm>
              <a:off x="5301313" y="2410224"/>
              <a:ext cx="55221" cy="260614"/>
              <a:chOff x="5301313" y="2410224"/>
              <a:chExt cx="55221" cy="260614"/>
            </a:xfrm>
          </p:grpSpPr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C69A661F-FF56-C63A-6D7B-76797F5C1653}"/>
                  </a:ext>
                </a:extLst>
              </p:cNvPr>
              <p:cNvSpPr/>
              <p:nvPr/>
            </p:nvSpPr>
            <p:spPr>
              <a:xfrm>
                <a:off x="5326784" y="2410224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3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3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A56D14B-7245-7CDA-A5A2-A55BF2897F50}"/>
                  </a:ext>
                </a:extLst>
              </p:cNvPr>
              <p:cNvSpPr/>
              <p:nvPr/>
            </p:nvSpPr>
            <p:spPr>
              <a:xfrm>
                <a:off x="5301313" y="2615071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4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4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0" name="Graphic 4">
              <a:extLst>
                <a:ext uri="{FF2B5EF4-FFF2-40B4-BE49-F238E27FC236}">
                  <a16:creationId xmlns:a16="http://schemas.microsoft.com/office/drawing/2014/main" id="{AC5324E8-6458-3EB7-ADF2-D8F1AB7E4012}"/>
                </a:ext>
              </a:extLst>
            </p:cNvPr>
            <p:cNvGrpSpPr/>
            <p:nvPr/>
          </p:nvGrpSpPr>
          <p:grpSpPr>
            <a:xfrm>
              <a:off x="4728254" y="3183233"/>
              <a:ext cx="828319" cy="276074"/>
              <a:chOff x="4728254" y="3183233"/>
              <a:chExt cx="828319" cy="276074"/>
            </a:xfrm>
            <a:noFill/>
          </p:grpSpPr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FCF82C9D-415C-7599-E30D-FF89C78CEA69}"/>
                  </a:ext>
                </a:extLst>
              </p:cNvPr>
              <p:cNvSpPr/>
              <p:nvPr/>
            </p:nvSpPr>
            <p:spPr>
              <a:xfrm>
                <a:off x="4728254" y="3183233"/>
                <a:ext cx="8283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09" name="Picture 408">
                <a:extLst>
                  <a:ext uri="{FF2B5EF4-FFF2-40B4-BE49-F238E27FC236}">
                    <a16:creationId xmlns:a16="http://schemas.microsoft.com/office/drawing/2014/main" id="{5807CC28-9C37-721D-13DC-F3FA098BB3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31971" y="3238448"/>
                <a:ext cx="220885" cy="217408"/>
              </a:xfrm>
              <a:custGeom>
                <a:avLst/>
                <a:gdLst>
                  <a:gd name="csX0" fmla="*/ 0 w 220885"/>
                  <a:gd name="csY0" fmla="*/ 0 h 217408"/>
                  <a:gd name="csX1" fmla="*/ 220885 w 220885"/>
                  <a:gd name="csY1" fmla="*/ 0 h 217408"/>
                  <a:gd name="csX2" fmla="*/ 220885 w 220885"/>
                  <a:gd name="csY2" fmla="*/ 217409 h 217408"/>
                  <a:gd name="csX3" fmla="*/ 0 w 22088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0885" h="217408">
                    <a:moveTo>
                      <a:pt x="0" y="0"/>
                    </a:moveTo>
                    <a:lnTo>
                      <a:pt x="220885" y="0"/>
                    </a:lnTo>
                    <a:lnTo>
                      <a:pt x="220885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1" name="Graphic 4">
              <a:extLst>
                <a:ext uri="{FF2B5EF4-FFF2-40B4-BE49-F238E27FC236}">
                  <a16:creationId xmlns:a16="http://schemas.microsoft.com/office/drawing/2014/main" id="{A9235BA5-644C-4F6F-9858-A7B2D1F15645}"/>
                </a:ext>
              </a:extLst>
            </p:cNvPr>
            <p:cNvGrpSpPr/>
            <p:nvPr/>
          </p:nvGrpSpPr>
          <p:grpSpPr>
            <a:xfrm>
              <a:off x="6124249" y="2410224"/>
              <a:ext cx="170910" cy="441719"/>
              <a:chOff x="6124249" y="2410224"/>
              <a:chExt cx="170910" cy="441719"/>
            </a:xfrm>
          </p:grpSpPr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9F6DDC68-8A76-8510-9DAA-96F2B3A3222E}"/>
                  </a:ext>
                </a:extLst>
              </p:cNvPr>
              <p:cNvSpPr/>
              <p:nvPr/>
            </p:nvSpPr>
            <p:spPr>
              <a:xfrm>
                <a:off x="6165665" y="2410224"/>
                <a:ext cx="129494" cy="414111"/>
              </a:xfrm>
              <a:custGeom>
                <a:avLst/>
                <a:gdLst>
                  <a:gd name="csX0" fmla="*/ 129494 w 129494"/>
                  <a:gd name="csY0" fmla="*/ 0 h 414111"/>
                  <a:gd name="csX1" fmla="*/ 129494 w 129494"/>
                  <a:gd name="csY1" fmla="*/ 414112 h 414111"/>
                  <a:gd name="csX2" fmla="*/ 0 w 129494"/>
                  <a:gd name="csY2" fmla="*/ 414112 h 4141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9494" h="414111">
                    <a:moveTo>
                      <a:pt x="129494" y="0"/>
                    </a:moveTo>
                    <a:lnTo>
                      <a:pt x="129494" y="414112"/>
                    </a:lnTo>
                    <a:lnTo>
                      <a:pt x="0" y="41411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3ACE1E0A-04B4-C229-2289-09B7FD93F9DD}"/>
                  </a:ext>
                </a:extLst>
              </p:cNvPr>
              <p:cNvSpPr/>
              <p:nvPr/>
            </p:nvSpPr>
            <p:spPr>
              <a:xfrm>
                <a:off x="6124249" y="2796729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A82C8B03-3D34-0330-9359-B3EEE12806F9}"/>
                </a:ext>
              </a:extLst>
            </p:cNvPr>
            <p:cNvSpPr/>
            <p:nvPr/>
          </p:nvSpPr>
          <p:spPr>
            <a:xfrm>
              <a:off x="6640292" y="2410224"/>
              <a:ext cx="483" cy="207055"/>
            </a:xfrm>
            <a:custGeom>
              <a:avLst/>
              <a:gdLst>
                <a:gd name="csX0" fmla="*/ 0 w 483"/>
                <a:gd name="csY0" fmla="*/ 0 h 207055"/>
                <a:gd name="csX1" fmla="*/ 483 w 483"/>
                <a:gd name="csY1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3" h="207055">
                  <a:moveTo>
                    <a:pt x="0" y="0"/>
                  </a:moveTo>
                  <a:lnTo>
                    <a:pt x="483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23" name="Graphic 4">
              <a:extLst>
                <a:ext uri="{FF2B5EF4-FFF2-40B4-BE49-F238E27FC236}">
                  <a16:creationId xmlns:a16="http://schemas.microsoft.com/office/drawing/2014/main" id="{BDE965AB-6AA0-0B71-FFED-713583815F5F}"/>
                </a:ext>
              </a:extLst>
            </p:cNvPr>
            <p:cNvGrpSpPr/>
            <p:nvPr/>
          </p:nvGrpSpPr>
          <p:grpSpPr>
            <a:xfrm>
              <a:off x="6122592" y="2134150"/>
              <a:ext cx="690266" cy="276074"/>
              <a:chOff x="6122592" y="2134150"/>
              <a:chExt cx="690266" cy="276074"/>
            </a:xfrm>
            <a:solidFill>
              <a:srgbClr val="FFE6CC"/>
            </a:solidFill>
          </p:grpSpPr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C9FD90B5-338B-CDBB-6C2A-04EC2F932927}"/>
                  </a:ext>
                </a:extLst>
              </p:cNvPr>
              <p:cNvSpPr/>
              <p:nvPr/>
            </p:nvSpPr>
            <p:spPr>
              <a:xfrm>
                <a:off x="6122592" y="2134150"/>
                <a:ext cx="690266" cy="276074"/>
              </a:xfrm>
              <a:prstGeom prst="rect">
                <a:avLst/>
              </a:prstGeom>
              <a:solidFill>
                <a:srgbClr val="FFE6CC"/>
              </a:solidFill>
              <a:ln w="13805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05" name="Picture 404">
                <a:extLst>
                  <a:ext uri="{FF2B5EF4-FFF2-40B4-BE49-F238E27FC236}">
                    <a16:creationId xmlns:a16="http://schemas.microsoft.com/office/drawing/2014/main" id="{4BF8D942-79C6-6B3E-1751-D666F36877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29495" y="2196266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Graphic 4">
              <a:extLst>
                <a:ext uri="{FF2B5EF4-FFF2-40B4-BE49-F238E27FC236}">
                  <a16:creationId xmlns:a16="http://schemas.microsoft.com/office/drawing/2014/main" id="{2ECFEB71-D068-9FA8-9EB6-8DED10BA4094}"/>
                </a:ext>
              </a:extLst>
            </p:cNvPr>
            <p:cNvGrpSpPr/>
            <p:nvPr/>
          </p:nvGrpSpPr>
          <p:grpSpPr>
            <a:xfrm>
              <a:off x="6091530" y="2348107"/>
              <a:ext cx="207079" cy="276074"/>
              <a:chOff x="6091530" y="2348107"/>
              <a:chExt cx="207079" cy="276074"/>
            </a:xfrm>
            <a:noFill/>
          </p:grpSpPr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30545DB2-5F02-73D6-CED1-02295A5D6930}"/>
                  </a:ext>
                </a:extLst>
              </p:cNvPr>
              <p:cNvSpPr/>
              <p:nvPr/>
            </p:nvSpPr>
            <p:spPr>
              <a:xfrm>
                <a:off x="6091530" y="2348107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46" name="Picture 345">
                <a:extLst>
                  <a:ext uri="{FF2B5EF4-FFF2-40B4-BE49-F238E27FC236}">
                    <a16:creationId xmlns:a16="http://schemas.microsoft.com/office/drawing/2014/main" id="{FD6B2A4A-C801-78B2-DCB2-F75E2D73FE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0557" y="2417126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25" name="Graphic 4">
              <a:extLst>
                <a:ext uri="{FF2B5EF4-FFF2-40B4-BE49-F238E27FC236}">
                  <a16:creationId xmlns:a16="http://schemas.microsoft.com/office/drawing/2014/main" id="{60D61091-FDB3-7CB8-8087-66A6A92DB29F}"/>
                </a:ext>
              </a:extLst>
            </p:cNvPr>
            <p:cNvGrpSpPr/>
            <p:nvPr/>
          </p:nvGrpSpPr>
          <p:grpSpPr>
            <a:xfrm>
              <a:off x="6636841" y="2355009"/>
              <a:ext cx="207079" cy="276074"/>
              <a:chOff x="6636841" y="2355009"/>
              <a:chExt cx="207079" cy="276074"/>
            </a:xfrm>
            <a:noFill/>
          </p:grpSpPr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9F5A7F98-8B4C-7E2C-F591-2249F9E275A4}"/>
                  </a:ext>
                </a:extLst>
              </p:cNvPr>
              <p:cNvSpPr/>
              <p:nvPr/>
            </p:nvSpPr>
            <p:spPr>
              <a:xfrm>
                <a:off x="6636841" y="2355009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8" name="Picture 337">
                <a:extLst>
                  <a:ext uri="{FF2B5EF4-FFF2-40B4-BE49-F238E27FC236}">
                    <a16:creationId xmlns:a16="http://schemas.microsoft.com/office/drawing/2014/main" id="{3B150C1B-2AE3-1269-2B0E-3268210E48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5867" y="2424028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324875B7-05FB-E724-9307-055A6907B6B8}"/>
                </a:ext>
              </a:extLst>
            </p:cNvPr>
            <p:cNvSpPr/>
            <p:nvPr/>
          </p:nvSpPr>
          <p:spPr>
            <a:xfrm>
              <a:off x="6571265" y="2617280"/>
              <a:ext cx="138053" cy="6901"/>
            </a:xfrm>
            <a:custGeom>
              <a:avLst/>
              <a:gdLst>
                <a:gd name="csX0" fmla="*/ 0 w 138053"/>
                <a:gd name="csY0" fmla="*/ 0 h 6901"/>
                <a:gd name="csX1" fmla="*/ 138053 w 138053"/>
                <a:gd name="csY1" fmla="*/ 0 h 6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8053" h="6901">
                  <a:moveTo>
                    <a:pt x="0" y="0"/>
                  </a:moveTo>
                  <a:lnTo>
                    <a:pt x="138053" y="0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27" name="Graphic 4">
              <a:extLst>
                <a:ext uri="{FF2B5EF4-FFF2-40B4-BE49-F238E27FC236}">
                  <a16:creationId xmlns:a16="http://schemas.microsoft.com/office/drawing/2014/main" id="{3768D3B4-D68F-9412-5EA1-FACA731B4B8A}"/>
                </a:ext>
              </a:extLst>
            </p:cNvPr>
            <p:cNvGrpSpPr/>
            <p:nvPr/>
          </p:nvGrpSpPr>
          <p:grpSpPr>
            <a:xfrm>
              <a:off x="6191619" y="1630314"/>
              <a:ext cx="552213" cy="276074"/>
              <a:chOff x="6191619" y="1630314"/>
              <a:chExt cx="552213" cy="276074"/>
            </a:xfrm>
            <a:noFill/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33A2D145-9AF5-B5E6-CB15-2B5117357570}"/>
                  </a:ext>
                </a:extLst>
              </p:cNvPr>
              <p:cNvSpPr/>
              <p:nvPr/>
            </p:nvSpPr>
            <p:spPr>
              <a:xfrm>
                <a:off x="6191619" y="1630314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6" name="Picture 335">
                <a:extLst>
                  <a:ext uri="{FF2B5EF4-FFF2-40B4-BE49-F238E27FC236}">
                    <a16:creationId xmlns:a16="http://schemas.microsoft.com/office/drawing/2014/main" id="{AFC9B0A2-FF28-8713-B05E-EC66080687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2150" y="1685528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8" name="Graphic 4">
              <a:extLst>
                <a:ext uri="{FF2B5EF4-FFF2-40B4-BE49-F238E27FC236}">
                  <a16:creationId xmlns:a16="http://schemas.microsoft.com/office/drawing/2014/main" id="{55CD2C01-3C88-EFFC-F436-01B86CAD0248}"/>
                </a:ext>
              </a:extLst>
            </p:cNvPr>
            <p:cNvGrpSpPr/>
            <p:nvPr/>
          </p:nvGrpSpPr>
          <p:grpSpPr>
            <a:xfrm>
              <a:off x="6440253" y="1858075"/>
              <a:ext cx="55221" cy="260614"/>
              <a:chOff x="6440253" y="1858075"/>
              <a:chExt cx="55221" cy="260614"/>
            </a:xfrm>
          </p:grpSpPr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20314433-D943-A9FC-E6C7-C5C635B78F86}"/>
                  </a:ext>
                </a:extLst>
              </p:cNvPr>
              <p:cNvSpPr/>
              <p:nvPr/>
            </p:nvSpPr>
            <p:spPr>
              <a:xfrm>
                <a:off x="6465724" y="1858075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3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3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30007932-3F73-FC30-D464-228960D264B7}"/>
                  </a:ext>
                </a:extLst>
              </p:cNvPr>
              <p:cNvSpPr/>
              <p:nvPr/>
            </p:nvSpPr>
            <p:spPr>
              <a:xfrm>
                <a:off x="6440253" y="2062922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4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4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9" name="Graphic 4">
              <a:extLst>
                <a:ext uri="{FF2B5EF4-FFF2-40B4-BE49-F238E27FC236}">
                  <a16:creationId xmlns:a16="http://schemas.microsoft.com/office/drawing/2014/main" id="{B80FB874-0FC5-BC61-A7AE-F5CEFCFB7256}"/>
                </a:ext>
              </a:extLst>
            </p:cNvPr>
            <p:cNvGrpSpPr/>
            <p:nvPr/>
          </p:nvGrpSpPr>
          <p:grpSpPr>
            <a:xfrm>
              <a:off x="6828321" y="2251481"/>
              <a:ext cx="191618" cy="55214"/>
              <a:chOff x="6828321" y="2251481"/>
              <a:chExt cx="191618" cy="55214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69BDCF38-F9EA-1B10-00E0-443F22D25B2B}"/>
                  </a:ext>
                </a:extLst>
              </p:cNvPr>
              <p:cNvSpPr/>
              <p:nvPr/>
            </p:nvSpPr>
            <p:spPr>
              <a:xfrm>
                <a:off x="6869737" y="2279089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BFB4B607-EF31-0D7E-F238-75488C8B33CA}"/>
                  </a:ext>
                </a:extLst>
              </p:cNvPr>
              <p:cNvSpPr/>
              <p:nvPr/>
            </p:nvSpPr>
            <p:spPr>
              <a:xfrm>
                <a:off x="6828321" y="2251481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0" name="Graphic 4">
              <a:extLst>
                <a:ext uri="{FF2B5EF4-FFF2-40B4-BE49-F238E27FC236}">
                  <a16:creationId xmlns:a16="http://schemas.microsoft.com/office/drawing/2014/main" id="{B6A544DE-548A-4255-B7B8-878C4A8E7B7E}"/>
                </a:ext>
              </a:extLst>
            </p:cNvPr>
            <p:cNvGrpSpPr/>
            <p:nvPr/>
          </p:nvGrpSpPr>
          <p:grpSpPr>
            <a:xfrm>
              <a:off x="6044868" y="3700873"/>
              <a:ext cx="191618" cy="55214"/>
              <a:chOff x="6044868" y="3700873"/>
              <a:chExt cx="191618" cy="55214"/>
            </a:xfrm>
          </p:grpSpPr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7A7CFBDA-CE6B-C6B1-3A07-5AC7E4480591}"/>
                  </a:ext>
                </a:extLst>
              </p:cNvPr>
              <p:cNvSpPr/>
              <p:nvPr/>
            </p:nvSpPr>
            <p:spPr>
              <a:xfrm>
                <a:off x="6086284" y="3728480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919EE835-0930-5F46-224C-CECBEE5FB068}"/>
                  </a:ext>
                </a:extLst>
              </p:cNvPr>
              <p:cNvSpPr/>
              <p:nvPr/>
            </p:nvSpPr>
            <p:spPr>
              <a:xfrm>
                <a:off x="6044868" y="3700873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1" name="Graphic 4">
              <a:extLst>
                <a:ext uri="{FF2B5EF4-FFF2-40B4-BE49-F238E27FC236}">
                  <a16:creationId xmlns:a16="http://schemas.microsoft.com/office/drawing/2014/main" id="{534CA78F-34D8-271E-6732-AD676A76FCC3}"/>
                </a:ext>
              </a:extLst>
            </p:cNvPr>
            <p:cNvGrpSpPr/>
            <p:nvPr/>
          </p:nvGrpSpPr>
          <p:grpSpPr>
            <a:xfrm>
              <a:off x="5829574" y="3866518"/>
              <a:ext cx="55221" cy="260614"/>
              <a:chOff x="5829574" y="3866518"/>
              <a:chExt cx="55221" cy="260614"/>
            </a:xfrm>
          </p:grpSpPr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E8F463A5-EB4E-882A-D266-336CEA025273}"/>
                  </a:ext>
                </a:extLst>
              </p:cNvPr>
              <p:cNvSpPr/>
              <p:nvPr/>
            </p:nvSpPr>
            <p:spPr>
              <a:xfrm>
                <a:off x="5856840" y="3866518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133B3F3F-1305-ECAC-FFB2-CDE7B5788D13}"/>
                  </a:ext>
                </a:extLst>
              </p:cNvPr>
              <p:cNvSpPr/>
              <p:nvPr/>
            </p:nvSpPr>
            <p:spPr>
              <a:xfrm>
                <a:off x="5829574" y="4071779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2" name="Graphic 4">
              <a:extLst>
                <a:ext uri="{FF2B5EF4-FFF2-40B4-BE49-F238E27FC236}">
                  <a16:creationId xmlns:a16="http://schemas.microsoft.com/office/drawing/2014/main" id="{1E535EB0-71D4-50A8-9CE6-49E9ED0CA09C}"/>
                </a:ext>
              </a:extLst>
            </p:cNvPr>
            <p:cNvGrpSpPr/>
            <p:nvPr/>
          </p:nvGrpSpPr>
          <p:grpSpPr>
            <a:xfrm>
              <a:off x="5484441" y="3866518"/>
              <a:ext cx="55221" cy="260614"/>
              <a:chOff x="5484441" y="3866518"/>
              <a:chExt cx="55221" cy="260614"/>
            </a:xfrm>
          </p:grpSpPr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38BF3201-DCE8-A6E7-60A7-6C067CFB5714}"/>
                  </a:ext>
                </a:extLst>
              </p:cNvPr>
              <p:cNvSpPr/>
              <p:nvPr/>
            </p:nvSpPr>
            <p:spPr>
              <a:xfrm>
                <a:off x="5511706" y="3866518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EBF4730A-0598-C8AE-5B8C-9BBDC1AB00E1}"/>
                  </a:ext>
                </a:extLst>
              </p:cNvPr>
              <p:cNvSpPr/>
              <p:nvPr/>
            </p:nvSpPr>
            <p:spPr>
              <a:xfrm>
                <a:off x="5484441" y="4071779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33" name="Graphic 4">
              <a:extLst>
                <a:ext uri="{FF2B5EF4-FFF2-40B4-BE49-F238E27FC236}">
                  <a16:creationId xmlns:a16="http://schemas.microsoft.com/office/drawing/2014/main" id="{6D5960A9-D03D-C9C8-BC61-E5F066FCFAD7}"/>
                </a:ext>
              </a:extLst>
            </p:cNvPr>
            <p:cNvGrpSpPr/>
            <p:nvPr/>
          </p:nvGrpSpPr>
          <p:grpSpPr>
            <a:xfrm>
              <a:off x="5339140" y="3590443"/>
              <a:ext cx="690266" cy="276074"/>
              <a:chOff x="5339140" y="3590443"/>
              <a:chExt cx="690266" cy="276074"/>
            </a:xfrm>
            <a:solidFill>
              <a:srgbClr val="D5E8D4"/>
            </a:solidFill>
          </p:grpSpPr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32DE5567-5ED7-3156-396C-25DE9ACE60CC}"/>
                  </a:ext>
                </a:extLst>
              </p:cNvPr>
              <p:cNvSpPr/>
              <p:nvPr/>
            </p:nvSpPr>
            <p:spPr>
              <a:xfrm>
                <a:off x="5339140" y="3590443"/>
                <a:ext cx="690266" cy="276074"/>
              </a:xfrm>
              <a:prstGeom prst="rect">
                <a:avLst/>
              </a:prstGeom>
              <a:solidFill>
                <a:srgbClr val="D5E8D4"/>
              </a:solidFill>
              <a:ln w="13805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4" name="Picture 313">
                <a:extLst>
                  <a:ext uri="{FF2B5EF4-FFF2-40B4-BE49-F238E27FC236}">
                    <a16:creationId xmlns:a16="http://schemas.microsoft.com/office/drawing/2014/main" id="{BC8CA619-1235-C85B-66BC-A5F8770F40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9494" y="3652560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4" name="Graphic 4">
              <a:extLst>
                <a:ext uri="{FF2B5EF4-FFF2-40B4-BE49-F238E27FC236}">
                  <a16:creationId xmlns:a16="http://schemas.microsoft.com/office/drawing/2014/main" id="{64397EC8-740A-BD69-5D1D-47EAC5B8463B}"/>
                </a:ext>
              </a:extLst>
            </p:cNvPr>
            <p:cNvGrpSpPr/>
            <p:nvPr/>
          </p:nvGrpSpPr>
          <p:grpSpPr>
            <a:xfrm>
              <a:off x="6063920" y="3576639"/>
              <a:ext cx="552213" cy="276074"/>
              <a:chOff x="6063920" y="3576639"/>
              <a:chExt cx="552213" cy="276074"/>
            </a:xfrm>
            <a:noFill/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C9D0D3B3-C65C-3A89-A86F-B60241912E19}"/>
                  </a:ext>
                </a:extLst>
              </p:cNvPr>
              <p:cNvSpPr/>
              <p:nvPr/>
            </p:nvSpPr>
            <p:spPr>
              <a:xfrm>
                <a:off x="6063920" y="3576639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9" name="Picture 308">
                <a:extLst>
                  <a:ext uri="{FF2B5EF4-FFF2-40B4-BE49-F238E27FC236}">
                    <a16:creationId xmlns:a16="http://schemas.microsoft.com/office/drawing/2014/main" id="{F53E1A07-3923-6CBC-75B9-235FCDF907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77902" y="3631854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5" name="Graphic 4">
              <a:extLst>
                <a:ext uri="{FF2B5EF4-FFF2-40B4-BE49-F238E27FC236}">
                  <a16:creationId xmlns:a16="http://schemas.microsoft.com/office/drawing/2014/main" id="{F7C44BA5-6867-12AF-41AB-FC32DB190689}"/>
                </a:ext>
              </a:extLst>
            </p:cNvPr>
            <p:cNvGrpSpPr/>
            <p:nvPr/>
          </p:nvGrpSpPr>
          <p:grpSpPr>
            <a:xfrm>
              <a:off x="5304627" y="3818204"/>
              <a:ext cx="207079" cy="276074"/>
              <a:chOff x="5304627" y="3818204"/>
              <a:chExt cx="207079" cy="276074"/>
            </a:xfrm>
            <a:noFill/>
          </p:grpSpPr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0CA87713-ACA6-FC8A-5B4A-70CB89DFD6E4}"/>
                  </a:ext>
                </a:extLst>
              </p:cNvPr>
              <p:cNvSpPr/>
              <p:nvPr/>
            </p:nvSpPr>
            <p:spPr>
              <a:xfrm>
                <a:off x="5304627" y="3818204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7" name="Picture 306">
                <a:extLst>
                  <a:ext uri="{FF2B5EF4-FFF2-40B4-BE49-F238E27FC236}">
                    <a16:creationId xmlns:a16="http://schemas.microsoft.com/office/drawing/2014/main" id="{63E9CCE3-8A73-B36B-5C31-3B152E42A3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73653" y="3887223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36" name="Graphic 4">
              <a:extLst>
                <a:ext uri="{FF2B5EF4-FFF2-40B4-BE49-F238E27FC236}">
                  <a16:creationId xmlns:a16="http://schemas.microsoft.com/office/drawing/2014/main" id="{6B36BB34-6206-08D7-28F8-1FC84FF4D553}"/>
                </a:ext>
              </a:extLst>
            </p:cNvPr>
            <p:cNvGrpSpPr/>
            <p:nvPr/>
          </p:nvGrpSpPr>
          <p:grpSpPr>
            <a:xfrm>
              <a:off x="5849937" y="3825106"/>
              <a:ext cx="207079" cy="276074"/>
              <a:chOff x="5849937" y="3825106"/>
              <a:chExt cx="207079" cy="276074"/>
            </a:xfrm>
            <a:noFill/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9274F0F5-4C14-B002-90C4-BFF6FD4CA941}"/>
                  </a:ext>
                </a:extLst>
              </p:cNvPr>
              <p:cNvSpPr/>
              <p:nvPr/>
            </p:nvSpPr>
            <p:spPr>
              <a:xfrm>
                <a:off x="5849937" y="3825106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5" name="Picture 304">
                <a:extLst>
                  <a:ext uri="{FF2B5EF4-FFF2-40B4-BE49-F238E27FC236}">
                    <a16:creationId xmlns:a16="http://schemas.microsoft.com/office/drawing/2014/main" id="{A01C76DE-171D-6DC4-F6EC-595D118CC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18964" y="3894125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37" name="Graphic 4">
              <a:extLst>
                <a:ext uri="{FF2B5EF4-FFF2-40B4-BE49-F238E27FC236}">
                  <a16:creationId xmlns:a16="http://schemas.microsoft.com/office/drawing/2014/main" id="{52277605-1D15-E405-B471-4AE047A04EAA}"/>
                </a:ext>
              </a:extLst>
            </p:cNvPr>
            <p:cNvGrpSpPr/>
            <p:nvPr/>
          </p:nvGrpSpPr>
          <p:grpSpPr>
            <a:xfrm>
              <a:off x="5083741" y="4087377"/>
              <a:ext cx="828319" cy="276074"/>
              <a:chOff x="5083741" y="4087377"/>
              <a:chExt cx="828319" cy="276074"/>
            </a:xfrm>
            <a:noFill/>
          </p:grpSpPr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8DF3268A-163D-4580-8888-0D51A6A86544}"/>
                  </a:ext>
                </a:extLst>
              </p:cNvPr>
              <p:cNvSpPr/>
              <p:nvPr/>
            </p:nvSpPr>
            <p:spPr>
              <a:xfrm>
                <a:off x="5083741" y="4087377"/>
                <a:ext cx="8283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1C430B1B-B921-5DCE-33F3-F42ACA9E7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90910" y="4142592"/>
                <a:ext cx="220885" cy="217408"/>
              </a:xfrm>
              <a:custGeom>
                <a:avLst/>
                <a:gdLst>
                  <a:gd name="csX0" fmla="*/ 0 w 220885"/>
                  <a:gd name="csY0" fmla="*/ 0 h 217408"/>
                  <a:gd name="csX1" fmla="*/ 220885 w 220885"/>
                  <a:gd name="csY1" fmla="*/ 0 h 217408"/>
                  <a:gd name="csX2" fmla="*/ 220885 w 220885"/>
                  <a:gd name="csY2" fmla="*/ 217409 h 217408"/>
                  <a:gd name="csX3" fmla="*/ 0 w 22088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0885" h="217408">
                    <a:moveTo>
                      <a:pt x="0" y="0"/>
                    </a:moveTo>
                    <a:lnTo>
                      <a:pt x="220885" y="0"/>
                    </a:lnTo>
                    <a:lnTo>
                      <a:pt x="220885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8" name="Graphic 4">
              <a:extLst>
                <a:ext uri="{FF2B5EF4-FFF2-40B4-BE49-F238E27FC236}">
                  <a16:creationId xmlns:a16="http://schemas.microsoft.com/office/drawing/2014/main" id="{5486E6EE-E548-86FE-B6B0-107D88C0D472}"/>
                </a:ext>
              </a:extLst>
            </p:cNvPr>
            <p:cNvGrpSpPr/>
            <p:nvPr/>
          </p:nvGrpSpPr>
          <p:grpSpPr>
            <a:xfrm>
              <a:off x="5435777" y="4087377"/>
              <a:ext cx="828319" cy="276074"/>
              <a:chOff x="5435777" y="4087377"/>
              <a:chExt cx="828319" cy="276074"/>
            </a:xfrm>
            <a:noFill/>
          </p:grpSpPr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E2A281E6-8F0C-3E37-82EB-05FD1083AE56}"/>
                  </a:ext>
                </a:extLst>
              </p:cNvPr>
              <p:cNvSpPr/>
              <p:nvPr/>
            </p:nvSpPr>
            <p:spPr>
              <a:xfrm>
                <a:off x="5435777" y="4087377"/>
                <a:ext cx="82831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1" name="Picture 300">
                <a:extLst>
                  <a:ext uri="{FF2B5EF4-FFF2-40B4-BE49-F238E27FC236}">
                    <a16:creationId xmlns:a16="http://schemas.microsoft.com/office/drawing/2014/main" id="{937B8A7F-8925-27CC-F1E8-ED6D526E59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42946" y="4142592"/>
                <a:ext cx="220885" cy="217408"/>
              </a:xfrm>
              <a:custGeom>
                <a:avLst/>
                <a:gdLst>
                  <a:gd name="csX0" fmla="*/ 0 w 220885"/>
                  <a:gd name="csY0" fmla="*/ 0 h 217408"/>
                  <a:gd name="csX1" fmla="*/ 220885 w 220885"/>
                  <a:gd name="csY1" fmla="*/ 0 h 217408"/>
                  <a:gd name="csX2" fmla="*/ 220885 w 220885"/>
                  <a:gd name="csY2" fmla="*/ 217409 h 217408"/>
                  <a:gd name="csX3" fmla="*/ 0 w 22088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0885" h="217408">
                    <a:moveTo>
                      <a:pt x="0" y="0"/>
                    </a:moveTo>
                    <a:lnTo>
                      <a:pt x="220885" y="0"/>
                    </a:lnTo>
                    <a:lnTo>
                      <a:pt x="220885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Graphic 4">
              <a:extLst>
                <a:ext uri="{FF2B5EF4-FFF2-40B4-BE49-F238E27FC236}">
                  <a16:creationId xmlns:a16="http://schemas.microsoft.com/office/drawing/2014/main" id="{E4A74320-EB1F-F487-4D6A-418532E19360}"/>
                </a:ext>
              </a:extLst>
            </p:cNvPr>
            <p:cNvGrpSpPr/>
            <p:nvPr/>
          </p:nvGrpSpPr>
          <p:grpSpPr>
            <a:xfrm>
              <a:off x="5805070" y="2134150"/>
              <a:ext cx="3520358" cy="286427"/>
              <a:chOff x="5805070" y="2134150"/>
              <a:chExt cx="3520358" cy="286427"/>
            </a:xfrm>
            <a:noFill/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67B5B932-8E8C-9ADD-09B6-C0718860A4B0}"/>
                  </a:ext>
                </a:extLst>
              </p:cNvPr>
              <p:cNvSpPr/>
              <p:nvPr/>
            </p:nvSpPr>
            <p:spPr>
              <a:xfrm>
                <a:off x="5805070" y="2134150"/>
                <a:ext cx="3520358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9" name="Picture 298">
                <a:extLst>
                  <a:ext uri="{FF2B5EF4-FFF2-40B4-BE49-F238E27FC236}">
                    <a16:creationId xmlns:a16="http://schemas.microsoft.com/office/drawing/2014/main" id="{F8EB9C87-6606-8280-EA5F-9CF6854ED4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51001" y="2175561"/>
                <a:ext cx="1028496" cy="245016"/>
              </a:xfrm>
              <a:custGeom>
                <a:avLst/>
                <a:gdLst>
                  <a:gd name="csX0" fmla="*/ 0 w 1028496"/>
                  <a:gd name="csY0" fmla="*/ 0 h 245016"/>
                  <a:gd name="csX1" fmla="*/ 1028497 w 1028496"/>
                  <a:gd name="csY1" fmla="*/ 0 h 245016"/>
                  <a:gd name="csX2" fmla="*/ 1028497 w 1028496"/>
                  <a:gd name="csY2" fmla="*/ 245016 h 245016"/>
                  <a:gd name="csX3" fmla="*/ 0 w 1028496"/>
                  <a:gd name="csY3" fmla="*/ 245016 h 2450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28496" h="245016">
                    <a:moveTo>
                      <a:pt x="0" y="0"/>
                    </a:moveTo>
                    <a:lnTo>
                      <a:pt x="1028497" y="0"/>
                    </a:lnTo>
                    <a:lnTo>
                      <a:pt x="1028497" y="245016"/>
                    </a:lnTo>
                    <a:lnTo>
                      <a:pt x="0" y="245016"/>
                    </a:lnTo>
                    <a:close/>
                  </a:path>
                </a:pathLst>
              </a:custGeom>
            </p:spPr>
          </p:pic>
        </p:grpSp>
        <p:grpSp>
          <p:nvGrpSpPr>
            <p:cNvPr id="240" name="Graphic 4">
              <a:extLst>
                <a:ext uri="{FF2B5EF4-FFF2-40B4-BE49-F238E27FC236}">
                  <a16:creationId xmlns:a16="http://schemas.microsoft.com/office/drawing/2014/main" id="{4E7C9938-557A-3612-4EED-7018008C676C}"/>
                </a:ext>
              </a:extLst>
            </p:cNvPr>
            <p:cNvGrpSpPr/>
            <p:nvPr/>
          </p:nvGrpSpPr>
          <p:grpSpPr>
            <a:xfrm>
              <a:off x="6476285" y="3521424"/>
              <a:ext cx="308963" cy="234663"/>
              <a:chOff x="6476285" y="3521424"/>
              <a:chExt cx="308963" cy="234663"/>
            </a:xfrm>
          </p:grpSpPr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BDC59ECC-122F-7068-650B-31263980AC56}"/>
                  </a:ext>
                </a:extLst>
              </p:cNvPr>
              <p:cNvSpPr/>
              <p:nvPr/>
            </p:nvSpPr>
            <p:spPr>
              <a:xfrm>
                <a:off x="6517701" y="3521424"/>
                <a:ext cx="267547" cy="207055"/>
              </a:xfrm>
              <a:custGeom>
                <a:avLst/>
                <a:gdLst>
                  <a:gd name="csX0" fmla="*/ 267547 w 267547"/>
                  <a:gd name="csY0" fmla="*/ 0 h 207055"/>
                  <a:gd name="csX1" fmla="*/ 267547 w 267547"/>
                  <a:gd name="csY1" fmla="*/ 207056 h 207055"/>
                  <a:gd name="csX2" fmla="*/ 0 w 267547"/>
                  <a:gd name="csY2" fmla="*/ 207056 h 2070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7547" h="207055">
                    <a:moveTo>
                      <a:pt x="267547" y="0"/>
                    </a:moveTo>
                    <a:lnTo>
                      <a:pt x="267547" y="207056"/>
                    </a:lnTo>
                    <a:lnTo>
                      <a:pt x="0" y="207056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95F2D4C4-2062-16BA-731E-7C46E5B13D0D}"/>
                  </a:ext>
                </a:extLst>
              </p:cNvPr>
              <p:cNvSpPr/>
              <p:nvPr/>
            </p:nvSpPr>
            <p:spPr>
              <a:xfrm>
                <a:off x="6476285" y="3700873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EEC97B42-F483-99D8-6240-0EAA91EE255E}"/>
                </a:ext>
              </a:extLst>
            </p:cNvPr>
            <p:cNvSpPr/>
            <p:nvPr/>
          </p:nvSpPr>
          <p:spPr>
            <a:xfrm>
              <a:off x="7130381" y="3521424"/>
              <a:ext cx="483" cy="207055"/>
            </a:xfrm>
            <a:custGeom>
              <a:avLst/>
              <a:gdLst>
                <a:gd name="csX0" fmla="*/ 0 w 483"/>
                <a:gd name="csY0" fmla="*/ 0 h 207055"/>
                <a:gd name="csX1" fmla="*/ 483 w 483"/>
                <a:gd name="csY1" fmla="*/ 207056 h 207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3" h="207055">
                  <a:moveTo>
                    <a:pt x="0" y="0"/>
                  </a:moveTo>
                  <a:lnTo>
                    <a:pt x="483" y="207056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42" name="Graphic 4">
              <a:extLst>
                <a:ext uri="{FF2B5EF4-FFF2-40B4-BE49-F238E27FC236}">
                  <a16:creationId xmlns:a16="http://schemas.microsoft.com/office/drawing/2014/main" id="{8C06D6FD-E334-38BD-5D95-8ADCE2528928}"/>
                </a:ext>
              </a:extLst>
            </p:cNvPr>
            <p:cNvGrpSpPr/>
            <p:nvPr/>
          </p:nvGrpSpPr>
          <p:grpSpPr>
            <a:xfrm>
              <a:off x="6612681" y="3245350"/>
              <a:ext cx="690266" cy="276074"/>
              <a:chOff x="6612681" y="3245350"/>
              <a:chExt cx="690266" cy="276074"/>
            </a:xfrm>
            <a:solidFill>
              <a:srgbClr val="FFE6CC"/>
            </a:solidFill>
          </p:grpSpPr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FE15E3AA-EF86-6777-093B-4169E1A59DBA}"/>
                  </a:ext>
                </a:extLst>
              </p:cNvPr>
              <p:cNvSpPr/>
              <p:nvPr/>
            </p:nvSpPr>
            <p:spPr>
              <a:xfrm>
                <a:off x="6612681" y="3245350"/>
                <a:ext cx="690266" cy="276074"/>
              </a:xfrm>
              <a:prstGeom prst="rect">
                <a:avLst/>
              </a:prstGeom>
              <a:solidFill>
                <a:srgbClr val="FFE6CC"/>
              </a:solidFill>
              <a:ln w="13805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5" name="Picture 294">
                <a:extLst>
                  <a:ext uri="{FF2B5EF4-FFF2-40B4-BE49-F238E27FC236}">
                    <a16:creationId xmlns:a16="http://schemas.microsoft.com/office/drawing/2014/main" id="{0BAC6C6B-891E-9EC4-1ED9-D377A5A423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19584" y="3307467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75" name="Graphic 4">
              <a:extLst>
                <a:ext uri="{FF2B5EF4-FFF2-40B4-BE49-F238E27FC236}">
                  <a16:creationId xmlns:a16="http://schemas.microsoft.com/office/drawing/2014/main" id="{6655584E-AC33-079F-F6DC-0F5B36016B55}"/>
                </a:ext>
              </a:extLst>
            </p:cNvPr>
            <p:cNvGrpSpPr/>
            <p:nvPr/>
          </p:nvGrpSpPr>
          <p:grpSpPr>
            <a:xfrm>
              <a:off x="6581619" y="3459308"/>
              <a:ext cx="207079" cy="276074"/>
              <a:chOff x="6581619" y="3459308"/>
              <a:chExt cx="207079" cy="276074"/>
            </a:xfrm>
            <a:noFill/>
          </p:grpSpPr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2CF03B63-CD7A-D49F-FFF5-221EB4F1EEAE}"/>
                  </a:ext>
                </a:extLst>
              </p:cNvPr>
              <p:cNvSpPr/>
              <p:nvPr/>
            </p:nvSpPr>
            <p:spPr>
              <a:xfrm>
                <a:off x="6581619" y="3459308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3" name="Picture 292">
                <a:extLst>
                  <a:ext uri="{FF2B5EF4-FFF2-40B4-BE49-F238E27FC236}">
                    <a16:creationId xmlns:a16="http://schemas.microsoft.com/office/drawing/2014/main" id="{BCFA4E91-30B0-E988-830F-795EAEE621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0646" y="3528326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76" name="Graphic 4">
              <a:extLst>
                <a:ext uri="{FF2B5EF4-FFF2-40B4-BE49-F238E27FC236}">
                  <a16:creationId xmlns:a16="http://schemas.microsoft.com/office/drawing/2014/main" id="{02BCDE7A-1CE9-AD1A-764D-A0B16E5A7A0A}"/>
                </a:ext>
              </a:extLst>
            </p:cNvPr>
            <p:cNvGrpSpPr/>
            <p:nvPr/>
          </p:nvGrpSpPr>
          <p:grpSpPr>
            <a:xfrm>
              <a:off x="7126930" y="3466209"/>
              <a:ext cx="207079" cy="276074"/>
              <a:chOff x="7126930" y="3466209"/>
              <a:chExt cx="207079" cy="276074"/>
            </a:xfrm>
            <a:noFill/>
          </p:grpSpPr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F66AF0DE-6141-1084-1F1A-EA5AEB08FDA9}"/>
                  </a:ext>
                </a:extLst>
              </p:cNvPr>
              <p:cNvSpPr/>
              <p:nvPr/>
            </p:nvSpPr>
            <p:spPr>
              <a:xfrm>
                <a:off x="7126930" y="3466209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1" name="Picture 290">
                <a:extLst>
                  <a:ext uri="{FF2B5EF4-FFF2-40B4-BE49-F238E27FC236}">
                    <a16:creationId xmlns:a16="http://schemas.microsoft.com/office/drawing/2014/main" id="{6832ADEB-F287-680D-6359-714AC0E11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95957" y="3535228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7885834A-4A85-B8B2-7B24-F052CFE7C00B}"/>
                </a:ext>
              </a:extLst>
            </p:cNvPr>
            <p:cNvSpPr/>
            <p:nvPr/>
          </p:nvSpPr>
          <p:spPr>
            <a:xfrm>
              <a:off x="7061355" y="3728480"/>
              <a:ext cx="138053" cy="6901"/>
            </a:xfrm>
            <a:custGeom>
              <a:avLst/>
              <a:gdLst>
                <a:gd name="csX0" fmla="*/ 0 w 138053"/>
                <a:gd name="csY0" fmla="*/ 0 h 6901"/>
                <a:gd name="csX1" fmla="*/ 138053 w 138053"/>
                <a:gd name="csY1" fmla="*/ 0 h 6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8053" h="6901">
                  <a:moveTo>
                    <a:pt x="0" y="0"/>
                  </a:moveTo>
                  <a:lnTo>
                    <a:pt x="138053" y="0"/>
                  </a:lnTo>
                </a:path>
              </a:pathLst>
            </a:custGeom>
            <a:noFill/>
            <a:ln w="138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78" name="Graphic 4">
              <a:extLst>
                <a:ext uri="{FF2B5EF4-FFF2-40B4-BE49-F238E27FC236}">
                  <a16:creationId xmlns:a16="http://schemas.microsoft.com/office/drawing/2014/main" id="{284C7B07-C19C-8DB8-31A5-D69E1BA63174}"/>
                </a:ext>
              </a:extLst>
            </p:cNvPr>
            <p:cNvGrpSpPr/>
            <p:nvPr/>
          </p:nvGrpSpPr>
          <p:grpSpPr>
            <a:xfrm>
              <a:off x="6681708" y="2720808"/>
              <a:ext cx="552213" cy="276074"/>
              <a:chOff x="6681708" y="2720808"/>
              <a:chExt cx="552213" cy="276074"/>
            </a:xfrm>
            <a:noFill/>
          </p:grpSpPr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300E8F40-9B5A-C157-9908-CF6A4E78CB57}"/>
                  </a:ext>
                </a:extLst>
              </p:cNvPr>
              <p:cNvSpPr/>
              <p:nvPr/>
            </p:nvSpPr>
            <p:spPr>
              <a:xfrm>
                <a:off x="6681708" y="2720808"/>
                <a:ext cx="552213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9" name="Picture 288">
                <a:extLst>
                  <a:ext uri="{FF2B5EF4-FFF2-40B4-BE49-F238E27FC236}">
                    <a16:creationId xmlns:a16="http://schemas.microsoft.com/office/drawing/2014/main" id="{7F93E948-396A-9D7A-63E5-99056B44ED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92239" y="2776023"/>
                <a:ext cx="131150" cy="217408"/>
              </a:xfrm>
              <a:custGeom>
                <a:avLst/>
                <a:gdLst>
                  <a:gd name="csX0" fmla="*/ 0 w 131150"/>
                  <a:gd name="csY0" fmla="*/ 0 h 217408"/>
                  <a:gd name="csX1" fmla="*/ 131151 w 131150"/>
                  <a:gd name="csY1" fmla="*/ 0 h 217408"/>
                  <a:gd name="csX2" fmla="*/ 131151 w 131150"/>
                  <a:gd name="csY2" fmla="*/ 217409 h 217408"/>
                  <a:gd name="csX3" fmla="*/ 0 w 131150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1150" h="217408">
                    <a:moveTo>
                      <a:pt x="0" y="0"/>
                    </a:moveTo>
                    <a:lnTo>
                      <a:pt x="131151" y="0"/>
                    </a:lnTo>
                    <a:lnTo>
                      <a:pt x="131151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  <p:grpSp>
          <p:nvGrpSpPr>
            <p:cNvPr id="279" name="Graphic 4">
              <a:extLst>
                <a:ext uri="{FF2B5EF4-FFF2-40B4-BE49-F238E27FC236}">
                  <a16:creationId xmlns:a16="http://schemas.microsoft.com/office/drawing/2014/main" id="{C28BB157-D844-3212-58D1-7803EEC76AC5}"/>
                </a:ext>
              </a:extLst>
            </p:cNvPr>
            <p:cNvGrpSpPr/>
            <p:nvPr/>
          </p:nvGrpSpPr>
          <p:grpSpPr>
            <a:xfrm>
              <a:off x="6930342" y="2969275"/>
              <a:ext cx="55221" cy="260614"/>
              <a:chOff x="6930342" y="2969275"/>
              <a:chExt cx="55221" cy="260614"/>
            </a:xfrm>
          </p:grpSpPr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9766E2FB-6EB8-F9DF-B9B2-F66FF8E98639}"/>
                  </a:ext>
                </a:extLst>
              </p:cNvPr>
              <p:cNvSpPr/>
              <p:nvPr/>
            </p:nvSpPr>
            <p:spPr>
              <a:xfrm>
                <a:off x="6955813" y="2969275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3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3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1ED6E1A9-4E18-F7A3-443A-53CAA18B9D21}"/>
                  </a:ext>
                </a:extLst>
              </p:cNvPr>
              <p:cNvSpPr/>
              <p:nvPr/>
            </p:nvSpPr>
            <p:spPr>
              <a:xfrm>
                <a:off x="6930342" y="3174122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4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4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0" name="Graphic 4">
              <a:extLst>
                <a:ext uri="{FF2B5EF4-FFF2-40B4-BE49-F238E27FC236}">
                  <a16:creationId xmlns:a16="http://schemas.microsoft.com/office/drawing/2014/main" id="{D142AFA2-2928-86BB-7496-D7555F9BDC76}"/>
                </a:ext>
              </a:extLst>
            </p:cNvPr>
            <p:cNvGrpSpPr/>
            <p:nvPr/>
          </p:nvGrpSpPr>
          <p:grpSpPr>
            <a:xfrm>
              <a:off x="7318410" y="3362681"/>
              <a:ext cx="191618" cy="55214"/>
              <a:chOff x="7318410" y="3362681"/>
              <a:chExt cx="191618" cy="55214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F99974D2-9048-BE72-0422-377B3740AA67}"/>
                  </a:ext>
                </a:extLst>
              </p:cNvPr>
              <p:cNvSpPr/>
              <p:nvPr/>
            </p:nvSpPr>
            <p:spPr>
              <a:xfrm>
                <a:off x="7359826" y="3390289"/>
                <a:ext cx="150202" cy="6901"/>
              </a:xfrm>
              <a:custGeom>
                <a:avLst/>
                <a:gdLst>
                  <a:gd name="csX0" fmla="*/ 150202 w 150202"/>
                  <a:gd name="csY0" fmla="*/ 0 h 6901"/>
                  <a:gd name="csX1" fmla="*/ 0 w 150202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2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09A2EE0F-032D-61CE-1A79-4F714AA794D2}"/>
                  </a:ext>
                </a:extLst>
              </p:cNvPr>
              <p:cNvSpPr/>
              <p:nvPr/>
            </p:nvSpPr>
            <p:spPr>
              <a:xfrm>
                <a:off x="7318410" y="3362681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1" name="Graphic 4">
              <a:extLst>
                <a:ext uri="{FF2B5EF4-FFF2-40B4-BE49-F238E27FC236}">
                  <a16:creationId xmlns:a16="http://schemas.microsoft.com/office/drawing/2014/main" id="{E38B040B-563F-AC29-8E5A-7AB7E362C984}"/>
                </a:ext>
              </a:extLst>
            </p:cNvPr>
            <p:cNvGrpSpPr/>
            <p:nvPr/>
          </p:nvGrpSpPr>
          <p:grpSpPr>
            <a:xfrm>
              <a:off x="6874983" y="3245350"/>
              <a:ext cx="1725666" cy="276074"/>
              <a:chOff x="6874983" y="3245350"/>
              <a:chExt cx="1725666" cy="276074"/>
            </a:xfrm>
            <a:noFill/>
          </p:grpSpPr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25ACC879-DAC2-3E75-D4DD-9E59C908FF67}"/>
                  </a:ext>
                </a:extLst>
              </p:cNvPr>
              <p:cNvSpPr/>
              <p:nvPr/>
            </p:nvSpPr>
            <p:spPr>
              <a:xfrm>
                <a:off x="6874983" y="3245350"/>
                <a:ext cx="1725666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3" name="Picture 282">
                <a:extLst>
                  <a:ext uri="{FF2B5EF4-FFF2-40B4-BE49-F238E27FC236}">
                    <a16:creationId xmlns:a16="http://schemas.microsoft.com/office/drawing/2014/main" id="{DE294D0B-0C70-2546-F420-B958F99A9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61798" y="3300565"/>
                <a:ext cx="352035" cy="217408"/>
              </a:xfrm>
              <a:custGeom>
                <a:avLst/>
                <a:gdLst>
                  <a:gd name="csX0" fmla="*/ 0 w 352035"/>
                  <a:gd name="csY0" fmla="*/ 0 h 217408"/>
                  <a:gd name="csX1" fmla="*/ 352036 w 352035"/>
                  <a:gd name="csY1" fmla="*/ 0 h 217408"/>
                  <a:gd name="csX2" fmla="*/ 352036 w 352035"/>
                  <a:gd name="csY2" fmla="*/ 217409 h 217408"/>
                  <a:gd name="csX3" fmla="*/ 0 w 352035"/>
                  <a:gd name="csY3" fmla="*/ 217409 h 21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52035" h="217408">
                    <a:moveTo>
                      <a:pt x="0" y="0"/>
                    </a:moveTo>
                    <a:lnTo>
                      <a:pt x="352036" y="0"/>
                    </a:lnTo>
                    <a:lnTo>
                      <a:pt x="352036" y="217409"/>
                    </a:lnTo>
                    <a:lnTo>
                      <a:pt x="0" y="21740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11398880-E617-0F99-8AFC-110334506594}"/>
              </a:ext>
            </a:extLst>
          </p:cNvPr>
          <p:cNvGrpSpPr/>
          <p:nvPr/>
        </p:nvGrpSpPr>
        <p:grpSpPr>
          <a:xfrm>
            <a:off x="4663678" y="3725027"/>
            <a:ext cx="2595359" cy="2696408"/>
            <a:chOff x="5822371" y="1714500"/>
            <a:chExt cx="2726650" cy="2832811"/>
          </a:xfrm>
        </p:grpSpPr>
        <p:grpSp>
          <p:nvGrpSpPr>
            <p:cNvPr id="429" name="Graphic 1">
              <a:extLst>
                <a:ext uri="{FF2B5EF4-FFF2-40B4-BE49-F238E27FC236}">
                  <a16:creationId xmlns:a16="http://schemas.microsoft.com/office/drawing/2014/main" id="{96190AE9-89BE-E10A-0D04-CAC27D977B26}"/>
                </a:ext>
              </a:extLst>
            </p:cNvPr>
            <p:cNvGrpSpPr/>
            <p:nvPr/>
          </p:nvGrpSpPr>
          <p:grpSpPr>
            <a:xfrm>
              <a:off x="6827728" y="4015740"/>
              <a:ext cx="761634" cy="304800"/>
              <a:chOff x="8246625" y="6026106"/>
              <a:chExt cx="761634" cy="304800"/>
            </a:xfrm>
            <a:solidFill>
              <a:srgbClr val="DAE8FC"/>
            </a:solidFill>
          </p:grpSpPr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778BE5E9-74BD-6A83-36F2-0A75C7817BC2}"/>
                  </a:ext>
                </a:extLst>
              </p:cNvPr>
              <p:cNvSpPr/>
              <p:nvPr/>
            </p:nvSpPr>
            <p:spPr>
              <a:xfrm>
                <a:off x="8246625" y="602610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30" name="Picture 529">
                <a:extLst>
                  <a:ext uri="{FF2B5EF4-FFF2-40B4-BE49-F238E27FC236}">
                    <a16:creationId xmlns:a16="http://schemas.microsoft.com/office/drawing/2014/main" id="{BD9FBFE0-9CDA-6326-D90A-94EDFF7485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54241" y="609087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0" name="Graphic 1">
              <a:extLst>
                <a:ext uri="{FF2B5EF4-FFF2-40B4-BE49-F238E27FC236}">
                  <a16:creationId xmlns:a16="http://schemas.microsoft.com/office/drawing/2014/main" id="{5A41DB85-2562-4F46-7D73-B3C6EE6A88F2}"/>
                </a:ext>
              </a:extLst>
            </p:cNvPr>
            <p:cNvGrpSpPr/>
            <p:nvPr/>
          </p:nvGrpSpPr>
          <p:grpSpPr>
            <a:xfrm>
              <a:off x="7787388" y="4008120"/>
              <a:ext cx="304653" cy="304800"/>
              <a:chOff x="9206285" y="6018486"/>
              <a:chExt cx="304653" cy="304800"/>
            </a:xfrm>
            <a:noFill/>
          </p:grpSpPr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558FCBC4-4A93-DE26-1692-8A1FF6E5CD3B}"/>
                  </a:ext>
                </a:extLst>
              </p:cNvPr>
              <p:cNvSpPr/>
              <p:nvPr/>
            </p:nvSpPr>
            <p:spPr>
              <a:xfrm>
                <a:off x="9206285" y="6018486"/>
                <a:ext cx="304653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28" name="Picture 527">
                <a:extLst>
                  <a:ext uri="{FF2B5EF4-FFF2-40B4-BE49-F238E27FC236}">
                    <a16:creationId xmlns:a16="http://schemas.microsoft.com/office/drawing/2014/main" id="{E83205FB-C235-4E30-3E72-0695B9839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278640" y="6075636"/>
                <a:ext cx="159943" cy="240030"/>
              </a:xfrm>
              <a:custGeom>
                <a:avLst/>
                <a:gdLst>
                  <a:gd name="csX0" fmla="*/ 0 w 159943"/>
                  <a:gd name="csY0" fmla="*/ 0 h 240030"/>
                  <a:gd name="csX1" fmla="*/ 159943 w 159943"/>
                  <a:gd name="csY1" fmla="*/ 0 h 240030"/>
                  <a:gd name="csX2" fmla="*/ 159943 w 159943"/>
                  <a:gd name="csY2" fmla="*/ 240030 h 240030"/>
                  <a:gd name="csX3" fmla="*/ 0 w 159943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943" h="240030">
                    <a:moveTo>
                      <a:pt x="0" y="0"/>
                    </a:moveTo>
                    <a:lnTo>
                      <a:pt x="159943" y="0"/>
                    </a:lnTo>
                    <a:lnTo>
                      <a:pt x="159943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1" name="Graphic 1">
              <a:extLst>
                <a:ext uri="{FF2B5EF4-FFF2-40B4-BE49-F238E27FC236}">
                  <a16:creationId xmlns:a16="http://schemas.microsoft.com/office/drawing/2014/main" id="{08CDC580-8CC8-C3FB-B05D-39E169DFB046}"/>
                </a:ext>
              </a:extLst>
            </p:cNvPr>
            <p:cNvGrpSpPr/>
            <p:nvPr/>
          </p:nvGrpSpPr>
          <p:grpSpPr>
            <a:xfrm>
              <a:off x="7413958" y="3480206"/>
              <a:ext cx="60930" cy="510845"/>
              <a:chOff x="8832855" y="5490572"/>
              <a:chExt cx="60930" cy="510845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9A7CB279-D2BC-772E-6616-05CE1A5988C0}"/>
                  </a:ext>
                </a:extLst>
              </p:cNvPr>
              <p:cNvSpPr/>
              <p:nvPr/>
            </p:nvSpPr>
            <p:spPr>
              <a:xfrm>
                <a:off x="8862788" y="5490572"/>
                <a:ext cx="608" cy="465125"/>
              </a:xfrm>
              <a:custGeom>
                <a:avLst/>
                <a:gdLst>
                  <a:gd name="csX0" fmla="*/ 0 w 608"/>
                  <a:gd name="csY0" fmla="*/ 0 h 465125"/>
                  <a:gd name="csX1" fmla="*/ 0 w 608"/>
                  <a:gd name="csY1" fmla="*/ 261214 h 465125"/>
                  <a:gd name="csX2" fmla="*/ 609 w 608"/>
                  <a:gd name="csY2" fmla="*/ 465125 h 465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08" h="465125">
                    <a:moveTo>
                      <a:pt x="0" y="0"/>
                    </a:moveTo>
                    <a:lnTo>
                      <a:pt x="0" y="261214"/>
                    </a:lnTo>
                    <a:lnTo>
                      <a:pt x="609" y="465125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6867FE11-C55D-D25E-EBC0-AA53311E2DBA}"/>
                  </a:ext>
                </a:extLst>
              </p:cNvPr>
              <p:cNvSpPr/>
              <p:nvPr/>
            </p:nvSpPr>
            <p:spPr>
              <a:xfrm>
                <a:off x="8832855" y="5940381"/>
                <a:ext cx="60930" cy="61036"/>
              </a:xfrm>
              <a:custGeom>
                <a:avLst/>
                <a:gdLst>
                  <a:gd name="csX0" fmla="*/ 30618 w 60930"/>
                  <a:gd name="csY0" fmla="*/ 61036 h 61036"/>
                  <a:gd name="csX1" fmla="*/ 0 w 60930"/>
                  <a:gd name="csY1" fmla="*/ 229 h 61036"/>
                  <a:gd name="csX2" fmla="*/ 30542 w 60930"/>
                  <a:gd name="csY2" fmla="*/ 15316 h 61036"/>
                  <a:gd name="csX3" fmla="*/ 60931 w 60930"/>
                  <a:gd name="csY3" fmla="*/ 0 h 61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036">
                    <a:moveTo>
                      <a:pt x="30618" y="61036"/>
                    </a:moveTo>
                    <a:lnTo>
                      <a:pt x="0" y="229"/>
                    </a:lnTo>
                    <a:lnTo>
                      <a:pt x="30542" y="15316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2" name="Graphic 1">
              <a:extLst>
                <a:ext uri="{FF2B5EF4-FFF2-40B4-BE49-F238E27FC236}">
                  <a16:creationId xmlns:a16="http://schemas.microsoft.com/office/drawing/2014/main" id="{348E6699-1E1F-1FF3-1C35-2569FF4EEAC8}"/>
                </a:ext>
              </a:extLst>
            </p:cNvPr>
            <p:cNvGrpSpPr/>
            <p:nvPr/>
          </p:nvGrpSpPr>
          <p:grpSpPr>
            <a:xfrm>
              <a:off x="7284709" y="3169920"/>
              <a:ext cx="761634" cy="304800"/>
              <a:chOff x="8703606" y="5180286"/>
              <a:chExt cx="761634" cy="304800"/>
            </a:xfrm>
            <a:solidFill>
              <a:srgbClr val="DAE8FC"/>
            </a:solidFill>
          </p:grpSpPr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80AC097D-04AF-3E95-C240-9858FDBC7933}"/>
                  </a:ext>
                </a:extLst>
              </p:cNvPr>
              <p:cNvSpPr/>
              <p:nvPr/>
            </p:nvSpPr>
            <p:spPr>
              <a:xfrm>
                <a:off x="8703606" y="518028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24" name="Picture 523">
                <a:extLst>
                  <a:ext uri="{FF2B5EF4-FFF2-40B4-BE49-F238E27FC236}">
                    <a16:creationId xmlns:a16="http://schemas.microsoft.com/office/drawing/2014/main" id="{18805961-EBE3-55A9-8068-E3B5581E6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1222" y="524505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3" name="Graphic 1">
              <a:extLst>
                <a:ext uri="{FF2B5EF4-FFF2-40B4-BE49-F238E27FC236}">
                  <a16:creationId xmlns:a16="http://schemas.microsoft.com/office/drawing/2014/main" id="{6C1DBCDB-9514-48D4-ECD7-5BAE85695A8C}"/>
                </a:ext>
              </a:extLst>
            </p:cNvPr>
            <p:cNvGrpSpPr/>
            <p:nvPr/>
          </p:nvGrpSpPr>
          <p:grpSpPr>
            <a:xfrm>
              <a:off x="7178080" y="4320540"/>
              <a:ext cx="60930" cy="226771"/>
              <a:chOff x="8596977" y="6330906"/>
              <a:chExt cx="60930" cy="226771"/>
            </a:xfrm>
          </p:grpSpPr>
          <p:sp>
            <p:nvSpPr>
              <p:cNvPr id="521" name="Freeform 520">
                <a:extLst>
                  <a:ext uri="{FF2B5EF4-FFF2-40B4-BE49-F238E27FC236}">
                    <a16:creationId xmlns:a16="http://schemas.microsoft.com/office/drawing/2014/main" id="{023868AA-7766-913C-1135-240EF19EC6CA}"/>
                  </a:ext>
                </a:extLst>
              </p:cNvPr>
              <p:cNvSpPr/>
              <p:nvPr/>
            </p:nvSpPr>
            <p:spPr>
              <a:xfrm>
                <a:off x="8627442" y="6330906"/>
                <a:ext cx="7616" cy="181051"/>
              </a:xfrm>
              <a:custGeom>
                <a:avLst/>
                <a:gdLst>
                  <a:gd name="csX0" fmla="*/ 0 w 7616"/>
                  <a:gd name="csY0" fmla="*/ 0 h 181051"/>
                  <a:gd name="csX1" fmla="*/ 0 w 7616"/>
                  <a:gd name="csY1" fmla="*/ 181051 h 1810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181051">
                    <a:moveTo>
                      <a:pt x="0" y="0"/>
                    </a:moveTo>
                    <a:lnTo>
                      <a:pt x="0" y="18105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27E1A1B4-A2C7-6468-7026-5A2C7527A583}"/>
                  </a:ext>
                </a:extLst>
              </p:cNvPr>
              <p:cNvSpPr/>
              <p:nvPr/>
            </p:nvSpPr>
            <p:spPr>
              <a:xfrm>
                <a:off x="8596977" y="649671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4" name="Graphic 1">
              <a:extLst>
                <a:ext uri="{FF2B5EF4-FFF2-40B4-BE49-F238E27FC236}">
                  <a16:creationId xmlns:a16="http://schemas.microsoft.com/office/drawing/2014/main" id="{49F554EF-A6F1-12CD-1B1B-9D6D621AF86D}"/>
                </a:ext>
              </a:extLst>
            </p:cNvPr>
            <p:cNvGrpSpPr/>
            <p:nvPr/>
          </p:nvGrpSpPr>
          <p:grpSpPr>
            <a:xfrm>
              <a:off x="7614040" y="4141470"/>
              <a:ext cx="211429" cy="60960"/>
              <a:chOff x="9032937" y="6151836"/>
              <a:chExt cx="211429" cy="60960"/>
            </a:xfrm>
          </p:grpSpPr>
          <p:sp>
            <p:nvSpPr>
              <p:cNvPr id="519" name="Freeform 518">
                <a:extLst>
                  <a:ext uri="{FF2B5EF4-FFF2-40B4-BE49-F238E27FC236}">
                    <a16:creationId xmlns:a16="http://schemas.microsoft.com/office/drawing/2014/main" id="{C980E533-2803-947F-3A0F-01C1F227ED9F}"/>
                  </a:ext>
                </a:extLst>
              </p:cNvPr>
              <p:cNvSpPr/>
              <p:nvPr/>
            </p:nvSpPr>
            <p:spPr>
              <a:xfrm>
                <a:off x="9078635" y="6182316"/>
                <a:ext cx="165731" cy="7620"/>
              </a:xfrm>
              <a:custGeom>
                <a:avLst/>
                <a:gdLst>
                  <a:gd name="csX0" fmla="*/ 165732 w 165731"/>
                  <a:gd name="csY0" fmla="*/ 0 h 7620"/>
                  <a:gd name="csX1" fmla="*/ 0 w 165731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731" h="7620">
                    <a:moveTo>
                      <a:pt x="165732" y="0"/>
                    </a:moveTo>
                    <a:lnTo>
                      <a:pt x="0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20" name="Freeform 519">
                <a:extLst>
                  <a:ext uri="{FF2B5EF4-FFF2-40B4-BE49-F238E27FC236}">
                    <a16:creationId xmlns:a16="http://schemas.microsoft.com/office/drawing/2014/main" id="{E2165D99-74A0-79C7-59DB-741B74801FA4}"/>
                  </a:ext>
                </a:extLst>
              </p:cNvPr>
              <p:cNvSpPr/>
              <p:nvPr/>
            </p:nvSpPr>
            <p:spPr>
              <a:xfrm>
                <a:off x="9032937" y="6151836"/>
                <a:ext cx="60930" cy="60960"/>
              </a:xfrm>
              <a:custGeom>
                <a:avLst/>
                <a:gdLst>
                  <a:gd name="csX0" fmla="*/ 0 w 60930"/>
                  <a:gd name="csY0" fmla="*/ 30480 h 60960"/>
                  <a:gd name="csX1" fmla="*/ 60931 w 60930"/>
                  <a:gd name="csY1" fmla="*/ 0 h 60960"/>
                  <a:gd name="csX2" fmla="*/ 45698 w 60930"/>
                  <a:gd name="csY2" fmla="*/ 30480 h 60960"/>
                  <a:gd name="csX3" fmla="*/ 60931 w 60930"/>
                  <a:gd name="csY3" fmla="*/ 6096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0" y="30480"/>
                    </a:moveTo>
                    <a:lnTo>
                      <a:pt x="60931" y="0"/>
                    </a:lnTo>
                    <a:lnTo>
                      <a:pt x="45698" y="30480"/>
                    </a:lnTo>
                    <a:lnTo>
                      <a:pt x="60931" y="6096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5" name="Graphic 1">
              <a:extLst>
                <a:ext uri="{FF2B5EF4-FFF2-40B4-BE49-F238E27FC236}">
                  <a16:creationId xmlns:a16="http://schemas.microsoft.com/office/drawing/2014/main" id="{5573B238-B4BF-CA62-F95E-0BC01AAB41E4}"/>
                </a:ext>
              </a:extLst>
            </p:cNvPr>
            <p:cNvGrpSpPr/>
            <p:nvPr/>
          </p:nvGrpSpPr>
          <p:grpSpPr>
            <a:xfrm>
              <a:off x="6759181" y="3810000"/>
              <a:ext cx="228490" cy="228600"/>
              <a:chOff x="8178078" y="5820366"/>
              <a:chExt cx="228490" cy="228600"/>
            </a:xfrm>
            <a:noFill/>
          </p:grpSpPr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23BBB5B5-B2AB-7857-2E2D-9465CF687083}"/>
                  </a:ext>
                </a:extLst>
              </p:cNvPr>
              <p:cNvSpPr/>
              <p:nvPr/>
            </p:nvSpPr>
            <p:spPr>
              <a:xfrm>
                <a:off x="8178078" y="582036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18" name="Picture 517">
                <a:extLst>
                  <a:ext uri="{FF2B5EF4-FFF2-40B4-BE49-F238E27FC236}">
                    <a16:creationId xmlns:a16="http://schemas.microsoft.com/office/drawing/2014/main" id="{211CF264-8672-8508-40C7-0288914007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241" y="586608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6" name="Graphic 1">
              <a:extLst>
                <a:ext uri="{FF2B5EF4-FFF2-40B4-BE49-F238E27FC236}">
                  <a16:creationId xmlns:a16="http://schemas.microsoft.com/office/drawing/2014/main" id="{C3B7F9D9-E2FA-9133-D065-FFA635D48C2A}"/>
                </a:ext>
              </a:extLst>
            </p:cNvPr>
            <p:cNvGrpSpPr/>
            <p:nvPr/>
          </p:nvGrpSpPr>
          <p:grpSpPr>
            <a:xfrm>
              <a:off x="6950504" y="3477158"/>
              <a:ext cx="60930" cy="513892"/>
              <a:chOff x="8369401" y="5487524"/>
              <a:chExt cx="60930" cy="513892"/>
            </a:xfrm>
          </p:grpSpPr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044D09A8-6603-06F5-D513-8CB89F794701}"/>
                  </a:ext>
                </a:extLst>
              </p:cNvPr>
              <p:cNvSpPr/>
              <p:nvPr/>
            </p:nvSpPr>
            <p:spPr>
              <a:xfrm>
                <a:off x="8398190" y="5487524"/>
                <a:ext cx="3808" cy="468172"/>
              </a:xfrm>
              <a:custGeom>
                <a:avLst/>
                <a:gdLst>
                  <a:gd name="csX0" fmla="*/ 0 w 3808"/>
                  <a:gd name="csY0" fmla="*/ 0 h 468172"/>
                  <a:gd name="csX1" fmla="*/ 3808 w 3808"/>
                  <a:gd name="csY1" fmla="*/ 269596 h 468172"/>
                  <a:gd name="csX2" fmla="*/ 1523 w 3808"/>
                  <a:gd name="csY2" fmla="*/ 468173 h 468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808" h="468172">
                    <a:moveTo>
                      <a:pt x="0" y="0"/>
                    </a:moveTo>
                    <a:lnTo>
                      <a:pt x="3808" y="269596"/>
                    </a:lnTo>
                    <a:lnTo>
                      <a:pt x="1523" y="468173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0AD0E482-9193-93A8-18BD-813F222DBE99}"/>
                  </a:ext>
                </a:extLst>
              </p:cNvPr>
              <p:cNvSpPr/>
              <p:nvPr/>
            </p:nvSpPr>
            <p:spPr>
              <a:xfrm>
                <a:off x="8369401" y="5940152"/>
                <a:ext cx="60930" cy="61265"/>
              </a:xfrm>
              <a:custGeom>
                <a:avLst/>
                <a:gdLst>
                  <a:gd name="csX0" fmla="*/ 29780 w 60930"/>
                  <a:gd name="csY0" fmla="*/ 61265 h 61265"/>
                  <a:gd name="csX1" fmla="*/ 0 w 60930"/>
                  <a:gd name="csY1" fmla="*/ 0 h 61265"/>
                  <a:gd name="csX2" fmla="*/ 30313 w 60930"/>
                  <a:gd name="csY2" fmla="*/ 15545 h 61265"/>
                  <a:gd name="csX3" fmla="*/ 60931 w 60930"/>
                  <a:gd name="csY3" fmla="*/ 686 h 61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265">
                    <a:moveTo>
                      <a:pt x="29780" y="61265"/>
                    </a:moveTo>
                    <a:lnTo>
                      <a:pt x="0" y="0"/>
                    </a:lnTo>
                    <a:lnTo>
                      <a:pt x="30313" y="15545"/>
                    </a:lnTo>
                    <a:lnTo>
                      <a:pt x="60931" y="686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7" name="Graphic 1">
              <a:extLst>
                <a:ext uri="{FF2B5EF4-FFF2-40B4-BE49-F238E27FC236}">
                  <a16:creationId xmlns:a16="http://schemas.microsoft.com/office/drawing/2014/main" id="{6E0BABA2-491D-B670-5497-D7D0BA8D0A8C}"/>
                </a:ext>
              </a:extLst>
            </p:cNvPr>
            <p:cNvGrpSpPr/>
            <p:nvPr/>
          </p:nvGrpSpPr>
          <p:grpSpPr>
            <a:xfrm>
              <a:off x="7421803" y="3810000"/>
              <a:ext cx="228490" cy="228600"/>
              <a:chOff x="8840700" y="5820366"/>
              <a:chExt cx="228490" cy="228600"/>
            </a:xfrm>
            <a:noFill/>
          </p:grpSpPr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ECCB407C-759D-CE4F-ABE7-1FBE59546424}"/>
                  </a:ext>
                </a:extLst>
              </p:cNvPr>
              <p:cNvSpPr/>
              <p:nvPr/>
            </p:nvSpPr>
            <p:spPr>
              <a:xfrm>
                <a:off x="8840700" y="582036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14" name="Picture 513">
                <a:extLst>
                  <a:ext uri="{FF2B5EF4-FFF2-40B4-BE49-F238E27FC236}">
                    <a16:creationId xmlns:a16="http://schemas.microsoft.com/office/drawing/2014/main" id="{4220F09F-2048-C9F9-0C22-02F946897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20672" y="586608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38" name="Graphic 1">
              <a:extLst>
                <a:ext uri="{FF2B5EF4-FFF2-40B4-BE49-F238E27FC236}">
                  <a16:creationId xmlns:a16="http://schemas.microsoft.com/office/drawing/2014/main" id="{7A8F901E-E351-860D-7670-136508D70453}"/>
                </a:ext>
              </a:extLst>
            </p:cNvPr>
            <p:cNvGrpSpPr/>
            <p:nvPr/>
          </p:nvGrpSpPr>
          <p:grpSpPr>
            <a:xfrm>
              <a:off x="7871167" y="2849880"/>
              <a:ext cx="60930" cy="295351"/>
              <a:chOff x="9290064" y="4860246"/>
              <a:chExt cx="60930" cy="295351"/>
            </a:xfrm>
          </p:grpSpPr>
          <p:sp>
            <p:nvSpPr>
              <p:cNvPr id="511" name="Freeform 510">
                <a:extLst>
                  <a:ext uri="{FF2B5EF4-FFF2-40B4-BE49-F238E27FC236}">
                    <a16:creationId xmlns:a16="http://schemas.microsoft.com/office/drawing/2014/main" id="{1911B2FC-418B-4B6D-867A-7ADF27A5D15F}"/>
                  </a:ext>
                </a:extLst>
              </p:cNvPr>
              <p:cNvSpPr/>
              <p:nvPr/>
            </p:nvSpPr>
            <p:spPr>
              <a:xfrm>
                <a:off x="9320530" y="486024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12" name="Freeform 511">
                <a:extLst>
                  <a:ext uri="{FF2B5EF4-FFF2-40B4-BE49-F238E27FC236}">
                    <a16:creationId xmlns:a16="http://schemas.microsoft.com/office/drawing/2014/main" id="{5E7CC2B5-2321-749F-EF49-8D19E7EDB707}"/>
                  </a:ext>
                </a:extLst>
              </p:cNvPr>
              <p:cNvSpPr/>
              <p:nvPr/>
            </p:nvSpPr>
            <p:spPr>
              <a:xfrm>
                <a:off x="9290064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9" name="Graphic 1">
              <a:extLst>
                <a:ext uri="{FF2B5EF4-FFF2-40B4-BE49-F238E27FC236}">
                  <a16:creationId xmlns:a16="http://schemas.microsoft.com/office/drawing/2014/main" id="{0FD9A152-C631-5882-9A6D-BC6740E2CF53}"/>
                </a:ext>
              </a:extLst>
            </p:cNvPr>
            <p:cNvGrpSpPr/>
            <p:nvPr/>
          </p:nvGrpSpPr>
          <p:grpSpPr>
            <a:xfrm>
              <a:off x="8071020" y="3295650"/>
              <a:ext cx="211429" cy="60960"/>
              <a:chOff x="9489917" y="5306016"/>
              <a:chExt cx="211429" cy="60960"/>
            </a:xfrm>
          </p:grpSpPr>
          <p:sp>
            <p:nvSpPr>
              <p:cNvPr id="509" name="Freeform 508">
                <a:extLst>
                  <a:ext uri="{FF2B5EF4-FFF2-40B4-BE49-F238E27FC236}">
                    <a16:creationId xmlns:a16="http://schemas.microsoft.com/office/drawing/2014/main" id="{833E5D91-FA8C-8F6E-7B53-728D9E79AA68}"/>
                  </a:ext>
                </a:extLst>
              </p:cNvPr>
              <p:cNvSpPr/>
              <p:nvPr/>
            </p:nvSpPr>
            <p:spPr>
              <a:xfrm>
                <a:off x="9535615" y="5336496"/>
                <a:ext cx="165731" cy="7620"/>
              </a:xfrm>
              <a:custGeom>
                <a:avLst/>
                <a:gdLst>
                  <a:gd name="csX0" fmla="*/ 165732 w 165731"/>
                  <a:gd name="csY0" fmla="*/ 0 h 7620"/>
                  <a:gd name="csX1" fmla="*/ 0 w 165731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5731" h="7620">
                    <a:moveTo>
                      <a:pt x="165732" y="0"/>
                    </a:moveTo>
                    <a:lnTo>
                      <a:pt x="0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10" name="Freeform 509">
                <a:extLst>
                  <a:ext uri="{FF2B5EF4-FFF2-40B4-BE49-F238E27FC236}">
                    <a16:creationId xmlns:a16="http://schemas.microsoft.com/office/drawing/2014/main" id="{1B00C0FA-B3A8-E6DE-65F7-588D7D3E6C75}"/>
                  </a:ext>
                </a:extLst>
              </p:cNvPr>
              <p:cNvSpPr/>
              <p:nvPr/>
            </p:nvSpPr>
            <p:spPr>
              <a:xfrm>
                <a:off x="9489917" y="5306016"/>
                <a:ext cx="60930" cy="60960"/>
              </a:xfrm>
              <a:custGeom>
                <a:avLst/>
                <a:gdLst>
                  <a:gd name="csX0" fmla="*/ 0 w 60930"/>
                  <a:gd name="csY0" fmla="*/ 30480 h 60960"/>
                  <a:gd name="csX1" fmla="*/ 60931 w 60930"/>
                  <a:gd name="csY1" fmla="*/ 0 h 60960"/>
                  <a:gd name="csX2" fmla="*/ 45698 w 60930"/>
                  <a:gd name="csY2" fmla="*/ 30480 h 60960"/>
                  <a:gd name="csX3" fmla="*/ 60931 w 60930"/>
                  <a:gd name="csY3" fmla="*/ 6096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0" y="30480"/>
                    </a:moveTo>
                    <a:lnTo>
                      <a:pt x="60931" y="0"/>
                    </a:lnTo>
                    <a:lnTo>
                      <a:pt x="45698" y="30480"/>
                    </a:lnTo>
                    <a:lnTo>
                      <a:pt x="60931" y="6096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0" name="Graphic 1">
              <a:extLst>
                <a:ext uri="{FF2B5EF4-FFF2-40B4-BE49-F238E27FC236}">
                  <a16:creationId xmlns:a16="http://schemas.microsoft.com/office/drawing/2014/main" id="{E393E085-1893-D8E5-E1B3-7F94C511F6CF}"/>
                </a:ext>
              </a:extLst>
            </p:cNvPr>
            <p:cNvGrpSpPr/>
            <p:nvPr/>
          </p:nvGrpSpPr>
          <p:grpSpPr>
            <a:xfrm>
              <a:off x="7216162" y="2964180"/>
              <a:ext cx="228490" cy="228600"/>
              <a:chOff x="8635059" y="4974546"/>
              <a:chExt cx="228490" cy="228600"/>
            </a:xfrm>
            <a:noFill/>
          </p:grpSpPr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696DC3AD-A6DA-CC27-5F43-CA6C117F8478}"/>
                  </a:ext>
                </a:extLst>
              </p:cNvPr>
              <p:cNvSpPr/>
              <p:nvPr/>
            </p:nvSpPr>
            <p:spPr>
              <a:xfrm>
                <a:off x="8635059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8" name="Picture 507">
                <a:extLst>
                  <a:ext uri="{FF2B5EF4-FFF2-40B4-BE49-F238E27FC236}">
                    <a16:creationId xmlns:a16="http://schemas.microsoft.com/office/drawing/2014/main" id="{97C0D33F-31E4-4979-F721-FF0C964F9B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11222" y="502026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1" name="Graphic 1">
              <a:extLst>
                <a:ext uri="{FF2B5EF4-FFF2-40B4-BE49-F238E27FC236}">
                  <a16:creationId xmlns:a16="http://schemas.microsoft.com/office/drawing/2014/main" id="{2CD378B7-A4FF-16AA-B4EE-C2FADE073059}"/>
                </a:ext>
              </a:extLst>
            </p:cNvPr>
            <p:cNvGrpSpPr/>
            <p:nvPr/>
          </p:nvGrpSpPr>
          <p:grpSpPr>
            <a:xfrm>
              <a:off x="7407104" y="2583180"/>
              <a:ext cx="60930" cy="562051"/>
              <a:chOff x="8826001" y="4593546"/>
              <a:chExt cx="60930" cy="562051"/>
            </a:xfrm>
          </p:grpSpPr>
          <p:sp>
            <p:nvSpPr>
              <p:cNvPr id="505" name="Freeform 504">
                <a:extLst>
                  <a:ext uri="{FF2B5EF4-FFF2-40B4-BE49-F238E27FC236}">
                    <a16:creationId xmlns:a16="http://schemas.microsoft.com/office/drawing/2014/main" id="{E13BB30E-5027-1021-1E3D-8C9CA3B97F05}"/>
                  </a:ext>
                </a:extLst>
              </p:cNvPr>
              <p:cNvSpPr/>
              <p:nvPr/>
            </p:nvSpPr>
            <p:spPr>
              <a:xfrm>
                <a:off x="8856313" y="4593546"/>
                <a:ext cx="3427" cy="516331"/>
              </a:xfrm>
              <a:custGeom>
                <a:avLst/>
                <a:gdLst>
                  <a:gd name="csX0" fmla="*/ 3427 w 3427"/>
                  <a:gd name="csY0" fmla="*/ 0 h 516331"/>
                  <a:gd name="csX1" fmla="*/ 0 w 3427"/>
                  <a:gd name="csY1" fmla="*/ 516331 h 51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427" h="516331">
                    <a:moveTo>
                      <a:pt x="3427" y="0"/>
                    </a:moveTo>
                    <a:lnTo>
                      <a:pt x="0" y="5163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06" name="Freeform 505">
                <a:extLst>
                  <a:ext uri="{FF2B5EF4-FFF2-40B4-BE49-F238E27FC236}">
                    <a16:creationId xmlns:a16="http://schemas.microsoft.com/office/drawing/2014/main" id="{26ED7560-1F23-8CC1-69E6-A96281AD5252}"/>
                  </a:ext>
                </a:extLst>
              </p:cNvPr>
              <p:cNvSpPr/>
              <p:nvPr/>
            </p:nvSpPr>
            <p:spPr>
              <a:xfrm>
                <a:off x="8826001" y="5094484"/>
                <a:ext cx="60930" cy="61112"/>
              </a:xfrm>
              <a:custGeom>
                <a:avLst/>
                <a:gdLst>
                  <a:gd name="csX0" fmla="*/ 30008 w 60930"/>
                  <a:gd name="csY0" fmla="*/ 61113 h 61112"/>
                  <a:gd name="csX1" fmla="*/ 0 w 60930"/>
                  <a:gd name="csY1" fmla="*/ 0 h 61112"/>
                  <a:gd name="csX2" fmla="*/ 30313 w 60930"/>
                  <a:gd name="csY2" fmla="*/ 15393 h 61112"/>
                  <a:gd name="csX3" fmla="*/ 60931 w 60930"/>
                  <a:gd name="csY3" fmla="*/ 381 h 611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1112">
                    <a:moveTo>
                      <a:pt x="30008" y="61113"/>
                    </a:moveTo>
                    <a:lnTo>
                      <a:pt x="0" y="0"/>
                    </a:lnTo>
                    <a:lnTo>
                      <a:pt x="30313" y="15393"/>
                    </a:lnTo>
                    <a:lnTo>
                      <a:pt x="60931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2" name="Graphic 1">
              <a:extLst>
                <a:ext uri="{FF2B5EF4-FFF2-40B4-BE49-F238E27FC236}">
                  <a16:creationId xmlns:a16="http://schemas.microsoft.com/office/drawing/2014/main" id="{657E354A-95BB-98E0-983B-C67892DDA2E8}"/>
                </a:ext>
              </a:extLst>
            </p:cNvPr>
            <p:cNvGrpSpPr/>
            <p:nvPr/>
          </p:nvGrpSpPr>
          <p:grpSpPr>
            <a:xfrm>
              <a:off x="7878784" y="2964180"/>
              <a:ext cx="228490" cy="228600"/>
              <a:chOff x="9297681" y="4974546"/>
              <a:chExt cx="228490" cy="228600"/>
            </a:xfrm>
            <a:noFill/>
          </p:grpSpPr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272E1B0B-3329-0B5D-6168-DD9BEFE8A82E}"/>
                  </a:ext>
                </a:extLst>
              </p:cNvPr>
              <p:cNvSpPr/>
              <p:nvPr/>
            </p:nvSpPr>
            <p:spPr>
              <a:xfrm>
                <a:off x="9297681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4" name="Picture 503">
                <a:extLst>
                  <a:ext uri="{FF2B5EF4-FFF2-40B4-BE49-F238E27FC236}">
                    <a16:creationId xmlns:a16="http://schemas.microsoft.com/office/drawing/2014/main" id="{59354B5A-D146-9BD0-27D4-55B527FA5B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77652" y="502026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3" name="Graphic 1">
              <a:extLst>
                <a:ext uri="{FF2B5EF4-FFF2-40B4-BE49-F238E27FC236}">
                  <a16:creationId xmlns:a16="http://schemas.microsoft.com/office/drawing/2014/main" id="{AC25E412-29BF-938E-97F0-82F94F21F64B}"/>
                </a:ext>
              </a:extLst>
            </p:cNvPr>
            <p:cNvGrpSpPr/>
            <p:nvPr/>
          </p:nvGrpSpPr>
          <p:grpSpPr>
            <a:xfrm>
              <a:off x="8244368" y="3154680"/>
              <a:ext cx="304653" cy="304800"/>
              <a:chOff x="9663265" y="5165046"/>
              <a:chExt cx="304653" cy="304800"/>
            </a:xfrm>
            <a:noFill/>
          </p:grpSpPr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BA1F9751-DEB5-5265-5109-4D9A5D418A95}"/>
                  </a:ext>
                </a:extLst>
              </p:cNvPr>
              <p:cNvSpPr/>
              <p:nvPr/>
            </p:nvSpPr>
            <p:spPr>
              <a:xfrm>
                <a:off x="9663265" y="5165046"/>
                <a:ext cx="304653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2" name="Picture 501">
                <a:extLst>
                  <a:ext uri="{FF2B5EF4-FFF2-40B4-BE49-F238E27FC236}">
                    <a16:creationId xmlns:a16="http://schemas.microsoft.com/office/drawing/2014/main" id="{907A308A-4E86-D271-16A2-B3F5A7FD0F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35621" y="5222196"/>
                <a:ext cx="159943" cy="240030"/>
              </a:xfrm>
              <a:custGeom>
                <a:avLst/>
                <a:gdLst>
                  <a:gd name="csX0" fmla="*/ 0 w 159943"/>
                  <a:gd name="csY0" fmla="*/ 0 h 240030"/>
                  <a:gd name="csX1" fmla="*/ 159943 w 159943"/>
                  <a:gd name="csY1" fmla="*/ 0 h 240030"/>
                  <a:gd name="csX2" fmla="*/ 159943 w 159943"/>
                  <a:gd name="csY2" fmla="*/ 240030 h 240030"/>
                  <a:gd name="csX3" fmla="*/ 0 w 159943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943" h="240030">
                    <a:moveTo>
                      <a:pt x="0" y="0"/>
                    </a:moveTo>
                    <a:lnTo>
                      <a:pt x="159943" y="0"/>
                    </a:lnTo>
                    <a:lnTo>
                      <a:pt x="159943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4" name="Graphic 1">
              <a:extLst>
                <a:ext uri="{FF2B5EF4-FFF2-40B4-BE49-F238E27FC236}">
                  <a16:creationId xmlns:a16="http://schemas.microsoft.com/office/drawing/2014/main" id="{3AA30BE6-F5DF-BA5B-EA2F-D3CD69A7E1D3}"/>
                </a:ext>
              </a:extLst>
            </p:cNvPr>
            <p:cNvGrpSpPr/>
            <p:nvPr/>
          </p:nvGrpSpPr>
          <p:grpSpPr>
            <a:xfrm>
              <a:off x="7703608" y="2606040"/>
              <a:ext cx="380817" cy="316230"/>
              <a:chOff x="9122505" y="4616406"/>
              <a:chExt cx="380817" cy="316230"/>
            </a:xfrm>
            <a:noFill/>
          </p:grpSpPr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955CBFDE-1EC4-FABA-B579-2844B9360B46}"/>
                  </a:ext>
                </a:extLst>
              </p:cNvPr>
              <p:cNvSpPr/>
              <p:nvPr/>
            </p:nvSpPr>
            <p:spPr>
              <a:xfrm>
                <a:off x="9122505" y="461640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0" name="Picture 499">
                <a:extLst>
                  <a:ext uri="{FF2B5EF4-FFF2-40B4-BE49-F238E27FC236}">
                    <a16:creationId xmlns:a16="http://schemas.microsoft.com/office/drawing/2014/main" id="{58D2F570-DFC8-0251-7F6A-559B072B76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98668" y="465450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5" name="Graphic 1">
              <a:extLst>
                <a:ext uri="{FF2B5EF4-FFF2-40B4-BE49-F238E27FC236}">
                  <a16:creationId xmlns:a16="http://schemas.microsoft.com/office/drawing/2014/main" id="{7EB51383-0EBB-4CFB-62BF-227BCBC878DD}"/>
                </a:ext>
              </a:extLst>
            </p:cNvPr>
            <p:cNvGrpSpPr/>
            <p:nvPr/>
          </p:nvGrpSpPr>
          <p:grpSpPr>
            <a:xfrm>
              <a:off x="6363131" y="3169920"/>
              <a:ext cx="761634" cy="304800"/>
              <a:chOff x="7782028" y="5180286"/>
              <a:chExt cx="761634" cy="304800"/>
            </a:xfrm>
            <a:solidFill>
              <a:srgbClr val="DAE8FC"/>
            </a:solidFill>
          </p:grpSpPr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111A0CCE-782C-258C-3E25-DD25EF0FC296}"/>
                  </a:ext>
                </a:extLst>
              </p:cNvPr>
              <p:cNvSpPr/>
              <p:nvPr/>
            </p:nvSpPr>
            <p:spPr>
              <a:xfrm>
                <a:off x="7782028" y="518028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8" name="Picture 497">
                <a:extLst>
                  <a:ext uri="{FF2B5EF4-FFF2-40B4-BE49-F238E27FC236}">
                    <a16:creationId xmlns:a16="http://schemas.microsoft.com/office/drawing/2014/main" id="{C1DB3872-E999-10D3-6E4E-AADD4B9644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89644" y="524505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6" name="Graphic 1">
              <a:extLst>
                <a:ext uri="{FF2B5EF4-FFF2-40B4-BE49-F238E27FC236}">
                  <a16:creationId xmlns:a16="http://schemas.microsoft.com/office/drawing/2014/main" id="{046F2354-F7CD-8F8F-D6D7-54991D675B53}"/>
                </a:ext>
              </a:extLst>
            </p:cNvPr>
            <p:cNvGrpSpPr/>
            <p:nvPr/>
          </p:nvGrpSpPr>
          <p:grpSpPr>
            <a:xfrm>
              <a:off x="6949590" y="2849880"/>
              <a:ext cx="60930" cy="295351"/>
              <a:chOff x="8368487" y="4860246"/>
              <a:chExt cx="60930" cy="295351"/>
            </a:xfrm>
          </p:grpSpPr>
          <p:sp>
            <p:nvSpPr>
              <p:cNvPr id="495" name="Freeform 494">
                <a:extLst>
                  <a:ext uri="{FF2B5EF4-FFF2-40B4-BE49-F238E27FC236}">
                    <a16:creationId xmlns:a16="http://schemas.microsoft.com/office/drawing/2014/main" id="{B4AEC5F1-4EB8-946E-9BAC-A14CA69D632C}"/>
                  </a:ext>
                </a:extLst>
              </p:cNvPr>
              <p:cNvSpPr/>
              <p:nvPr/>
            </p:nvSpPr>
            <p:spPr>
              <a:xfrm>
                <a:off x="8398952" y="486024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96" name="Freeform 495">
                <a:extLst>
                  <a:ext uri="{FF2B5EF4-FFF2-40B4-BE49-F238E27FC236}">
                    <a16:creationId xmlns:a16="http://schemas.microsoft.com/office/drawing/2014/main" id="{2E1ED401-7713-D920-2D31-3F1DCE08E244}"/>
                  </a:ext>
                </a:extLst>
              </p:cNvPr>
              <p:cNvSpPr/>
              <p:nvPr/>
            </p:nvSpPr>
            <p:spPr>
              <a:xfrm>
                <a:off x="8368487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7" name="Graphic 1">
              <a:extLst>
                <a:ext uri="{FF2B5EF4-FFF2-40B4-BE49-F238E27FC236}">
                  <a16:creationId xmlns:a16="http://schemas.microsoft.com/office/drawing/2014/main" id="{F4D5F73C-96C5-CDF0-C2F8-8DFFF47DF4C9}"/>
                </a:ext>
              </a:extLst>
            </p:cNvPr>
            <p:cNvGrpSpPr/>
            <p:nvPr/>
          </p:nvGrpSpPr>
          <p:grpSpPr>
            <a:xfrm>
              <a:off x="6294584" y="2964180"/>
              <a:ext cx="228490" cy="228600"/>
              <a:chOff x="7713481" y="4974546"/>
              <a:chExt cx="228490" cy="228600"/>
            </a:xfrm>
            <a:noFill/>
          </p:grpSpPr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160978DB-5093-E003-9939-4D0E0D8CB266}"/>
                  </a:ext>
                </a:extLst>
              </p:cNvPr>
              <p:cNvSpPr/>
              <p:nvPr/>
            </p:nvSpPr>
            <p:spPr>
              <a:xfrm>
                <a:off x="7713481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4" name="Picture 493">
                <a:extLst>
                  <a:ext uri="{FF2B5EF4-FFF2-40B4-BE49-F238E27FC236}">
                    <a16:creationId xmlns:a16="http://schemas.microsoft.com/office/drawing/2014/main" id="{8DE28708-370F-C217-F2BC-74088E8324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89644" y="502026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48" name="Graphic 1">
              <a:extLst>
                <a:ext uri="{FF2B5EF4-FFF2-40B4-BE49-F238E27FC236}">
                  <a16:creationId xmlns:a16="http://schemas.microsoft.com/office/drawing/2014/main" id="{1FA223A5-29DA-FAE4-1EA1-3475970299D1}"/>
                </a:ext>
              </a:extLst>
            </p:cNvPr>
            <p:cNvGrpSpPr/>
            <p:nvPr/>
          </p:nvGrpSpPr>
          <p:grpSpPr>
            <a:xfrm>
              <a:off x="6484993" y="2865120"/>
              <a:ext cx="60930" cy="280111"/>
              <a:chOff x="7903890" y="4875486"/>
              <a:chExt cx="60930" cy="280111"/>
            </a:xfrm>
          </p:grpSpPr>
          <p:sp>
            <p:nvSpPr>
              <p:cNvPr id="491" name="Freeform 490">
                <a:extLst>
                  <a:ext uri="{FF2B5EF4-FFF2-40B4-BE49-F238E27FC236}">
                    <a16:creationId xmlns:a16="http://schemas.microsoft.com/office/drawing/2014/main" id="{C230EB23-79E8-7161-E5D9-89776D305FAE}"/>
                  </a:ext>
                </a:extLst>
              </p:cNvPr>
              <p:cNvSpPr/>
              <p:nvPr/>
            </p:nvSpPr>
            <p:spPr>
              <a:xfrm>
                <a:off x="7934355" y="4875486"/>
                <a:ext cx="7616" cy="234391"/>
              </a:xfrm>
              <a:custGeom>
                <a:avLst/>
                <a:gdLst>
                  <a:gd name="csX0" fmla="*/ 0 w 7616"/>
                  <a:gd name="csY0" fmla="*/ 0 h 234391"/>
                  <a:gd name="csX1" fmla="*/ 0 w 7616"/>
                  <a:gd name="csY1" fmla="*/ 234391 h 234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34391">
                    <a:moveTo>
                      <a:pt x="0" y="0"/>
                    </a:moveTo>
                    <a:lnTo>
                      <a:pt x="0" y="23439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92" name="Freeform 491">
                <a:extLst>
                  <a:ext uri="{FF2B5EF4-FFF2-40B4-BE49-F238E27FC236}">
                    <a16:creationId xmlns:a16="http://schemas.microsoft.com/office/drawing/2014/main" id="{EFCF3200-1278-EE05-44E9-C0A5A5E5ADF7}"/>
                  </a:ext>
                </a:extLst>
              </p:cNvPr>
              <p:cNvSpPr/>
              <p:nvPr/>
            </p:nvSpPr>
            <p:spPr>
              <a:xfrm>
                <a:off x="7903890" y="509463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9" name="Graphic 1">
              <a:extLst>
                <a:ext uri="{FF2B5EF4-FFF2-40B4-BE49-F238E27FC236}">
                  <a16:creationId xmlns:a16="http://schemas.microsoft.com/office/drawing/2014/main" id="{4CDEC6FB-7B11-8432-5B13-A8FA11F7BD35}"/>
                </a:ext>
              </a:extLst>
            </p:cNvPr>
            <p:cNvGrpSpPr/>
            <p:nvPr/>
          </p:nvGrpSpPr>
          <p:grpSpPr>
            <a:xfrm>
              <a:off x="6957206" y="2964180"/>
              <a:ext cx="228490" cy="228600"/>
              <a:chOff x="8376103" y="4974546"/>
              <a:chExt cx="228490" cy="228600"/>
            </a:xfrm>
            <a:noFill/>
          </p:grpSpPr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3D73B1A2-ED55-B0C1-F4DD-0F561F4BA41D}"/>
                  </a:ext>
                </a:extLst>
              </p:cNvPr>
              <p:cNvSpPr/>
              <p:nvPr/>
            </p:nvSpPr>
            <p:spPr>
              <a:xfrm>
                <a:off x="8376103" y="497454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0" name="Picture 489">
                <a:extLst>
                  <a:ext uri="{FF2B5EF4-FFF2-40B4-BE49-F238E27FC236}">
                    <a16:creationId xmlns:a16="http://schemas.microsoft.com/office/drawing/2014/main" id="{3281BBB9-15F3-0466-CA24-913344C0BB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456075" y="502026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0" name="Graphic 1">
              <a:extLst>
                <a:ext uri="{FF2B5EF4-FFF2-40B4-BE49-F238E27FC236}">
                  <a16:creationId xmlns:a16="http://schemas.microsoft.com/office/drawing/2014/main" id="{BEFAFF57-522B-1E85-B6D9-4268545F5907}"/>
                </a:ext>
              </a:extLst>
            </p:cNvPr>
            <p:cNvGrpSpPr/>
            <p:nvPr/>
          </p:nvGrpSpPr>
          <p:grpSpPr>
            <a:xfrm>
              <a:off x="6401213" y="2613660"/>
              <a:ext cx="228490" cy="304800"/>
              <a:chOff x="7820110" y="4624026"/>
              <a:chExt cx="228490" cy="304800"/>
            </a:xfrm>
            <a:noFill/>
          </p:grpSpPr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1AF77E60-F0B2-B0A0-4FAF-7FDCDFD2D76F}"/>
                  </a:ext>
                </a:extLst>
              </p:cNvPr>
              <p:cNvSpPr/>
              <p:nvPr/>
            </p:nvSpPr>
            <p:spPr>
              <a:xfrm>
                <a:off x="7820110" y="4624026"/>
                <a:ext cx="228490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8" name="Picture 487">
                <a:extLst>
                  <a:ext uri="{FF2B5EF4-FFF2-40B4-BE49-F238E27FC236}">
                    <a16:creationId xmlns:a16="http://schemas.microsoft.com/office/drawing/2014/main" id="{B87C37B9-3E3D-5C88-3ADE-F4CBD4A3A7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92465" y="4681176"/>
                <a:ext cx="83779" cy="240030"/>
              </a:xfrm>
              <a:custGeom>
                <a:avLst/>
                <a:gdLst>
                  <a:gd name="csX0" fmla="*/ 0 w 83779"/>
                  <a:gd name="csY0" fmla="*/ 0 h 240030"/>
                  <a:gd name="csX1" fmla="*/ 83780 w 83779"/>
                  <a:gd name="csY1" fmla="*/ 0 h 240030"/>
                  <a:gd name="csX2" fmla="*/ 83780 w 83779"/>
                  <a:gd name="csY2" fmla="*/ 240030 h 240030"/>
                  <a:gd name="csX3" fmla="*/ 0 w 83779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79" h="240030">
                    <a:moveTo>
                      <a:pt x="0" y="0"/>
                    </a:moveTo>
                    <a:lnTo>
                      <a:pt x="83780" y="0"/>
                    </a:lnTo>
                    <a:lnTo>
                      <a:pt x="83780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1" name="Graphic 1">
              <a:extLst>
                <a:ext uri="{FF2B5EF4-FFF2-40B4-BE49-F238E27FC236}">
                  <a16:creationId xmlns:a16="http://schemas.microsoft.com/office/drawing/2014/main" id="{B00A63E6-7593-4E25-5874-664385F91493}"/>
                </a:ext>
              </a:extLst>
            </p:cNvPr>
            <p:cNvGrpSpPr/>
            <p:nvPr/>
          </p:nvGrpSpPr>
          <p:grpSpPr>
            <a:xfrm>
              <a:off x="6782030" y="2606040"/>
              <a:ext cx="380817" cy="316230"/>
              <a:chOff x="8200927" y="4616406"/>
              <a:chExt cx="380817" cy="316230"/>
            </a:xfrm>
            <a:noFill/>
          </p:grpSpPr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8762F3D3-64D7-7E3B-56B0-9C21638E180D}"/>
                  </a:ext>
                </a:extLst>
              </p:cNvPr>
              <p:cNvSpPr/>
              <p:nvPr/>
            </p:nvSpPr>
            <p:spPr>
              <a:xfrm>
                <a:off x="8200927" y="461640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6" name="Picture 485">
                <a:extLst>
                  <a:ext uri="{FF2B5EF4-FFF2-40B4-BE49-F238E27FC236}">
                    <a16:creationId xmlns:a16="http://schemas.microsoft.com/office/drawing/2014/main" id="{18F2F2EF-33AD-1539-3B5E-F09973F73A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277090" y="465450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2" name="Graphic 1">
              <a:extLst>
                <a:ext uri="{FF2B5EF4-FFF2-40B4-BE49-F238E27FC236}">
                  <a16:creationId xmlns:a16="http://schemas.microsoft.com/office/drawing/2014/main" id="{499C216C-A0FA-04CB-BFD1-978D5DB2BE82}"/>
                </a:ext>
              </a:extLst>
            </p:cNvPr>
            <p:cNvGrpSpPr/>
            <p:nvPr/>
          </p:nvGrpSpPr>
          <p:grpSpPr>
            <a:xfrm>
              <a:off x="5822371" y="3169920"/>
              <a:ext cx="380817" cy="316230"/>
              <a:chOff x="7241268" y="5180286"/>
              <a:chExt cx="380817" cy="316230"/>
            </a:xfrm>
            <a:noFill/>
          </p:grpSpPr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8161375D-9C7A-439C-BBA5-D02F0C8BB447}"/>
                  </a:ext>
                </a:extLst>
              </p:cNvPr>
              <p:cNvSpPr/>
              <p:nvPr/>
            </p:nvSpPr>
            <p:spPr>
              <a:xfrm>
                <a:off x="7241268" y="518028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4" name="Picture 483">
                <a:extLst>
                  <a:ext uri="{FF2B5EF4-FFF2-40B4-BE49-F238E27FC236}">
                    <a16:creationId xmlns:a16="http://schemas.microsoft.com/office/drawing/2014/main" id="{020746E5-2C8E-CE77-8206-EA9DF93AD7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17431" y="521838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3" name="Graphic 1">
              <a:extLst>
                <a:ext uri="{FF2B5EF4-FFF2-40B4-BE49-F238E27FC236}">
                  <a16:creationId xmlns:a16="http://schemas.microsoft.com/office/drawing/2014/main" id="{4E82C85E-56F0-4AA2-4DE3-4F494CB1CA29}"/>
                </a:ext>
              </a:extLst>
            </p:cNvPr>
            <p:cNvGrpSpPr/>
            <p:nvPr/>
          </p:nvGrpSpPr>
          <p:grpSpPr>
            <a:xfrm>
              <a:off x="6149873" y="3291840"/>
              <a:ext cx="196197" cy="60960"/>
              <a:chOff x="7568770" y="5302206"/>
              <a:chExt cx="196197" cy="60960"/>
            </a:xfrm>
          </p:grpSpPr>
          <p:sp>
            <p:nvSpPr>
              <p:cNvPr id="481" name="Freeform 480">
                <a:extLst>
                  <a:ext uri="{FF2B5EF4-FFF2-40B4-BE49-F238E27FC236}">
                    <a16:creationId xmlns:a16="http://schemas.microsoft.com/office/drawing/2014/main" id="{FD0E437C-0552-EAA4-0038-E2E40DB06323}"/>
                  </a:ext>
                </a:extLst>
              </p:cNvPr>
              <p:cNvSpPr/>
              <p:nvPr/>
            </p:nvSpPr>
            <p:spPr>
              <a:xfrm>
                <a:off x="7568770" y="5332686"/>
                <a:ext cx="150499" cy="7620"/>
              </a:xfrm>
              <a:custGeom>
                <a:avLst/>
                <a:gdLst>
                  <a:gd name="csX0" fmla="*/ 0 w 150499"/>
                  <a:gd name="csY0" fmla="*/ 0 h 7620"/>
                  <a:gd name="csX1" fmla="*/ 150499 w 150499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499" h="7620">
                    <a:moveTo>
                      <a:pt x="0" y="0"/>
                    </a:moveTo>
                    <a:lnTo>
                      <a:pt x="150499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82" name="Freeform 481">
                <a:extLst>
                  <a:ext uri="{FF2B5EF4-FFF2-40B4-BE49-F238E27FC236}">
                    <a16:creationId xmlns:a16="http://schemas.microsoft.com/office/drawing/2014/main" id="{F799583B-142B-C7AB-4236-0A9D97206CED}"/>
                  </a:ext>
                </a:extLst>
              </p:cNvPr>
              <p:cNvSpPr/>
              <p:nvPr/>
            </p:nvSpPr>
            <p:spPr>
              <a:xfrm>
                <a:off x="7704037" y="5302206"/>
                <a:ext cx="60930" cy="60960"/>
              </a:xfrm>
              <a:custGeom>
                <a:avLst/>
                <a:gdLst>
                  <a:gd name="csX0" fmla="*/ 60931 w 60930"/>
                  <a:gd name="csY0" fmla="*/ 30480 h 60960"/>
                  <a:gd name="csX1" fmla="*/ 0 w 60930"/>
                  <a:gd name="csY1" fmla="*/ 60960 h 60960"/>
                  <a:gd name="csX2" fmla="*/ 15233 w 60930"/>
                  <a:gd name="csY2" fmla="*/ 30480 h 60960"/>
                  <a:gd name="csX3" fmla="*/ 0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60931" y="30480"/>
                    </a:moveTo>
                    <a:lnTo>
                      <a:pt x="0" y="60960"/>
                    </a:lnTo>
                    <a:lnTo>
                      <a:pt x="15233" y="30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4" name="Graphic 1">
              <a:extLst>
                <a:ext uri="{FF2B5EF4-FFF2-40B4-BE49-F238E27FC236}">
                  <a16:creationId xmlns:a16="http://schemas.microsoft.com/office/drawing/2014/main" id="{FA9E03CE-C90B-E267-2CB9-98EA0A5C3C9C}"/>
                </a:ext>
              </a:extLst>
            </p:cNvPr>
            <p:cNvGrpSpPr/>
            <p:nvPr/>
          </p:nvGrpSpPr>
          <p:grpSpPr>
            <a:xfrm>
              <a:off x="7060027" y="2278380"/>
              <a:ext cx="761634" cy="304800"/>
              <a:chOff x="8478924" y="4288746"/>
              <a:chExt cx="761634" cy="304800"/>
            </a:xfrm>
            <a:solidFill>
              <a:srgbClr val="DAE8FC"/>
            </a:solidFill>
          </p:grpSpPr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BAE40E7F-61AA-3249-15B5-95570C7D909D}"/>
                  </a:ext>
                </a:extLst>
              </p:cNvPr>
              <p:cNvSpPr/>
              <p:nvPr/>
            </p:nvSpPr>
            <p:spPr>
              <a:xfrm>
                <a:off x="8478924" y="4288746"/>
                <a:ext cx="761634" cy="304800"/>
              </a:xfrm>
              <a:prstGeom prst="rect">
                <a:avLst/>
              </a:prstGeom>
              <a:solidFill>
                <a:srgbClr val="DAE8FC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0" name="Picture 479">
                <a:extLst>
                  <a:ext uri="{FF2B5EF4-FFF2-40B4-BE49-F238E27FC236}">
                    <a16:creationId xmlns:a16="http://schemas.microsoft.com/office/drawing/2014/main" id="{F29F1CC4-7F04-3065-FAFA-83113FEC03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90348" y="4353516"/>
                <a:ext cx="746401" cy="205740"/>
              </a:xfrm>
              <a:custGeom>
                <a:avLst/>
                <a:gdLst>
                  <a:gd name="csX0" fmla="*/ 0 w 746401"/>
                  <a:gd name="csY0" fmla="*/ 0 h 205740"/>
                  <a:gd name="csX1" fmla="*/ 746402 w 746401"/>
                  <a:gd name="csY1" fmla="*/ 0 h 205740"/>
                  <a:gd name="csX2" fmla="*/ 746402 w 746401"/>
                  <a:gd name="csY2" fmla="*/ 205740 h 205740"/>
                  <a:gd name="csX3" fmla="*/ 0 w 746401"/>
                  <a:gd name="csY3" fmla="*/ 205740 h 205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6401" h="205740">
                    <a:moveTo>
                      <a:pt x="0" y="0"/>
                    </a:moveTo>
                    <a:lnTo>
                      <a:pt x="746402" y="0"/>
                    </a:lnTo>
                    <a:lnTo>
                      <a:pt x="746402" y="205740"/>
                    </a:lnTo>
                    <a:lnTo>
                      <a:pt x="0" y="2057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5" name="Graphic 1">
              <a:extLst>
                <a:ext uri="{FF2B5EF4-FFF2-40B4-BE49-F238E27FC236}">
                  <a16:creationId xmlns:a16="http://schemas.microsoft.com/office/drawing/2014/main" id="{B89159FB-D0D8-1A88-BBBA-D772784AA6D3}"/>
                </a:ext>
              </a:extLst>
            </p:cNvPr>
            <p:cNvGrpSpPr/>
            <p:nvPr/>
          </p:nvGrpSpPr>
          <p:grpSpPr>
            <a:xfrm>
              <a:off x="7646485" y="1958340"/>
              <a:ext cx="60930" cy="295351"/>
              <a:chOff x="9065382" y="3968706"/>
              <a:chExt cx="60930" cy="295351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723D83DB-B93F-479B-AFE5-FFF96951907E}"/>
                  </a:ext>
                </a:extLst>
              </p:cNvPr>
              <p:cNvSpPr/>
              <p:nvPr/>
            </p:nvSpPr>
            <p:spPr>
              <a:xfrm>
                <a:off x="9095848" y="3968706"/>
                <a:ext cx="7616" cy="249631"/>
              </a:xfrm>
              <a:custGeom>
                <a:avLst/>
                <a:gdLst>
                  <a:gd name="csX0" fmla="*/ 0 w 7616"/>
                  <a:gd name="csY0" fmla="*/ 0 h 249631"/>
                  <a:gd name="csX1" fmla="*/ 0 w 7616"/>
                  <a:gd name="csY1" fmla="*/ 249631 h 249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49631">
                    <a:moveTo>
                      <a:pt x="0" y="0"/>
                    </a:moveTo>
                    <a:lnTo>
                      <a:pt x="0" y="24963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8AC8FFDC-AAD8-5068-8F6F-60DD218B115F}"/>
                  </a:ext>
                </a:extLst>
              </p:cNvPr>
              <p:cNvSpPr/>
              <p:nvPr/>
            </p:nvSpPr>
            <p:spPr>
              <a:xfrm>
                <a:off x="9065382" y="420309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6" name="Graphic 1">
              <a:extLst>
                <a:ext uri="{FF2B5EF4-FFF2-40B4-BE49-F238E27FC236}">
                  <a16:creationId xmlns:a16="http://schemas.microsoft.com/office/drawing/2014/main" id="{81C9D8AB-1FE7-BFC5-7C58-85093C92C559}"/>
                </a:ext>
              </a:extLst>
            </p:cNvPr>
            <p:cNvGrpSpPr/>
            <p:nvPr/>
          </p:nvGrpSpPr>
          <p:grpSpPr>
            <a:xfrm>
              <a:off x="6991480" y="2072640"/>
              <a:ext cx="228490" cy="228600"/>
              <a:chOff x="8410377" y="4083006"/>
              <a:chExt cx="228490" cy="228600"/>
            </a:xfrm>
            <a:noFill/>
          </p:grpSpPr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915E0AE0-C0A4-4B4C-A3E5-CEF11F633564}"/>
                  </a:ext>
                </a:extLst>
              </p:cNvPr>
              <p:cNvSpPr/>
              <p:nvPr/>
            </p:nvSpPr>
            <p:spPr>
              <a:xfrm>
                <a:off x="8410377" y="408300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76" name="Picture 475">
                <a:extLst>
                  <a:ext uri="{FF2B5EF4-FFF2-40B4-BE49-F238E27FC236}">
                    <a16:creationId xmlns:a16="http://schemas.microsoft.com/office/drawing/2014/main" id="{CF966EA0-86AF-CDAC-677B-F26CD1BF70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90348" y="4128726"/>
                <a:ext cx="76163" cy="167640"/>
              </a:xfrm>
              <a:custGeom>
                <a:avLst/>
                <a:gdLst>
                  <a:gd name="csX0" fmla="*/ 0 w 76163"/>
                  <a:gd name="csY0" fmla="*/ 0 h 167640"/>
                  <a:gd name="csX1" fmla="*/ 76163 w 76163"/>
                  <a:gd name="csY1" fmla="*/ 0 h 167640"/>
                  <a:gd name="csX2" fmla="*/ 76163 w 76163"/>
                  <a:gd name="csY2" fmla="*/ 167640 h 167640"/>
                  <a:gd name="csX3" fmla="*/ 0 w 76163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63" h="167640">
                    <a:moveTo>
                      <a:pt x="0" y="0"/>
                    </a:moveTo>
                    <a:lnTo>
                      <a:pt x="76163" y="0"/>
                    </a:lnTo>
                    <a:lnTo>
                      <a:pt x="76163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7" name="Graphic 1">
              <a:extLst>
                <a:ext uri="{FF2B5EF4-FFF2-40B4-BE49-F238E27FC236}">
                  <a16:creationId xmlns:a16="http://schemas.microsoft.com/office/drawing/2014/main" id="{8AABB6F3-A9F1-8584-FD90-30AAD39799BB}"/>
                </a:ext>
              </a:extLst>
            </p:cNvPr>
            <p:cNvGrpSpPr/>
            <p:nvPr/>
          </p:nvGrpSpPr>
          <p:grpSpPr>
            <a:xfrm>
              <a:off x="7181888" y="1973580"/>
              <a:ext cx="60930" cy="280111"/>
              <a:chOff x="8600785" y="3983946"/>
              <a:chExt cx="60930" cy="280111"/>
            </a:xfrm>
          </p:grpSpPr>
          <p:sp>
            <p:nvSpPr>
              <p:cNvPr id="473" name="Freeform 472">
                <a:extLst>
                  <a:ext uri="{FF2B5EF4-FFF2-40B4-BE49-F238E27FC236}">
                    <a16:creationId xmlns:a16="http://schemas.microsoft.com/office/drawing/2014/main" id="{55ECECCC-34DF-2820-5847-4EC0BF64B27E}"/>
                  </a:ext>
                </a:extLst>
              </p:cNvPr>
              <p:cNvSpPr/>
              <p:nvPr/>
            </p:nvSpPr>
            <p:spPr>
              <a:xfrm>
                <a:off x="8631251" y="3983946"/>
                <a:ext cx="7616" cy="234391"/>
              </a:xfrm>
              <a:custGeom>
                <a:avLst/>
                <a:gdLst>
                  <a:gd name="csX0" fmla="*/ 0 w 7616"/>
                  <a:gd name="csY0" fmla="*/ 0 h 234391"/>
                  <a:gd name="csX1" fmla="*/ 0 w 7616"/>
                  <a:gd name="csY1" fmla="*/ 234391 h 234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16" h="234391">
                    <a:moveTo>
                      <a:pt x="0" y="0"/>
                    </a:moveTo>
                    <a:lnTo>
                      <a:pt x="0" y="234391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74" name="Freeform 473">
                <a:extLst>
                  <a:ext uri="{FF2B5EF4-FFF2-40B4-BE49-F238E27FC236}">
                    <a16:creationId xmlns:a16="http://schemas.microsoft.com/office/drawing/2014/main" id="{14BC4010-9263-3B67-75CB-44980097C0AD}"/>
                  </a:ext>
                </a:extLst>
              </p:cNvPr>
              <p:cNvSpPr/>
              <p:nvPr/>
            </p:nvSpPr>
            <p:spPr>
              <a:xfrm>
                <a:off x="8600785" y="4203097"/>
                <a:ext cx="60930" cy="60960"/>
              </a:xfrm>
              <a:custGeom>
                <a:avLst/>
                <a:gdLst>
                  <a:gd name="csX0" fmla="*/ 30465 w 60930"/>
                  <a:gd name="csY0" fmla="*/ 60960 h 60960"/>
                  <a:gd name="csX1" fmla="*/ 0 w 60930"/>
                  <a:gd name="csY1" fmla="*/ 0 h 60960"/>
                  <a:gd name="csX2" fmla="*/ 30465 w 60930"/>
                  <a:gd name="csY2" fmla="*/ 15240 h 60960"/>
                  <a:gd name="csX3" fmla="*/ 60931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30465" y="60960"/>
                    </a:moveTo>
                    <a:lnTo>
                      <a:pt x="0" y="0"/>
                    </a:lnTo>
                    <a:lnTo>
                      <a:pt x="30465" y="15240"/>
                    </a:lnTo>
                    <a:lnTo>
                      <a:pt x="609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58" name="Graphic 1">
              <a:extLst>
                <a:ext uri="{FF2B5EF4-FFF2-40B4-BE49-F238E27FC236}">
                  <a16:creationId xmlns:a16="http://schemas.microsoft.com/office/drawing/2014/main" id="{DD636A15-7CFC-7385-8DFF-0E624CFC71BB}"/>
                </a:ext>
              </a:extLst>
            </p:cNvPr>
            <p:cNvGrpSpPr/>
            <p:nvPr/>
          </p:nvGrpSpPr>
          <p:grpSpPr>
            <a:xfrm>
              <a:off x="7654102" y="2072640"/>
              <a:ext cx="228490" cy="228600"/>
              <a:chOff x="9072999" y="4083006"/>
              <a:chExt cx="228490" cy="228600"/>
            </a:xfrm>
            <a:noFill/>
          </p:grpSpPr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8DD29E33-75CC-5F87-4A65-CA7E1EF151B4}"/>
                  </a:ext>
                </a:extLst>
              </p:cNvPr>
              <p:cNvSpPr/>
              <p:nvPr/>
            </p:nvSpPr>
            <p:spPr>
              <a:xfrm>
                <a:off x="9072999" y="4083006"/>
                <a:ext cx="228490" cy="2286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72" name="Picture 471">
                <a:extLst>
                  <a:ext uri="{FF2B5EF4-FFF2-40B4-BE49-F238E27FC236}">
                    <a16:creationId xmlns:a16="http://schemas.microsoft.com/office/drawing/2014/main" id="{6EDB1930-F8D4-9B49-427B-271D5D0645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156778" y="4128726"/>
                <a:ext cx="68547" cy="167640"/>
              </a:xfrm>
              <a:custGeom>
                <a:avLst/>
                <a:gdLst>
                  <a:gd name="csX0" fmla="*/ 0 w 68547"/>
                  <a:gd name="csY0" fmla="*/ 0 h 167640"/>
                  <a:gd name="csX1" fmla="*/ 68547 w 68547"/>
                  <a:gd name="csY1" fmla="*/ 0 h 167640"/>
                  <a:gd name="csX2" fmla="*/ 68547 w 68547"/>
                  <a:gd name="csY2" fmla="*/ 167640 h 167640"/>
                  <a:gd name="csX3" fmla="*/ 0 w 68547"/>
                  <a:gd name="csY3" fmla="*/ 167640 h 167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47" h="167640">
                    <a:moveTo>
                      <a:pt x="0" y="0"/>
                    </a:moveTo>
                    <a:lnTo>
                      <a:pt x="68547" y="0"/>
                    </a:lnTo>
                    <a:lnTo>
                      <a:pt x="68547" y="167640"/>
                    </a:lnTo>
                    <a:lnTo>
                      <a:pt x="0" y="167640"/>
                    </a:lnTo>
                    <a:close/>
                  </a:path>
                </a:pathLst>
              </a:custGeom>
            </p:spPr>
          </p:pic>
        </p:grpSp>
        <p:grpSp>
          <p:nvGrpSpPr>
            <p:cNvPr id="459" name="Graphic 1">
              <a:extLst>
                <a:ext uri="{FF2B5EF4-FFF2-40B4-BE49-F238E27FC236}">
                  <a16:creationId xmlns:a16="http://schemas.microsoft.com/office/drawing/2014/main" id="{35B8D2EC-14E2-24D8-5DCC-03BB4B2820B7}"/>
                </a:ext>
              </a:extLst>
            </p:cNvPr>
            <p:cNvGrpSpPr/>
            <p:nvPr/>
          </p:nvGrpSpPr>
          <p:grpSpPr>
            <a:xfrm>
              <a:off x="7098108" y="1722120"/>
              <a:ext cx="228490" cy="304800"/>
              <a:chOff x="8517005" y="3732486"/>
              <a:chExt cx="228490" cy="304800"/>
            </a:xfrm>
            <a:noFill/>
          </p:grpSpPr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F832EACF-877E-7D66-846E-F43E767990F7}"/>
                  </a:ext>
                </a:extLst>
              </p:cNvPr>
              <p:cNvSpPr/>
              <p:nvPr/>
            </p:nvSpPr>
            <p:spPr>
              <a:xfrm>
                <a:off x="8517005" y="3732486"/>
                <a:ext cx="228490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70" name="Picture 469">
                <a:extLst>
                  <a:ext uri="{FF2B5EF4-FFF2-40B4-BE49-F238E27FC236}">
                    <a16:creationId xmlns:a16="http://schemas.microsoft.com/office/drawing/2014/main" id="{3923B79E-D2DE-2D3D-47E5-4C6EBC61E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593169" y="3789636"/>
                <a:ext cx="83779" cy="240030"/>
              </a:xfrm>
              <a:custGeom>
                <a:avLst/>
                <a:gdLst>
                  <a:gd name="csX0" fmla="*/ 0 w 83779"/>
                  <a:gd name="csY0" fmla="*/ 0 h 240030"/>
                  <a:gd name="csX1" fmla="*/ 83780 w 83779"/>
                  <a:gd name="csY1" fmla="*/ 0 h 240030"/>
                  <a:gd name="csX2" fmla="*/ 83780 w 83779"/>
                  <a:gd name="csY2" fmla="*/ 240030 h 240030"/>
                  <a:gd name="csX3" fmla="*/ 0 w 83779"/>
                  <a:gd name="csY3" fmla="*/ 240030 h 2400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779" h="240030">
                    <a:moveTo>
                      <a:pt x="0" y="0"/>
                    </a:moveTo>
                    <a:lnTo>
                      <a:pt x="83780" y="0"/>
                    </a:lnTo>
                    <a:lnTo>
                      <a:pt x="83780" y="240030"/>
                    </a:lnTo>
                    <a:lnTo>
                      <a:pt x="0" y="2400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60" name="Graphic 1">
              <a:extLst>
                <a:ext uri="{FF2B5EF4-FFF2-40B4-BE49-F238E27FC236}">
                  <a16:creationId xmlns:a16="http://schemas.microsoft.com/office/drawing/2014/main" id="{EEC5A484-2F24-80AB-D0BF-0589730CF6EA}"/>
                </a:ext>
              </a:extLst>
            </p:cNvPr>
            <p:cNvGrpSpPr/>
            <p:nvPr/>
          </p:nvGrpSpPr>
          <p:grpSpPr>
            <a:xfrm>
              <a:off x="7478926" y="1714500"/>
              <a:ext cx="380817" cy="316230"/>
              <a:chOff x="8897823" y="3724866"/>
              <a:chExt cx="380817" cy="316230"/>
            </a:xfrm>
            <a:noFill/>
          </p:grpSpPr>
          <p:sp>
            <p:nvSpPr>
              <p:cNvPr id="467" name="Rectangle 466">
                <a:extLst>
                  <a:ext uri="{FF2B5EF4-FFF2-40B4-BE49-F238E27FC236}">
                    <a16:creationId xmlns:a16="http://schemas.microsoft.com/office/drawing/2014/main" id="{50BFA312-1FE2-AF0F-3636-4B2E9D9C0F38}"/>
                  </a:ext>
                </a:extLst>
              </p:cNvPr>
              <p:cNvSpPr/>
              <p:nvPr/>
            </p:nvSpPr>
            <p:spPr>
              <a:xfrm>
                <a:off x="8897823" y="372486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8" name="Picture 467">
                <a:extLst>
                  <a:ext uri="{FF2B5EF4-FFF2-40B4-BE49-F238E27FC236}">
                    <a16:creationId xmlns:a16="http://schemas.microsoft.com/office/drawing/2014/main" id="{B6329AD9-1066-69E7-3122-781FA5A79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77794" y="376296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61" name="Graphic 1">
              <a:extLst>
                <a:ext uri="{FF2B5EF4-FFF2-40B4-BE49-F238E27FC236}">
                  <a16:creationId xmlns:a16="http://schemas.microsoft.com/office/drawing/2014/main" id="{75244F90-9893-B0A3-3F40-BD52905575CA}"/>
                </a:ext>
              </a:extLst>
            </p:cNvPr>
            <p:cNvGrpSpPr/>
            <p:nvPr/>
          </p:nvGrpSpPr>
          <p:grpSpPr>
            <a:xfrm>
              <a:off x="6511650" y="2278380"/>
              <a:ext cx="380817" cy="316230"/>
              <a:chOff x="7930547" y="4288746"/>
              <a:chExt cx="380817" cy="316230"/>
            </a:xfrm>
            <a:noFill/>
          </p:grpSpPr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ADFA9D1E-AE7E-02AB-7E06-77F46CFA6029}"/>
                  </a:ext>
                </a:extLst>
              </p:cNvPr>
              <p:cNvSpPr/>
              <p:nvPr/>
            </p:nvSpPr>
            <p:spPr>
              <a:xfrm>
                <a:off x="7930547" y="4288746"/>
                <a:ext cx="380817" cy="304800"/>
              </a:xfrm>
              <a:prstGeom prst="rect">
                <a:avLst/>
              </a:prstGeom>
              <a:noFill/>
              <a:ln w="760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6" name="Picture 465">
                <a:extLst>
                  <a:ext uri="{FF2B5EF4-FFF2-40B4-BE49-F238E27FC236}">
                    <a16:creationId xmlns:a16="http://schemas.microsoft.com/office/drawing/2014/main" id="{A208F9E1-E145-7E07-5C92-E9CF0C6AC9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010518" y="4326846"/>
                <a:ext cx="228490" cy="278130"/>
              </a:xfrm>
              <a:custGeom>
                <a:avLst/>
                <a:gdLst>
                  <a:gd name="csX0" fmla="*/ 0 w 228490"/>
                  <a:gd name="csY0" fmla="*/ 0 h 278130"/>
                  <a:gd name="csX1" fmla="*/ 228490 w 228490"/>
                  <a:gd name="csY1" fmla="*/ 0 h 278130"/>
                  <a:gd name="csX2" fmla="*/ 228490 w 228490"/>
                  <a:gd name="csY2" fmla="*/ 278130 h 278130"/>
                  <a:gd name="csX3" fmla="*/ 0 w 228490"/>
                  <a:gd name="csY3" fmla="*/ 278130 h 278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8490" h="278130">
                    <a:moveTo>
                      <a:pt x="0" y="0"/>
                    </a:moveTo>
                    <a:lnTo>
                      <a:pt x="228490" y="0"/>
                    </a:lnTo>
                    <a:lnTo>
                      <a:pt x="228490" y="278130"/>
                    </a:lnTo>
                    <a:lnTo>
                      <a:pt x="0" y="2781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62" name="Graphic 1">
              <a:extLst>
                <a:ext uri="{FF2B5EF4-FFF2-40B4-BE49-F238E27FC236}">
                  <a16:creationId xmlns:a16="http://schemas.microsoft.com/office/drawing/2014/main" id="{C86E9CE1-A22F-69CB-9670-030AE1BF3267}"/>
                </a:ext>
              </a:extLst>
            </p:cNvPr>
            <p:cNvGrpSpPr/>
            <p:nvPr/>
          </p:nvGrpSpPr>
          <p:grpSpPr>
            <a:xfrm>
              <a:off x="6846769" y="2400300"/>
              <a:ext cx="196197" cy="60960"/>
              <a:chOff x="8265666" y="4410666"/>
              <a:chExt cx="196197" cy="60960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749EBFB8-B981-38EE-A310-EE5BF8858C18}"/>
                  </a:ext>
                </a:extLst>
              </p:cNvPr>
              <p:cNvSpPr/>
              <p:nvPr/>
            </p:nvSpPr>
            <p:spPr>
              <a:xfrm>
                <a:off x="8265666" y="4441146"/>
                <a:ext cx="150499" cy="7620"/>
              </a:xfrm>
              <a:custGeom>
                <a:avLst/>
                <a:gdLst>
                  <a:gd name="csX0" fmla="*/ 0 w 150499"/>
                  <a:gd name="csY0" fmla="*/ 0 h 7620"/>
                  <a:gd name="csX1" fmla="*/ 150499 w 150499"/>
                  <a:gd name="csY1" fmla="*/ 0 h 7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499" h="7620">
                    <a:moveTo>
                      <a:pt x="0" y="0"/>
                    </a:moveTo>
                    <a:lnTo>
                      <a:pt x="150499" y="0"/>
                    </a:lnTo>
                  </a:path>
                </a:pathLst>
              </a:custGeom>
              <a:noFill/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297DA075-132F-1D0F-359D-32FDB2D60305}"/>
                  </a:ext>
                </a:extLst>
              </p:cNvPr>
              <p:cNvSpPr/>
              <p:nvPr/>
            </p:nvSpPr>
            <p:spPr>
              <a:xfrm>
                <a:off x="8400932" y="4410666"/>
                <a:ext cx="60930" cy="60960"/>
              </a:xfrm>
              <a:custGeom>
                <a:avLst/>
                <a:gdLst>
                  <a:gd name="csX0" fmla="*/ 60931 w 60930"/>
                  <a:gd name="csY0" fmla="*/ 30480 h 60960"/>
                  <a:gd name="csX1" fmla="*/ 0 w 60930"/>
                  <a:gd name="csY1" fmla="*/ 60960 h 60960"/>
                  <a:gd name="csX2" fmla="*/ 15233 w 60930"/>
                  <a:gd name="csY2" fmla="*/ 30480 h 60960"/>
                  <a:gd name="csX3" fmla="*/ 0 w 60930"/>
                  <a:gd name="csY3" fmla="*/ 0 h 6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930" h="60960">
                    <a:moveTo>
                      <a:pt x="60931" y="30480"/>
                    </a:moveTo>
                    <a:lnTo>
                      <a:pt x="0" y="60960"/>
                    </a:lnTo>
                    <a:lnTo>
                      <a:pt x="15233" y="304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21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6697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D9684-3037-7401-E2E0-A1658CD75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E6F10A-C9AB-EE5A-EA88-0E297234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7C9433-9C0F-D0C7-B70A-DE9367FB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82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127115E4-40A3-526C-768C-D39830014D89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FCA0A6E8-B040-5D2E-DFB5-49827AB7108F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7FEBFA-FBB9-F5BE-3175-E19BAABB302F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13CDBDDF-72C2-F81A-F91C-BFFC16F093B9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6F9629C-C665-FF37-404B-838AEC2A7D78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444E57-91D5-4B9F-C4BA-CDFF6AFB2D2B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784808-A3B3-53B3-821B-5B9CCDFB3A13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6D345C-F499-158A-9FEA-2353EA8EEC5D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2F57EE-878F-B3E3-01C7-2AF3BB698E3C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A892F373-768F-A9DE-EA56-F84C597E9AA6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10D390FF-38FE-4CF9-80F4-3A3231E4D2EF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C9608FD3-F10C-BB88-B6DE-E6849F92E28B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6E17436A-634E-B92A-8E3A-E1162E137A9A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483884-CBB4-2ED3-07BB-E6055B6A7706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C7E2D53-8A24-EDDD-BAE3-99A796A6B9AF}"/>
              </a:ext>
            </a:extLst>
          </p:cNvPr>
          <p:cNvSpPr/>
          <p:nvPr/>
        </p:nvSpPr>
        <p:spPr>
          <a:xfrm>
            <a:off x="888434" y="958526"/>
            <a:ext cx="8655360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A6AD15C-A13E-7F31-66AC-A5040DA05FE1}"/>
              </a:ext>
            </a:extLst>
          </p:cNvPr>
          <p:cNvGrpSpPr/>
          <p:nvPr/>
        </p:nvGrpSpPr>
        <p:grpSpPr>
          <a:xfrm>
            <a:off x="1853593" y="2960196"/>
            <a:ext cx="2060963" cy="2336446"/>
            <a:chOff x="7577914" y="2759028"/>
            <a:chExt cx="2060963" cy="2336446"/>
          </a:xfrm>
        </p:grpSpPr>
        <p:grpSp>
          <p:nvGrpSpPr>
            <p:cNvPr id="98" name="Graphic 2">
              <a:extLst>
                <a:ext uri="{FF2B5EF4-FFF2-40B4-BE49-F238E27FC236}">
                  <a16:creationId xmlns:a16="http://schemas.microsoft.com/office/drawing/2014/main" id="{4B581C82-FFA2-AC26-EE70-265AE3ADC037}"/>
                </a:ext>
              </a:extLst>
            </p:cNvPr>
            <p:cNvGrpSpPr/>
            <p:nvPr/>
          </p:nvGrpSpPr>
          <p:grpSpPr>
            <a:xfrm>
              <a:off x="8746210" y="3818217"/>
              <a:ext cx="288951" cy="83073"/>
              <a:chOff x="7776732" y="3541166"/>
              <a:chExt cx="288951" cy="83073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227A9C37-E23E-A76D-6340-BC7652613711}"/>
                  </a:ext>
                </a:extLst>
              </p:cNvPr>
              <p:cNvSpPr/>
              <p:nvPr/>
            </p:nvSpPr>
            <p:spPr>
              <a:xfrm>
                <a:off x="7839185" y="3582703"/>
                <a:ext cx="226497" cy="10384"/>
              </a:xfrm>
              <a:custGeom>
                <a:avLst/>
                <a:gdLst>
                  <a:gd name="csX0" fmla="*/ 226498 w 226497"/>
                  <a:gd name="csY0" fmla="*/ 0 h 10384"/>
                  <a:gd name="csX1" fmla="*/ 0 w 226497"/>
                  <a:gd name="csY1" fmla="*/ 0 h 10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497" h="10384">
                    <a:moveTo>
                      <a:pt x="226498" y="0"/>
                    </a:moveTo>
                    <a:lnTo>
                      <a:pt x="0" y="0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5192E860-C321-D21A-03A2-495C6B22530D}"/>
                  </a:ext>
                </a:extLst>
              </p:cNvPr>
              <p:cNvSpPr/>
              <p:nvPr/>
            </p:nvSpPr>
            <p:spPr>
              <a:xfrm>
                <a:off x="7776732" y="3541166"/>
                <a:ext cx="83271" cy="83073"/>
              </a:xfrm>
              <a:custGeom>
                <a:avLst/>
                <a:gdLst>
                  <a:gd name="csX0" fmla="*/ 0 w 83271"/>
                  <a:gd name="csY0" fmla="*/ 41537 h 83073"/>
                  <a:gd name="csX1" fmla="*/ 83271 w 83271"/>
                  <a:gd name="csY1" fmla="*/ 0 h 83073"/>
                  <a:gd name="csX2" fmla="*/ 62453 w 83271"/>
                  <a:gd name="csY2" fmla="*/ 41537 h 83073"/>
                  <a:gd name="csX3" fmla="*/ 83271 w 83271"/>
                  <a:gd name="csY3" fmla="*/ 83074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0" y="41537"/>
                    </a:moveTo>
                    <a:lnTo>
                      <a:pt x="83271" y="0"/>
                    </a:lnTo>
                    <a:lnTo>
                      <a:pt x="62453" y="41537"/>
                    </a:lnTo>
                    <a:lnTo>
                      <a:pt x="83271" y="83074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9" name="Graphic 2">
              <a:extLst>
                <a:ext uri="{FF2B5EF4-FFF2-40B4-BE49-F238E27FC236}">
                  <a16:creationId xmlns:a16="http://schemas.microsoft.com/office/drawing/2014/main" id="{611F8541-B848-7D7C-AD63-F1C872300F53}"/>
                </a:ext>
              </a:extLst>
            </p:cNvPr>
            <p:cNvGrpSpPr/>
            <p:nvPr/>
          </p:nvGrpSpPr>
          <p:grpSpPr>
            <a:xfrm>
              <a:off x="7904338" y="4067438"/>
              <a:ext cx="83271" cy="599791"/>
              <a:chOff x="6934860" y="3790387"/>
              <a:chExt cx="83271" cy="599791"/>
            </a:xfrm>
          </p:grpSpPr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44AC405E-4C10-F77A-E1F5-C08B4E744B8E}"/>
                  </a:ext>
                </a:extLst>
              </p:cNvPr>
              <p:cNvSpPr/>
              <p:nvPr/>
            </p:nvSpPr>
            <p:spPr>
              <a:xfrm>
                <a:off x="6972748" y="3790387"/>
                <a:ext cx="5204" cy="537486"/>
              </a:xfrm>
              <a:custGeom>
                <a:avLst/>
                <a:gdLst>
                  <a:gd name="csX0" fmla="*/ 0 w 5204"/>
                  <a:gd name="csY0" fmla="*/ 0 h 537486"/>
                  <a:gd name="csX1" fmla="*/ 5204 w 5204"/>
                  <a:gd name="csY1" fmla="*/ 316718 h 537486"/>
                  <a:gd name="csX2" fmla="*/ 3643 w 5204"/>
                  <a:gd name="csY2" fmla="*/ 537486 h 5374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204" h="537486">
                    <a:moveTo>
                      <a:pt x="0" y="0"/>
                    </a:moveTo>
                    <a:lnTo>
                      <a:pt x="5204" y="316718"/>
                    </a:lnTo>
                    <a:lnTo>
                      <a:pt x="3643" y="537486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F736C007-1CD6-12EC-DF10-1C5769C90B69}"/>
                  </a:ext>
                </a:extLst>
              </p:cNvPr>
              <p:cNvSpPr/>
              <p:nvPr/>
            </p:nvSpPr>
            <p:spPr>
              <a:xfrm>
                <a:off x="6934860" y="4306897"/>
                <a:ext cx="83271" cy="83281"/>
              </a:xfrm>
              <a:custGeom>
                <a:avLst/>
                <a:gdLst>
                  <a:gd name="csX0" fmla="*/ 41011 w 83271"/>
                  <a:gd name="csY0" fmla="*/ 83281 h 83281"/>
                  <a:gd name="csX1" fmla="*/ 0 w 83271"/>
                  <a:gd name="csY1" fmla="*/ 0 h 83281"/>
                  <a:gd name="csX2" fmla="*/ 41531 w 83271"/>
                  <a:gd name="csY2" fmla="*/ 20976 h 83281"/>
                  <a:gd name="csX3" fmla="*/ 83271 w 83271"/>
                  <a:gd name="csY3" fmla="*/ 519 h 832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281">
                    <a:moveTo>
                      <a:pt x="41011" y="83281"/>
                    </a:moveTo>
                    <a:lnTo>
                      <a:pt x="0" y="0"/>
                    </a:lnTo>
                    <a:lnTo>
                      <a:pt x="41531" y="20976"/>
                    </a:lnTo>
                    <a:lnTo>
                      <a:pt x="83271" y="519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55318672-AE08-0138-B665-A47F312F4169}"/>
                </a:ext>
              </a:extLst>
            </p:cNvPr>
            <p:cNvSpPr/>
            <p:nvPr/>
          </p:nvSpPr>
          <p:spPr>
            <a:xfrm>
              <a:off x="8461214" y="4067438"/>
              <a:ext cx="1457" cy="311526"/>
            </a:xfrm>
            <a:custGeom>
              <a:avLst/>
              <a:gdLst>
                <a:gd name="csX0" fmla="*/ 1457 w 1457"/>
                <a:gd name="csY0" fmla="*/ 0 h 311526"/>
                <a:gd name="csX1" fmla="*/ 0 w 1457"/>
                <a:gd name="csY1" fmla="*/ 311526 h 31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57" h="311526">
                  <a:moveTo>
                    <a:pt x="1457" y="0"/>
                  </a:moveTo>
                  <a:lnTo>
                    <a:pt x="0" y="311526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1" name="Graphic 2">
              <a:extLst>
                <a:ext uri="{FF2B5EF4-FFF2-40B4-BE49-F238E27FC236}">
                  <a16:creationId xmlns:a16="http://schemas.microsoft.com/office/drawing/2014/main" id="{1D009559-471B-A645-4591-132FD1D15A88}"/>
                </a:ext>
              </a:extLst>
            </p:cNvPr>
            <p:cNvGrpSpPr/>
            <p:nvPr/>
          </p:nvGrpSpPr>
          <p:grpSpPr>
            <a:xfrm>
              <a:off x="7682004" y="3652070"/>
              <a:ext cx="1040890" cy="415368"/>
              <a:chOff x="6712526" y="3375019"/>
              <a:chExt cx="1040890" cy="415368"/>
            </a:xfrm>
            <a:solidFill>
              <a:srgbClr val="D5E8D4"/>
            </a:solidFill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22864570-AF50-F995-CC1D-D4CD8713B310}"/>
                  </a:ext>
                </a:extLst>
              </p:cNvPr>
              <p:cNvSpPr/>
              <p:nvPr/>
            </p:nvSpPr>
            <p:spPr>
              <a:xfrm>
                <a:off x="6712526" y="3375019"/>
                <a:ext cx="1040890" cy="415368"/>
              </a:xfrm>
              <a:prstGeom prst="rect">
                <a:avLst/>
              </a:prstGeom>
              <a:solidFill>
                <a:srgbClr val="D5E8D4"/>
              </a:solidFill>
              <a:ln w="20806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589417DF-84D7-7C28-26EA-722F52E5C7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22934" y="3463285"/>
                <a:ext cx="1020072" cy="280373"/>
              </a:xfrm>
              <a:custGeom>
                <a:avLst/>
                <a:gdLst>
                  <a:gd name="csX0" fmla="*/ 0 w 1020072"/>
                  <a:gd name="csY0" fmla="*/ 0 h 280373"/>
                  <a:gd name="csX1" fmla="*/ 1020073 w 1020072"/>
                  <a:gd name="csY1" fmla="*/ 0 h 280373"/>
                  <a:gd name="csX2" fmla="*/ 1020073 w 1020072"/>
                  <a:gd name="csY2" fmla="*/ 280374 h 280373"/>
                  <a:gd name="csX3" fmla="*/ 0 w 1020072"/>
                  <a:gd name="csY3" fmla="*/ 280374 h 28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20072" h="280373">
                    <a:moveTo>
                      <a:pt x="0" y="0"/>
                    </a:moveTo>
                    <a:lnTo>
                      <a:pt x="1020073" y="0"/>
                    </a:lnTo>
                    <a:lnTo>
                      <a:pt x="1020073" y="280374"/>
                    </a:lnTo>
                    <a:lnTo>
                      <a:pt x="0" y="280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102" name="Graphic 2">
              <a:extLst>
                <a:ext uri="{FF2B5EF4-FFF2-40B4-BE49-F238E27FC236}">
                  <a16:creationId xmlns:a16="http://schemas.microsoft.com/office/drawing/2014/main" id="{057EC550-0406-5AD8-CEE8-13E426F12742}"/>
                </a:ext>
              </a:extLst>
            </p:cNvPr>
            <p:cNvGrpSpPr/>
            <p:nvPr/>
          </p:nvGrpSpPr>
          <p:grpSpPr>
            <a:xfrm>
              <a:off x="8160813" y="3174396"/>
              <a:ext cx="83271" cy="454412"/>
              <a:chOff x="7191335" y="2897345"/>
              <a:chExt cx="83271" cy="454412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9CFC3D2B-15C7-B981-E0FE-086175539F54}"/>
                  </a:ext>
                </a:extLst>
              </p:cNvPr>
              <p:cNvSpPr/>
              <p:nvPr/>
            </p:nvSpPr>
            <p:spPr>
              <a:xfrm>
                <a:off x="7232971" y="2897345"/>
                <a:ext cx="10408" cy="392107"/>
              </a:xfrm>
              <a:custGeom>
                <a:avLst/>
                <a:gdLst>
                  <a:gd name="csX0" fmla="*/ 0 w 10408"/>
                  <a:gd name="csY0" fmla="*/ 0 h 392107"/>
                  <a:gd name="csX1" fmla="*/ 0 w 10408"/>
                  <a:gd name="csY1" fmla="*/ 392107 h 3921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392107">
                    <a:moveTo>
                      <a:pt x="0" y="0"/>
                    </a:moveTo>
                    <a:lnTo>
                      <a:pt x="0" y="392107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32E9DA1D-57E1-F666-0FD9-461714B292B9}"/>
                  </a:ext>
                </a:extLst>
              </p:cNvPr>
              <p:cNvSpPr/>
              <p:nvPr/>
            </p:nvSpPr>
            <p:spPr>
              <a:xfrm>
                <a:off x="7191335" y="3268685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3" name="Graphic 2">
              <a:extLst>
                <a:ext uri="{FF2B5EF4-FFF2-40B4-BE49-F238E27FC236}">
                  <a16:creationId xmlns:a16="http://schemas.microsoft.com/office/drawing/2014/main" id="{36D57592-3AB5-FCA7-A89B-789AFAA1B281}"/>
                </a:ext>
              </a:extLst>
            </p:cNvPr>
            <p:cNvGrpSpPr/>
            <p:nvPr/>
          </p:nvGrpSpPr>
          <p:grpSpPr>
            <a:xfrm>
              <a:off x="7838137" y="2759028"/>
              <a:ext cx="728623" cy="415368"/>
              <a:chOff x="6868659" y="2481977"/>
              <a:chExt cx="728623" cy="415368"/>
            </a:xfrm>
            <a:noFill/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BDE4E22C-AD51-C10F-1F5A-ABCA36B1B339}"/>
                  </a:ext>
                </a:extLst>
              </p:cNvPr>
              <p:cNvSpPr/>
              <p:nvPr/>
            </p:nvSpPr>
            <p:spPr>
              <a:xfrm>
                <a:off x="6868659" y="2481977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F3E96A90-93ED-6149-CB87-FB2DD2ABC5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7544" y="2559859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104" name="Graphic 2">
              <a:extLst>
                <a:ext uri="{FF2B5EF4-FFF2-40B4-BE49-F238E27FC236}">
                  <a16:creationId xmlns:a16="http://schemas.microsoft.com/office/drawing/2014/main" id="{DC34B89D-0FE3-79D6-EC76-7A13D25A00E6}"/>
                </a:ext>
              </a:extLst>
            </p:cNvPr>
            <p:cNvGrpSpPr/>
            <p:nvPr/>
          </p:nvGrpSpPr>
          <p:grpSpPr>
            <a:xfrm>
              <a:off x="7577914" y="4680106"/>
              <a:ext cx="728623" cy="415368"/>
              <a:chOff x="6608436" y="4403055"/>
              <a:chExt cx="728623" cy="415368"/>
            </a:xfrm>
            <a:noFill/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F0E811DA-27B6-F59B-4720-24F965450D3A}"/>
                  </a:ext>
                </a:extLst>
              </p:cNvPr>
              <p:cNvSpPr/>
              <p:nvPr/>
            </p:nvSpPr>
            <p:spPr>
              <a:xfrm>
                <a:off x="6608436" y="4403055"/>
                <a:ext cx="728623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091065AB-E8CB-38E8-3918-8936598C1C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07321" y="4480936"/>
                <a:ext cx="530854" cy="327102"/>
              </a:xfrm>
              <a:custGeom>
                <a:avLst/>
                <a:gdLst>
                  <a:gd name="csX0" fmla="*/ 0 w 530854"/>
                  <a:gd name="csY0" fmla="*/ 0 h 327102"/>
                  <a:gd name="csX1" fmla="*/ 530854 w 530854"/>
                  <a:gd name="csY1" fmla="*/ 0 h 327102"/>
                  <a:gd name="csX2" fmla="*/ 530854 w 530854"/>
                  <a:gd name="csY2" fmla="*/ 327102 h 327102"/>
                  <a:gd name="csX3" fmla="*/ 0 w 530854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0854" h="327102">
                    <a:moveTo>
                      <a:pt x="0" y="0"/>
                    </a:moveTo>
                    <a:lnTo>
                      <a:pt x="530854" y="0"/>
                    </a:lnTo>
                    <a:lnTo>
                      <a:pt x="530854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FCCC6615-319E-6AD3-B684-0B715AF6566B}"/>
                </a:ext>
              </a:extLst>
            </p:cNvPr>
            <p:cNvSpPr/>
            <p:nvPr/>
          </p:nvSpPr>
          <p:spPr>
            <a:xfrm>
              <a:off x="8360040" y="4378964"/>
              <a:ext cx="206720" cy="10384"/>
            </a:xfrm>
            <a:custGeom>
              <a:avLst/>
              <a:gdLst>
                <a:gd name="csX0" fmla="*/ 0 w 206720"/>
                <a:gd name="csY0" fmla="*/ 0 h 10384"/>
                <a:gd name="csX1" fmla="*/ 206721 w 206720"/>
                <a:gd name="csY1" fmla="*/ 0 h 10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6720" h="10384">
                  <a:moveTo>
                    <a:pt x="0" y="0"/>
                  </a:moveTo>
                  <a:lnTo>
                    <a:pt x="206721" y="0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6" name="Graphic 2">
              <a:extLst>
                <a:ext uri="{FF2B5EF4-FFF2-40B4-BE49-F238E27FC236}">
                  <a16:creationId xmlns:a16="http://schemas.microsoft.com/office/drawing/2014/main" id="{87D0321D-0E01-F248-15E7-B2F7C0290282}"/>
                </a:ext>
              </a:extLst>
            </p:cNvPr>
            <p:cNvGrpSpPr/>
            <p:nvPr/>
          </p:nvGrpSpPr>
          <p:grpSpPr>
            <a:xfrm>
              <a:off x="8806165" y="3652070"/>
              <a:ext cx="832712" cy="415368"/>
              <a:chOff x="7836687" y="3375019"/>
              <a:chExt cx="832712" cy="415368"/>
            </a:xfrm>
            <a:noFill/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EA54F57F-EFEC-7A5C-BCD5-14AACC62DC67}"/>
                  </a:ext>
                </a:extLst>
              </p:cNvPr>
              <p:cNvSpPr/>
              <p:nvPr/>
            </p:nvSpPr>
            <p:spPr>
              <a:xfrm>
                <a:off x="7836687" y="3375019"/>
                <a:ext cx="832712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22215B75-52A0-22B4-1F98-14DCDDD31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54159" y="3452900"/>
                <a:ext cx="197769" cy="327102"/>
              </a:xfrm>
              <a:custGeom>
                <a:avLst/>
                <a:gdLst>
                  <a:gd name="csX0" fmla="*/ 0 w 197769"/>
                  <a:gd name="csY0" fmla="*/ 0 h 327102"/>
                  <a:gd name="csX1" fmla="*/ 197769 w 197769"/>
                  <a:gd name="csY1" fmla="*/ 0 h 327102"/>
                  <a:gd name="csX2" fmla="*/ 197769 w 197769"/>
                  <a:gd name="csY2" fmla="*/ 327102 h 327102"/>
                  <a:gd name="csX3" fmla="*/ 0 w 197769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7769" h="327102">
                    <a:moveTo>
                      <a:pt x="0" y="0"/>
                    </a:moveTo>
                    <a:lnTo>
                      <a:pt x="197769" y="0"/>
                    </a:lnTo>
                    <a:lnTo>
                      <a:pt x="197769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107" name="Graphic 2">
              <a:extLst>
                <a:ext uri="{FF2B5EF4-FFF2-40B4-BE49-F238E27FC236}">
                  <a16:creationId xmlns:a16="http://schemas.microsoft.com/office/drawing/2014/main" id="{78C7D809-9961-C180-C68F-B25BA02B7F45}"/>
                </a:ext>
              </a:extLst>
            </p:cNvPr>
            <p:cNvGrpSpPr/>
            <p:nvPr/>
          </p:nvGrpSpPr>
          <p:grpSpPr>
            <a:xfrm>
              <a:off x="7629959" y="3994749"/>
              <a:ext cx="312267" cy="415368"/>
              <a:chOff x="6660481" y="3717698"/>
              <a:chExt cx="312267" cy="415368"/>
            </a:xfrm>
            <a:noFill/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4AA633F4-8D50-35DC-21CD-14111EF9C454}"/>
                  </a:ext>
                </a:extLst>
              </p:cNvPr>
              <p:cNvSpPr/>
              <p:nvPr/>
            </p:nvSpPr>
            <p:spPr>
              <a:xfrm>
                <a:off x="6660481" y="3717698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45692F0A-843D-EFCE-1F35-19246C237C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59366" y="3816347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08" name="Graphic 2">
              <a:extLst>
                <a:ext uri="{FF2B5EF4-FFF2-40B4-BE49-F238E27FC236}">
                  <a16:creationId xmlns:a16="http://schemas.microsoft.com/office/drawing/2014/main" id="{5578E9EA-C347-58A5-19A4-3AD011964FB2}"/>
                </a:ext>
              </a:extLst>
            </p:cNvPr>
            <p:cNvGrpSpPr/>
            <p:nvPr/>
          </p:nvGrpSpPr>
          <p:grpSpPr>
            <a:xfrm>
              <a:off x="8452262" y="4005133"/>
              <a:ext cx="312267" cy="415368"/>
              <a:chOff x="7482784" y="3728082"/>
              <a:chExt cx="312267" cy="415368"/>
            </a:xfrm>
            <a:noFill/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49F36AEF-233D-82A8-74B2-E803309D7FF9}"/>
                  </a:ext>
                </a:extLst>
              </p:cNvPr>
              <p:cNvSpPr/>
              <p:nvPr/>
            </p:nvSpPr>
            <p:spPr>
              <a:xfrm>
                <a:off x="7482784" y="3728082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4309A064-D890-BA1C-7E65-453EF2475A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81669" y="3826732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03584D8-D0BE-84E2-0150-C1264E9E9A5A}"/>
              </a:ext>
            </a:extLst>
          </p:cNvPr>
          <p:cNvGrpSpPr/>
          <p:nvPr/>
        </p:nvGrpSpPr>
        <p:grpSpPr>
          <a:xfrm>
            <a:off x="3729694" y="2202150"/>
            <a:ext cx="3036903" cy="1900308"/>
            <a:chOff x="9454015" y="2000982"/>
            <a:chExt cx="3036903" cy="1900308"/>
          </a:xfrm>
        </p:grpSpPr>
        <p:grpSp>
          <p:nvGrpSpPr>
            <p:cNvPr id="128" name="Graphic 2">
              <a:extLst>
                <a:ext uri="{FF2B5EF4-FFF2-40B4-BE49-F238E27FC236}">
                  <a16:creationId xmlns:a16="http://schemas.microsoft.com/office/drawing/2014/main" id="{ED2F39C4-0BDB-24D1-434B-1BEC7FB2E3F5}"/>
                </a:ext>
              </a:extLst>
            </p:cNvPr>
            <p:cNvGrpSpPr/>
            <p:nvPr/>
          </p:nvGrpSpPr>
          <p:grpSpPr>
            <a:xfrm>
              <a:off x="9454015" y="3309391"/>
              <a:ext cx="361813" cy="591899"/>
              <a:chOff x="8484537" y="3032340"/>
              <a:chExt cx="361813" cy="591899"/>
            </a:xfrm>
          </p:grpSpPr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750F2447-09DA-1342-BDC9-946C01A92875}"/>
                  </a:ext>
                </a:extLst>
              </p:cNvPr>
              <p:cNvSpPr/>
              <p:nvPr/>
            </p:nvSpPr>
            <p:spPr>
              <a:xfrm>
                <a:off x="8546991" y="3032340"/>
                <a:ext cx="299360" cy="550362"/>
              </a:xfrm>
              <a:custGeom>
                <a:avLst/>
                <a:gdLst>
                  <a:gd name="csX0" fmla="*/ 299360 w 299360"/>
                  <a:gd name="csY0" fmla="*/ 0 h 550362"/>
                  <a:gd name="csX1" fmla="*/ 299360 w 299360"/>
                  <a:gd name="csY1" fmla="*/ 550363 h 550362"/>
                  <a:gd name="csX2" fmla="*/ 0 w 299360"/>
                  <a:gd name="csY2" fmla="*/ 550363 h 5503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99360" h="550362">
                    <a:moveTo>
                      <a:pt x="299360" y="0"/>
                    </a:moveTo>
                    <a:lnTo>
                      <a:pt x="299360" y="550363"/>
                    </a:lnTo>
                    <a:lnTo>
                      <a:pt x="0" y="550363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43C77DB1-636C-FA42-9442-1CBCB880217F}"/>
                  </a:ext>
                </a:extLst>
              </p:cNvPr>
              <p:cNvSpPr/>
              <p:nvPr/>
            </p:nvSpPr>
            <p:spPr>
              <a:xfrm>
                <a:off x="8484537" y="3541166"/>
                <a:ext cx="83271" cy="83073"/>
              </a:xfrm>
              <a:custGeom>
                <a:avLst/>
                <a:gdLst>
                  <a:gd name="csX0" fmla="*/ 0 w 83271"/>
                  <a:gd name="csY0" fmla="*/ 41537 h 83073"/>
                  <a:gd name="csX1" fmla="*/ 83271 w 83271"/>
                  <a:gd name="csY1" fmla="*/ 0 h 83073"/>
                  <a:gd name="csX2" fmla="*/ 62453 w 83271"/>
                  <a:gd name="csY2" fmla="*/ 41537 h 83073"/>
                  <a:gd name="csX3" fmla="*/ 83271 w 83271"/>
                  <a:gd name="csY3" fmla="*/ 83074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0" y="41537"/>
                    </a:moveTo>
                    <a:lnTo>
                      <a:pt x="83271" y="0"/>
                    </a:lnTo>
                    <a:lnTo>
                      <a:pt x="62453" y="41537"/>
                    </a:lnTo>
                    <a:lnTo>
                      <a:pt x="83271" y="83074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8D255992-ABBA-3429-B51E-C402CA637CDF}"/>
                </a:ext>
              </a:extLst>
            </p:cNvPr>
            <p:cNvSpPr/>
            <p:nvPr/>
          </p:nvSpPr>
          <p:spPr>
            <a:xfrm>
              <a:off x="10334817" y="3309391"/>
              <a:ext cx="1457" cy="311526"/>
            </a:xfrm>
            <a:custGeom>
              <a:avLst/>
              <a:gdLst>
                <a:gd name="csX0" fmla="*/ 1457 w 1457"/>
                <a:gd name="csY0" fmla="*/ 0 h 311526"/>
                <a:gd name="csX1" fmla="*/ 0 w 1457"/>
                <a:gd name="csY1" fmla="*/ 311526 h 31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57" h="311526">
                  <a:moveTo>
                    <a:pt x="1457" y="0"/>
                  </a:moveTo>
                  <a:lnTo>
                    <a:pt x="0" y="311526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30" name="Graphic 2">
              <a:extLst>
                <a:ext uri="{FF2B5EF4-FFF2-40B4-BE49-F238E27FC236}">
                  <a16:creationId xmlns:a16="http://schemas.microsoft.com/office/drawing/2014/main" id="{42F5378C-433C-EDF3-9E96-BC214FD6927B}"/>
                </a:ext>
              </a:extLst>
            </p:cNvPr>
            <p:cNvGrpSpPr/>
            <p:nvPr/>
          </p:nvGrpSpPr>
          <p:grpSpPr>
            <a:xfrm>
              <a:off x="10619813" y="3060170"/>
              <a:ext cx="288951" cy="83073"/>
              <a:chOff x="9650335" y="2783119"/>
              <a:chExt cx="288951" cy="83073"/>
            </a:xfrm>
          </p:grpSpPr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40DC58D6-9A29-5E5F-8AFD-03EE1B5F0B66}"/>
                  </a:ext>
                </a:extLst>
              </p:cNvPr>
              <p:cNvSpPr/>
              <p:nvPr/>
            </p:nvSpPr>
            <p:spPr>
              <a:xfrm>
                <a:off x="9712788" y="2824656"/>
                <a:ext cx="226497" cy="10384"/>
              </a:xfrm>
              <a:custGeom>
                <a:avLst/>
                <a:gdLst>
                  <a:gd name="csX0" fmla="*/ 226498 w 226497"/>
                  <a:gd name="csY0" fmla="*/ 0 h 10384"/>
                  <a:gd name="csX1" fmla="*/ 0 w 226497"/>
                  <a:gd name="csY1" fmla="*/ 0 h 10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497" h="10384">
                    <a:moveTo>
                      <a:pt x="226498" y="0"/>
                    </a:moveTo>
                    <a:lnTo>
                      <a:pt x="0" y="0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4629D65A-64DF-2712-C13A-F6901FD21EBD}"/>
                  </a:ext>
                </a:extLst>
              </p:cNvPr>
              <p:cNvSpPr/>
              <p:nvPr/>
            </p:nvSpPr>
            <p:spPr>
              <a:xfrm>
                <a:off x="9650335" y="2783119"/>
                <a:ext cx="83271" cy="83073"/>
              </a:xfrm>
              <a:custGeom>
                <a:avLst/>
                <a:gdLst>
                  <a:gd name="csX0" fmla="*/ 0 w 83271"/>
                  <a:gd name="csY0" fmla="*/ 41537 h 83073"/>
                  <a:gd name="csX1" fmla="*/ 83271 w 83271"/>
                  <a:gd name="csY1" fmla="*/ 0 h 83073"/>
                  <a:gd name="csX2" fmla="*/ 62453 w 83271"/>
                  <a:gd name="csY2" fmla="*/ 41537 h 83073"/>
                  <a:gd name="csX3" fmla="*/ 83271 w 83271"/>
                  <a:gd name="csY3" fmla="*/ 83074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0" y="41537"/>
                    </a:moveTo>
                    <a:lnTo>
                      <a:pt x="83271" y="0"/>
                    </a:lnTo>
                    <a:lnTo>
                      <a:pt x="62453" y="41537"/>
                    </a:lnTo>
                    <a:lnTo>
                      <a:pt x="83271" y="83074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245DF4E-1F74-CA1C-F694-15B025277630}"/>
                </a:ext>
              </a:extLst>
            </p:cNvPr>
            <p:cNvSpPr/>
            <p:nvPr/>
          </p:nvSpPr>
          <p:spPr>
            <a:xfrm>
              <a:off x="9555606" y="2894023"/>
              <a:ext cx="1040890" cy="415368"/>
            </a:xfrm>
            <a:prstGeom prst="rect">
              <a:avLst/>
            </a:prstGeom>
            <a:solidFill>
              <a:srgbClr val="D5E8D4"/>
            </a:solidFill>
            <a:ln w="20806" cap="flat">
              <a:solidFill>
                <a:srgbClr val="82B366"/>
              </a:solidFill>
              <a:prstDash val="solid"/>
              <a:miter/>
            </a:ln>
          </p:spPr>
          <p:txBody>
            <a:bodyPr/>
            <a:lstStyle/>
            <a:p>
              <a:endParaRPr lang="en-CN" sz="1600" dirty="0"/>
            </a:p>
          </p:txBody>
        </p:sp>
        <p:grpSp>
          <p:nvGrpSpPr>
            <p:cNvPr id="132" name="Graphic 2">
              <a:extLst>
                <a:ext uri="{FF2B5EF4-FFF2-40B4-BE49-F238E27FC236}">
                  <a16:creationId xmlns:a16="http://schemas.microsoft.com/office/drawing/2014/main" id="{1E9B9D72-5F04-476A-B41B-EDE98D06D038}"/>
                </a:ext>
              </a:extLst>
            </p:cNvPr>
            <p:cNvGrpSpPr/>
            <p:nvPr/>
          </p:nvGrpSpPr>
          <p:grpSpPr>
            <a:xfrm>
              <a:off x="10034416" y="2416350"/>
              <a:ext cx="83271" cy="454412"/>
              <a:chOff x="9064938" y="2139299"/>
              <a:chExt cx="83271" cy="454412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CA677B30-27C3-D036-B082-DCBF43A4A7DB}"/>
                  </a:ext>
                </a:extLst>
              </p:cNvPr>
              <p:cNvSpPr/>
              <p:nvPr/>
            </p:nvSpPr>
            <p:spPr>
              <a:xfrm>
                <a:off x="9106574" y="2139299"/>
                <a:ext cx="10408" cy="392107"/>
              </a:xfrm>
              <a:custGeom>
                <a:avLst/>
                <a:gdLst>
                  <a:gd name="csX0" fmla="*/ 0 w 10408"/>
                  <a:gd name="csY0" fmla="*/ 0 h 392107"/>
                  <a:gd name="csX1" fmla="*/ 0 w 10408"/>
                  <a:gd name="csY1" fmla="*/ 392108 h 3921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408" h="392107">
                    <a:moveTo>
                      <a:pt x="0" y="0"/>
                    </a:moveTo>
                    <a:lnTo>
                      <a:pt x="0" y="392108"/>
                    </a:lnTo>
                  </a:path>
                </a:pathLst>
              </a:custGeom>
              <a:noFill/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05A1C09-8C7F-57CF-AC7E-ABDB2D5D0534}"/>
                  </a:ext>
                </a:extLst>
              </p:cNvPr>
              <p:cNvSpPr/>
              <p:nvPr/>
            </p:nvSpPr>
            <p:spPr>
              <a:xfrm>
                <a:off x="9064938" y="2510638"/>
                <a:ext cx="83271" cy="83073"/>
              </a:xfrm>
              <a:custGeom>
                <a:avLst/>
                <a:gdLst>
                  <a:gd name="csX0" fmla="*/ 41636 w 83271"/>
                  <a:gd name="csY0" fmla="*/ 83074 h 83073"/>
                  <a:gd name="csX1" fmla="*/ 0 w 83271"/>
                  <a:gd name="csY1" fmla="*/ 0 h 83073"/>
                  <a:gd name="csX2" fmla="*/ 41636 w 83271"/>
                  <a:gd name="csY2" fmla="*/ 20768 h 83073"/>
                  <a:gd name="csX3" fmla="*/ 83271 w 83271"/>
                  <a:gd name="csY3" fmla="*/ 0 h 830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271" h="83073">
                    <a:moveTo>
                      <a:pt x="41636" y="83074"/>
                    </a:moveTo>
                    <a:lnTo>
                      <a:pt x="0" y="0"/>
                    </a:lnTo>
                    <a:lnTo>
                      <a:pt x="41636" y="20768"/>
                    </a:lnTo>
                    <a:lnTo>
                      <a:pt x="832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2080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3" name="Graphic 2">
              <a:extLst>
                <a:ext uri="{FF2B5EF4-FFF2-40B4-BE49-F238E27FC236}">
                  <a16:creationId xmlns:a16="http://schemas.microsoft.com/office/drawing/2014/main" id="{CDA54B22-179B-595D-FCA3-D1E918403AD8}"/>
                </a:ext>
              </a:extLst>
            </p:cNvPr>
            <p:cNvGrpSpPr/>
            <p:nvPr/>
          </p:nvGrpSpPr>
          <p:grpSpPr>
            <a:xfrm>
              <a:off x="9659695" y="2000982"/>
              <a:ext cx="832712" cy="415368"/>
              <a:chOff x="8690217" y="1723931"/>
              <a:chExt cx="832712" cy="415368"/>
            </a:xfrm>
            <a:noFill/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10E728F8-70F0-8CC2-397A-22878068CACE}"/>
                  </a:ext>
                </a:extLst>
              </p:cNvPr>
              <p:cNvSpPr/>
              <p:nvPr/>
            </p:nvSpPr>
            <p:spPr>
              <a:xfrm>
                <a:off x="8690217" y="1723931"/>
                <a:ext cx="832712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5" name="Picture 144">
                <a:extLst>
                  <a:ext uri="{FF2B5EF4-FFF2-40B4-BE49-F238E27FC236}">
                    <a16:creationId xmlns:a16="http://schemas.microsoft.com/office/drawing/2014/main" id="{C5719D76-97F9-0972-9A28-ABC96464FF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07689" y="1801812"/>
                <a:ext cx="197769" cy="327102"/>
              </a:xfrm>
              <a:custGeom>
                <a:avLst/>
                <a:gdLst>
                  <a:gd name="csX0" fmla="*/ 0 w 197769"/>
                  <a:gd name="csY0" fmla="*/ 0 h 327102"/>
                  <a:gd name="csX1" fmla="*/ 197769 w 197769"/>
                  <a:gd name="csY1" fmla="*/ 0 h 327102"/>
                  <a:gd name="csX2" fmla="*/ 197769 w 197769"/>
                  <a:gd name="csY2" fmla="*/ 327102 h 327102"/>
                  <a:gd name="csX3" fmla="*/ 0 w 197769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7769" h="327102">
                    <a:moveTo>
                      <a:pt x="0" y="0"/>
                    </a:moveTo>
                    <a:lnTo>
                      <a:pt x="197769" y="0"/>
                    </a:lnTo>
                    <a:lnTo>
                      <a:pt x="197769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7AA425AD-3EAA-AFD9-C1E1-88A15CFFD4E8}"/>
                </a:ext>
              </a:extLst>
            </p:cNvPr>
            <p:cNvSpPr/>
            <p:nvPr/>
          </p:nvSpPr>
          <p:spPr>
            <a:xfrm>
              <a:off x="10233643" y="3620917"/>
              <a:ext cx="206720" cy="10384"/>
            </a:xfrm>
            <a:custGeom>
              <a:avLst/>
              <a:gdLst>
                <a:gd name="csX0" fmla="*/ 0 w 206720"/>
                <a:gd name="csY0" fmla="*/ 0 h 10384"/>
                <a:gd name="csX1" fmla="*/ 206721 w 206720"/>
                <a:gd name="csY1" fmla="*/ 0 h 10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6720" h="10384">
                  <a:moveTo>
                    <a:pt x="0" y="0"/>
                  </a:moveTo>
                  <a:lnTo>
                    <a:pt x="206721" y="0"/>
                  </a:lnTo>
                </a:path>
              </a:pathLst>
            </a:custGeom>
            <a:noFill/>
            <a:ln w="2080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35" name="Graphic 2">
              <a:extLst>
                <a:ext uri="{FF2B5EF4-FFF2-40B4-BE49-F238E27FC236}">
                  <a16:creationId xmlns:a16="http://schemas.microsoft.com/office/drawing/2014/main" id="{EC8D809F-BF02-D321-9B55-F7D0C48AA988}"/>
                </a:ext>
              </a:extLst>
            </p:cNvPr>
            <p:cNvGrpSpPr/>
            <p:nvPr/>
          </p:nvGrpSpPr>
          <p:grpSpPr>
            <a:xfrm>
              <a:off x="10305048" y="2873255"/>
              <a:ext cx="2185870" cy="415368"/>
              <a:chOff x="9335570" y="2596204"/>
              <a:chExt cx="2185870" cy="415368"/>
            </a:xfrm>
            <a:noFill/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E487ABF-4C7B-623A-D20B-F81D483F35B3}"/>
                  </a:ext>
                </a:extLst>
              </p:cNvPr>
              <p:cNvSpPr/>
              <p:nvPr/>
            </p:nvSpPr>
            <p:spPr>
              <a:xfrm>
                <a:off x="9335570" y="2596204"/>
                <a:ext cx="2185870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ED3314B7-79E4-9294-719E-502F49861C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86126" y="2674085"/>
                <a:ext cx="884756" cy="327102"/>
              </a:xfrm>
              <a:custGeom>
                <a:avLst/>
                <a:gdLst>
                  <a:gd name="csX0" fmla="*/ 0 w 884756"/>
                  <a:gd name="csY0" fmla="*/ 0 h 327102"/>
                  <a:gd name="csX1" fmla="*/ 884757 w 884756"/>
                  <a:gd name="csY1" fmla="*/ 0 h 327102"/>
                  <a:gd name="csX2" fmla="*/ 884757 w 884756"/>
                  <a:gd name="csY2" fmla="*/ 327102 h 327102"/>
                  <a:gd name="csX3" fmla="*/ 0 w 884756"/>
                  <a:gd name="csY3" fmla="*/ 327102 h 327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84756" h="327102">
                    <a:moveTo>
                      <a:pt x="0" y="0"/>
                    </a:moveTo>
                    <a:lnTo>
                      <a:pt x="884757" y="0"/>
                    </a:lnTo>
                    <a:lnTo>
                      <a:pt x="884757" y="327102"/>
                    </a:lnTo>
                    <a:lnTo>
                      <a:pt x="0" y="327102"/>
                    </a:lnTo>
                    <a:close/>
                  </a:path>
                </a:pathLst>
              </a:custGeom>
            </p:spPr>
          </p:pic>
        </p:grpSp>
        <p:grpSp>
          <p:nvGrpSpPr>
            <p:cNvPr id="136" name="Graphic 2">
              <a:extLst>
                <a:ext uri="{FF2B5EF4-FFF2-40B4-BE49-F238E27FC236}">
                  <a16:creationId xmlns:a16="http://schemas.microsoft.com/office/drawing/2014/main" id="{BB86203D-40A2-AD0C-0684-F7BA06B3B24D}"/>
                </a:ext>
              </a:extLst>
            </p:cNvPr>
            <p:cNvGrpSpPr/>
            <p:nvPr/>
          </p:nvGrpSpPr>
          <p:grpSpPr>
            <a:xfrm>
              <a:off x="9503562" y="3236702"/>
              <a:ext cx="312267" cy="415368"/>
              <a:chOff x="8534084" y="2959651"/>
              <a:chExt cx="312267" cy="415368"/>
            </a:xfrm>
            <a:noFill/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9121978A-F470-D268-F95D-8F0ED20FC34C}"/>
                  </a:ext>
                </a:extLst>
              </p:cNvPr>
              <p:cNvSpPr/>
              <p:nvPr/>
            </p:nvSpPr>
            <p:spPr>
              <a:xfrm>
                <a:off x="8534084" y="2959651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1" name="Picture 140">
                <a:extLst>
                  <a:ext uri="{FF2B5EF4-FFF2-40B4-BE49-F238E27FC236}">
                    <a16:creationId xmlns:a16="http://schemas.microsoft.com/office/drawing/2014/main" id="{3A233038-38C7-13A0-04EF-17DF5FFF78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32968" y="3058301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  <p:grpSp>
          <p:nvGrpSpPr>
            <p:cNvPr id="137" name="Graphic 2">
              <a:extLst>
                <a:ext uri="{FF2B5EF4-FFF2-40B4-BE49-F238E27FC236}">
                  <a16:creationId xmlns:a16="http://schemas.microsoft.com/office/drawing/2014/main" id="{0E642121-36D6-A9FD-7C5B-7A1DF6B96362}"/>
                </a:ext>
              </a:extLst>
            </p:cNvPr>
            <p:cNvGrpSpPr/>
            <p:nvPr/>
          </p:nvGrpSpPr>
          <p:grpSpPr>
            <a:xfrm>
              <a:off x="10325865" y="3247086"/>
              <a:ext cx="312267" cy="415368"/>
              <a:chOff x="9356387" y="2970035"/>
              <a:chExt cx="312267" cy="415368"/>
            </a:xfrm>
            <a:noFill/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A795EA9A-9CE0-070E-B8ED-DC9FF0FC9461}"/>
                  </a:ext>
                </a:extLst>
              </p:cNvPr>
              <p:cNvSpPr/>
              <p:nvPr/>
            </p:nvSpPr>
            <p:spPr>
              <a:xfrm>
                <a:off x="9356387" y="2970035"/>
                <a:ext cx="312267" cy="415368"/>
              </a:xfrm>
              <a:prstGeom prst="rect">
                <a:avLst/>
              </a:prstGeom>
              <a:noFill/>
              <a:ln w="104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9" name="Picture 138">
                <a:extLst>
                  <a:ext uri="{FF2B5EF4-FFF2-40B4-BE49-F238E27FC236}">
                    <a16:creationId xmlns:a16="http://schemas.microsoft.com/office/drawing/2014/main" id="{9AE5984C-9E1E-4298-BC1E-B585A5A3AA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55272" y="3068685"/>
                <a:ext cx="114497" cy="259605"/>
              </a:xfrm>
              <a:custGeom>
                <a:avLst/>
                <a:gdLst>
                  <a:gd name="csX0" fmla="*/ 0 w 114497"/>
                  <a:gd name="csY0" fmla="*/ 0 h 259605"/>
                  <a:gd name="csX1" fmla="*/ 114498 w 114497"/>
                  <a:gd name="csY1" fmla="*/ 0 h 259605"/>
                  <a:gd name="csX2" fmla="*/ 114498 w 114497"/>
                  <a:gd name="csY2" fmla="*/ 259605 h 259605"/>
                  <a:gd name="csX3" fmla="*/ 0 w 114497"/>
                  <a:gd name="csY3" fmla="*/ 259605 h 259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4497" h="259605">
                    <a:moveTo>
                      <a:pt x="0" y="0"/>
                    </a:moveTo>
                    <a:lnTo>
                      <a:pt x="114498" y="0"/>
                    </a:lnTo>
                    <a:lnTo>
                      <a:pt x="114498" y="259605"/>
                    </a:lnTo>
                    <a:lnTo>
                      <a:pt x="0" y="259605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204" name="Rectangle 203">
            <a:extLst>
              <a:ext uri="{FF2B5EF4-FFF2-40B4-BE49-F238E27FC236}">
                <a16:creationId xmlns:a16="http://schemas.microsoft.com/office/drawing/2014/main" id="{BE8057AF-1686-D6E7-2455-B3314B599A17}"/>
              </a:ext>
            </a:extLst>
          </p:cNvPr>
          <p:cNvSpPr/>
          <p:nvPr/>
        </p:nvSpPr>
        <p:spPr>
          <a:xfrm>
            <a:off x="10439582" y="2038227"/>
            <a:ext cx="1218801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BE9B59B-8D2C-7DFD-6EEC-7C95E9A7EF27}"/>
              </a:ext>
            </a:extLst>
          </p:cNvPr>
          <p:cNvGrpSpPr/>
          <p:nvPr/>
        </p:nvGrpSpPr>
        <p:grpSpPr>
          <a:xfrm>
            <a:off x="7423899" y="2381039"/>
            <a:ext cx="1293159" cy="1814077"/>
            <a:chOff x="6906521" y="1721788"/>
            <a:chExt cx="1293159" cy="1814077"/>
          </a:xfrm>
        </p:grpSpPr>
        <p:grpSp>
          <p:nvGrpSpPr>
            <p:cNvPr id="207" name="Graphic 4">
              <a:extLst>
                <a:ext uri="{FF2B5EF4-FFF2-40B4-BE49-F238E27FC236}">
                  <a16:creationId xmlns:a16="http://schemas.microsoft.com/office/drawing/2014/main" id="{26666278-66F7-EC49-6220-538216EE6B5A}"/>
                </a:ext>
              </a:extLst>
            </p:cNvPr>
            <p:cNvGrpSpPr/>
            <p:nvPr/>
          </p:nvGrpSpPr>
          <p:grpSpPr>
            <a:xfrm>
              <a:off x="7933769" y="2641262"/>
              <a:ext cx="265911" cy="76622"/>
              <a:chOff x="2514156" y="3483464"/>
              <a:chExt cx="191617" cy="55214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CE4DD05E-3663-7BFB-3228-79C8DD073468}"/>
                  </a:ext>
                </a:extLst>
              </p:cNvPr>
              <p:cNvSpPr/>
              <p:nvPr/>
            </p:nvSpPr>
            <p:spPr>
              <a:xfrm>
                <a:off x="2555572" y="3511072"/>
                <a:ext cx="150201" cy="6901"/>
              </a:xfrm>
              <a:custGeom>
                <a:avLst/>
                <a:gdLst>
                  <a:gd name="csX0" fmla="*/ 150202 w 150201"/>
                  <a:gd name="csY0" fmla="*/ 0 h 6901"/>
                  <a:gd name="csX1" fmla="*/ 0 w 150201"/>
                  <a:gd name="csY1" fmla="*/ 0 h 69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0201" h="6901">
                    <a:moveTo>
                      <a:pt x="150202" y="0"/>
                    </a:moveTo>
                    <a:lnTo>
                      <a:pt x="0" y="0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1533FC68-C3A3-CA80-E4C7-A11E42EF38DA}"/>
                  </a:ext>
                </a:extLst>
              </p:cNvPr>
              <p:cNvSpPr/>
              <p:nvPr/>
            </p:nvSpPr>
            <p:spPr>
              <a:xfrm>
                <a:off x="2514156" y="3483464"/>
                <a:ext cx="55221" cy="55214"/>
              </a:xfrm>
              <a:custGeom>
                <a:avLst/>
                <a:gdLst>
                  <a:gd name="csX0" fmla="*/ 0 w 55221"/>
                  <a:gd name="csY0" fmla="*/ 27607 h 55214"/>
                  <a:gd name="csX1" fmla="*/ 55221 w 55221"/>
                  <a:gd name="csY1" fmla="*/ 0 h 55214"/>
                  <a:gd name="csX2" fmla="*/ 41416 w 55221"/>
                  <a:gd name="csY2" fmla="*/ 27607 h 55214"/>
                  <a:gd name="csX3" fmla="*/ 55221 w 55221"/>
                  <a:gd name="csY3" fmla="*/ 55215 h 5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214">
                    <a:moveTo>
                      <a:pt x="0" y="27607"/>
                    </a:moveTo>
                    <a:lnTo>
                      <a:pt x="55221" y="0"/>
                    </a:lnTo>
                    <a:lnTo>
                      <a:pt x="41416" y="27607"/>
                    </a:lnTo>
                    <a:lnTo>
                      <a:pt x="55221" y="55215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8" name="Graphic 4">
              <a:extLst>
                <a:ext uri="{FF2B5EF4-FFF2-40B4-BE49-F238E27FC236}">
                  <a16:creationId xmlns:a16="http://schemas.microsoft.com/office/drawing/2014/main" id="{BFAE2F6D-D54C-FB59-015C-00C996404B4B}"/>
                </a:ext>
              </a:extLst>
            </p:cNvPr>
            <p:cNvGrpSpPr/>
            <p:nvPr/>
          </p:nvGrpSpPr>
          <p:grpSpPr>
            <a:xfrm>
              <a:off x="7635000" y="2871131"/>
              <a:ext cx="76631" cy="361659"/>
              <a:chOff x="2298861" y="3649109"/>
              <a:chExt cx="55221" cy="260614"/>
            </a:xfrm>
          </p:grpSpPr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CE530A9A-A5F4-44D1-B943-9260058335BA}"/>
                  </a:ext>
                </a:extLst>
              </p:cNvPr>
              <p:cNvSpPr/>
              <p:nvPr/>
            </p:nvSpPr>
            <p:spPr>
              <a:xfrm>
                <a:off x="2326127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ECA5D3EA-4412-6297-E699-BD91FFC8D697}"/>
                  </a:ext>
                </a:extLst>
              </p:cNvPr>
              <p:cNvSpPr/>
              <p:nvPr/>
            </p:nvSpPr>
            <p:spPr>
              <a:xfrm>
                <a:off x="2298861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09" name="Graphic 4">
              <a:extLst>
                <a:ext uri="{FF2B5EF4-FFF2-40B4-BE49-F238E27FC236}">
                  <a16:creationId xmlns:a16="http://schemas.microsoft.com/office/drawing/2014/main" id="{A63A4FB3-2A8D-F825-72B7-0649C8572080}"/>
                </a:ext>
              </a:extLst>
            </p:cNvPr>
            <p:cNvGrpSpPr/>
            <p:nvPr/>
          </p:nvGrpSpPr>
          <p:grpSpPr>
            <a:xfrm>
              <a:off x="7156052" y="2871131"/>
              <a:ext cx="76631" cy="361659"/>
              <a:chOff x="1953728" y="3649109"/>
              <a:chExt cx="55221" cy="260614"/>
            </a:xfrm>
          </p:grpSpPr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F04EFC23-9265-1C3C-4CE1-FA2C886D5A1D}"/>
                  </a:ext>
                </a:extLst>
              </p:cNvPr>
              <p:cNvSpPr/>
              <p:nvPr/>
            </p:nvSpPr>
            <p:spPr>
              <a:xfrm>
                <a:off x="1980994" y="3649109"/>
                <a:ext cx="414" cy="219203"/>
              </a:xfrm>
              <a:custGeom>
                <a:avLst/>
                <a:gdLst>
                  <a:gd name="csX0" fmla="*/ 0 w 414"/>
                  <a:gd name="csY0" fmla="*/ 0 h 219203"/>
                  <a:gd name="csX1" fmla="*/ 0 w 414"/>
                  <a:gd name="csY1" fmla="*/ 138037 h 219203"/>
                  <a:gd name="csX2" fmla="*/ 414 w 414"/>
                  <a:gd name="csY2" fmla="*/ 219203 h 219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4" h="219203">
                    <a:moveTo>
                      <a:pt x="0" y="0"/>
                    </a:moveTo>
                    <a:lnTo>
                      <a:pt x="0" y="138037"/>
                    </a:lnTo>
                    <a:lnTo>
                      <a:pt x="414" y="219203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70F827F3-6058-5C84-372F-D6D8FCCF4E1A}"/>
                  </a:ext>
                </a:extLst>
              </p:cNvPr>
              <p:cNvSpPr/>
              <p:nvPr/>
            </p:nvSpPr>
            <p:spPr>
              <a:xfrm>
                <a:off x="1953728" y="3854370"/>
                <a:ext cx="55221" cy="55353"/>
              </a:xfrm>
              <a:custGeom>
                <a:avLst/>
                <a:gdLst>
                  <a:gd name="csX0" fmla="*/ 27887 w 55221"/>
                  <a:gd name="csY0" fmla="*/ 55353 h 55353"/>
                  <a:gd name="csX1" fmla="*/ 0 w 55221"/>
                  <a:gd name="csY1" fmla="*/ 276 h 55353"/>
                  <a:gd name="csX2" fmla="*/ 27680 w 55221"/>
                  <a:gd name="csY2" fmla="*/ 13942 h 55353"/>
                  <a:gd name="csX3" fmla="*/ 55221 w 55221"/>
                  <a:gd name="csY3" fmla="*/ 0 h 55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353">
                    <a:moveTo>
                      <a:pt x="27887" y="55353"/>
                    </a:moveTo>
                    <a:lnTo>
                      <a:pt x="0" y="276"/>
                    </a:lnTo>
                    <a:lnTo>
                      <a:pt x="27680" y="13942"/>
                    </a:lnTo>
                    <a:lnTo>
                      <a:pt x="552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0" name="Graphic 4">
              <a:extLst>
                <a:ext uri="{FF2B5EF4-FFF2-40B4-BE49-F238E27FC236}">
                  <a16:creationId xmlns:a16="http://schemas.microsoft.com/office/drawing/2014/main" id="{75089FD7-B1DF-5088-38C4-455E70923A2C}"/>
                </a:ext>
              </a:extLst>
            </p:cNvPr>
            <p:cNvGrpSpPr/>
            <p:nvPr/>
          </p:nvGrpSpPr>
          <p:grpSpPr>
            <a:xfrm>
              <a:off x="6954415" y="2488016"/>
              <a:ext cx="957896" cy="383113"/>
              <a:chOff x="1808427" y="3373034"/>
              <a:chExt cx="690266" cy="276074"/>
            </a:xfrm>
            <a:solidFill>
              <a:srgbClr val="D5E8D4"/>
            </a:solidFill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53315E2-E706-DC0D-D7B3-9E9A17508900}"/>
                  </a:ext>
                </a:extLst>
              </p:cNvPr>
              <p:cNvSpPr/>
              <p:nvPr/>
            </p:nvSpPr>
            <p:spPr>
              <a:xfrm>
                <a:off x="1808427" y="3373034"/>
                <a:ext cx="690266" cy="276074"/>
              </a:xfrm>
              <a:prstGeom prst="rect">
                <a:avLst/>
              </a:prstGeom>
              <a:solidFill>
                <a:srgbClr val="D5E8D4"/>
              </a:solidFill>
              <a:ln w="13805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5" name="Picture 224">
                <a:extLst>
                  <a:ext uri="{FF2B5EF4-FFF2-40B4-BE49-F238E27FC236}">
                    <a16:creationId xmlns:a16="http://schemas.microsoft.com/office/drawing/2014/main" id="{37CA921B-5B33-ECB0-FC78-92B7D0679D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15330" y="3431700"/>
                <a:ext cx="676461" cy="186350"/>
              </a:xfrm>
              <a:custGeom>
                <a:avLst/>
                <a:gdLst>
                  <a:gd name="csX0" fmla="*/ 0 w 676461"/>
                  <a:gd name="csY0" fmla="*/ 0 h 186350"/>
                  <a:gd name="csX1" fmla="*/ 676461 w 676461"/>
                  <a:gd name="csY1" fmla="*/ 0 h 186350"/>
                  <a:gd name="csX2" fmla="*/ 676461 w 676461"/>
                  <a:gd name="csY2" fmla="*/ 186350 h 186350"/>
                  <a:gd name="csX3" fmla="*/ 0 w 676461"/>
                  <a:gd name="csY3" fmla="*/ 186350 h 186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6461" h="186350">
                    <a:moveTo>
                      <a:pt x="0" y="0"/>
                    </a:moveTo>
                    <a:lnTo>
                      <a:pt x="676461" y="0"/>
                    </a:lnTo>
                    <a:lnTo>
                      <a:pt x="676461" y="186350"/>
                    </a:lnTo>
                    <a:lnTo>
                      <a:pt x="0" y="186350"/>
                    </a:lnTo>
                    <a:close/>
                  </a:path>
                </a:pathLst>
              </a:custGeom>
            </p:spPr>
          </p:pic>
        </p:grpSp>
        <p:grpSp>
          <p:nvGrpSpPr>
            <p:cNvPr id="211" name="Graphic 4">
              <a:extLst>
                <a:ext uri="{FF2B5EF4-FFF2-40B4-BE49-F238E27FC236}">
                  <a16:creationId xmlns:a16="http://schemas.microsoft.com/office/drawing/2014/main" id="{FCF3BB33-E4BA-DB6E-91D3-5C894071BFFE}"/>
                </a:ext>
              </a:extLst>
            </p:cNvPr>
            <p:cNvGrpSpPr/>
            <p:nvPr/>
          </p:nvGrpSpPr>
          <p:grpSpPr>
            <a:xfrm>
              <a:off x="6906521" y="2804086"/>
              <a:ext cx="287368" cy="383113"/>
              <a:chOff x="1773914" y="3600796"/>
              <a:chExt cx="207079" cy="276074"/>
            </a:xfrm>
            <a:noFill/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4C45D3C9-1FAA-EF2D-63E4-C0A04FD6FC5B}"/>
                  </a:ext>
                </a:extLst>
              </p:cNvPr>
              <p:cNvSpPr/>
              <p:nvPr/>
            </p:nvSpPr>
            <p:spPr>
              <a:xfrm>
                <a:off x="1773914" y="3600796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5C5E1AA4-A861-DC30-C667-46952AC671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39489" y="3666363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12" name="Graphic 4">
              <a:extLst>
                <a:ext uri="{FF2B5EF4-FFF2-40B4-BE49-F238E27FC236}">
                  <a16:creationId xmlns:a16="http://schemas.microsoft.com/office/drawing/2014/main" id="{95D222E1-FDE2-AA2F-7658-14E6ABFB87C4}"/>
                </a:ext>
              </a:extLst>
            </p:cNvPr>
            <p:cNvGrpSpPr/>
            <p:nvPr/>
          </p:nvGrpSpPr>
          <p:grpSpPr>
            <a:xfrm>
              <a:off x="7663258" y="2813664"/>
              <a:ext cx="287368" cy="383113"/>
              <a:chOff x="2319224" y="3607698"/>
              <a:chExt cx="207079" cy="276074"/>
            </a:xfrm>
            <a:noFill/>
          </p:grpSpPr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1D100C72-F4EF-1C05-57B4-5B79CA050628}"/>
                  </a:ext>
                </a:extLst>
              </p:cNvPr>
              <p:cNvSpPr/>
              <p:nvPr/>
            </p:nvSpPr>
            <p:spPr>
              <a:xfrm>
                <a:off x="2319224" y="3607698"/>
                <a:ext cx="207079" cy="276074"/>
              </a:xfrm>
              <a:prstGeom prst="rect">
                <a:avLst/>
              </a:prstGeom>
              <a:noFill/>
              <a:ln w="690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21" name="Picture 220">
                <a:extLst>
                  <a:ext uri="{FF2B5EF4-FFF2-40B4-BE49-F238E27FC236}">
                    <a16:creationId xmlns:a16="http://schemas.microsoft.com/office/drawing/2014/main" id="{F9C2E728-9A83-098F-A03B-5DB0F25276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84800" y="3673265"/>
                <a:ext cx="75929" cy="172546"/>
              </a:xfrm>
              <a:custGeom>
                <a:avLst/>
                <a:gdLst>
                  <a:gd name="csX0" fmla="*/ 0 w 75929"/>
                  <a:gd name="csY0" fmla="*/ 0 h 172546"/>
                  <a:gd name="csX1" fmla="*/ 75929 w 75929"/>
                  <a:gd name="csY1" fmla="*/ 0 h 172546"/>
                  <a:gd name="csX2" fmla="*/ 75929 w 75929"/>
                  <a:gd name="csY2" fmla="*/ 172547 h 172546"/>
                  <a:gd name="csX3" fmla="*/ 0 w 75929"/>
                  <a:gd name="csY3" fmla="*/ 172547 h 1725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29" h="172546">
                    <a:moveTo>
                      <a:pt x="0" y="0"/>
                    </a:moveTo>
                    <a:lnTo>
                      <a:pt x="75929" y="0"/>
                    </a:lnTo>
                    <a:lnTo>
                      <a:pt x="75929" y="172547"/>
                    </a:lnTo>
                    <a:lnTo>
                      <a:pt x="0" y="172547"/>
                    </a:lnTo>
                    <a:close/>
                  </a:path>
                </a:pathLst>
              </a:custGeom>
            </p:spPr>
          </p:pic>
        </p:grp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FBB40870-88B3-73ED-BE49-B833B576BA3A}"/>
                </a:ext>
              </a:extLst>
            </p:cNvPr>
            <p:cNvSpPr/>
            <p:nvPr/>
          </p:nvSpPr>
          <p:spPr>
            <a:xfrm>
              <a:off x="7050205" y="1721788"/>
              <a:ext cx="766317" cy="383113"/>
            </a:xfrm>
            <a:prstGeom prst="rect">
              <a:avLst/>
            </a:prstGeom>
            <a:noFill/>
            <a:ln w="6903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14" name="Graphic 4">
              <a:extLst>
                <a:ext uri="{FF2B5EF4-FFF2-40B4-BE49-F238E27FC236}">
                  <a16:creationId xmlns:a16="http://schemas.microsoft.com/office/drawing/2014/main" id="{472FBC04-BD49-A563-C717-A7A267BEEDE8}"/>
                </a:ext>
              </a:extLst>
            </p:cNvPr>
            <p:cNvGrpSpPr/>
            <p:nvPr/>
          </p:nvGrpSpPr>
          <p:grpSpPr>
            <a:xfrm>
              <a:off x="7395240" y="2104903"/>
              <a:ext cx="76631" cy="361659"/>
              <a:chOff x="2126088" y="3096960"/>
              <a:chExt cx="55221" cy="260614"/>
            </a:xfrm>
          </p:grpSpPr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BABFCC2B-B237-23B5-4FC2-9A09A9BFCBF3}"/>
                  </a:ext>
                </a:extLst>
              </p:cNvPr>
              <p:cNvSpPr/>
              <p:nvPr/>
            </p:nvSpPr>
            <p:spPr>
              <a:xfrm>
                <a:off x="2151559" y="3096960"/>
                <a:ext cx="3382" cy="219272"/>
              </a:xfrm>
              <a:custGeom>
                <a:avLst/>
                <a:gdLst>
                  <a:gd name="csX0" fmla="*/ 0 w 3382"/>
                  <a:gd name="csY0" fmla="*/ 0 h 219272"/>
                  <a:gd name="csX1" fmla="*/ 3382 w 3382"/>
                  <a:gd name="csY1" fmla="*/ 144939 h 219272"/>
                  <a:gd name="csX2" fmla="*/ 1864 w 3382"/>
                  <a:gd name="csY2" fmla="*/ 219272 h 219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82" h="219272">
                    <a:moveTo>
                      <a:pt x="0" y="0"/>
                    </a:moveTo>
                    <a:lnTo>
                      <a:pt x="3382" y="144939"/>
                    </a:lnTo>
                    <a:lnTo>
                      <a:pt x="1864" y="219272"/>
                    </a:lnTo>
                  </a:path>
                </a:pathLst>
              </a:custGeom>
              <a:noFill/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00BC9949-B1E5-AEA3-296B-3AB6B9F08985}"/>
                  </a:ext>
                </a:extLst>
              </p:cNvPr>
              <p:cNvSpPr/>
              <p:nvPr/>
            </p:nvSpPr>
            <p:spPr>
              <a:xfrm>
                <a:off x="2126088" y="3301807"/>
                <a:ext cx="55221" cy="55767"/>
              </a:xfrm>
              <a:custGeom>
                <a:avLst/>
                <a:gdLst>
                  <a:gd name="csX0" fmla="*/ 26506 w 55221"/>
                  <a:gd name="csY0" fmla="*/ 55767 h 55767"/>
                  <a:gd name="csX1" fmla="*/ 0 w 55221"/>
                  <a:gd name="csY1" fmla="*/ 0 h 55767"/>
                  <a:gd name="csX2" fmla="*/ 27335 w 55221"/>
                  <a:gd name="csY2" fmla="*/ 14425 h 55767"/>
                  <a:gd name="csX3" fmla="*/ 55221 w 55221"/>
                  <a:gd name="csY3" fmla="*/ 1173 h 55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21" h="55767">
                    <a:moveTo>
                      <a:pt x="26506" y="55767"/>
                    </a:moveTo>
                    <a:lnTo>
                      <a:pt x="0" y="0"/>
                    </a:lnTo>
                    <a:lnTo>
                      <a:pt x="27335" y="14425"/>
                    </a:lnTo>
                    <a:lnTo>
                      <a:pt x="55221" y="1173"/>
                    </a:lnTo>
                    <a:close/>
                  </a:path>
                </a:pathLst>
              </a:custGeom>
              <a:solidFill>
                <a:srgbClr val="000000"/>
              </a:solidFill>
              <a:ln w="1380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pic>
          <p:nvPicPr>
            <p:cNvPr id="215" name="Picture 214">
              <a:extLst>
                <a:ext uri="{FF2B5EF4-FFF2-40B4-BE49-F238E27FC236}">
                  <a16:creationId xmlns:a16="http://schemas.microsoft.com/office/drawing/2014/main" id="{D0C0338A-351F-F652-3362-08C02F400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33412" y="1844485"/>
              <a:ext cx="199902" cy="333375"/>
            </a:xfrm>
            <a:custGeom>
              <a:avLst/>
              <a:gdLst>
                <a:gd name="csX0" fmla="*/ 0 w 199902"/>
                <a:gd name="csY0" fmla="*/ 0 h 333375"/>
                <a:gd name="csX1" fmla="*/ 199902 w 199902"/>
                <a:gd name="csY1" fmla="*/ 0 h 333375"/>
                <a:gd name="csX2" fmla="*/ 199902 w 199902"/>
                <a:gd name="csY2" fmla="*/ 333375 h 333375"/>
                <a:gd name="csX3" fmla="*/ 0 w 199902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9902" h="333375">
                  <a:moveTo>
                    <a:pt x="0" y="0"/>
                  </a:moveTo>
                  <a:lnTo>
                    <a:pt x="199902" y="0"/>
                  </a:lnTo>
                  <a:lnTo>
                    <a:pt x="199902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  <p:pic>
          <p:nvPicPr>
            <p:cNvPr id="216" name="Picture 215">
              <a:extLst>
                <a:ext uri="{FF2B5EF4-FFF2-40B4-BE49-F238E27FC236}">
                  <a16:creationId xmlns:a16="http://schemas.microsoft.com/office/drawing/2014/main" id="{9E152059-CB75-EC97-D692-5895B1ED7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30651" y="3202490"/>
              <a:ext cx="323651" cy="333375"/>
            </a:xfrm>
            <a:custGeom>
              <a:avLst/>
              <a:gdLst>
                <a:gd name="csX0" fmla="*/ 0 w 323651"/>
                <a:gd name="csY0" fmla="*/ 0 h 333375"/>
                <a:gd name="csX1" fmla="*/ 323651 w 323651"/>
                <a:gd name="csY1" fmla="*/ 0 h 333375"/>
                <a:gd name="csX2" fmla="*/ 323651 w 323651"/>
                <a:gd name="csY2" fmla="*/ 333375 h 333375"/>
                <a:gd name="csX3" fmla="*/ 0 w 323651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3651" h="333375">
                  <a:moveTo>
                    <a:pt x="0" y="0"/>
                  </a:moveTo>
                  <a:lnTo>
                    <a:pt x="323651" y="0"/>
                  </a:lnTo>
                  <a:lnTo>
                    <a:pt x="323651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  <p:pic>
          <p:nvPicPr>
            <p:cNvPr id="217" name="Picture 216">
              <a:extLst>
                <a:ext uri="{FF2B5EF4-FFF2-40B4-BE49-F238E27FC236}">
                  <a16:creationId xmlns:a16="http://schemas.microsoft.com/office/drawing/2014/main" id="{489998B0-01B4-A728-972D-FC4592889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492871" y="3202490"/>
              <a:ext cx="323651" cy="333375"/>
            </a:xfrm>
            <a:custGeom>
              <a:avLst/>
              <a:gdLst>
                <a:gd name="csX0" fmla="*/ 0 w 323651"/>
                <a:gd name="csY0" fmla="*/ 0 h 333375"/>
                <a:gd name="csX1" fmla="*/ 323651 w 323651"/>
                <a:gd name="csY1" fmla="*/ 0 h 333375"/>
                <a:gd name="csX2" fmla="*/ 323651 w 323651"/>
                <a:gd name="csY2" fmla="*/ 333375 h 333375"/>
                <a:gd name="csX3" fmla="*/ 0 w 323651"/>
                <a:gd name="csY3" fmla="*/ 333375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3651" h="333375">
                  <a:moveTo>
                    <a:pt x="0" y="0"/>
                  </a:moveTo>
                  <a:lnTo>
                    <a:pt x="323651" y="0"/>
                  </a:lnTo>
                  <a:lnTo>
                    <a:pt x="323651" y="333375"/>
                  </a:lnTo>
                  <a:lnTo>
                    <a:pt x="0" y="333375"/>
                  </a:lnTo>
                  <a:close/>
                </a:path>
              </a:pathLst>
            </a:custGeom>
          </p:spPr>
        </p:pic>
      </p:grpSp>
      <p:pic>
        <p:nvPicPr>
          <p:cNvPr id="232" name="Picture 231">
            <a:extLst>
              <a:ext uri="{FF2B5EF4-FFF2-40B4-BE49-F238E27FC236}">
                <a16:creationId xmlns:a16="http://schemas.microsoft.com/office/drawing/2014/main" id="{18283342-6324-F08F-4896-6428163C45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82433" y="3175317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  <p:sp>
        <p:nvSpPr>
          <p:cNvPr id="282" name="TextBox 281">
            <a:extLst>
              <a:ext uri="{FF2B5EF4-FFF2-40B4-BE49-F238E27FC236}">
                <a16:creationId xmlns:a16="http://schemas.microsoft.com/office/drawing/2014/main" id="{C1C4844E-4BF9-E496-866D-27791B02D763}"/>
              </a:ext>
            </a:extLst>
          </p:cNvPr>
          <p:cNvSpPr txBox="1"/>
          <p:nvPr/>
        </p:nvSpPr>
        <p:spPr>
          <a:xfrm>
            <a:off x="3626113" y="3124751"/>
            <a:ext cx="1472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Demotion</a:t>
            </a:r>
            <a:endParaRPr lang="en-CN" sz="1600" dirty="0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B2AA33FC-6451-1757-64F5-DAC6B91A5CAD}"/>
              </a:ext>
            </a:extLst>
          </p:cNvPr>
          <p:cNvSpPr txBox="1"/>
          <p:nvPr/>
        </p:nvSpPr>
        <p:spPr>
          <a:xfrm>
            <a:off x="4456825" y="2249287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13EEDC8D-FFD1-7999-F6AE-F9A55F7C091F}"/>
              </a:ext>
            </a:extLst>
          </p:cNvPr>
          <p:cNvSpPr txBox="1"/>
          <p:nvPr/>
        </p:nvSpPr>
        <p:spPr>
          <a:xfrm>
            <a:off x="3270210" y="4184839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518953"/>
      </p:ext>
    </p:extLst>
  </p:cSld>
  <p:clrMapOvr>
    <a:masterClrMapping/>
  </p:clrMapOvr>
  <p:transition>
    <p:wipe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098D-53AA-FBF9-669A-E32297B66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C85D9E-4967-5010-CB89-80A0553F1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F9F668-3C6D-2BE5-CAEE-416EEB2E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83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8F08A3D9-3F2A-ABA7-09ED-06B9DB51ABD5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848514E6-29E3-C4F4-AF9B-4E0914056186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ACA27CA-3D8F-6FEA-A06E-810A5FA13BE6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AB62270B-FCA1-B370-AF50-BA50D7246DC8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C3DFCB-510C-1031-B99F-883AD25D572E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49F44B-8A5D-71A8-87F7-6978DD1E109A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9F78DE-220F-8C51-078E-0A2ADD4E2DDD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A8CB22-8E2D-3A67-26B8-6BC68834470A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CE8E7C-1878-EEF0-0485-5CB044DE75FE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F20DA384-0983-E137-0BCE-C94EEE665A2A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3E8E4B37-8AB3-638F-C3E3-22A1D0C76112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2A984072-D63A-5320-F9EF-49345EFE3374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8DFDF31B-CE14-0717-CEEC-60D844796601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A44BBBF-1CE8-FC95-6B3A-C53230CEA96E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71055314-ACF4-6647-61DA-7B1E36A63E88}"/>
              </a:ext>
            </a:extLst>
          </p:cNvPr>
          <p:cNvSpPr/>
          <p:nvPr/>
        </p:nvSpPr>
        <p:spPr>
          <a:xfrm>
            <a:off x="888434" y="958526"/>
            <a:ext cx="8655360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DE50A7-E7A6-F2EB-C968-437A887F9F8B}"/>
              </a:ext>
            </a:extLst>
          </p:cNvPr>
          <p:cNvGrpSpPr/>
          <p:nvPr/>
        </p:nvGrpSpPr>
        <p:grpSpPr>
          <a:xfrm>
            <a:off x="612390" y="2202120"/>
            <a:ext cx="10967219" cy="3112128"/>
            <a:chOff x="1347243" y="2423603"/>
            <a:chExt cx="9945304" cy="2822143"/>
          </a:xfrm>
        </p:grpSpPr>
        <p:grpSp>
          <p:nvGrpSpPr>
            <p:cNvPr id="19" name="Graphic 4">
              <a:extLst>
                <a:ext uri="{FF2B5EF4-FFF2-40B4-BE49-F238E27FC236}">
                  <a16:creationId xmlns:a16="http://schemas.microsoft.com/office/drawing/2014/main" id="{BB0334DE-D2C4-C933-5F5C-29AC0870F989}"/>
                </a:ext>
              </a:extLst>
            </p:cNvPr>
            <p:cNvGrpSpPr/>
            <p:nvPr/>
          </p:nvGrpSpPr>
          <p:grpSpPr>
            <a:xfrm>
              <a:off x="2367707" y="4049495"/>
              <a:ext cx="1433709" cy="366457"/>
              <a:chOff x="2367707" y="4049495"/>
              <a:chExt cx="1433709" cy="366457"/>
            </a:xfrm>
            <a:solidFill>
              <a:srgbClr val="E1D5E7"/>
            </a:solidFill>
          </p:grpSpPr>
          <p:sp>
            <p:nvSpPr>
              <p:cNvPr id="95" name="Rounded Rectangle 94">
                <a:extLst>
                  <a:ext uri="{FF2B5EF4-FFF2-40B4-BE49-F238E27FC236}">
                    <a16:creationId xmlns:a16="http://schemas.microsoft.com/office/drawing/2014/main" id="{8A3F3D89-BF80-48E3-8427-482FD189BB72}"/>
                  </a:ext>
                </a:extLst>
              </p:cNvPr>
              <p:cNvSpPr/>
              <p:nvPr/>
            </p:nvSpPr>
            <p:spPr>
              <a:xfrm>
                <a:off x="2367707" y="4049495"/>
                <a:ext cx="1433709" cy="366457"/>
              </a:xfrm>
              <a:prstGeom prst="roundRect">
                <a:avLst>
                  <a:gd name="adj" fmla="val 15005"/>
                </a:avLst>
              </a:prstGeom>
              <a:solidFill>
                <a:srgbClr val="E1D5E7"/>
              </a:solidFill>
              <a:ln w="16857" cap="flat">
                <a:solidFill>
                  <a:srgbClr val="9673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F0C6B56C-D77A-6072-37AB-E4379557FA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76140" y="4133738"/>
                <a:ext cx="1416842" cy="227456"/>
              </a:xfrm>
              <a:custGeom>
                <a:avLst/>
                <a:gdLst>
                  <a:gd name="csX0" fmla="*/ 0 w 1416842"/>
                  <a:gd name="csY0" fmla="*/ 0 h 227456"/>
                  <a:gd name="csX1" fmla="*/ 1416842 w 1416842"/>
                  <a:gd name="csY1" fmla="*/ 0 h 227456"/>
                  <a:gd name="csX2" fmla="*/ 1416842 w 1416842"/>
                  <a:gd name="csY2" fmla="*/ 227456 h 227456"/>
                  <a:gd name="csX3" fmla="*/ 0 w 1416842"/>
                  <a:gd name="csY3" fmla="*/ 227456 h 2274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416842" h="227456">
                    <a:moveTo>
                      <a:pt x="0" y="0"/>
                    </a:moveTo>
                    <a:lnTo>
                      <a:pt x="1416842" y="0"/>
                    </a:lnTo>
                    <a:lnTo>
                      <a:pt x="1416842" y="227456"/>
                    </a:lnTo>
                    <a:lnTo>
                      <a:pt x="0" y="2274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89AE99AE-1293-645B-ED68-D2BF5A558186}"/>
                </a:ext>
              </a:extLst>
            </p:cNvPr>
            <p:cNvGrpSpPr/>
            <p:nvPr/>
          </p:nvGrpSpPr>
          <p:grpSpPr>
            <a:xfrm>
              <a:off x="3050827" y="3624067"/>
              <a:ext cx="67468" cy="406557"/>
              <a:chOff x="3050827" y="3624067"/>
              <a:chExt cx="67468" cy="406557"/>
            </a:xfrm>
          </p:grpSpPr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6A502A0C-F0FA-9429-5632-D0E889F928C3}"/>
                  </a:ext>
                </a:extLst>
              </p:cNvPr>
              <p:cNvSpPr/>
              <p:nvPr/>
            </p:nvSpPr>
            <p:spPr>
              <a:xfrm>
                <a:off x="3084561" y="3624067"/>
                <a:ext cx="8433" cy="356011"/>
              </a:xfrm>
              <a:custGeom>
                <a:avLst/>
                <a:gdLst>
                  <a:gd name="csX0" fmla="*/ 0 w 8433"/>
                  <a:gd name="csY0" fmla="*/ 0 h 356011"/>
                  <a:gd name="csX1" fmla="*/ 0 w 8433"/>
                  <a:gd name="csY1" fmla="*/ 356011 h 3560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433" h="356011">
                    <a:moveTo>
                      <a:pt x="0" y="0"/>
                    </a:moveTo>
                    <a:lnTo>
                      <a:pt x="0" y="356011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02EB66CC-520D-C57B-304F-F498D7753164}"/>
                  </a:ext>
                </a:extLst>
              </p:cNvPr>
              <p:cNvSpPr/>
              <p:nvPr/>
            </p:nvSpPr>
            <p:spPr>
              <a:xfrm>
                <a:off x="3050827" y="3963230"/>
                <a:ext cx="67468" cy="67394"/>
              </a:xfrm>
              <a:custGeom>
                <a:avLst/>
                <a:gdLst>
                  <a:gd name="csX0" fmla="*/ 33734 w 67468"/>
                  <a:gd name="csY0" fmla="*/ 67394 h 67394"/>
                  <a:gd name="csX1" fmla="*/ 0 w 67468"/>
                  <a:gd name="csY1" fmla="*/ 0 h 67394"/>
                  <a:gd name="csX2" fmla="*/ 33734 w 67468"/>
                  <a:gd name="csY2" fmla="*/ 16849 h 67394"/>
                  <a:gd name="csX3" fmla="*/ 67469 w 67468"/>
                  <a:gd name="csY3" fmla="*/ 0 h 673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394">
                    <a:moveTo>
                      <a:pt x="33734" y="67394"/>
                    </a:moveTo>
                    <a:lnTo>
                      <a:pt x="0" y="0"/>
                    </a:lnTo>
                    <a:lnTo>
                      <a:pt x="33734" y="16849"/>
                    </a:lnTo>
                    <a:lnTo>
                      <a:pt x="674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" name="Graphic 4">
              <a:extLst>
                <a:ext uri="{FF2B5EF4-FFF2-40B4-BE49-F238E27FC236}">
                  <a16:creationId xmlns:a16="http://schemas.microsoft.com/office/drawing/2014/main" id="{EDA93F0B-7BDC-5661-1231-F67CC217776E}"/>
                </a:ext>
              </a:extLst>
            </p:cNvPr>
            <p:cNvGrpSpPr/>
            <p:nvPr/>
          </p:nvGrpSpPr>
          <p:grpSpPr>
            <a:xfrm>
              <a:off x="1979762" y="3287095"/>
              <a:ext cx="2201165" cy="349608"/>
              <a:chOff x="1979762" y="3287095"/>
              <a:chExt cx="2201165" cy="349608"/>
            </a:xfrm>
            <a:noFill/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C1916DF-E87A-5776-8AFE-1E945D2935D0}"/>
                  </a:ext>
                </a:extLst>
              </p:cNvPr>
              <p:cNvSpPr/>
              <p:nvPr/>
            </p:nvSpPr>
            <p:spPr>
              <a:xfrm>
                <a:off x="1988195" y="3287095"/>
                <a:ext cx="2192731" cy="336972"/>
              </a:xfrm>
              <a:prstGeom prst="rect">
                <a:avLst/>
              </a:prstGeom>
              <a:noFill/>
              <a:ln w="84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1154F8E7-289A-CEC3-D357-E4A95C0F70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9762" y="3329216"/>
                <a:ext cx="2192731" cy="307487"/>
              </a:xfrm>
              <a:custGeom>
                <a:avLst/>
                <a:gdLst>
                  <a:gd name="csX0" fmla="*/ 0 w 2192731"/>
                  <a:gd name="csY0" fmla="*/ 0 h 307487"/>
                  <a:gd name="csX1" fmla="*/ 2192732 w 2192731"/>
                  <a:gd name="csY1" fmla="*/ 0 h 307487"/>
                  <a:gd name="csX2" fmla="*/ 2192732 w 2192731"/>
                  <a:gd name="csY2" fmla="*/ 307487 h 307487"/>
                  <a:gd name="csX3" fmla="*/ 0 w 2192731"/>
                  <a:gd name="csY3" fmla="*/ 307487 h 3074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92731" h="307487">
                    <a:moveTo>
                      <a:pt x="0" y="0"/>
                    </a:moveTo>
                    <a:lnTo>
                      <a:pt x="2192732" y="0"/>
                    </a:lnTo>
                    <a:lnTo>
                      <a:pt x="2192732" y="307487"/>
                    </a:lnTo>
                    <a:lnTo>
                      <a:pt x="0" y="307487"/>
                    </a:lnTo>
                    <a:close/>
                  </a:path>
                </a:pathLst>
              </a:custGeom>
            </p:spPr>
          </p:pic>
        </p:grpSp>
        <p:grpSp>
          <p:nvGrpSpPr>
            <p:cNvPr id="22" name="Graphic 4">
              <a:extLst>
                <a:ext uri="{FF2B5EF4-FFF2-40B4-BE49-F238E27FC236}">
                  <a16:creationId xmlns:a16="http://schemas.microsoft.com/office/drawing/2014/main" id="{63C22E3A-54CD-FDF2-60CC-BFB7C66BCC90}"/>
                </a:ext>
              </a:extLst>
            </p:cNvPr>
            <p:cNvGrpSpPr/>
            <p:nvPr/>
          </p:nvGrpSpPr>
          <p:grpSpPr>
            <a:xfrm>
              <a:off x="1347243" y="4862440"/>
              <a:ext cx="3466203" cy="362245"/>
              <a:chOff x="1347243" y="4862440"/>
              <a:chExt cx="3466203" cy="362245"/>
            </a:xfrm>
            <a:noFill/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9C27CA1D-70E1-5482-6455-9D39D4066A54}"/>
                  </a:ext>
                </a:extLst>
              </p:cNvPr>
              <p:cNvSpPr/>
              <p:nvPr/>
            </p:nvSpPr>
            <p:spPr>
              <a:xfrm>
                <a:off x="1355677" y="4862440"/>
                <a:ext cx="3457769" cy="336972"/>
              </a:xfrm>
              <a:prstGeom prst="rect">
                <a:avLst/>
              </a:prstGeom>
              <a:noFill/>
              <a:ln w="84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9C435C63-0421-1BCF-A99C-7DD3A3089F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7243" y="4891925"/>
                <a:ext cx="3457769" cy="332760"/>
              </a:xfrm>
              <a:custGeom>
                <a:avLst/>
                <a:gdLst>
                  <a:gd name="csX0" fmla="*/ 0 w 3457769"/>
                  <a:gd name="csY0" fmla="*/ 0 h 332760"/>
                  <a:gd name="csX1" fmla="*/ 3457770 w 3457769"/>
                  <a:gd name="csY1" fmla="*/ 0 h 332760"/>
                  <a:gd name="csX2" fmla="*/ 3457770 w 3457769"/>
                  <a:gd name="csY2" fmla="*/ 332760 h 332760"/>
                  <a:gd name="csX3" fmla="*/ 0 w 3457769"/>
                  <a:gd name="csY3" fmla="*/ 332760 h 3327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57769" h="332760">
                    <a:moveTo>
                      <a:pt x="0" y="0"/>
                    </a:moveTo>
                    <a:lnTo>
                      <a:pt x="3457770" y="0"/>
                    </a:lnTo>
                    <a:lnTo>
                      <a:pt x="3457770" y="332760"/>
                    </a:lnTo>
                    <a:lnTo>
                      <a:pt x="0" y="33276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7116E731-C406-D1D8-5A73-F7AE82899820}"/>
                </a:ext>
              </a:extLst>
            </p:cNvPr>
            <p:cNvGrpSpPr/>
            <p:nvPr/>
          </p:nvGrpSpPr>
          <p:grpSpPr>
            <a:xfrm>
              <a:off x="5207716" y="2423603"/>
              <a:ext cx="1530695" cy="366457"/>
              <a:chOff x="5207716" y="2423603"/>
              <a:chExt cx="1530695" cy="366457"/>
            </a:xfrm>
            <a:solidFill>
              <a:srgbClr val="FFE6CC"/>
            </a:solidFill>
          </p:grpSpPr>
          <p:sp>
            <p:nvSpPr>
              <p:cNvPr id="87" name="Rounded Rectangle 86">
                <a:extLst>
                  <a:ext uri="{FF2B5EF4-FFF2-40B4-BE49-F238E27FC236}">
                    <a16:creationId xmlns:a16="http://schemas.microsoft.com/office/drawing/2014/main" id="{1F256B61-5DEB-4B01-62C5-2C0A708336B2}"/>
                  </a:ext>
                </a:extLst>
              </p:cNvPr>
              <p:cNvSpPr/>
              <p:nvPr/>
            </p:nvSpPr>
            <p:spPr>
              <a:xfrm>
                <a:off x="5207716" y="2423603"/>
                <a:ext cx="1530695" cy="366457"/>
              </a:xfrm>
              <a:prstGeom prst="roundRect">
                <a:avLst>
                  <a:gd name="adj" fmla="val 15005"/>
                </a:avLst>
              </a:prstGeom>
              <a:solidFill>
                <a:srgbClr val="FFE6CC"/>
              </a:solidFill>
              <a:ln w="16857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DB064BB8-6A44-AAD5-2BC9-2D7B8B1420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18258" y="2507847"/>
                <a:ext cx="1518045" cy="227456"/>
              </a:xfrm>
              <a:custGeom>
                <a:avLst/>
                <a:gdLst>
                  <a:gd name="csX0" fmla="*/ 0 w 1518045"/>
                  <a:gd name="csY0" fmla="*/ 0 h 227456"/>
                  <a:gd name="csX1" fmla="*/ 1518045 w 1518045"/>
                  <a:gd name="csY1" fmla="*/ 0 h 227456"/>
                  <a:gd name="csX2" fmla="*/ 1518045 w 1518045"/>
                  <a:gd name="csY2" fmla="*/ 227456 h 227456"/>
                  <a:gd name="csX3" fmla="*/ 0 w 1518045"/>
                  <a:gd name="csY3" fmla="*/ 227456 h 2274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18045" h="227456">
                    <a:moveTo>
                      <a:pt x="0" y="0"/>
                    </a:moveTo>
                    <a:lnTo>
                      <a:pt x="1518045" y="0"/>
                    </a:lnTo>
                    <a:lnTo>
                      <a:pt x="1518045" y="227456"/>
                    </a:lnTo>
                    <a:lnTo>
                      <a:pt x="0" y="2274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384921B8-243D-3D2B-B834-A7A249BDAE1C}"/>
                </a:ext>
              </a:extLst>
            </p:cNvPr>
            <p:cNvGrpSpPr/>
            <p:nvPr/>
          </p:nvGrpSpPr>
          <p:grpSpPr>
            <a:xfrm>
              <a:off x="5939583" y="3624067"/>
              <a:ext cx="67468" cy="406557"/>
              <a:chOff x="5939583" y="3624067"/>
              <a:chExt cx="67468" cy="406557"/>
            </a:xfrm>
          </p:grpSpPr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90E59C4C-7B1F-852C-12D0-108968EFC3E7}"/>
                  </a:ext>
                </a:extLst>
              </p:cNvPr>
              <p:cNvSpPr/>
              <p:nvPr/>
            </p:nvSpPr>
            <p:spPr>
              <a:xfrm>
                <a:off x="5973317" y="3624067"/>
                <a:ext cx="8433" cy="356011"/>
              </a:xfrm>
              <a:custGeom>
                <a:avLst/>
                <a:gdLst>
                  <a:gd name="csX0" fmla="*/ 0 w 8433"/>
                  <a:gd name="csY0" fmla="*/ 0 h 356011"/>
                  <a:gd name="csX1" fmla="*/ 0 w 8433"/>
                  <a:gd name="csY1" fmla="*/ 212882 h 356011"/>
                  <a:gd name="csX2" fmla="*/ 0 w 8433"/>
                  <a:gd name="csY2" fmla="*/ 356011 h 3560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8433" h="356011">
                    <a:moveTo>
                      <a:pt x="0" y="0"/>
                    </a:moveTo>
                    <a:lnTo>
                      <a:pt x="0" y="212882"/>
                    </a:lnTo>
                    <a:lnTo>
                      <a:pt x="0" y="356011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C3733E82-2AA8-92EA-D4BC-79A8C2C64611}"/>
                  </a:ext>
                </a:extLst>
              </p:cNvPr>
              <p:cNvSpPr/>
              <p:nvPr/>
            </p:nvSpPr>
            <p:spPr>
              <a:xfrm>
                <a:off x="5939583" y="3963230"/>
                <a:ext cx="67468" cy="67394"/>
              </a:xfrm>
              <a:custGeom>
                <a:avLst/>
                <a:gdLst>
                  <a:gd name="csX0" fmla="*/ 33734 w 67468"/>
                  <a:gd name="csY0" fmla="*/ 67394 h 67394"/>
                  <a:gd name="csX1" fmla="*/ 0 w 67468"/>
                  <a:gd name="csY1" fmla="*/ 0 h 67394"/>
                  <a:gd name="csX2" fmla="*/ 33734 w 67468"/>
                  <a:gd name="csY2" fmla="*/ 16849 h 67394"/>
                  <a:gd name="csX3" fmla="*/ 67469 w 67468"/>
                  <a:gd name="csY3" fmla="*/ 0 h 673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394">
                    <a:moveTo>
                      <a:pt x="33734" y="67394"/>
                    </a:moveTo>
                    <a:lnTo>
                      <a:pt x="0" y="0"/>
                    </a:lnTo>
                    <a:lnTo>
                      <a:pt x="33734" y="16849"/>
                    </a:lnTo>
                    <a:lnTo>
                      <a:pt x="674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18BC92C4-38A4-2B9A-184A-BEFDE62DE0F0}"/>
                </a:ext>
              </a:extLst>
            </p:cNvPr>
            <p:cNvGrpSpPr/>
            <p:nvPr/>
          </p:nvGrpSpPr>
          <p:grpSpPr>
            <a:xfrm>
              <a:off x="6913409" y="2573135"/>
              <a:ext cx="1317831" cy="883035"/>
              <a:chOff x="6913409" y="2573135"/>
              <a:chExt cx="1317831" cy="883035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38CFC673-E326-41C3-79A5-30737E219097}"/>
                  </a:ext>
                </a:extLst>
              </p:cNvPr>
              <p:cNvSpPr/>
              <p:nvPr/>
            </p:nvSpPr>
            <p:spPr>
              <a:xfrm>
                <a:off x="6913409" y="2606832"/>
                <a:ext cx="1267230" cy="849338"/>
              </a:xfrm>
              <a:custGeom>
                <a:avLst/>
                <a:gdLst>
                  <a:gd name="csX0" fmla="*/ 0 w 1267230"/>
                  <a:gd name="csY0" fmla="*/ 848749 h 849338"/>
                  <a:gd name="csX1" fmla="*/ 590351 w 1267230"/>
                  <a:gd name="csY1" fmla="*/ 849339 h 849338"/>
                  <a:gd name="csX2" fmla="*/ 590351 w 1267230"/>
                  <a:gd name="csY2" fmla="*/ 168 h 849338"/>
                  <a:gd name="csX3" fmla="*/ 1267231 w 1267230"/>
                  <a:gd name="csY3" fmla="*/ 0 h 8493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67230" h="849338">
                    <a:moveTo>
                      <a:pt x="0" y="848749"/>
                    </a:moveTo>
                    <a:lnTo>
                      <a:pt x="590351" y="849339"/>
                    </a:lnTo>
                    <a:lnTo>
                      <a:pt x="590351" y="168"/>
                    </a:lnTo>
                    <a:lnTo>
                      <a:pt x="1267231" y="0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3705B48A-6AB5-CE74-0A8C-1E1C4FE60D6B}"/>
                  </a:ext>
                </a:extLst>
              </p:cNvPr>
              <p:cNvSpPr/>
              <p:nvPr/>
            </p:nvSpPr>
            <p:spPr>
              <a:xfrm>
                <a:off x="8163772" y="2573135"/>
                <a:ext cx="67468" cy="67394"/>
              </a:xfrm>
              <a:custGeom>
                <a:avLst/>
                <a:gdLst>
                  <a:gd name="csX0" fmla="*/ 67469 w 67468"/>
                  <a:gd name="csY0" fmla="*/ 33697 h 67394"/>
                  <a:gd name="csX1" fmla="*/ 0 w 67468"/>
                  <a:gd name="csY1" fmla="*/ 67394 h 67394"/>
                  <a:gd name="csX2" fmla="*/ 16867 w 67468"/>
                  <a:gd name="csY2" fmla="*/ 33697 h 67394"/>
                  <a:gd name="csX3" fmla="*/ 0 w 67468"/>
                  <a:gd name="csY3" fmla="*/ 0 h 673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394">
                    <a:moveTo>
                      <a:pt x="67469" y="33697"/>
                    </a:moveTo>
                    <a:lnTo>
                      <a:pt x="0" y="67394"/>
                    </a:lnTo>
                    <a:lnTo>
                      <a:pt x="16867" y="336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6" name="Graphic 4">
              <a:extLst>
                <a:ext uri="{FF2B5EF4-FFF2-40B4-BE49-F238E27FC236}">
                  <a16:creationId xmlns:a16="http://schemas.microsoft.com/office/drawing/2014/main" id="{B0D9DEFE-17AF-5CDF-04AF-AEDD1A33958A}"/>
                </a:ext>
              </a:extLst>
            </p:cNvPr>
            <p:cNvGrpSpPr/>
            <p:nvPr/>
          </p:nvGrpSpPr>
          <p:grpSpPr>
            <a:xfrm>
              <a:off x="4623690" y="3287095"/>
              <a:ext cx="2698747" cy="349608"/>
              <a:chOff x="4623690" y="3287095"/>
              <a:chExt cx="2698747" cy="349608"/>
            </a:xfrm>
            <a:noFill/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02803C79-D492-00EB-B724-2CFFE1B5EC52}"/>
                  </a:ext>
                </a:extLst>
              </p:cNvPr>
              <p:cNvSpPr/>
              <p:nvPr/>
            </p:nvSpPr>
            <p:spPr>
              <a:xfrm>
                <a:off x="4623690" y="3287095"/>
                <a:ext cx="2698747" cy="336972"/>
              </a:xfrm>
              <a:prstGeom prst="rect">
                <a:avLst/>
              </a:prstGeom>
              <a:noFill/>
              <a:ln w="84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DE2BF4AD-E25D-2821-BCB6-CF4AAB9473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33922" y="3329216"/>
                <a:ext cx="1686716" cy="307487"/>
              </a:xfrm>
              <a:custGeom>
                <a:avLst/>
                <a:gdLst>
                  <a:gd name="csX0" fmla="*/ 0 w 1686716"/>
                  <a:gd name="csY0" fmla="*/ 0 h 307487"/>
                  <a:gd name="csX1" fmla="*/ 1686717 w 1686716"/>
                  <a:gd name="csY1" fmla="*/ 0 h 307487"/>
                  <a:gd name="csX2" fmla="*/ 1686717 w 1686716"/>
                  <a:gd name="csY2" fmla="*/ 307487 h 307487"/>
                  <a:gd name="csX3" fmla="*/ 0 w 1686716"/>
                  <a:gd name="csY3" fmla="*/ 307487 h 3074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86716" h="307487">
                    <a:moveTo>
                      <a:pt x="0" y="0"/>
                    </a:moveTo>
                    <a:lnTo>
                      <a:pt x="1686717" y="0"/>
                    </a:lnTo>
                    <a:lnTo>
                      <a:pt x="1686717" y="307487"/>
                    </a:lnTo>
                    <a:lnTo>
                      <a:pt x="0" y="307487"/>
                    </a:lnTo>
                    <a:close/>
                  </a:path>
                </a:pathLst>
              </a:custGeom>
            </p:spPr>
          </p:pic>
        </p:grpSp>
        <p:grpSp>
          <p:nvGrpSpPr>
            <p:cNvPr id="27" name="Graphic 4">
              <a:extLst>
                <a:ext uri="{FF2B5EF4-FFF2-40B4-BE49-F238E27FC236}">
                  <a16:creationId xmlns:a16="http://schemas.microsoft.com/office/drawing/2014/main" id="{FE7A33C1-2DEB-4FAB-FE01-7D5FD1316B66}"/>
                </a:ext>
              </a:extLst>
            </p:cNvPr>
            <p:cNvGrpSpPr/>
            <p:nvPr/>
          </p:nvGrpSpPr>
          <p:grpSpPr>
            <a:xfrm>
              <a:off x="5207716" y="4049495"/>
              <a:ext cx="1530695" cy="366457"/>
              <a:chOff x="5207716" y="4049495"/>
              <a:chExt cx="1530695" cy="366457"/>
            </a:xfrm>
            <a:solidFill>
              <a:srgbClr val="E1D5E7"/>
            </a:solidFill>
          </p:grpSpPr>
          <p:sp>
            <p:nvSpPr>
              <p:cNvPr id="79" name="Rounded Rectangle 78">
                <a:extLst>
                  <a:ext uri="{FF2B5EF4-FFF2-40B4-BE49-F238E27FC236}">
                    <a16:creationId xmlns:a16="http://schemas.microsoft.com/office/drawing/2014/main" id="{354ACAFC-E048-CC71-3FB0-E1F1D126DDC0}"/>
                  </a:ext>
                </a:extLst>
              </p:cNvPr>
              <p:cNvSpPr/>
              <p:nvPr/>
            </p:nvSpPr>
            <p:spPr>
              <a:xfrm>
                <a:off x="5207716" y="4049495"/>
                <a:ext cx="1530695" cy="366457"/>
              </a:xfrm>
              <a:prstGeom prst="roundRect">
                <a:avLst>
                  <a:gd name="adj" fmla="val 15005"/>
                </a:avLst>
              </a:prstGeom>
              <a:solidFill>
                <a:srgbClr val="E1D5E7"/>
              </a:solidFill>
              <a:ln w="16857" cap="flat">
                <a:solidFill>
                  <a:srgbClr val="9673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7ECAE6C0-9AE3-BD9A-370A-A95FBED3E7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18258" y="4133738"/>
                <a:ext cx="1518045" cy="227456"/>
              </a:xfrm>
              <a:custGeom>
                <a:avLst/>
                <a:gdLst>
                  <a:gd name="csX0" fmla="*/ 0 w 1518045"/>
                  <a:gd name="csY0" fmla="*/ 0 h 227456"/>
                  <a:gd name="csX1" fmla="*/ 1518045 w 1518045"/>
                  <a:gd name="csY1" fmla="*/ 0 h 227456"/>
                  <a:gd name="csX2" fmla="*/ 1518045 w 1518045"/>
                  <a:gd name="csY2" fmla="*/ 227456 h 227456"/>
                  <a:gd name="csX3" fmla="*/ 0 w 1518045"/>
                  <a:gd name="csY3" fmla="*/ 227456 h 2274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18045" h="227456">
                    <a:moveTo>
                      <a:pt x="0" y="0"/>
                    </a:moveTo>
                    <a:lnTo>
                      <a:pt x="1518045" y="0"/>
                    </a:lnTo>
                    <a:lnTo>
                      <a:pt x="1518045" y="227456"/>
                    </a:lnTo>
                    <a:lnTo>
                      <a:pt x="0" y="2274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AA60CA5E-3A07-18E2-9855-A2102A4201C4}"/>
                </a:ext>
              </a:extLst>
            </p:cNvPr>
            <p:cNvGrpSpPr/>
            <p:nvPr/>
          </p:nvGrpSpPr>
          <p:grpSpPr>
            <a:xfrm>
              <a:off x="3695996" y="4879289"/>
              <a:ext cx="4554135" cy="366457"/>
              <a:chOff x="3695996" y="4879289"/>
              <a:chExt cx="4554135" cy="366457"/>
            </a:xfrm>
            <a:noFill/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B0614127-0AFF-44F5-B034-595815298633}"/>
                  </a:ext>
                </a:extLst>
              </p:cNvPr>
              <p:cNvSpPr/>
              <p:nvPr/>
            </p:nvSpPr>
            <p:spPr>
              <a:xfrm>
                <a:off x="3695996" y="4879289"/>
                <a:ext cx="4554135" cy="336972"/>
              </a:xfrm>
              <a:prstGeom prst="rect">
                <a:avLst/>
              </a:prstGeom>
              <a:noFill/>
              <a:ln w="84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9B81F5C3-8786-DCA0-2117-9909C3CD96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63440" y="4904562"/>
                <a:ext cx="1627681" cy="341184"/>
              </a:xfrm>
              <a:custGeom>
                <a:avLst/>
                <a:gdLst>
                  <a:gd name="csX0" fmla="*/ 0 w 1627681"/>
                  <a:gd name="csY0" fmla="*/ 0 h 341184"/>
                  <a:gd name="csX1" fmla="*/ 1627682 w 1627681"/>
                  <a:gd name="csY1" fmla="*/ 0 h 341184"/>
                  <a:gd name="csX2" fmla="*/ 1627682 w 1627681"/>
                  <a:gd name="csY2" fmla="*/ 341184 h 341184"/>
                  <a:gd name="csX3" fmla="*/ 0 w 1627681"/>
                  <a:gd name="csY3" fmla="*/ 341184 h 3411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27681" h="341184">
                    <a:moveTo>
                      <a:pt x="0" y="0"/>
                    </a:moveTo>
                    <a:lnTo>
                      <a:pt x="1627682" y="0"/>
                    </a:lnTo>
                    <a:lnTo>
                      <a:pt x="1627682" y="341184"/>
                    </a:lnTo>
                    <a:lnTo>
                      <a:pt x="0" y="341184"/>
                    </a:lnTo>
                    <a:close/>
                  </a:path>
                </a:pathLst>
              </a:custGeom>
            </p:spPr>
          </p:pic>
        </p:grpSp>
        <p:grpSp>
          <p:nvGrpSpPr>
            <p:cNvPr id="29" name="Graphic 4">
              <a:extLst>
                <a:ext uri="{FF2B5EF4-FFF2-40B4-BE49-F238E27FC236}">
                  <a16:creationId xmlns:a16="http://schemas.microsoft.com/office/drawing/2014/main" id="{631D38D8-DD8D-1B82-94EA-2AC627C13AC4}"/>
                </a:ext>
              </a:extLst>
            </p:cNvPr>
            <p:cNvGrpSpPr/>
            <p:nvPr/>
          </p:nvGrpSpPr>
          <p:grpSpPr>
            <a:xfrm>
              <a:off x="5939330" y="4415952"/>
              <a:ext cx="67468" cy="415823"/>
              <a:chOff x="5939330" y="4415952"/>
              <a:chExt cx="67468" cy="415823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06C65C3A-2CA9-2A97-F9B6-1728E3452AA3}"/>
                  </a:ext>
                </a:extLst>
              </p:cNvPr>
              <p:cNvSpPr/>
              <p:nvPr/>
            </p:nvSpPr>
            <p:spPr>
              <a:xfrm>
                <a:off x="5973064" y="4415952"/>
                <a:ext cx="8433" cy="365277"/>
              </a:xfrm>
              <a:custGeom>
                <a:avLst/>
                <a:gdLst>
                  <a:gd name="csX0" fmla="*/ 0 w 8433"/>
                  <a:gd name="csY0" fmla="*/ 0 h 365277"/>
                  <a:gd name="csX1" fmla="*/ 0 w 8433"/>
                  <a:gd name="csY1" fmla="*/ 365278 h 3652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433" h="365277">
                    <a:moveTo>
                      <a:pt x="0" y="0"/>
                    </a:moveTo>
                    <a:lnTo>
                      <a:pt x="0" y="365278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B01978F4-F0AD-5CFC-3277-500010E060DC}"/>
                  </a:ext>
                </a:extLst>
              </p:cNvPr>
              <p:cNvSpPr/>
              <p:nvPr/>
            </p:nvSpPr>
            <p:spPr>
              <a:xfrm>
                <a:off x="5939330" y="4764381"/>
                <a:ext cx="67468" cy="67394"/>
              </a:xfrm>
              <a:custGeom>
                <a:avLst/>
                <a:gdLst>
                  <a:gd name="csX0" fmla="*/ 33734 w 67468"/>
                  <a:gd name="csY0" fmla="*/ 67394 h 67394"/>
                  <a:gd name="csX1" fmla="*/ 0 w 67468"/>
                  <a:gd name="csY1" fmla="*/ 0 h 67394"/>
                  <a:gd name="csX2" fmla="*/ 33734 w 67468"/>
                  <a:gd name="csY2" fmla="*/ 16849 h 67394"/>
                  <a:gd name="csX3" fmla="*/ 67469 w 67468"/>
                  <a:gd name="csY3" fmla="*/ 0 h 673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394">
                    <a:moveTo>
                      <a:pt x="33734" y="67394"/>
                    </a:moveTo>
                    <a:lnTo>
                      <a:pt x="0" y="0"/>
                    </a:lnTo>
                    <a:lnTo>
                      <a:pt x="33734" y="16849"/>
                    </a:lnTo>
                    <a:lnTo>
                      <a:pt x="674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0" name="Graphic 4">
              <a:extLst>
                <a:ext uri="{FF2B5EF4-FFF2-40B4-BE49-F238E27FC236}">
                  <a16:creationId xmlns:a16="http://schemas.microsoft.com/office/drawing/2014/main" id="{C6F03425-B02E-563B-72CF-6F63BDB0D835}"/>
                </a:ext>
              </a:extLst>
            </p:cNvPr>
            <p:cNvGrpSpPr/>
            <p:nvPr/>
          </p:nvGrpSpPr>
          <p:grpSpPr>
            <a:xfrm>
              <a:off x="3050827" y="4415952"/>
              <a:ext cx="67468" cy="422563"/>
              <a:chOff x="3050827" y="4415952"/>
              <a:chExt cx="67468" cy="422563"/>
            </a:xfrm>
          </p:grpSpPr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33EE5A2E-7617-BFD2-D867-D8446DB0A3D2}"/>
                  </a:ext>
                </a:extLst>
              </p:cNvPr>
              <p:cNvSpPr/>
              <p:nvPr/>
            </p:nvSpPr>
            <p:spPr>
              <a:xfrm>
                <a:off x="3084561" y="4415952"/>
                <a:ext cx="8433" cy="372017"/>
              </a:xfrm>
              <a:custGeom>
                <a:avLst/>
                <a:gdLst>
                  <a:gd name="csX0" fmla="*/ 0 w 8433"/>
                  <a:gd name="csY0" fmla="*/ 0 h 372017"/>
                  <a:gd name="csX1" fmla="*/ 0 w 8433"/>
                  <a:gd name="csY1" fmla="*/ 372017 h 3720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433" h="372017">
                    <a:moveTo>
                      <a:pt x="0" y="0"/>
                    </a:moveTo>
                    <a:lnTo>
                      <a:pt x="0" y="372017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44C3B481-2211-FD18-D44D-8C911361D5CD}"/>
                  </a:ext>
                </a:extLst>
              </p:cNvPr>
              <p:cNvSpPr/>
              <p:nvPr/>
            </p:nvSpPr>
            <p:spPr>
              <a:xfrm>
                <a:off x="3050827" y="4771121"/>
                <a:ext cx="67468" cy="67394"/>
              </a:xfrm>
              <a:custGeom>
                <a:avLst/>
                <a:gdLst>
                  <a:gd name="csX0" fmla="*/ 33734 w 67468"/>
                  <a:gd name="csY0" fmla="*/ 67394 h 67394"/>
                  <a:gd name="csX1" fmla="*/ 0 w 67468"/>
                  <a:gd name="csY1" fmla="*/ 0 h 67394"/>
                  <a:gd name="csX2" fmla="*/ 33734 w 67468"/>
                  <a:gd name="csY2" fmla="*/ 16849 h 67394"/>
                  <a:gd name="csX3" fmla="*/ 67469 w 67468"/>
                  <a:gd name="csY3" fmla="*/ 0 h 673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394">
                    <a:moveTo>
                      <a:pt x="33734" y="67394"/>
                    </a:moveTo>
                    <a:lnTo>
                      <a:pt x="0" y="0"/>
                    </a:lnTo>
                    <a:lnTo>
                      <a:pt x="33734" y="16849"/>
                    </a:lnTo>
                    <a:lnTo>
                      <a:pt x="674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" name="Graphic 4">
              <a:extLst>
                <a:ext uri="{FF2B5EF4-FFF2-40B4-BE49-F238E27FC236}">
                  <a16:creationId xmlns:a16="http://schemas.microsoft.com/office/drawing/2014/main" id="{31DCE614-D035-08A7-875C-3A7DE556C04D}"/>
                </a:ext>
              </a:extLst>
            </p:cNvPr>
            <p:cNvGrpSpPr/>
            <p:nvPr/>
          </p:nvGrpSpPr>
          <p:grpSpPr>
            <a:xfrm>
              <a:off x="8250132" y="2423603"/>
              <a:ext cx="1530695" cy="366457"/>
              <a:chOff x="8250132" y="2423603"/>
              <a:chExt cx="1530695" cy="366457"/>
            </a:xfrm>
            <a:solidFill>
              <a:srgbClr val="FFE6CC"/>
            </a:solidFill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F6428175-AA6A-4E2F-CD3C-14440ABF5150}"/>
                  </a:ext>
                </a:extLst>
              </p:cNvPr>
              <p:cNvSpPr/>
              <p:nvPr/>
            </p:nvSpPr>
            <p:spPr>
              <a:xfrm>
                <a:off x="8250132" y="2423603"/>
                <a:ext cx="1530695" cy="366457"/>
              </a:xfrm>
              <a:prstGeom prst="roundRect">
                <a:avLst>
                  <a:gd name="adj" fmla="val 15005"/>
                </a:avLst>
              </a:prstGeom>
              <a:solidFill>
                <a:srgbClr val="FFE6CC"/>
              </a:solidFill>
              <a:ln w="16857" cap="flat">
                <a:solidFill>
                  <a:srgbClr val="D79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58C025A0-8013-1C9B-8701-CA7696CDAC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62782" y="2507847"/>
                <a:ext cx="1518045" cy="227456"/>
              </a:xfrm>
              <a:custGeom>
                <a:avLst/>
                <a:gdLst>
                  <a:gd name="csX0" fmla="*/ 0 w 1518045"/>
                  <a:gd name="csY0" fmla="*/ 0 h 227456"/>
                  <a:gd name="csX1" fmla="*/ 1518045 w 1518045"/>
                  <a:gd name="csY1" fmla="*/ 0 h 227456"/>
                  <a:gd name="csX2" fmla="*/ 1518045 w 1518045"/>
                  <a:gd name="csY2" fmla="*/ 227456 h 227456"/>
                  <a:gd name="csX3" fmla="*/ 0 w 1518045"/>
                  <a:gd name="csY3" fmla="*/ 227456 h 2274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18045" h="227456">
                    <a:moveTo>
                      <a:pt x="0" y="0"/>
                    </a:moveTo>
                    <a:lnTo>
                      <a:pt x="1518045" y="0"/>
                    </a:lnTo>
                    <a:lnTo>
                      <a:pt x="1518045" y="227456"/>
                    </a:lnTo>
                    <a:lnTo>
                      <a:pt x="0" y="227456"/>
                    </a:lnTo>
                    <a:close/>
                  </a:path>
                </a:pathLst>
              </a:custGeom>
            </p:spPr>
          </p:pic>
        </p:grpSp>
        <p:grpSp>
          <p:nvGrpSpPr>
            <p:cNvPr id="34" name="Graphic 4">
              <a:extLst>
                <a:ext uri="{FF2B5EF4-FFF2-40B4-BE49-F238E27FC236}">
                  <a16:creationId xmlns:a16="http://schemas.microsoft.com/office/drawing/2014/main" id="{3ABB8F53-5FBE-DE15-E649-72D912CE2D11}"/>
                </a:ext>
              </a:extLst>
            </p:cNvPr>
            <p:cNvGrpSpPr/>
            <p:nvPr/>
          </p:nvGrpSpPr>
          <p:grpSpPr>
            <a:xfrm>
              <a:off x="8981745" y="3624067"/>
              <a:ext cx="67468" cy="406557"/>
              <a:chOff x="8981745" y="3624067"/>
              <a:chExt cx="67468" cy="406557"/>
            </a:xfrm>
          </p:grpSpPr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9C262A86-1666-8981-4601-3C495D7856E7}"/>
                  </a:ext>
                </a:extLst>
              </p:cNvPr>
              <p:cNvSpPr/>
              <p:nvPr/>
            </p:nvSpPr>
            <p:spPr>
              <a:xfrm>
                <a:off x="9015395" y="3624067"/>
                <a:ext cx="758" cy="356011"/>
              </a:xfrm>
              <a:custGeom>
                <a:avLst/>
                <a:gdLst>
                  <a:gd name="csX0" fmla="*/ 759 w 758"/>
                  <a:gd name="csY0" fmla="*/ 0 h 356011"/>
                  <a:gd name="csX1" fmla="*/ 759 w 758"/>
                  <a:gd name="csY1" fmla="*/ 212882 h 356011"/>
                  <a:gd name="csX2" fmla="*/ 0 w 758"/>
                  <a:gd name="csY2" fmla="*/ 356011 h 3560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58" h="356011">
                    <a:moveTo>
                      <a:pt x="759" y="0"/>
                    </a:moveTo>
                    <a:lnTo>
                      <a:pt x="759" y="212882"/>
                    </a:lnTo>
                    <a:lnTo>
                      <a:pt x="0" y="356011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88AEE49D-996B-CD25-56DC-DEA4A904332E}"/>
                  </a:ext>
                </a:extLst>
              </p:cNvPr>
              <p:cNvSpPr/>
              <p:nvPr/>
            </p:nvSpPr>
            <p:spPr>
              <a:xfrm>
                <a:off x="8981745" y="3963061"/>
                <a:ext cx="67468" cy="67563"/>
              </a:xfrm>
              <a:custGeom>
                <a:avLst/>
                <a:gdLst>
                  <a:gd name="csX0" fmla="*/ 33397 w 67468"/>
                  <a:gd name="csY0" fmla="*/ 67563 h 67563"/>
                  <a:gd name="csX1" fmla="*/ 0 w 67468"/>
                  <a:gd name="csY1" fmla="*/ 0 h 67563"/>
                  <a:gd name="csX2" fmla="*/ 33650 w 67468"/>
                  <a:gd name="csY2" fmla="*/ 17017 h 67563"/>
                  <a:gd name="csX3" fmla="*/ 67469 w 67468"/>
                  <a:gd name="csY3" fmla="*/ 421 h 67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563">
                    <a:moveTo>
                      <a:pt x="33397" y="67563"/>
                    </a:moveTo>
                    <a:lnTo>
                      <a:pt x="0" y="0"/>
                    </a:lnTo>
                    <a:lnTo>
                      <a:pt x="33650" y="17017"/>
                    </a:lnTo>
                    <a:lnTo>
                      <a:pt x="67469" y="421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5" name="Graphic 4">
              <a:extLst>
                <a:ext uri="{FF2B5EF4-FFF2-40B4-BE49-F238E27FC236}">
                  <a16:creationId xmlns:a16="http://schemas.microsoft.com/office/drawing/2014/main" id="{56D3BE3F-DA7E-F6F6-8961-FC012CF8BB18}"/>
                </a:ext>
              </a:extLst>
            </p:cNvPr>
            <p:cNvGrpSpPr/>
            <p:nvPr/>
          </p:nvGrpSpPr>
          <p:grpSpPr>
            <a:xfrm>
              <a:off x="7666106" y="3287095"/>
              <a:ext cx="2698747" cy="349608"/>
              <a:chOff x="7666106" y="3287095"/>
              <a:chExt cx="2698747" cy="349608"/>
            </a:xfrm>
            <a:noFill/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67A349C5-05D1-245F-634E-3D752CCEFE4E}"/>
                  </a:ext>
                </a:extLst>
              </p:cNvPr>
              <p:cNvSpPr/>
              <p:nvPr/>
            </p:nvSpPr>
            <p:spPr>
              <a:xfrm>
                <a:off x="7666106" y="3287095"/>
                <a:ext cx="2698747" cy="336972"/>
              </a:xfrm>
              <a:prstGeom prst="rect">
                <a:avLst/>
              </a:prstGeom>
              <a:noFill/>
              <a:ln w="84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1D25EE6B-B86A-7A93-0E00-C7814C4F6B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70013" y="3329216"/>
                <a:ext cx="1686716" cy="307487"/>
              </a:xfrm>
              <a:custGeom>
                <a:avLst/>
                <a:gdLst>
                  <a:gd name="csX0" fmla="*/ 0 w 1686716"/>
                  <a:gd name="csY0" fmla="*/ 0 h 307487"/>
                  <a:gd name="csX1" fmla="*/ 1686717 w 1686716"/>
                  <a:gd name="csY1" fmla="*/ 0 h 307487"/>
                  <a:gd name="csX2" fmla="*/ 1686717 w 1686716"/>
                  <a:gd name="csY2" fmla="*/ 307487 h 307487"/>
                  <a:gd name="csX3" fmla="*/ 0 w 1686716"/>
                  <a:gd name="csY3" fmla="*/ 307487 h 3074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86716" h="307487">
                    <a:moveTo>
                      <a:pt x="0" y="0"/>
                    </a:moveTo>
                    <a:lnTo>
                      <a:pt x="1686717" y="0"/>
                    </a:lnTo>
                    <a:lnTo>
                      <a:pt x="1686717" y="307487"/>
                    </a:lnTo>
                    <a:lnTo>
                      <a:pt x="0" y="307487"/>
                    </a:lnTo>
                    <a:close/>
                  </a:path>
                </a:pathLst>
              </a:custGeom>
            </p:spPr>
          </p:pic>
        </p:grpSp>
        <p:grpSp>
          <p:nvGrpSpPr>
            <p:cNvPr id="36" name="Graphic 4">
              <a:extLst>
                <a:ext uri="{FF2B5EF4-FFF2-40B4-BE49-F238E27FC236}">
                  <a16:creationId xmlns:a16="http://schemas.microsoft.com/office/drawing/2014/main" id="{9E14B9A9-4FCA-6FE6-D911-699555092C85}"/>
                </a:ext>
              </a:extLst>
            </p:cNvPr>
            <p:cNvGrpSpPr/>
            <p:nvPr/>
          </p:nvGrpSpPr>
          <p:grpSpPr>
            <a:xfrm>
              <a:off x="8985540" y="2790061"/>
              <a:ext cx="67468" cy="479511"/>
              <a:chOff x="8985540" y="2790061"/>
              <a:chExt cx="67468" cy="479511"/>
            </a:xfrm>
          </p:grpSpPr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754CEC7B-08B2-380C-045F-103EEF942399}"/>
                  </a:ext>
                </a:extLst>
              </p:cNvPr>
              <p:cNvSpPr/>
              <p:nvPr/>
            </p:nvSpPr>
            <p:spPr>
              <a:xfrm>
                <a:off x="9015480" y="2790061"/>
                <a:ext cx="4132" cy="429049"/>
              </a:xfrm>
              <a:custGeom>
                <a:avLst/>
                <a:gdLst>
                  <a:gd name="csX0" fmla="*/ 0 w 4132"/>
                  <a:gd name="csY0" fmla="*/ 0 h 429049"/>
                  <a:gd name="csX1" fmla="*/ 674 w 4132"/>
                  <a:gd name="csY1" fmla="*/ 248264 h 429049"/>
                  <a:gd name="csX2" fmla="*/ 4132 w 4132"/>
                  <a:gd name="csY2" fmla="*/ 429050 h 4290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132" h="429049">
                    <a:moveTo>
                      <a:pt x="0" y="0"/>
                    </a:moveTo>
                    <a:lnTo>
                      <a:pt x="674" y="248264"/>
                    </a:lnTo>
                    <a:lnTo>
                      <a:pt x="4132" y="429050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F509A9AA-EA47-5945-FA70-8B04632F76AA}"/>
                  </a:ext>
                </a:extLst>
              </p:cNvPr>
              <p:cNvSpPr/>
              <p:nvPr/>
            </p:nvSpPr>
            <p:spPr>
              <a:xfrm>
                <a:off x="8985540" y="3201588"/>
                <a:ext cx="67468" cy="67984"/>
              </a:xfrm>
              <a:custGeom>
                <a:avLst/>
                <a:gdLst>
                  <a:gd name="csX0" fmla="*/ 35000 w 67468"/>
                  <a:gd name="csY0" fmla="*/ 67984 h 67984"/>
                  <a:gd name="csX1" fmla="*/ 0 w 67468"/>
                  <a:gd name="csY1" fmla="*/ 1264 h 67984"/>
                  <a:gd name="csX2" fmla="*/ 34072 w 67468"/>
                  <a:gd name="csY2" fmla="*/ 17522 h 67984"/>
                  <a:gd name="csX3" fmla="*/ 67469 w 67468"/>
                  <a:gd name="csY3" fmla="*/ 0 h 679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984">
                    <a:moveTo>
                      <a:pt x="35000" y="67984"/>
                    </a:moveTo>
                    <a:lnTo>
                      <a:pt x="0" y="1264"/>
                    </a:lnTo>
                    <a:lnTo>
                      <a:pt x="34072" y="17522"/>
                    </a:lnTo>
                    <a:lnTo>
                      <a:pt x="674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7" name="Graphic 4">
              <a:extLst>
                <a:ext uri="{FF2B5EF4-FFF2-40B4-BE49-F238E27FC236}">
                  <a16:creationId xmlns:a16="http://schemas.microsoft.com/office/drawing/2014/main" id="{67D7AE1D-DE89-9DF2-77ED-41FC6D7A6730}"/>
                </a:ext>
              </a:extLst>
            </p:cNvPr>
            <p:cNvGrpSpPr/>
            <p:nvPr/>
          </p:nvGrpSpPr>
          <p:grpSpPr>
            <a:xfrm>
              <a:off x="8250132" y="4049495"/>
              <a:ext cx="1530695" cy="366457"/>
              <a:chOff x="8250132" y="4049495"/>
              <a:chExt cx="1530695" cy="366457"/>
            </a:xfrm>
            <a:solidFill>
              <a:srgbClr val="E1D5E7"/>
            </a:solidFill>
          </p:grpSpPr>
          <p:sp>
            <p:nvSpPr>
              <p:cNvPr id="63" name="Rounded Rectangle 62">
                <a:extLst>
                  <a:ext uri="{FF2B5EF4-FFF2-40B4-BE49-F238E27FC236}">
                    <a16:creationId xmlns:a16="http://schemas.microsoft.com/office/drawing/2014/main" id="{8CC2AF0A-4CCF-9A72-680B-F31B90AA5DFF}"/>
                  </a:ext>
                </a:extLst>
              </p:cNvPr>
              <p:cNvSpPr/>
              <p:nvPr/>
            </p:nvSpPr>
            <p:spPr>
              <a:xfrm>
                <a:off x="8250132" y="4049495"/>
                <a:ext cx="1530695" cy="366457"/>
              </a:xfrm>
              <a:prstGeom prst="roundRect">
                <a:avLst>
                  <a:gd name="adj" fmla="val 15005"/>
                </a:avLst>
              </a:prstGeom>
              <a:solidFill>
                <a:srgbClr val="E1D5E7"/>
              </a:solidFill>
              <a:ln w="16857" cap="flat">
                <a:solidFill>
                  <a:srgbClr val="9673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D4CB3E2B-EB67-F0E3-9307-5FA29541A1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62782" y="4133738"/>
                <a:ext cx="1518045" cy="227456"/>
              </a:xfrm>
              <a:custGeom>
                <a:avLst/>
                <a:gdLst>
                  <a:gd name="csX0" fmla="*/ 0 w 1518045"/>
                  <a:gd name="csY0" fmla="*/ 0 h 227456"/>
                  <a:gd name="csX1" fmla="*/ 1518045 w 1518045"/>
                  <a:gd name="csY1" fmla="*/ 0 h 227456"/>
                  <a:gd name="csX2" fmla="*/ 1518045 w 1518045"/>
                  <a:gd name="csY2" fmla="*/ 227456 h 227456"/>
                  <a:gd name="csX3" fmla="*/ 0 w 1518045"/>
                  <a:gd name="csY3" fmla="*/ 227456 h 2274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18045" h="227456">
                    <a:moveTo>
                      <a:pt x="0" y="0"/>
                    </a:moveTo>
                    <a:lnTo>
                      <a:pt x="1518045" y="0"/>
                    </a:lnTo>
                    <a:lnTo>
                      <a:pt x="1518045" y="227456"/>
                    </a:lnTo>
                    <a:lnTo>
                      <a:pt x="0" y="227456"/>
                    </a:lnTo>
                    <a:close/>
                  </a:path>
                </a:pathLst>
              </a:custGeom>
            </p:spPr>
          </p:pic>
        </p:grpSp>
        <p:grpSp>
          <p:nvGrpSpPr>
            <p:cNvPr id="38" name="Graphic 4">
              <a:extLst>
                <a:ext uri="{FF2B5EF4-FFF2-40B4-BE49-F238E27FC236}">
                  <a16:creationId xmlns:a16="http://schemas.microsoft.com/office/drawing/2014/main" id="{154537D1-88AC-FD90-57DE-3BB9510C2AC3}"/>
                </a:ext>
              </a:extLst>
            </p:cNvPr>
            <p:cNvGrpSpPr/>
            <p:nvPr/>
          </p:nvGrpSpPr>
          <p:grpSpPr>
            <a:xfrm>
              <a:off x="6738412" y="4879289"/>
              <a:ext cx="4554135" cy="366457"/>
              <a:chOff x="6738412" y="4879289"/>
              <a:chExt cx="4554135" cy="366457"/>
            </a:xfrm>
            <a:noFill/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D88A051-D7AC-F056-788F-BB3D05CC007B}"/>
                  </a:ext>
                </a:extLst>
              </p:cNvPr>
              <p:cNvSpPr/>
              <p:nvPr/>
            </p:nvSpPr>
            <p:spPr>
              <a:xfrm>
                <a:off x="6738412" y="4879289"/>
                <a:ext cx="4554135" cy="336972"/>
              </a:xfrm>
              <a:prstGeom prst="rect">
                <a:avLst/>
              </a:prstGeom>
              <a:noFill/>
              <a:ln w="84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E4F9ABCA-E56A-AE71-0CD2-3E4351E96F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99530" y="4904562"/>
                <a:ext cx="1627681" cy="341184"/>
              </a:xfrm>
              <a:custGeom>
                <a:avLst/>
                <a:gdLst>
                  <a:gd name="csX0" fmla="*/ 0 w 1627681"/>
                  <a:gd name="csY0" fmla="*/ 0 h 341184"/>
                  <a:gd name="csX1" fmla="*/ 1627682 w 1627681"/>
                  <a:gd name="csY1" fmla="*/ 0 h 341184"/>
                  <a:gd name="csX2" fmla="*/ 1627682 w 1627681"/>
                  <a:gd name="csY2" fmla="*/ 341184 h 341184"/>
                  <a:gd name="csX3" fmla="*/ 0 w 1627681"/>
                  <a:gd name="csY3" fmla="*/ 341184 h 3411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27681" h="341184">
                    <a:moveTo>
                      <a:pt x="0" y="0"/>
                    </a:moveTo>
                    <a:lnTo>
                      <a:pt x="1627682" y="0"/>
                    </a:lnTo>
                    <a:lnTo>
                      <a:pt x="1627682" y="341184"/>
                    </a:lnTo>
                    <a:lnTo>
                      <a:pt x="0" y="341184"/>
                    </a:lnTo>
                    <a:close/>
                  </a:path>
                </a:pathLst>
              </a:custGeom>
            </p:spPr>
          </p:pic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C8C7E420-B72A-402C-7E3C-B95504C7071F}"/>
                </a:ext>
              </a:extLst>
            </p:cNvPr>
            <p:cNvGrpSpPr/>
            <p:nvPr/>
          </p:nvGrpSpPr>
          <p:grpSpPr>
            <a:xfrm>
              <a:off x="8981745" y="4415952"/>
              <a:ext cx="67468" cy="415823"/>
              <a:chOff x="8981745" y="4415952"/>
              <a:chExt cx="67468" cy="415823"/>
            </a:xfrm>
          </p:grpSpPr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61104257-34DC-75A5-902E-E22610930076}"/>
                  </a:ext>
                </a:extLst>
              </p:cNvPr>
              <p:cNvSpPr/>
              <p:nvPr/>
            </p:nvSpPr>
            <p:spPr>
              <a:xfrm>
                <a:off x="9015480" y="4415952"/>
                <a:ext cx="8433" cy="365277"/>
              </a:xfrm>
              <a:custGeom>
                <a:avLst/>
                <a:gdLst>
                  <a:gd name="csX0" fmla="*/ 0 w 8433"/>
                  <a:gd name="csY0" fmla="*/ 0 h 365277"/>
                  <a:gd name="csX1" fmla="*/ 0 w 8433"/>
                  <a:gd name="csY1" fmla="*/ 365278 h 3652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433" h="365277">
                    <a:moveTo>
                      <a:pt x="0" y="0"/>
                    </a:moveTo>
                    <a:lnTo>
                      <a:pt x="0" y="365278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F9AA3700-ACD7-8B18-556D-6180F2FADC02}"/>
                  </a:ext>
                </a:extLst>
              </p:cNvPr>
              <p:cNvSpPr/>
              <p:nvPr/>
            </p:nvSpPr>
            <p:spPr>
              <a:xfrm>
                <a:off x="8981745" y="4764381"/>
                <a:ext cx="67468" cy="67394"/>
              </a:xfrm>
              <a:custGeom>
                <a:avLst/>
                <a:gdLst>
                  <a:gd name="csX0" fmla="*/ 33734 w 67468"/>
                  <a:gd name="csY0" fmla="*/ 67394 h 67394"/>
                  <a:gd name="csX1" fmla="*/ 0 w 67468"/>
                  <a:gd name="csY1" fmla="*/ 0 h 67394"/>
                  <a:gd name="csX2" fmla="*/ 33734 w 67468"/>
                  <a:gd name="csY2" fmla="*/ 16849 h 67394"/>
                  <a:gd name="csX3" fmla="*/ 67469 w 67468"/>
                  <a:gd name="csY3" fmla="*/ 0 h 673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394">
                    <a:moveTo>
                      <a:pt x="33734" y="67394"/>
                    </a:moveTo>
                    <a:lnTo>
                      <a:pt x="0" y="0"/>
                    </a:lnTo>
                    <a:lnTo>
                      <a:pt x="33734" y="16849"/>
                    </a:lnTo>
                    <a:lnTo>
                      <a:pt x="674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0" name="Graphic 4">
              <a:extLst>
                <a:ext uri="{FF2B5EF4-FFF2-40B4-BE49-F238E27FC236}">
                  <a16:creationId xmlns:a16="http://schemas.microsoft.com/office/drawing/2014/main" id="{9B1F0628-EC58-07BF-54A1-1DB6D04F64B4}"/>
                </a:ext>
              </a:extLst>
            </p:cNvPr>
            <p:cNvGrpSpPr/>
            <p:nvPr/>
          </p:nvGrpSpPr>
          <p:grpSpPr>
            <a:xfrm>
              <a:off x="5939330" y="2790061"/>
              <a:ext cx="67468" cy="490294"/>
              <a:chOff x="5939330" y="2790061"/>
              <a:chExt cx="67468" cy="490294"/>
            </a:xfrm>
          </p:grpSpPr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1CD45C88-72B9-59E8-D16F-9DE49A65E5E3}"/>
                  </a:ext>
                </a:extLst>
              </p:cNvPr>
              <p:cNvSpPr/>
              <p:nvPr/>
            </p:nvSpPr>
            <p:spPr>
              <a:xfrm>
                <a:off x="5973064" y="2790061"/>
                <a:ext cx="8433" cy="439748"/>
              </a:xfrm>
              <a:custGeom>
                <a:avLst/>
                <a:gdLst>
                  <a:gd name="csX0" fmla="*/ 0 w 8433"/>
                  <a:gd name="csY0" fmla="*/ 0 h 439748"/>
                  <a:gd name="csX1" fmla="*/ 0 w 8433"/>
                  <a:gd name="csY1" fmla="*/ 439749 h 4397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433" h="439748">
                    <a:moveTo>
                      <a:pt x="0" y="0"/>
                    </a:moveTo>
                    <a:lnTo>
                      <a:pt x="0" y="439749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93D970E-6987-BECE-81CA-3B2308F423EC}"/>
                  </a:ext>
                </a:extLst>
              </p:cNvPr>
              <p:cNvSpPr/>
              <p:nvPr/>
            </p:nvSpPr>
            <p:spPr>
              <a:xfrm>
                <a:off x="5939330" y="3212961"/>
                <a:ext cx="67468" cy="67394"/>
              </a:xfrm>
              <a:custGeom>
                <a:avLst/>
                <a:gdLst>
                  <a:gd name="csX0" fmla="*/ 33734 w 67468"/>
                  <a:gd name="csY0" fmla="*/ 67394 h 67394"/>
                  <a:gd name="csX1" fmla="*/ 0 w 67468"/>
                  <a:gd name="csY1" fmla="*/ 0 h 67394"/>
                  <a:gd name="csX2" fmla="*/ 33734 w 67468"/>
                  <a:gd name="csY2" fmla="*/ 16849 h 67394"/>
                  <a:gd name="csX3" fmla="*/ 67469 w 67468"/>
                  <a:gd name="csY3" fmla="*/ 0 h 673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394">
                    <a:moveTo>
                      <a:pt x="33734" y="67394"/>
                    </a:moveTo>
                    <a:lnTo>
                      <a:pt x="0" y="0"/>
                    </a:lnTo>
                    <a:lnTo>
                      <a:pt x="33734" y="16849"/>
                    </a:lnTo>
                    <a:lnTo>
                      <a:pt x="674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2B6B7E3-1A74-A6D2-10FB-8B00A2646BEC}"/>
                </a:ext>
              </a:extLst>
            </p:cNvPr>
            <p:cNvSpPr/>
            <p:nvPr/>
          </p:nvSpPr>
          <p:spPr>
            <a:xfrm>
              <a:off x="6576065" y="3287095"/>
              <a:ext cx="337343" cy="336972"/>
            </a:xfrm>
            <a:prstGeom prst="ellipse">
              <a:avLst/>
            </a:prstGeom>
            <a:noFill/>
            <a:ln w="8429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42" name="Graphic 4">
              <a:extLst>
                <a:ext uri="{FF2B5EF4-FFF2-40B4-BE49-F238E27FC236}">
                  <a16:creationId xmlns:a16="http://schemas.microsoft.com/office/drawing/2014/main" id="{570CDF68-37ED-415E-C0F9-72E1253A27AB}"/>
                </a:ext>
              </a:extLst>
            </p:cNvPr>
            <p:cNvGrpSpPr/>
            <p:nvPr/>
          </p:nvGrpSpPr>
          <p:grpSpPr>
            <a:xfrm>
              <a:off x="3866776" y="2587877"/>
              <a:ext cx="1322048" cy="885141"/>
              <a:chOff x="3866776" y="2587877"/>
              <a:chExt cx="1322048" cy="885141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A69D8605-7392-D3AC-D0CF-44A93657C81A}"/>
                  </a:ext>
                </a:extLst>
              </p:cNvPr>
              <p:cNvSpPr/>
              <p:nvPr/>
            </p:nvSpPr>
            <p:spPr>
              <a:xfrm>
                <a:off x="3866776" y="2621575"/>
                <a:ext cx="1271447" cy="851444"/>
              </a:xfrm>
              <a:custGeom>
                <a:avLst/>
                <a:gdLst>
                  <a:gd name="csX0" fmla="*/ 0 w 1271447"/>
                  <a:gd name="csY0" fmla="*/ 850855 h 851444"/>
                  <a:gd name="csX1" fmla="*/ 590773 w 1271447"/>
                  <a:gd name="csY1" fmla="*/ 851445 h 851444"/>
                  <a:gd name="csX2" fmla="*/ 590773 w 1271447"/>
                  <a:gd name="csY2" fmla="*/ 0 h 851444"/>
                  <a:gd name="csX3" fmla="*/ 1271447 w 1271447"/>
                  <a:gd name="csY3" fmla="*/ 0 h 851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71447" h="851444">
                    <a:moveTo>
                      <a:pt x="0" y="850855"/>
                    </a:moveTo>
                    <a:lnTo>
                      <a:pt x="590773" y="851445"/>
                    </a:lnTo>
                    <a:lnTo>
                      <a:pt x="590773" y="0"/>
                    </a:lnTo>
                    <a:lnTo>
                      <a:pt x="1271447" y="0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3A59D55-2E05-02B7-304E-F1AE775B0674}"/>
                  </a:ext>
                </a:extLst>
              </p:cNvPr>
              <p:cNvSpPr/>
              <p:nvPr/>
            </p:nvSpPr>
            <p:spPr>
              <a:xfrm>
                <a:off x="5121356" y="2587877"/>
                <a:ext cx="67468" cy="67394"/>
              </a:xfrm>
              <a:custGeom>
                <a:avLst/>
                <a:gdLst>
                  <a:gd name="csX0" fmla="*/ 67469 w 67468"/>
                  <a:gd name="csY0" fmla="*/ 33697 h 67394"/>
                  <a:gd name="csX1" fmla="*/ 0 w 67468"/>
                  <a:gd name="csY1" fmla="*/ 67394 h 67394"/>
                  <a:gd name="csX2" fmla="*/ 16867 w 67468"/>
                  <a:gd name="csY2" fmla="*/ 33697 h 67394"/>
                  <a:gd name="csX3" fmla="*/ 0 w 67468"/>
                  <a:gd name="csY3" fmla="*/ 0 h 673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394">
                    <a:moveTo>
                      <a:pt x="67469" y="33697"/>
                    </a:moveTo>
                    <a:lnTo>
                      <a:pt x="0" y="67394"/>
                    </a:lnTo>
                    <a:lnTo>
                      <a:pt x="16867" y="336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" name="Graphic 4">
              <a:extLst>
                <a:ext uri="{FF2B5EF4-FFF2-40B4-BE49-F238E27FC236}">
                  <a16:creationId xmlns:a16="http://schemas.microsoft.com/office/drawing/2014/main" id="{5CAC7E70-031A-C3E9-CA58-956CBE9B67CC}"/>
                </a:ext>
              </a:extLst>
            </p:cNvPr>
            <p:cNvGrpSpPr/>
            <p:nvPr/>
          </p:nvGrpSpPr>
          <p:grpSpPr>
            <a:xfrm>
              <a:off x="3050827" y="2790061"/>
              <a:ext cx="67468" cy="478163"/>
              <a:chOff x="3050827" y="2790061"/>
              <a:chExt cx="67468" cy="478163"/>
            </a:xfrm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01B30CDD-3105-0C00-9E80-08AC591EAF43}"/>
                  </a:ext>
                </a:extLst>
              </p:cNvPr>
              <p:cNvSpPr/>
              <p:nvPr/>
            </p:nvSpPr>
            <p:spPr>
              <a:xfrm>
                <a:off x="3084561" y="2790061"/>
                <a:ext cx="8433" cy="427617"/>
              </a:xfrm>
              <a:custGeom>
                <a:avLst/>
                <a:gdLst>
                  <a:gd name="csX0" fmla="*/ 0 w 8433"/>
                  <a:gd name="csY0" fmla="*/ 0 h 427617"/>
                  <a:gd name="csX1" fmla="*/ 0 w 8433"/>
                  <a:gd name="csY1" fmla="*/ 248264 h 427617"/>
                  <a:gd name="csX2" fmla="*/ 0 w 8433"/>
                  <a:gd name="csY2" fmla="*/ 427618 h 4276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8433" h="427617">
                    <a:moveTo>
                      <a:pt x="0" y="0"/>
                    </a:moveTo>
                    <a:lnTo>
                      <a:pt x="0" y="248264"/>
                    </a:lnTo>
                    <a:lnTo>
                      <a:pt x="0" y="427618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1ED95EF0-2B41-DF8D-F755-423B78C91F7B}"/>
                  </a:ext>
                </a:extLst>
              </p:cNvPr>
              <p:cNvSpPr/>
              <p:nvPr/>
            </p:nvSpPr>
            <p:spPr>
              <a:xfrm>
                <a:off x="3050827" y="3200830"/>
                <a:ext cx="67468" cy="67394"/>
              </a:xfrm>
              <a:custGeom>
                <a:avLst/>
                <a:gdLst>
                  <a:gd name="csX0" fmla="*/ 33734 w 67468"/>
                  <a:gd name="csY0" fmla="*/ 67394 h 67394"/>
                  <a:gd name="csX1" fmla="*/ 0 w 67468"/>
                  <a:gd name="csY1" fmla="*/ 0 h 67394"/>
                  <a:gd name="csX2" fmla="*/ 33734 w 67468"/>
                  <a:gd name="csY2" fmla="*/ 16849 h 67394"/>
                  <a:gd name="csX3" fmla="*/ 67469 w 67468"/>
                  <a:gd name="csY3" fmla="*/ 0 h 673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468" h="67394">
                    <a:moveTo>
                      <a:pt x="33734" y="67394"/>
                    </a:moveTo>
                    <a:lnTo>
                      <a:pt x="0" y="0"/>
                    </a:lnTo>
                    <a:lnTo>
                      <a:pt x="33734" y="16849"/>
                    </a:lnTo>
                    <a:lnTo>
                      <a:pt x="674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4" name="Graphic 4">
              <a:extLst>
                <a:ext uri="{FF2B5EF4-FFF2-40B4-BE49-F238E27FC236}">
                  <a16:creationId xmlns:a16="http://schemas.microsoft.com/office/drawing/2014/main" id="{5B2D9511-79AC-3430-7BC7-CABE65E94CF2}"/>
                </a:ext>
              </a:extLst>
            </p:cNvPr>
            <p:cNvGrpSpPr/>
            <p:nvPr/>
          </p:nvGrpSpPr>
          <p:grpSpPr>
            <a:xfrm>
              <a:off x="2319214" y="2423603"/>
              <a:ext cx="1530695" cy="366457"/>
              <a:chOff x="2319214" y="2423603"/>
              <a:chExt cx="1530695" cy="366457"/>
            </a:xfrm>
            <a:solidFill>
              <a:srgbClr val="F5F5F5"/>
            </a:solidFill>
          </p:grpSpPr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17742D0B-A4A9-27CB-D9AF-76251DBEB07B}"/>
                  </a:ext>
                </a:extLst>
              </p:cNvPr>
              <p:cNvSpPr/>
              <p:nvPr/>
            </p:nvSpPr>
            <p:spPr>
              <a:xfrm>
                <a:off x="2319214" y="2423603"/>
                <a:ext cx="1530695" cy="366457"/>
              </a:xfrm>
              <a:prstGeom prst="roundRect">
                <a:avLst>
                  <a:gd name="adj" fmla="val 15005"/>
                </a:avLst>
              </a:prstGeom>
              <a:solidFill>
                <a:srgbClr val="F5F5F5"/>
              </a:solidFill>
              <a:ln w="16857" cap="flat">
                <a:solidFill>
                  <a:srgbClr val="6666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FDC2E345-8360-F66E-26A8-A0071519B2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25539" y="2507847"/>
                <a:ext cx="1518045" cy="227456"/>
              </a:xfrm>
              <a:custGeom>
                <a:avLst/>
                <a:gdLst>
                  <a:gd name="csX0" fmla="*/ 0 w 1518045"/>
                  <a:gd name="csY0" fmla="*/ 0 h 227456"/>
                  <a:gd name="csX1" fmla="*/ 1518045 w 1518045"/>
                  <a:gd name="csY1" fmla="*/ 0 h 227456"/>
                  <a:gd name="csX2" fmla="*/ 1518045 w 1518045"/>
                  <a:gd name="csY2" fmla="*/ 227456 h 227456"/>
                  <a:gd name="csX3" fmla="*/ 0 w 1518045"/>
                  <a:gd name="csY3" fmla="*/ 227456 h 2274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18045" h="227456">
                    <a:moveTo>
                      <a:pt x="0" y="0"/>
                    </a:moveTo>
                    <a:lnTo>
                      <a:pt x="1518045" y="0"/>
                    </a:lnTo>
                    <a:lnTo>
                      <a:pt x="1518045" y="227456"/>
                    </a:lnTo>
                    <a:lnTo>
                      <a:pt x="0" y="227456"/>
                    </a:lnTo>
                    <a:close/>
                  </a:path>
                </a:pathLst>
              </a:custGeom>
            </p:spPr>
          </p:pic>
        </p:grpSp>
        <p:grpSp>
          <p:nvGrpSpPr>
            <p:cNvPr id="45" name="Graphic 4">
              <a:extLst>
                <a:ext uri="{FF2B5EF4-FFF2-40B4-BE49-F238E27FC236}">
                  <a16:creationId xmlns:a16="http://schemas.microsoft.com/office/drawing/2014/main" id="{E56307BD-984C-313B-4073-6504B91F994A}"/>
                </a:ext>
              </a:extLst>
            </p:cNvPr>
            <p:cNvGrpSpPr/>
            <p:nvPr/>
          </p:nvGrpSpPr>
          <p:grpSpPr>
            <a:xfrm>
              <a:off x="9780827" y="2571787"/>
              <a:ext cx="487123" cy="67394"/>
              <a:chOff x="9780827" y="2571787"/>
              <a:chExt cx="487123" cy="67394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B4445DF-D0E3-B0D6-01B6-6D8C6405B612}"/>
                  </a:ext>
                </a:extLst>
              </p:cNvPr>
              <p:cNvSpPr/>
              <p:nvPr/>
            </p:nvSpPr>
            <p:spPr>
              <a:xfrm>
                <a:off x="9780827" y="2605316"/>
                <a:ext cx="436522" cy="1684"/>
              </a:xfrm>
              <a:custGeom>
                <a:avLst/>
                <a:gdLst>
                  <a:gd name="csX0" fmla="*/ 0 w 436522"/>
                  <a:gd name="csY0" fmla="*/ 1516 h 1684"/>
                  <a:gd name="csX1" fmla="*/ 253008 w 436522"/>
                  <a:gd name="csY1" fmla="*/ 1685 h 1684"/>
                  <a:gd name="csX2" fmla="*/ 436522 w 436522"/>
                  <a:gd name="csY2" fmla="*/ 0 h 16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36522" h="1684">
                    <a:moveTo>
                      <a:pt x="0" y="1516"/>
                    </a:moveTo>
                    <a:lnTo>
                      <a:pt x="253008" y="1685"/>
                    </a:lnTo>
                    <a:lnTo>
                      <a:pt x="436522" y="0"/>
                    </a:lnTo>
                  </a:path>
                </a:pathLst>
              </a:custGeom>
              <a:noFill/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15EEF1E5-AF51-2A1F-5CFF-D92081ECC2C7}"/>
                  </a:ext>
                </a:extLst>
              </p:cNvPr>
              <p:cNvSpPr/>
              <p:nvPr/>
            </p:nvSpPr>
            <p:spPr>
              <a:xfrm>
                <a:off x="10200229" y="2571787"/>
                <a:ext cx="67721" cy="67394"/>
              </a:xfrm>
              <a:custGeom>
                <a:avLst/>
                <a:gdLst>
                  <a:gd name="csX0" fmla="*/ 67722 w 67721"/>
                  <a:gd name="csY0" fmla="*/ 33107 h 67394"/>
                  <a:gd name="csX1" fmla="*/ 591 w 67721"/>
                  <a:gd name="csY1" fmla="*/ 67394 h 67394"/>
                  <a:gd name="csX2" fmla="*/ 17120 w 67721"/>
                  <a:gd name="csY2" fmla="*/ 33529 h 67394"/>
                  <a:gd name="csX3" fmla="*/ 0 w 67721"/>
                  <a:gd name="csY3" fmla="*/ 0 h 673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7721" h="67394">
                    <a:moveTo>
                      <a:pt x="67722" y="33107"/>
                    </a:moveTo>
                    <a:lnTo>
                      <a:pt x="591" y="67394"/>
                    </a:lnTo>
                    <a:lnTo>
                      <a:pt x="17120" y="335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6" name="Graphic 4">
              <a:extLst>
                <a:ext uri="{FF2B5EF4-FFF2-40B4-BE49-F238E27FC236}">
                  <a16:creationId xmlns:a16="http://schemas.microsoft.com/office/drawing/2014/main" id="{ABA0CB2D-15C0-5A99-6E2B-007269F11A8A}"/>
                </a:ext>
              </a:extLst>
            </p:cNvPr>
            <p:cNvGrpSpPr/>
            <p:nvPr/>
          </p:nvGrpSpPr>
          <p:grpSpPr>
            <a:xfrm>
              <a:off x="10364853" y="2478361"/>
              <a:ext cx="590350" cy="336972"/>
              <a:chOff x="10364853" y="2478361"/>
              <a:chExt cx="590350" cy="336972"/>
            </a:xfrm>
            <a:noFill/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C448F3E-7B21-69E9-BED3-45F1B0E744FC}"/>
                  </a:ext>
                </a:extLst>
              </p:cNvPr>
              <p:cNvSpPr/>
              <p:nvPr/>
            </p:nvSpPr>
            <p:spPr>
              <a:xfrm>
                <a:off x="10364853" y="2478361"/>
                <a:ext cx="590350" cy="336972"/>
              </a:xfrm>
              <a:prstGeom prst="rect">
                <a:avLst/>
              </a:prstGeom>
              <a:noFill/>
              <a:ln w="84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8E12857C-0A3C-F058-8E79-4E0891EFB7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476598" y="2520483"/>
                <a:ext cx="362644" cy="286426"/>
              </a:xfrm>
              <a:custGeom>
                <a:avLst/>
                <a:gdLst>
                  <a:gd name="csX0" fmla="*/ 0 w 362644"/>
                  <a:gd name="csY0" fmla="*/ 0 h 286426"/>
                  <a:gd name="csX1" fmla="*/ 362644 w 362644"/>
                  <a:gd name="csY1" fmla="*/ 0 h 286426"/>
                  <a:gd name="csX2" fmla="*/ 362644 w 362644"/>
                  <a:gd name="csY2" fmla="*/ 286426 h 286426"/>
                  <a:gd name="csX3" fmla="*/ 0 w 362644"/>
                  <a:gd name="csY3" fmla="*/ 286426 h 2864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2644" h="286426">
                    <a:moveTo>
                      <a:pt x="0" y="0"/>
                    </a:moveTo>
                    <a:lnTo>
                      <a:pt x="362644" y="0"/>
                    </a:lnTo>
                    <a:lnTo>
                      <a:pt x="362644" y="286426"/>
                    </a:lnTo>
                    <a:lnTo>
                      <a:pt x="0" y="286426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1690528244"/>
      </p:ext>
    </p:extLst>
  </p:cSld>
  <p:clrMapOvr>
    <a:masterClrMapping/>
  </p:clrMapOvr>
  <p:transition>
    <p:wipe dir="r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E45D4-AF09-C365-887E-A243A3DE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C25236-3A03-1D7D-ECB0-373CAD71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299915-CDC6-0B91-E5FB-2AEDA5E1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84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4EBC5004-0931-06EB-B2A7-274BF11E702A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4FA2B3B8-B397-D019-1684-7A2EE22A7FF4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253F8ABB-3BE4-D1C5-7324-F04EAF18B130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885CD93-94C0-BB97-C9BB-88B81226B0CB}"/>
              </a:ext>
            </a:extLst>
          </p:cNvPr>
          <p:cNvSpPr/>
          <p:nvPr/>
        </p:nvSpPr>
        <p:spPr>
          <a:xfrm>
            <a:off x="2912876" y="1567385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F8BBFFBB-82AF-108B-739B-A8AC10145BD4}"/>
              </a:ext>
            </a:extLst>
          </p:cNvPr>
          <p:cNvSpPr/>
          <p:nvPr/>
        </p:nvSpPr>
        <p:spPr>
          <a:xfrm>
            <a:off x="9989441" y="1564728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846C670-9AD6-12EC-59AD-99AB966904A6}"/>
              </a:ext>
            </a:extLst>
          </p:cNvPr>
          <p:cNvSpPr/>
          <p:nvPr/>
        </p:nvSpPr>
        <p:spPr>
          <a:xfrm>
            <a:off x="5271731" y="1567384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667CCEA4-5942-1BF6-C764-9097600C5284}"/>
              </a:ext>
            </a:extLst>
          </p:cNvPr>
          <p:cNvSpPr/>
          <p:nvPr/>
        </p:nvSpPr>
        <p:spPr>
          <a:xfrm>
            <a:off x="7630586" y="1567382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FF53F-08E0-BAEA-42DE-F4515796A33D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Elastic Circuit</a:t>
            </a: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4E55E364-086D-A1EB-6C8A-27772E05C55B}"/>
              </a:ext>
            </a:extLst>
          </p:cNvPr>
          <p:cNvSpPr/>
          <p:nvPr/>
        </p:nvSpPr>
        <p:spPr>
          <a:xfrm>
            <a:off x="554021" y="1580207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EE8A01-0D94-F0A9-760F-803E05A3B163}"/>
              </a:ext>
            </a:extLst>
          </p:cNvPr>
          <p:cNvGrpSpPr/>
          <p:nvPr/>
        </p:nvGrpSpPr>
        <p:grpSpPr>
          <a:xfrm>
            <a:off x="554022" y="1860648"/>
            <a:ext cx="11083955" cy="695810"/>
            <a:chOff x="565829" y="1860648"/>
            <a:chExt cx="11083955" cy="695810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AA54404E-EC3C-C05A-F602-CAF8B1BE1845}"/>
                </a:ext>
              </a:extLst>
            </p:cNvPr>
            <p:cNvSpPr/>
            <p:nvPr/>
          </p:nvSpPr>
          <p:spPr>
            <a:xfrm>
              <a:off x="4641456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C1ACD351-B022-9E90-E426-DC6A3514D244}"/>
                </a:ext>
              </a:extLst>
            </p:cNvPr>
            <p:cNvSpPr/>
            <p:nvPr/>
          </p:nvSpPr>
          <p:spPr>
            <a:xfrm>
              <a:off x="2924685" y="1860648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8492D2A7-6D16-231D-348F-7E43C2D7F0EE}"/>
                </a:ext>
              </a:extLst>
            </p:cNvPr>
            <p:cNvSpPr/>
            <p:nvPr/>
          </p:nvSpPr>
          <p:spPr>
            <a:xfrm>
              <a:off x="5283541" y="1860648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5E390F20-AA0E-BEA1-9BD2-1BF554468357}"/>
                </a:ext>
              </a:extLst>
            </p:cNvPr>
            <p:cNvSpPr/>
            <p:nvPr/>
          </p:nvSpPr>
          <p:spPr>
            <a:xfrm>
              <a:off x="7642397" y="1860648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28773376-E29A-04B9-A7F0-1FACE296D4AC}"/>
                </a:ext>
              </a:extLst>
            </p:cNvPr>
            <p:cNvSpPr/>
            <p:nvPr/>
          </p:nvSpPr>
          <p:spPr>
            <a:xfrm>
              <a:off x="10001249" y="1860648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E783CFC4-416E-B269-102A-5F6D6F394B11}"/>
                </a:ext>
              </a:extLst>
            </p:cNvPr>
            <p:cNvSpPr/>
            <p:nvPr/>
          </p:nvSpPr>
          <p:spPr>
            <a:xfrm>
              <a:off x="7000312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E62DAB8D-6BC8-75C5-5539-86E62B0588DA}"/>
                </a:ext>
              </a:extLst>
            </p:cNvPr>
            <p:cNvSpPr/>
            <p:nvPr/>
          </p:nvSpPr>
          <p:spPr>
            <a:xfrm>
              <a:off x="9359168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2B0E45E2-EB48-2B2F-00C4-F8D2BAFDFDE1}"/>
                </a:ext>
              </a:extLst>
            </p:cNvPr>
            <p:cNvSpPr/>
            <p:nvPr/>
          </p:nvSpPr>
          <p:spPr>
            <a:xfrm>
              <a:off x="565829" y="1860648"/>
              <a:ext cx="1648535" cy="6958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Condition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Token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Setup</a:t>
              </a:r>
              <a:endPara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A5FA2158-9435-F94D-B495-F34FFEDF664B}"/>
                </a:ext>
              </a:extLst>
            </p:cNvPr>
            <p:cNvSpPr/>
            <p:nvPr/>
          </p:nvSpPr>
          <p:spPr>
            <a:xfrm>
              <a:off x="2282600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FE2A70E-B3D9-6B49-B82F-331C59CC8D83}"/>
              </a:ext>
            </a:extLst>
          </p:cNvPr>
          <p:cNvSpPr/>
          <p:nvPr/>
        </p:nvSpPr>
        <p:spPr>
          <a:xfrm>
            <a:off x="336137" y="1488023"/>
            <a:ext cx="2508503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57" name="Rounded Rectangle 256">
            <a:extLst>
              <a:ext uri="{FF2B5EF4-FFF2-40B4-BE49-F238E27FC236}">
                <a16:creationId xmlns:a16="http://schemas.microsoft.com/office/drawing/2014/main" id="{3FAE9784-DBA6-9B57-6C6A-C0486EDCB668}"/>
              </a:ext>
            </a:extLst>
          </p:cNvPr>
          <p:cNvSpPr/>
          <p:nvPr/>
        </p:nvSpPr>
        <p:spPr>
          <a:xfrm>
            <a:off x="4619747" y="3322989"/>
            <a:ext cx="1306747" cy="335072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3B6059F9-915C-6CE1-15FF-3CE14002E569}"/>
              </a:ext>
            </a:extLst>
          </p:cNvPr>
          <p:cNvSpPr/>
          <p:nvPr/>
        </p:nvSpPr>
        <p:spPr>
          <a:xfrm>
            <a:off x="4619748" y="5657707"/>
            <a:ext cx="1306748" cy="355563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673D09BD-F298-FFA4-DE64-6FF5CD8A9389}"/>
              </a:ext>
            </a:extLst>
          </p:cNvPr>
          <p:cNvCxnSpPr>
            <a:cxnSpLocks/>
            <a:stCxn id="257" idx="2"/>
            <a:endCxn id="258" idx="0"/>
          </p:cNvCxnSpPr>
          <p:nvPr/>
        </p:nvCxnSpPr>
        <p:spPr>
          <a:xfrm>
            <a:off x="5273121" y="3658061"/>
            <a:ext cx="1" cy="1999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 11">
            <a:extLst>
              <a:ext uri="{FF2B5EF4-FFF2-40B4-BE49-F238E27FC236}">
                <a16:creationId xmlns:a16="http://schemas.microsoft.com/office/drawing/2014/main" id="{42C00FE3-F04A-B41A-783F-8DCCEEA296E8}"/>
              </a:ext>
            </a:extLst>
          </p:cNvPr>
          <p:cNvSpPr/>
          <p:nvPr/>
        </p:nvSpPr>
        <p:spPr>
          <a:xfrm>
            <a:off x="4696373" y="4393771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Regeneration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Text 11">
            <a:extLst>
              <a:ext uri="{FF2B5EF4-FFF2-40B4-BE49-F238E27FC236}">
                <a16:creationId xmlns:a16="http://schemas.microsoft.com/office/drawing/2014/main" id="{BFB56074-3BC4-36E1-6AB6-261D31069EDD}"/>
              </a:ext>
            </a:extLst>
          </p:cNvPr>
          <p:cNvSpPr/>
          <p:nvPr/>
        </p:nvSpPr>
        <p:spPr>
          <a:xfrm>
            <a:off x="4696374" y="3891543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36AD9E46-7444-86CA-7209-4C4CF6DC834E}"/>
              </a:ext>
            </a:extLst>
          </p:cNvPr>
          <p:cNvSpPr txBox="1"/>
          <p:nvPr/>
        </p:nvSpPr>
        <p:spPr>
          <a:xfrm>
            <a:off x="4561412" y="5349930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BB1</a:t>
            </a:r>
            <a:endParaRPr lang="en-CN" sz="14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A2CD29BE-106A-BBAB-52AC-40B3B72C735D}"/>
              </a:ext>
            </a:extLst>
          </p:cNvPr>
          <p:cNvSpPr txBox="1"/>
          <p:nvPr/>
        </p:nvSpPr>
        <p:spPr>
          <a:xfrm>
            <a:off x="4561411" y="3000025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BB0</a:t>
            </a:r>
            <a:endParaRPr lang="en-CN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F9D67B-75B6-4D06-417B-FB119738A9D6}"/>
              </a:ext>
            </a:extLst>
          </p:cNvPr>
          <p:cNvSpPr txBox="1"/>
          <p:nvPr/>
        </p:nvSpPr>
        <p:spPr>
          <a:xfrm>
            <a:off x="1301797" y="3121193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Circuit: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B0B15EC-1B10-FC77-54E4-87A6407B9376}"/>
              </a:ext>
            </a:extLst>
          </p:cNvPr>
          <p:cNvGrpSpPr/>
          <p:nvPr/>
        </p:nvGrpSpPr>
        <p:grpSpPr>
          <a:xfrm>
            <a:off x="5849865" y="3000025"/>
            <a:ext cx="2498092" cy="3013245"/>
            <a:chOff x="5849865" y="3000025"/>
            <a:chExt cx="2498092" cy="3013245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B5322057-3DAA-1818-A9DC-680CA4CA0691}"/>
                </a:ext>
              </a:extLst>
            </p:cNvPr>
            <p:cNvSpPr/>
            <p:nvPr/>
          </p:nvSpPr>
          <p:spPr>
            <a:xfrm>
              <a:off x="7041208" y="3322989"/>
              <a:ext cx="1306747" cy="335072"/>
            </a:xfrm>
            <a:prstGeom prst="round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c2</a:t>
              </a:r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B398C7EA-CB98-5946-EA22-8BED44F880A7}"/>
                </a:ext>
              </a:extLst>
            </p:cNvPr>
            <p:cNvSpPr/>
            <p:nvPr/>
          </p:nvSpPr>
          <p:spPr>
            <a:xfrm>
              <a:off x="7041209" y="5657707"/>
              <a:ext cx="1306748" cy="355563"/>
            </a:xfrm>
            <a:prstGeom prst="round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c2</a:t>
              </a:r>
              <a:endParaRPr lang="en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EAA149D-C99A-2C40-EF18-2F4A5C397775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>
              <a:off x="7694582" y="3658061"/>
              <a:ext cx="1" cy="19996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 11">
              <a:extLst>
                <a:ext uri="{FF2B5EF4-FFF2-40B4-BE49-F238E27FC236}">
                  <a16:creationId xmlns:a16="http://schemas.microsoft.com/office/drawing/2014/main" id="{87177866-0C87-E92C-9185-8FEC5BBF55F4}"/>
                </a:ext>
              </a:extLst>
            </p:cNvPr>
            <p:cNvSpPr/>
            <p:nvPr/>
          </p:nvSpPr>
          <p:spPr>
            <a:xfrm>
              <a:off x="7117834" y="4393771"/>
              <a:ext cx="1153491" cy="3343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Regeneration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A19A1318-AB49-ED00-5D18-FD5BF896BE9E}"/>
                </a:ext>
              </a:extLst>
            </p:cNvPr>
            <p:cNvSpPr/>
            <p:nvPr/>
          </p:nvSpPr>
          <p:spPr>
            <a:xfrm>
              <a:off x="7117835" y="3891543"/>
              <a:ext cx="1153491" cy="3343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Suppression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7ACBAD0-A174-9DC3-6B97-958AAAF6B237}"/>
                </a:ext>
              </a:extLst>
            </p:cNvPr>
            <p:cNvSpPr txBox="1"/>
            <p:nvPr/>
          </p:nvSpPr>
          <p:spPr>
            <a:xfrm>
              <a:off x="6982873" y="5349930"/>
              <a:ext cx="5245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BB2</a:t>
              </a:r>
              <a:endParaRPr lang="en-CN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3D78BC8-4D9D-C249-9EC4-840A3B7B79F9}"/>
                </a:ext>
              </a:extLst>
            </p:cNvPr>
            <p:cNvSpPr txBox="1"/>
            <p:nvPr/>
          </p:nvSpPr>
          <p:spPr>
            <a:xfrm>
              <a:off x="6982872" y="3000025"/>
              <a:ext cx="5245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BB0</a:t>
              </a:r>
              <a:endParaRPr lang="en-CN" sz="1400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B7DFB1D-3AE2-AF13-C29A-F8633AAACE1B}"/>
                </a:ext>
              </a:extLst>
            </p:cNvPr>
            <p:cNvCxnSpPr>
              <a:cxnSpLocks/>
              <a:stCxn id="23" idx="1"/>
              <a:endCxn id="268" idx="3"/>
            </p:cNvCxnSpPr>
            <p:nvPr/>
          </p:nvCxnSpPr>
          <p:spPr>
            <a:xfrm flipH="1">
              <a:off x="5849865" y="3490525"/>
              <a:ext cx="1191343" cy="5681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2C7480C-24A6-3E24-635C-DB9D57BF67FA}"/>
                </a:ext>
              </a:extLst>
            </p:cNvPr>
            <p:cNvCxnSpPr>
              <a:cxnSpLocks/>
              <a:stCxn id="257" idx="3"/>
              <a:endCxn id="26" idx="1"/>
            </p:cNvCxnSpPr>
            <p:nvPr/>
          </p:nvCxnSpPr>
          <p:spPr>
            <a:xfrm>
              <a:off x="5926494" y="3490525"/>
              <a:ext cx="1191340" cy="10704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046907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6961-A0E7-634A-B729-A69EC9DA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A8D560-3FF9-1DE4-86AC-95C943BC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592837-475F-BD29-4C1F-51CFD33C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85</a:t>
            </a:fld>
            <a:endParaRPr lang="de-CH" noProof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53B5A442-6735-AEB7-0809-4A4FF581281A}"/>
              </a:ext>
            </a:extLst>
          </p:cNvPr>
          <p:cNvSpPr/>
          <p:nvPr/>
        </p:nvSpPr>
        <p:spPr>
          <a:xfrm>
            <a:off x="853440" y="5608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84F5479E-3784-ECF8-9ED8-28B20ED15227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r>
              <a:rPr lang="zh-CN" alt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B1BA8A8-30B7-0326-46A8-A479BABEB324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EEE560F-D5C6-7B61-27D6-835F58745B3E}"/>
              </a:ext>
            </a:extLst>
          </p:cNvPr>
          <p:cNvSpPr/>
          <p:nvPr/>
        </p:nvSpPr>
        <p:spPr>
          <a:xfrm>
            <a:off x="2912876" y="1567385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E0E97CD9-6DD5-ED3F-D3F0-C28C0CE4233F}"/>
              </a:ext>
            </a:extLst>
          </p:cNvPr>
          <p:cNvSpPr/>
          <p:nvPr/>
        </p:nvSpPr>
        <p:spPr>
          <a:xfrm>
            <a:off x="9989441" y="1564728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17D5721-B480-2981-16F5-580BC1C92843}"/>
              </a:ext>
            </a:extLst>
          </p:cNvPr>
          <p:cNvSpPr/>
          <p:nvPr/>
        </p:nvSpPr>
        <p:spPr>
          <a:xfrm>
            <a:off x="5271731" y="1567384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FB8605D-E5A1-DAC4-08EC-1A3B04163D7A}"/>
              </a:ext>
            </a:extLst>
          </p:cNvPr>
          <p:cNvSpPr/>
          <p:nvPr/>
        </p:nvSpPr>
        <p:spPr>
          <a:xfrm>
            <a:off x="7630586" y="1567382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altLang="zh-CN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8208E8-DF9E-2545-23C9-6A0E1E97D1D8}"/>
              </a:ext>
            </a:extLst>
          </p:cNvPr>
          <p:cNvSpPr txBox="1"/>
          <p:nvPr/>
        </p:nvSpPr>
        <p:spPr>
          <a:xfrm>
            <a:off x="670560" y="104774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CFG-Based IR to Elastic Circuit</a:t>
            </a: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17C9F3F-F39E-41DA-96B5-F589FFE797D5}"/>
              </a:ext>
            </a:extLst>
          </p:cNvPr>
          <p:cNvSpPr/>
          <p:nvPr/>
        </p:nvSpPr>
        <p:spPr>
          <a:xfrm>
            <a:off x="554021" y="1580207"/>
            <a:ext cx="1648535" cy="26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7CB44F-4DC7-0E6C-DAC1-38B1D53214F6}"/>
              </a:ext>
            </a:extLst>
          </p:cNvPr>
          <p:cNvGrpSpPr/>
          <p:nvPr/>
        </p:nvGrpSpPr>
        <p:grpSpPr>
          <a:xfrm>
            <a:off x="554022" y="1860648"/>
            <a:ext cx="11083955" cy="695810"/>
            <a:chOff x="565829" y="1860648"/>
            <a:chExt cx="11083955" cy="695810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EC02522C-2E70-C244-DA99-2D2119572ABE}"/>
                </a:ext>
              </a:extLst>
            </p:cNvPr>
            <p:cNvSpPr/>
            <p:nvPr/>
          </p:nvSpPr>
          <p:spPr>
            <a:xfrm>
              <a:off x="4641456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F586627A-C1C6-A75E-8219-F7EBD708BBA2}"/>
                </a:ext>
              </a:extLst>
            </p:cNvPr>
            <p:cNvSpPr/>
            <p:nvPr/>
          </p:nvSpPr>
          <p:spPr>
            <a:xfrm>
              <a:off x="2924685" y="1860648"/>
              <a:ext cx="1648535" cy="69581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GSA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Conversion</a:t>
              </a:r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16F47725-32ED-F8A9-6105-BEF6D81364B8}"/>
                </a:ext>
              </a:extLst>
            </p:cNvPr>
            <p:cNvSpPr/>
            <p:nvPr/>
          </p:nvSpPr>
          <p:spPr>
            <a:xfrm>
              <a:off x="5283541" y="1860648"/>
              <a:ext cx="1648535" cy="6958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</a:t>
              </a:r>
              <a:endParaRPr lang="en-US" sz="1600" dirty="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7DF30943-0FE5-C31E-A6A4-583ED88BF243}"/>
                </a:ext>
              </a:extLst>
            </p:cNvPr>
            <p:cNvSpPr/>
            <p:nvPr/>
          </p:nvSpPr>
          <p:spPr>
            <a:xfrm>
              <a:off x="7642397" y="1860648"/>
              <a:ext cx="1648535" cy="695810"/>
            </a:xfrm>
            <a:prstGeom prst="rect">
              <a:avLst/>
            </a:prstGeom>
            <a:solidFill>
              <a:srgbClr val="215CA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Regeneration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109AD9B7-D254-4484-DAD9-8AFA2C238720}"/>
                </a:ext>
              </a:extLst>
            </p:cNvPr>
            <p:cNvSpPr/>
            <p:nvPr/>
          </p:nvSpPr>
          <p:spPr>
            <a:xfrm>
              <a:off x="10001249" y="1860648"/>
              <a:ext cx="1648535" cy="695810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Suppression</a:t>
              </a:r>
              <a:endParaRPr lang="en-US" sz="160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5BD252C6-3D9F-2CD4-B866-B34FEBC80771}"/>
                </a:ext>
              </a:extLst>
            </p:cNvPr>
            <p:cNvSpPr/>
            <p:nvPr/>
          </p:nvSpPr>
          <p:spPr>
            <a:xfrm>
              <a:off x="7000312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687EC046-E527-437E-1743-60A19F7D348B}"/>
                </a:ext>
              </a:extLst>
            </p:cNvPr>
            <p:cNvSpPr/>
            <p:nvPr/>
          </p:nvSpPr>
          <p:spPr>
            <a:xfrm>
              <a:off x="9359168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798D5B13-1761-89B8-7A29-1687C7099B35}"/>
                </a:ext>
              </a:extLst>
            </p:cNvPr>
            <p:cNvSpPr/>
            <p:nvPr/>
          </p:nvSpPr>
          <p:spPr>
            <a:xfrm>
              <a:off x="565829" y="1860648"/>
              <a:ext cx="1648535" cy="6958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Condition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Token</a:t>
              </a:r>
              <a:r>
                <a:rPr lang="zh-CN" altLang="en-US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Setup</a:t>
              </a:r>
              <a:endPara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7B515490-C5AE-3D96-07E3-ACCB2213FC42}"/>
                </a:ext>
              </a:extLst>
            </p:cNvPr>
            <p:cNvSpPr/>
            <p:nvPr/>
          </p:nvSpPr>
          <p:spPr>
            <a:xfrm>
              <a:off x="2282600" y="2047822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FF34A6D-0DF0-BF1C-8637-DA24AB6F97EC}"/>
              </a:ext>
            </a:extLst>
          </p:cNvPr>
          <p:cNvSpPr/>
          <p:nvPr/>
        </p:nvSpPr>
        <p:spPr>
          <a:xfrm>
            <a:off x="336137" y="1488023"/>
            <a:ext cx="2508503" cy="135676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/>
              </a:solidFill>
            </a:endParaRPr>
          </a:p>
        </p:txBody>
      </p:sp>
      <p:sp>
        <p:nvSpPr>
          <p:cNvPr id="257" name="Rounded Rectangle 256">
            <a:extLst>
              <a:ext uri="{FF2B5EF4-FFF2-40B4-BE49-F238E27FC236}">
                <a16:creationId xmlns:a16="http://schemas.microsoft.com/office/drawing/2014/main" id="{75FDD713-84BD-45A9-9FF7-A53E33519585}"/>
              </a:ext>
            </a:extLst>
          </p:cNvPr>
          <p:cNvSpPr/>
          <p:nvPr/>
        </p:nvSpPr>
        <p:spPr>
          <a:xfrm>
            <a:off x="4619747" y="3322989"/>
            <a:ext cx="1306747" cy="335072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70A2A427-5C09-73D9-1E9E-1AED0FFDA75B}"/>
              </a:ext>
            </a:extLst>
          </p:cNvPr>
          <p:cNvSpPr/>
          <p:nvPr/>
        </p:nvSpPr>
        <p:spPr>
          <a:xfrm>
            <a:off x="4619748" y="5657707"/>
            <a:ext cx="1306748" cy="355563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FF2882AA-66E5-5676-48EF-4B6E3414E46A}"/>
              </a:ext>
            </a:extLst>
          </p:cNvPr>
          <p:cNvCxnSpPr>
            <a:cxnSpLocks/>
            <a:stCxn id="257" idx="2"/>
            <a:endCxn id="258" idx="0"/>
          </p:cNvCxnSpPr>
          <p:nvPr/>
        </p:nvCxnSpPr>
        <p:spPr>
          <a:xfrm>
            <a:off x="5273121" y="3658061"/>
            <a:ext cx="1" cy="1999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 11">
            <a:extLst>
              <a:ext uri="{FF2B5EF4-FFF2-40B4-BE49-F238E27FC236}">
                <a16:creationId xmlns:a16="http://schemas.microsoft.com/office/drawing/2014/main" id="{A6E99852-54CB-FC0A-77A3-5F4380702CFF}"/>
              </a:ext>
            </a:extLst>
          </p:cNvPr>
          <p:cNvSpPr/>
          <p:nvPr/>
        </p:nvSpPr>
        <p:spPr>
          <a:xfrm>
            <a:off x="4696373" y="4393771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Regeneration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Text 11">
            <a:extLst>
              <a:ext uri="{FF2B5EF4-FFF2-40B4-BE49-F238E27FC236}">
                <a16:creationId xmlns:a16="http://schemas.microsoft.com/office/drawing/2014/main" id="{C60675CE-8FBB-0E54-8936-9DCA73878C5F}"/>
              </a:ext>
            </a:extLst>
          </p:cNvPr>
          <p:cNvSpPr/>
          <p:nvPr/>
        </p:nvSpPr>
        <p:spPr>
          <a:xfrm>
            <a:off x="4696374" y="3891543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5C90BA05-4686-9978-C054-0BFC17EBD2BF}"/>
              </a:ext>
            </a:extLst>
          </p:cNvPr>
          <p:cNvSpPr txBox="1"/>
          <p:nvPr/>
        </p:nvSpPr>
        <p:spPr>
          <a:xfrm>
            <a:off x="4561412" y="5349930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BB1</a:t>
            </a:r>
            <a:endParaRPr lang="en-CN" sz="14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63E7D8C-8364-6C6A-96E4-7093FDC1EE9B}"/>
              </a:ext>
            </a:extLst>
          </p:cNvPr>
          <p:cNvSpPr txBox="1"/>
          <p:nvPr/>
        </p:nvSpPr>
        <p:spPr>
          <a:xfrm>
            <a:off x="4561411" y="3000025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BB0</a:t>
            </a:r>
            <a:endParaRPr lang="en-CN" sz="140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974DE872-6D52-790B-E2E6-729598724A38}"/>
              </a:ext>
            </a:extLst>
          </p:cNvPr>
          <p:cNvSpPr/>
          <p:nvPr/>
        </p:nvSpPr>
        <p:spPr>
          <a:xfrm>
            <a:off x="5124496" y="5006857"/>
            <a:ext cx="297243" cy="297243"/>
          </a:xfrm>
          <a:prstGeom prst="rect">
            <a:avLst/>
          </a:prstGeom>
          <a:solidFill>
            <a:srgbClr val="EB91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D426B7-35C4-07C1-69EE-F49A66D55994}"/>
              </a:ext>
            </a:extLst>
          </p:cNvPr>
          <p:cNvSpPr txBox="1"/>
          <p:nvPr/>
        </p:nvSpPr>
        <p:spPr>
          <a:xfrm>
            <a:off x="1301797" y="3121193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Circuit: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F248CB5-165F-C3A9-8F42-E18F9DFBB20D}"/>
              </a:ext>
            </a:extLst>
          </p:cNvPr>
          <p:cNvSpPr/>
          <p:nvPr/>
        </p:nvSpPr>
        <p:spPr>
          <a:xfrm>
            <a:off x="7041208" y="3322989"/>
            <a:ext cx="1306747" cy="335072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43E7D33-395C-6860-A116-EBCC2C42DE57}"/>
              </a:ext>
            </a:extLst>
          </p:cNvPr>
          <p:cNvSpPr/>
          <p:nvPr/>
        </p:nvSpPr>
        <p:spPr>
          <a:xfrm>
            <a:off x="7041209" y="5657707"/>
            <a:ext cx="1306748" cy="355563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endParaRPr lang="en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4EFC22-DBA8-96D7-B773-F96BD6D218DB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7694582" y="3658061"/>
            <a:ext cx="1" cy="1999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11">
            <a:extLst>
              <a:ext uri="{FF2B5EF4-FFF2-40B4-BE49-F238E27FC236}">
                <a16:creationId xmlns:a16="http://schemas.microsoft.com/office/drawing/2014/main" id="{6F08A0CA-194A-14AA-556E-F37235E44AFC}"/>
              </a:ext>
            </a:extLst>
          </p:cNvPr>
          <p:cNvSpPr/>
          <p:nvPr/>
        </p:nvSpPr>
        <p:spPr>
          <a:xfrm>
            <a:off x="7117834" y="4393771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Regeneration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4389816B-F91D-043A-9343-548A437617F2}"/>
              </a:ext>
            </a:extLst>
          </p:cNvPr>
          <p:cNvSpPr/>
          <p:nvPr/>
        </p:nvSpPr>
        <p:spPr>
          <a:xfrm>
            <a:off x="7117835" y="3891543"/>
            <a:ext cx="1153491" cy="334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A46DAF-924B-55B7-62FD-12536FFDBF0F}"/>
              </a:ext>
            </a:extLst>
          </p:cNvPr>
          <p:cNvSpPr txBox="1"/>
          <p:nvPr/>
        </p:nvSpPr>
        <p:spPr>
          <a:xfrm>
            <a:off x="6982873" y="5349930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BB2</a:t>
            </a:r>
            <a:endParaRPr lang="en-CN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E2F69D-CED1-5504-6D6E-42300DA93CCD}"/>
              </a:ext>
            </a:extLst>
          </p:cNvPr>
          <p:cNvSpPr txBox="1"/>
          <p:nvPr/>
        </p:nvSpPr>
        <p:spPr>
          <a:xfrm>
            <a:off x="6982872" y="3000025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BB0</a:t>
            </a:r>
            <a:endParaRPr lang="en-CN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99F0F0-DCFC-7F98-E08E-D1595797F720}"/>
              </a:ext>
            </a:extLst>
          </p:cNvPr>
          <p:cNvSpPr/>
          <p:nvPr/>
        </p:nvSpPr>
        <p:spPr>
          <a:xfrm>
            <a:off x="7545957" y="5006857"/>
            <a:ext cx="297243" cy="297243"/>
          </a:xfrm>
          <a:prstGeom prst="rect">
            <a:avLst/>
          </a:prstGeom>
          <a:solidFill>
            <a:srgbClr val="EB91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B6B88C3-CF5C-5994-68A1-64C0832FC7DE}"/>
              </a:ext>
            </a:extLst>
          </p:cNvPr>
          <p:cNvCxnSpPr>
            <a:cxnSpLocks/>
            <a:stCxn id="273" idx="3"/>
          </p:cNvCxnSpPr>
          <p:nvPr/>
        </p:nvCxnSpPr>
        <p:spPr>
          <a:xfrm flipV="1">
            <a:off x="5421739" y="4560928"/>
            <a:ext cx="1696095" cy="594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330378-242E-467F-2A9B-865FDD63BF80}"/>
              </a:ext>
            </a:extLst>
          </p:cNvPr>
          <p:cNvCxnSpPr>
            <a:cxnSpLocks/>
            <a:stCxn id="33" idx="1"/>
            <a:endCxn id="268" idx="3"/>
          </p:cNvCxnSpPr>
          <p:nvPr/>
        </p:nvCxnSpPr>
        <p:spPr>
          <a:xfrm flipH="1" flipV="1">
            <a:off x="5849865" y="4058700"/>
            <a:ext cx="1696092" cy="1096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84E1E06-3B63-DFCA-EB1B-B97A3997133A}"/>
              </a:ext>
            </a:extLst>
          </p:cNvPr>
          <p:cNvSpPr txBox="1"/>
          <p:nvPr/>
        </p:nvSpPr>
        <p:spPr>
          <a:xfrm>
            <a:off x="5067830" y="5002827"/>
            <a:ext cx="407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62488D-D258-36D3-F703-C44850C608E4}"/>
              </a:ext>
            </a:extLst>
          </p:cNvPr>
          <p:cNvSpPr txBox="1"/>
          <p:nvPr/>
        </p:nvSpPr>
        <p:spPr>
          <a:xfrm>
            <a:off x="7490676" y="4999017"/>
            <a:ext cx="407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</a:p>
        </p:txBody>
      </p:sp>
    </p:spTree>
    <p:extLst>
      <p:ext uri="{BB962C8B-B14F-4D97-AF65-F5344CB8AC3E}">
        <p14:creationId xmlns:p14="http://schemas.microsoft.com/office/powerpoint/2010/main" val="63369366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 animBg="1"/>
      <p:bldP spid="268" grpId="0" animBg="1"/>
      <p:bldP spid="26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D4CF2-8655-84F6-0877-A48988DF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857E49-65E5-0B3B-D02A-FD29ADA2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DE34D6-ADAC-2280-4FC1-4BCAB9B9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86</a:t>
            </a:fld>
            <a:endParaRPr lang="de-CH" noProof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65085A18-0723-CD71-0552-1242E3DD0577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E4240A-14A0-4306-6FAB-751F4DC4A326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338A4DB1-3C14-54CC-C86C-FE9DE6B67055}"/>
              </a:ext>
            </a:extLst>
          </p:cNvPr>
          <p:cNvGrpSpPr/>
          <p:nvPr/>
        </p:nvGrpSpPr>
        <p:grpSpPr>
          <a:xfrm>
            <a:off x="3466617" y="2002446"/>
            <a:ext cx="5258765" cy="3536317"/>
            <a:chOff x="3202451" y="1992507"/>
            <a:chExt cx="5258765" cy="3536317"/>
          </a:xfrm>
        </p:grpSpPr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77E64F53-DC94-3AD3-9543-AAF77FAF5691}"/>
                </a:ext>
              </a:extLst>
            </p:cNvPr>
            <p:cNvGrpSpPr/>
            <p:nvPr/>
          </p:nvGrpSpPr>
          <p:grpSpPr>
            <a:xfrm>
              <a:off x="3202451" y="1992507"/>
              <a:ext cx="1695759" cy="3536316"/>
              <a:chOff x="4409606" y="4681"/>
              <a:chExt cx="668943" cy="1395006"/>
            </a:xfrm>
          </p:grpSpPr>
          <p:grpSp>
            <p:nvGrpSpPr>
              <p:cNvPr id="72" name="Graphic 6">
                <a:extLst>
                  <a:ext uri="{FF2B5EF4-FFF2-40B4-BE49-F238E27FC236}">
                    <a16:creationId xmlns:a16="http://schemas.microsoft.com/office/drawing/2014/main" id="{40B322F4-2632-285F-D7BD-7BBD74FCA6B8}"/>
                  </a:ext>
                </a:extLst>
              </p:cNvPr>
              <p:cNvGrpSpPr/>
              <p:nvPr/>
            </p:nvGrpSpPr>
            <p:grpSpPr>
              <a:xfrm>
                <a:off x="4638824" y="191930"/>
                <a:ext cx="37423" cy="256344"/>
                <a:chOff x="4638824" y="191930"/>
                <a:chExt cx="37423" cy="256344"/>
              </a:xfrm>
            </p:grpSpPr>
            <p:sp>
              <p:nvSpPr>
                <p:cNvPr id="73" name="Freeform 72">
                  <a:extLst>
                    <a:ext uri="{FF2B5EF4-FFF2-40B4-BE49-F238E27FC236}">
                      <a16:creationId xmlns:a16="http://schemas.microsoft.com/office/drawing/2014/main" id="{24C2B839-2FBB-5C88-41CF-4925761C41B1}"/>
                    </a:ext>
                  </a:extLst>
                </p:cNvPr>
                <p:cNvSpPr/>
                <p:nvPr/>
              </p:nvSpPr>
              <p:spPr>
                <a:xfrm>
                  <a:off x="4657536" y="191930"/>
                  <a:ext cx="4677" cy="228256"/>
                </a:xfrm>
                <a:custGeom>
                  <a:avLst/>
                  <a:gdLst>
                    <a:gd name="csX0" fmla="*/ 0 w 4677"/>
                    <a:gd name="csY0" fmla="*/ 0 h 228256"/>
                    <a:gd name="csX1" fmla="*/ 0 w 4677"/>
                    <a:gd name="csY1" fmla="*/ 228257 h 2282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228256">
                      <a:moveTo>
                        <a:pt x="0" y="0"/>
                      </a:moveTo>
                      <a:lnTo>
                        <a:pt x="0" y="228257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1A1A7ACD-D9FA-4729-6A14-D7F132752D03}"/>
                    </a:ext>
                  </a:extLst>
                </p:cNvPr>
                <p:cNvSpPr/>
                <p:nvPr/>
              </p:nvSpPr>
              <p:spPr>
                <a:xfrm>
                  <a:off x="4638824" y="410824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75" name="Graphic 6">
                <a:extLst>
                  <a:ext uri="{FF2B5EF4-FFF2-40B4-BE49-F238E27FC236}">
                    <a16:creationId xmlns:a16="http://schemas.microsoft.com/office/drawing/2014/main" id="{330D1001-C359-7C9E-D7CB-929DDFDC7D75}"/>
                  </a:ext>
                </a:extLst>
              </p:cNvPr>
              <p:cNvGrpSpPr/>
              <p:nvPr/>
            </p:nvGrpSpPr>
            <p:grpSpPr>
              <a:xfrm>
                <a:off x="4563977" y="4681"/>
                <a:ext cx="187117" cy="187249"/>
                <a:chOff x="4563977" y="4681"/>
                <a:chExt cx="187117" cy="187249"/>
              </a:xfrm>
              <a:solidFill>
                <a:srgbClr val="FFFFFF"/>
              </a:solidFill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35C51305-6540-42CB-B454-7A5659F85208}"/>
                    </a:ext>
                  </a:extLst>
                </p:cNvPr>
                <p:cNvSpPr/>
                <p:nvPr/>
              </p:nvSpPr>
              <p:spPr>
                <a:xfrm>
                  <a:off x="4563977" y="4681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77" name="Picture 76">
                  <a:extLst>
                    <a:ext uri="{FF2B5EF4-FFF2-40B4-BE49-F238E27FC236}">
                      <a16:creationId xmlns:a16="http://schemas.microsoft.com/office/drawing/2014/main" id="{9D58D6C4-BE6C-63BA-6001-950166676B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68655" y="44471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78" name="Graphic 6">
                <a:extLst>
                  <a:ext uri="{FF2B5EF4-FFF2-40B4-BE49-F238E27FC236}">
                    <a16:creationId xmlns:a16="http://schemas.microsoft.com/office/drawing/2014/main" id="{B69BE511-37F4-2CEE-785A-1A2FE2D77EFA}"/>
                  </a:ext>
                </a:extLst>
              </p:cNvPr>
              <p:cNvGrpSpPr/>
              <p:nvPr/>
            </p:nvGrpSpPr>
            <p:grpSpPr>
              <a:xfrm>
                <a:off x="4638824" y="646009"/>
                <a:ext cx="37423" cy="158038"/>
                <a:chOff x="4638824" y="646009"/>
                <a:chExt cx="37423" cy="158038"/>
              </a:xfrm>
            </p:grpSpPr>
            <p:sp>
              <p:nvSpPr>
                <p:cNvPr id="79" name="Freeform 78">
                  <a:extLst>
                    <a:ext uri="{FF2B5EF4-FFF2-40B4-BE49-F238E27FC236}">
                      <a16:creationId xmlns:a16="http://schemas.microsoft.com/office/drawing/2014/main" id="{234A3C0F-8261-D9D6-3730-92831FB9D9AC}"/>
                    </a:ext>
                  </a:extLst>
                </p:cNvPr>
                <p:cNvSpPr/>
                <p:nvPr/>
              </p:nvSpPr>
              <p:spPr>
                <a:xfrm>
                  <a:off x="4657536" y="646009"/>
                  <a:ext cx="4677" cy="129950"/>
                </a:xfrm>
                <a:custGeom>
                  <a:avLst/>
                  <a:gdLst>
                    <a:gd name="csX0" fmla="*/ 0 w 4677"/>
                    <a:gd name="csY0" fmla="*/ 0 h 129950"/>
                    <a:gd name="csX1" fmla="*/ 0 w 4677"/>
                    <a:gd name="csY1" fmla="*/ 129951 h 1299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29950">
                      <a:moveTo>
                        <a:pt x="0" y="0"/>
                      </a:moveTo>
                      <a:lnTo>
                        <a:pt x="0" y="129951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EEBF5710-FEE4-293F-FFB8-AE3CEA61E86E}"/>
                    </a:ext>
                  </a:extLst>
                </p:cNvPr>
                <p:cNvSpPr/>
                <p:nvPr/>
              </p:nvSpPr>
              <p:spPr>
                <a:xfrm>
                  <a:off x="4638824" y="766597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81" name="Graphic 6">
                <a:extLst>
                  <a:ext uri="{FF2B5EF4-FFF2-40B4-BE49-F238E27FC236}">
                    <a16:creationId xmlns:a16="http://schemas.microsoft.com/office/drawing/2014/main" id="{7807A86E-DCC4-E170-A52C-9DBD05018019}"/>
                  </a:ext>
                </a:extLst>
              </p:cNvPr>
              <p:cNvGrpSpPr/>
              <p:nvPr/>
            </p:nvGrpSpPr>
            <p:grpSpPr>
              <a:xfrm>
                <a:off x="4563977" y="458760"/>
                <a:ext cx="187117" cy="187249"/>
                <a:chOff x="4563977" y="458760"/>
                <a:chExt cx="187117" cy="187249"/>
              </a:xfrm>
              <a:solidFill>
                <a:srgbClr val="FFFFFF"/>
              </a:solidFill>
            </p:grpSpPr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89462E4B-0EEB-D464-BC9D-A33760A207A9}"/>
                    </a:ext>
                  </a:extLst>
                </p:cNvPr>
                <p:cNvSpPr/>
                <p:nvPr/>
              </p:nvSpPr>
              <p:spPr>
                <a:xfrm>
                  <a:off x="4563977" y="458760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83" name="Picture 82">
                  <a:extLst>
                    <a:ext uri="{FF2B5EF4-FFF2-40B4-BE49-F238E27FC236}">
                      <a16:creationId xmlns:a16="http://schemas.microsoft.com/office/drawing/2014/main" id="{97A85E8C-DF00-9FBA-8ECE-7B20B66482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68655" y="498550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4" name="Graphic 6">
                <a:extLst>
                  <a:ext uri="{FF2B5EF4-FFF2-40B4-BE49-F238E27FC236}">
                    <a16:creationId xmlns:a16="http://schemas.microsoft.com/office/drawing/2014/main" id="{77A12712-E929-7E8C-9EE2-BEAADD6542C6}"/>
                  </a:ext>
                </a:extLst>
              </p:cNvPr>
              <p:cNvGrpSpPr/>
              <p:nvPr/>
            </p:nvGrpSpPr>
            <p:grpSpPr>
              <a:xfrm>
                <a:off x="4563977" y="1212438"/>
                <a:ext cx="187117" cy="187249"/>
                <a:chOff x="4563977" y="1212438"/>
                <a:chExt cx="187117" cy="187249"/>
              </a:xfrm>
              <a:solidFill>
                <a:srgbClr val="FFFFFF"/>
              </a:solidFill>
            </p:grpSpPr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78100EB1-84EB-7CB8-652F-F2BFF3C06F8A}"/>
                    </a:ext>
                  </a:extLst>
                </p:cNvPr>
                <p:cNvSpPr/>
                <p:nvPr/>
              </p:nvSpPr>
              <p:spPr>
                <a:xfrm>
                  <a:off x="4563977" y="1212438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86" name="Picture 85">
                  <a:extLst>
                    <a:ext uri="{FF2B5EF4-FFF2-40B4-BE49-F238E27FC236}">
                      <a16:creationId xmlns:a16="http://schemas.microsoft.com/office/drawing/2014/main" id="{7D3B9FA6-211A-2DF5-A261-2275FDFAE1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68655" y="1252228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7" name="Graphic 6">
                <a:extLst>
                  <a:ext uri="{FF2B5EF4-FFF2-40B4-BE49-F238E27FC236}">
                    <a16:creationId xmlns:a16="http://schemas.microsoft.com/office/drawing/2014/main" id="{AE6C13FF-EC3A-8001-F2B8-690AA4BC5CBD}"/>
                  </a:ext>
                </a:extLst>
              </p:cNvPr>
              <p:cNvGrpSpPr/>
              <p:nvPr/>
            </p:nvGrpSpPr>
            <p:grpSpPr>
              <a:xfrm>
                <a:off x="4563977" y="814533"/>
                <a:ext cx="187117" cy="187249"/>
                <a:chOff x="4563977" y="814533"/>
                <a:chExt cx="187117" cy="187249"/>
              </a:xfrm>
              <a:solidFill>
                <a:srgbClr val="FFFFFF"/>
              </a:solidFill>
            </p:grpSpPr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96A7C576-E9DC-0CE5-FAAA-FE35FF709CAD}"/>
                    </a:ext>
                  </a:extLst>
                </p:cNvPr>
                <p:cNvSpPr/>
                <p:nvPr/>
              </p:nvSpPr>
              <p:spPr>
                <a:xfrm>
                  <a:off x="4563977" y="814533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89" name="Picture 88">
                  <a:extLst>
                    <a:ext uri="{FF2B5EF4-FFF2-40B4-BE49-F238E27FC236}">
                      <a16:creationId xmlns:a16="http://schemas.microsoft.com/office/drawing/2014/main" id="{577053C0-06E1-2749-52D5-95180D6AF9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68655" y="854324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90" name="Graphic 6">
                <a:extLst>
                  <a:ext uri="{FF2B5EF4-FFF2-40B4-BE49-F238E27FC236}">
                    <a16:creationId xmlns:a16="http://schemas.microsoft.com/office/drawing/2014/main" id="{583E4611-BC28-1CA5-B33F-B5E7470F846C}"/>
                  </a:ext>
                </a:extLst>
              </p:cNvPr>
              <p:cNvGrpSpPr/>
              <p:nvPr/>
            </p:nvGrpSpPr>
            <p:grpSpPr>
              <a:xfrm>
                <a:off x="4409606" y="467467"/>
                <a:ext cx="209009" cy="529634"/>
                <a:chOff x="4409606" y="467467"/>
                <a:chExt cx="209009" cy="529634"/>
              </a:xfrm>
            </p:grpSpPr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A7FA7CBC-C53A-66C0-3F3E-CBC24B34D668}"/>
                    </a:ext>
                  </a:extLst>
                </p:cNvPr>
                <p:cNvSpPr/>
                <p:nvPr/>
              </p:nvSpPr>
              <p:spPr>
                <a:xfrm>
                  <a:off x="4409606" y="486192"/>
                  <a:ext cx="209009" cy="510909"/>
                </a:xfrm>
                <a:custGeom>
                  <a:avLst/>
                  <a:gdLst>
                    <a:gd name="csX0" fmla="*/ 209010 w 209009"/>
                    <a:gd name="csY0" fmla="*/ 510909 h 510909"/>
                    <a:gd name="csX1" fmla="*/ 0 w 209009"/>
                    <a:gd name="csY1" fmla="*/ 255501 h 510909"/>
                    <a:gd name="csX2" fmla="*/ 143238 w 209009"/>
                    <a:gd name="csY2" fmla="*/ 0 h 5109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09009" h="510909">
                      <a:moveTo>
                        <a:pt x="209010" y="510909"/>
                      </a:moveTo>
                      <a:cubicBezTo>
                        <a:pt x="69670" y="510909"/>
                        <a:pt x="0" y="425773"/>
                        <a:pt x="0" y="255501"/>
                      </a:cubicBezTo>
                      <a:cubicBezTo>
                        <a:pt x="0" y="85230"/>
                        <a:pt x="47746" y="62"/>
                        <a:pt x="143238" y="0"/>
                      </a:cubicBezTo>
                    </a:path>
                  </a:pathLst>
                </a:custGeom>
                <a:noFill/>
                <a:ln w="9353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92" name="Freeform 91">
                  <a:extLst>
                    <a:ext uri="{FF2B5EF4-FFF2-40B4-BE49-F238E27FC236}">
                      <a16:creationId xmlns:a16="http://schemas.microsoft.com/office/drawing/2014/main" id="{1F276F33-0870-B8BD-30B1-093484B7ACD2}"/>
                    </a:ext>
                  </a:extLst>
                </p:cNvPr>
                <p:cNvSpPr/>
                <p:nvPr/>
              </p:nvSpPr>
              <p:spPr>
                <a:xfrm>
                  <a:off x="4543488" y="467467"/>
                  <a:ext cx="37423" cy="37449"/>
                </a:xfrm>
                <a:custGeom>
                  <a:avLst/>
                  <a:gdLst>
                    <a:gd name="csX0" fmla="*/ 37423 w 37423"/>
                    <a:gd name="csY0" fmla="*/ 18725 h 37449"/>
                    <a:gd name="csX1" fmla="*/ 0 w 37423"/>
                    <a:gd name="csY1" fmla="*/ 37450 h 37449"/>
                    <a:gd name="csX2" fmla="*/ 9356 w 37423"/>
                    <a:gd name="csY2" fmla="*/ 18725 h 37449"/>
                    <a:gd name="csX3" fmla="*/ 0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37423" y="18725"/>
                      </a:moveTo>
                      <a:lnTo>
                        <a:pt x="0" y="37450"/>
                      </a:lnTo>
                      <a:lnTo>
                        <a:pt x="9356" y="187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9353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93" name="Graphic 6">
                <a:extLst>
                  <a:ext uri="{FF2B5EF4-FFF2-40B4-BE49-F238E27FC236}">
                    <a16:creationId xmlns:a16="http://schemas.microsoft.com/office/drawing/2014/main" id="{A3352BE5-AD64-55F4-9360-59A9D3D36E78}"/>
                  </a:ext>
                </a:extLst>
              </p:cNvPr>
              <p:cNvGrpSpPr/>
              <p:nvPr/>
            </p:nvGrpSpPr>
            <p:grpSpPr>
              <a:xfrm>
                <a:off x="4638824" y="1001782"/>
                <a:ext cx="37423" cy="200169"/>
                <a:chOff x="4638824" y="1001782"/>
                <a:chExt cx="37423" cy="200169"/>
              </a:xfrm>
            </p:grpSpPr>
            <p:sp>
              <p:nvSpPr>
                <p:cNvPr id="94" name="Freeform 93">
                  <a:extLst>
                    <a:ext uri="{FF2B5EF4-FFF2-40B4-BE49-F238E27FC236}">
                      <a16:creationId xmlns:a16="http://schemas.microsoft.com/office/drawing/2014/main" id="{7866D3A8-5E3C-E7FD-8FBD-75A04EC155D5}"/>
                    </a:ext>
                  </a:extLst>
                </p:cNvPr>
                <p:cNvSpPr/>
                <p:nvPr/>
              </p:nvSpPr>
              <p:spPr>
                <a:xfrm>
                  <a:off x="4657536" y="1001782"/>
                  <a:ext cx="4677" cy="172081"/>
                </a:xfrm>
                <a:custGeom>
                  <a:avLst/>
                  <a:gdLst>
                    <a:gd name="csX0" fmla="*/ 0 w 4677"/>
                    <a:gd name="csY0" fmla="*/ 0 h 172081"/>
                    <a:gd name="csX1" fmla="*/ 0 w 4677"/>
                    <a:gd name="csY1" fmla="*/ 172082 h 1720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72081">
                      <a:moveTo>
                        <a:pt x="0" y="0"/>
                      </a:moveTo>
                      <a:lnTo>
                        <a:pt x="0" y="172082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95" name="Freeform 94">
                  <a:extLst>
                    <a:ext uri="{FF2B5EF4-FFF2-40B4-BE49-F238E27FC236}">
                      <a16:creationId xmlns:a16="http://schemas.microsoft.com/office/drawing/2014/main" id="{B97A3BFF-5381-2FE6-E233-8BA39A8A82C5}"/>
                    </a:ext>
                  </a:extLst>
                </p:cNvPr>
                <p:cNvSpPr/>
                <p:nvPr/>
              </p:nvSpPr>
              <p:spPr>
                <a:xfrm>
                  <a:off x="4638824" y="1164502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96" name="Graphic 6">
                <a:extLst>
                  <a:ext uri="{FF2B5EF4-FFF2-40B4-BE49-F238E27FC236}">
                    <a16:creationId xmlns:a16="http://schemas.microsoft.com/office/drawing/2014/main" id="{69D08F15-7FF7-0940-E461-4B6DFEEFA4C9}"/>
                  </a:ext>
                </a:extLst>
              </p:cNvPr>
              <p:cNvGrpSpPr/>
              <p:nvPr/>
            </p:nvGrpSpPr>
            <p:grpSpPr>
              <a:xfrm>
                <a:off x="4751094" y="458760"/>
                <a:ext cx="327455" cy="187249"/>
                <a:chOff x="4751094" y="458760"/>
                <a:chExt cx="327455" cy="187249"/>
              </a:xfrm>
              <a:noFill/>
            </p:grpSpPr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C22937C6-E632-13B2-1594-9CDEE5811C20}"/>
                    </a:ext>
                  </a:extLst>
                </p:cNvPr>
                <p:cNvSpPr/>
                <p:nvPr/>
              </p:nvSpPr>
              <p:spPr>
                <a:xfrm>
                  <a:off x="4751094" y="458760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98" name="Picture 97">
                  <a:extLst>
                    <a:ext uri="{FF2B5EF4-FFF2-40B4-BE49-F238E27FC236}">
                      <a16:creationId xmlns:a16="http://schemas.microsoft.com/office/drawing/2014/main" id="{06A234D8-689B-6A73-90FC-DA94493C0C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95535" y="493869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99" name="Graphic 6">
                <a:extLst>
                  <a:ext uri="{FF2B5EF4-FFF2-40B4-BE49-F238E27FC236}">
                    <a16:creationId xmlns:a16="http://schemas.microsoft.com/office/drawing/2014/main" id="{A866C048-9B23-215A-7C42-3F80D7274D1D}"/>
                  </a:ext>
                </a:extLst>
              </p:cNvPr>
              <p:cNvGrpSpPr/>
              <p:nvPr/>
            </p:nvGrpSpPr>
            <p:grpSpPr>
              <a:xfrm>
                <a:off x="4751094" y="814533"/>
                <a:ext cx="327455" cy="187249"/>
                <a:chOff x="4751094" y="814533"/>
                <a:chExt cx="327455" cy="187249"/>
              </a:xfrm>
              <a:noFill/>
            </p:grpSpPr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B41D7314-1A55-5968-9524-94D9F80314FB}"/>
                    </a:ext>
                  </a:extLst>
                </p:cNvPr>
                <p:cNvSpPr/>
                <p:nvPr/>
              </p:nvSpPr>
              <p:spPr>
                <a:xfrm>
                  <a:off x="4751094" y="814533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F158D3AE-8062-285C-8312-2D80086D6C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95535" y="849643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7C97D869-33CE-4703-BFFC-D5EAE61E4CBC}"/>
                </a:ext>
              </a:extLst>
            </p:cNvPr>
            <p:cNvGrpSpPr/>
            <p:nvPr/>
          </p:nvGrpSpPr>
          <p:grpSpPr>
            <a:xfrm>
              <a:off x="6764861" y="1992507"/>
              <a:ext cx="1696355" cy="3536317"/>
              <a:chOff x="5579088" y="4681"/>
              <a:chExt cx="669178" cy="1395006"/>
            </a:xfrm>
          </p:grpSpPr>
          <p:grpSp>
            <p:nvGrpSpPr>
              <p:cNvPr id="102" name="Graphic 6">
                <a:extLst>
                  <a:ext uri="{FF2B5EF4-FFF2-40B4-BE49-F238E27FC236}">
                    <a16:creationId xmlns:a16="http://schemas.microsoft.com/office/drawing/2014/main" id="{87AFE1ED-1CDC-ED5A-3101-33D91177DB2D}"/>
                  </a:ext>
                </a:extLst>
              </p:cNvPr>
              <p:cNvGrpSpPr/>
              <p:nvPr/>
            </p:nvGrpSpPr>
            <p:grpSpPr>
              <a:xfrm>
                <a:off x="5808540" y="191930"/>
                <a:ext cx="37423" cy="256344"/>
                <a:chOff x="5808540" y="191930"/>
                <a:chExt cx="37423" cy="256344"/>
              </a:xfrm>
            </p:grpSpPr>
            <p:sp>
              <p:nvSpPr>
                <p:cNvPr id="103" name="Freeform 102">
                  <a:extLst>
                    <a:ext uri="{FF2B5EF4-FFF2-40B4-BE49-F238E27FC236}">
                      <a16:creationId xmlns:a16="http://schemas.microsoft.com/office/drawing/2014/main" id="{97BB26B7-0459-32C1-352F-34D789282F7E}"/>
                    </a:ext>
                  </a:extLst>
                </p:cNvPr>
                <p:cNvSpPr/>
                <p:nvPr/>
              </p:nvSpPr>
              <p:spPr>
                <a:xfrm>
                  <a:off x="5827252" y="191930"/>
                  <a:ext cx="4677" cy="228256"/>
                </a:xfrm>
                <a:custGeom>
                  <a:avLst/>
                  <a:gdLst>
                    <a:gd name="csX0" fmla="*/ 0 w 4677"/>
                    <a:gd name="csY0" fmla="*/ 0 h 228256"/>
                    <a:gd name="csX1" fmla="*/ 0 w 4677"/>
                    <a:gd name="csY1" fmla="*/ 228257 h 2282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228256">
                      <a:moveTo>
                        <a:pt x="0" y="0"/>
                      </a:moveTo>
                      <a:lnTo>
                        <a:pt x="0" y="228257"/>
                      </a:lnTo>
                    </a:path>
                  </a:pathLst>
                </a:custGeom>
                <a:noFill/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4" name="Freeform 103">
                  <a:extLst>
                    <a:ext uri="{FF2B5EF4-FFF2-40B4-BE49-F238E27FC236}">
                      <a16:creationId xmlns:a16="http://schemas.microsoft.com/office/drawing/2014/main" id="{BAEF51D5-19AA-FEB5-CB0A-E0A6D3FC8E94}"/>
                    </a:ext>
                  </a:extLst>
                </p:cNvPr>
                <p:cNvSpPr/>
                <p:nvPr/>
              </p:nvSpPr>
              <p:spPr>
                <a:xfrm>
                  <a:off x="5808540" y="410824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05" name="Graphic 6">
                <a:extLst>
                  <a:ext uri="{FF2B5EF4-FFF2-40B4-BE49-F238E27FC236}">
                    <a16:creationId xmlns:a16="http://schemas.microsoft.com/office/drawing/2014/main" id="{0B2D8344-1041-5B11-494F-BDDE842A27A9}"/>
                  </a:ext>
                </a:extLst>
              </p:cNvPr>
              <p:cNvGrpSpPr/>
              <p:nvPr/>
            </p:nvGrpSpPr>
            <p:grpSpPr>
              <a:xfrm>
                <a:off x="5733693" y="4681"/>
                <a:ext cx="187117" cy="187249"/>
                <a:chOff x="5733693" y="4681"/>
                <a:chExt cx="187117" cy="187249"/>
              </a:xfrm>
              <a:solidFill>
                <a:srgbClr val="FFFFFF">
                  <a:alpha val="20000"/>
                </a:srgbClr>
              </a:solidFill>
            </p:grpSpPr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BB231602-9E4F-027E-12AE-DE0BFFDAB6C5}"/>
                    </a:ext>
                  </a:extLst>
                </p:cNvPr>
                <p:cNvSpPr/>
                <p:nvPr/>
              </p:nvSpPr>
              <p:spPr>
                <a:xfrm>
                  <a:off x="5733693" y="4681"/>
                  <a:ext cx="187117" cy="187249"/>
                </a:xfrm>
                <a:prstGeom prst="ellipse">
                  <a:avLst/>
                </a:prstGeom>
                <a:solidFill>
                  <a:srgbClr val="FFFFFF">
                    <a:alpha val="20000"/>
                  </a:srgbClr>
                </a:solidFill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07" name="Picture 106">
                  <a:extLst>
                    <a:ext uri="{FF2B5EF4-FFF2-40B4-BE49-F238E27FC236}">
                      <a16:creationId xmlns:a16="http://schemas.microsoft.com/office/drawing/2014/main" id="{5259F0DF-1322-6645-6C0E-757465DD67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38137" y="44471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08" name="Graphic 6">
                <a:extLst>
                  <a:ext uri="{FF2B5EF4-FFF2-40B4-BE49-F238E27FC236}">
                    <a16:creationId xmlns:a16="http://schemas.microsoft.com/office/drawing/2014/main" id="{7718BAB9-AF0D-2AC5-D957-D2CA9E926BF7}"/>
                  </a:ext>
                </a:extLst>
              </p:cNvPr>
              <p:cNvGrpSpPr/>
              <p:nvPr/>
            </p:nvGrpSpPr>
            <p:grpSpPr>
              <a:xfrm>
                <a:off x="5808540" y="646009"/>
                <a:ext cx="37423" cy="158038"/>
                <a:chOff x="5808540" y="646009"/>
                <a:chExt cx="37423" cy="158038"/>
              </a:xfrm>
            </p:grpSpPr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C14E5BB7-D782-E7F5-4883-209A12AAFC41}"/>
                    </a:ext>
                  </a:extLst>
                </p:cNvPr>
                <p:cNvSpPr/>
                <p:nvPr/>
              </p:nvSpPr>
              <p:spPr>
                <a:xfrm>
                  <a:off x="5827252" y="646009"/>
                  <a:ext cx="4677" cy="129950"/>
                </a:xfrm>
                <a:custGeom>
                  <a:avLst/>
                  <a:gdLst>
                    <a:gd name="csX0" fmla="*/ 0 w 4677"/>
                    <a:gd name="csY0" fmla="*/ 0 h 129950"/>
                    <a:gd name="csX1" fmla="*/ 0 w 4677"/>
                    <a:gd name="csY1" fmla="*/ 129951 h 1299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29950">
                      <a:moveTo>
                        <a:pt x="0" y="0"/>
                      </a:moveTo>
                      <a:lnTo>
                        <a:pt x="0" y="129951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81253CE0-6733-2753-8B12-D015F67E01F6}"/>
                    </a:ext>
                  </a:extLst>
                </p:cNvPr>
                <p:cNvSpPr/>
                <p:nvPr/>
              </p:nvSpPr>
              <p:spPr>
                <a:xfrm>
                  <a:off x="5808540" y="766597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11" name="Graphic 6">
                <a:extLst>
                  <a:ext uri="{FF2B5EF4-FFF2-40B4-BE49-F238E27FC236}">
                    <a16:creationId xmlns:a16="http://schemas.microsoft.com/office/drawing/2014/main" id="{559DCB8B-0478-3761-CDA7-E993C76F8027}"/>
                  </a:ext>
                </a:extLst>
              </p:cNvPr>
              <p:cNvGrpSpPr/>
              <p:nvPr/>
            </p:nvGrpSpPr>
            <p:grpSpPr>
              <a:xfrm>
                <a:off x="5733693" y="458760"/>
                <a:ext cx="187117" cy="187249"/>
                <a:chOff x="5733693" y="458760"/>
                <a:chExt cx="187117" cy="187249"/>
              </a:xfrm>
              <a:solidFill>
                <a:srgbClr val="FFFFFF"/>
              </a:solidFill>
            </p:grpSpPr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9CC4EE41-B4BD-7D24-9941-532BAC27A5E0}"/>
                    </a:ext>
                  </a:extLst>
                </p:cNvPr>
                <p:cNvSpPr/>
                <p:nvPr/>
              </p:nvSpPr>
              <p:spPr>
                <a:xfrm>
                  <a:off x="5733693" y="458760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13" name="Picture 112">
                  <a:extLst>
                    <a:ext uri="{FF2B5EF4-FFF2-40B4-BE49-F238E27FC236}">
                      <a16:creationId xmlns:a16="http://schemas.microsoft.com/office/drawing/2014/main" id="{1DFD8DFC-BC13-5FBF-1D7D-CB9F54B2C9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38137" y="498550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14" name="Graphic 6">
                <a:extLst>
                  <a:ext uri="{FF2B5EF4-FFF2-40B4-BE49-F238E27FC236}">
                    <a16:creationId xmlns:a16="http://schemas.microsoft.com/office/drawing/2014/main" id="{9D82F3D5-25DC-33B5-2F80-8E1BD867FC9F}"/>
                  </a:ext>
                </a:extLst>
              </p:cNvPr>
              <p:cNvGrpSpPr/>
              <p:nvPr/>
            </p:nvGrpSpPr>
            <p:grpSpPr>
              <a:xfrm>
                <a:off x="5733693" y="1212438"/>
                <a:ext cx="187117" cy="187249"/>
                <a:chOff x="5733693" y="1212438"/>
                <a:chExt cx="187117" cy="187249"/>
              </a:xfrm>
              <a:solidFill>
                <a:srgbClr val="FFFFFF">
                  <a:alpha val="20000"/>
                </a:srgbClr>
              </a:solidFill>
            </p:grpSpPr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9D90B57B-682C-A6A2-0AA8-B3ED8CA5872B}"/>
                    </a:ext>
                  </a:extLst>
                </p:cNvPr>
                <p:cNvSpPr/>
                <p:nvPr/>
              </p:nvSpPr>
              <p:spPr>
                <a:xfrm>
                  <a:off x="5733693" y="1212438"/>
                  <a:ext cx="187117" cy="187249"/>
                </a:xfrm>
                <a:prstGeom prst="ellipse">
                  <a:avLst/>
                </a:prstGeom>
                <a:solidFill>
                  <a:srgbClr val="FFFFFF">
                    <a:alpha val="20000"/>
                  </a:srgbClr>
                </a:solidFill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16" name="Picture 115">
                  <a:extLst>
                    <a:ext uri="{FF2B5EF4-FFF2-40B4-BE49-F238E27FC236}">
                      <a16:creationId xmlns:a16="http://schemas.microsoft.com/office/drawing/2014/main" id="{F68447B7-1D98-0BB9-B41B-7535535F28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38137" y="1252228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17" name="Graphic 6">
                <a:extLst>
                  <a:ext uri="{FF2B5EF4-FFF2-40B4-BE49-F238E27FC236}">
                    <a16:creationId xmlns:a16="http://schemas.microsoft.com/office/drawing/2014/main" id="{6F6150BF-FE04-833B-9F0A-27FBBAADA8C4}"/>
                  </a:ext>
                </a:extLst>
              </p:cNvPr>
              <p:cNvGrpSpPr/>
              <p:nvPr/>
            </p:nvGrpSpPr>
            <p:grpSpPr>
              <a:xfrm>
                <a:off x="5733693" y="814533"/>
                <a:ext cx="187117" cy="187249"/>
                <a:chOff x="5733693" y="814533"/>
                <a:chExt cx="187117" cy="187249"/>
              </a:xfrm>
              <a:solidFill>
                <a:srgbClr val="FFFFFF"/>
              </a:solidFill>
            </p:grpSpPr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90B6A50D-B682-F2C6-6A36-212F4720BBD3}"/>
                    </a:ext>
                  </a:extLst>
                </p:cNvPr>
                <p:cNvSpPr/>
                <p:nvPr/>
              </p:nvSpPr>
              <p:spPr>
                <a:xfrm>
                  <a:off x="5733693" y="814533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19" name="Picture 118">
                  <a:extLst>
                    <a:ext uri="{FF2B5EF4-FFF2-40B4-BE49-F238E27FC236}">
                      <a16:creationId xmlns:a16="http://schemas.microsoft.com/office/drawing/2014/main" id="{54C3C118-93E9-31AC-4353-7BEEE79B87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38137" y="854324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20" name="Graphic 6">
                <a:extLst>
                  <a:ext uri="{FF2B5EF4-FFF2-40B4-BE49-F238E27FC236}">
                    <a16:creationId xmlns:a16="http://schemas.microsoft.com/office/drawing/2014/main" id="{1B6663B7-F55E-CB59-6F01-327A779842D4}"/>
                  </a:ext>
                </a:extLst>
              </p:cNvPr>
              <p:cNvGrpSpPr/>
              <p:nvPr/>
            </p:nvGrpSpPr>
            <p:grpSpPr>
              <a:xfrm>
                <a:off x="5579088" y="467467"/>
                <a:ext cx="209243" cy="529634"/>
                <a:chOff x="5579088" y="467467"/>
                <a:chExt cx="209243" cy="529634"/>
              </a:xfrm>
            </p:grpSpPr>
            <p:sp>
              <p:nvSpPr>
                <p:cNvPr id="121" name="Freeform 120">
                  <a:extLst>
                    <a:ext uri="{FF2B5EF4-FFF2-40B4-BE49-F238E27FC236}">
                      <a16:creationId xmlns:a16="http://schemas.microsoft.com/office/drawing/2014/main" id="{DEC7D4CA-64AB-DF3B-14F5-BC70E0E55ACE}"/>
                    </a:ext>
                  </a:extLst>
                </p:cNvPr>
                <p:cNvSpPr/>
                <p:nvPr/>
              </p:nvSpPr>
              <p:spPr>
                <a:xfrm>
                  <a:off x="5579088" y="486192"/>
                  <a:ext cx="209243" cy="510909"/>
                </a:xfrm>
                <a:custGeom>
                  <a:avLst/>
                  <a:gdLst>
                    <a:gd name="csX0" fmla="*/ 209244 w 209243"/>
                    <a:gd name="csY0" fmla="*/ 510909 h 510909"/>
                    <a:gd name="csX1" fmla="*/ 0 w 209243"/>
                    <a:gd name="csY1" fmla="*/ 255501 h 510909"/>
                    <a:gd name="csX2" fmla="*/ 143472 w 209243"/>
                    <a:gd name="csY2" fmla="*/ 0 h 5109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09243" h="510909">
                      <a:moveTo>
                        <a:pt x="209244" y="510909"/>
                      </a:moveTo>
                      <a:cubicBezTo>
                        <a:pt x="69748" y="510909"/>
                        <a:pt x="0" y="425773"/>
                        <a:pt x="0" y="255501"/>
                      </a:cubicBezTo>
                      <a:cubicBezTo>
                        <a:pt x="0" y="85230"/>
                        <a:pt x="47824" y="62"/>
                        <a:pt x="143472" y="0"/>
                      </a:cubicBezTo>
                    </a:path>
                  </a:pathLst>
                </a:custGeom>
                <a:noFill/>
                <a:ln w="9353" cap="flat">
                  <a:solidFill>
                    <a:srgbClr val="0000FF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22" name="Freeform 121">
                  <a:extLst>
                    <a:ext uri="{FF2B5EF4-FFF2-40B4-BE49-F238E27FC236}">
                      <a16:creationId xmlns:a16="http://schemas.microsoft.com/office/drawing/2014/main" id="{78FDFF6E-8D8D-40D5-8947-4D2D82B13C5C}"/>
                    </a:ext>
                  </a:extLst>
                </p:cNvPr>
                <p:cNvSpPr/>
                <p:nvPr/>
              </p:nvSpPr>
              <p:spPr>
                <a:xfrm>
                  <a:off x="5713204" y="467467"/>
                  <a:ext cx="37423" cy="37449"/>
                </a:xfrm>
                <a:custGeom>
                  <a:avLst/>
                  <a:gdLst>
                    <a:gd name="csX0" fmla="*/ 37423 w 37423"/>
                    <a:gd name="csY0" fmla="*/ 18725 h 37449"/>
                    <a:gd name="csX1" fmla="*/ 0 w 37423"/>
                    <a:gd name="csY1" fmla="*/ 37450 h 37449"/>
                    <a:gd name="csX2" fmla="*/ 9356 w 37423"/>
                    <a:gd name="csY2" fmla="*/ 18725 h 37449"/>
                    <a:gd name="csX3" fmla="*/ 0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37423" y="18725"/>
                      </a:moveTo>
                      <a:lnTo>
                        <a:pt x="0" y="37450"/>
                      </a:lnTo>
                      <a:lnTo>
                        <a:pt x="9356" y="187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FF">
                    <a:alpha val="20000"/>
                  </a:srgbClr>
                </a:solidFill>
                <a:ln w="9353" cap="flat">
                  <a:solidFill>
                    <a:srgbClr val="0000FF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23" name="Graphic 6">
                <a:extLst>
                  <a:ext uri="{FF2B5EF4-FFF2-40B4-BE49-F238E27FC236}">
                    <a16:creationId xmlns:a16="http://schemas.microsoft.com/office/drawing/2014/main" id="{8A5407E3-0F26-CA79-117A-7AAF4C735CA6}"/>
                  </a:ext>
                </a:extLst>
              </p:cNvPr>
              <p:cNvGrpSpPr/>
              <p:nvPr/>
            </p:nvGrpSpPr>
            <p:grpSpPr>
              <a:xfrm>
                <a:off x="5808540" y="1001782"/>
                <a:ext cx="37423" cy="200169"/>
                <a:chOff x="5808540" y="1001782"/>
                <a:chExt cx="37423" cy="200169"/>
              </a:xfrm>
            </p:grpSpPr>
            <p:sp>
              <p:nvSpPr>
                <p:cNvPr id="124" name="Freeform 123">
                  <a:extLst>
                    <a:ext uri="{FF2B5EF4-FFF2-40B4-BE49-F238E27FC236}">
                      <a16:creationId xmlns:a16="http://schemas.microsoft.com/office/drawing/2014/main" id="{4706E08A-DD59-EE9D-73D0-AA7756D96404}"/>
                    </a:ext>
                  </a:extLst>
                </p:cNvPr>
                <p:cNvSpPr/>
                <p:nvPr/>
              </p:nvSpPr>
              <p:spPr>
                <a:xfrm>
                  <a:off x="5827252" y="1001782"/>
                  <a:ext cx="4677" cy="172081"/>
                </a:xfrm>
                <a:custGeom>
                  <a:avLst/>
                  <a:gdLst>
                    <a:gd name="csX0" fmla="*/ 0 w 4677"/>
                    <a:gd name="csY0" fmla="*/ 0 h 172081"/>
                    <a:gd name="csX1" fmla="*/ 0 w 4677"/>
                    <a:gd name="csY1" fmla="*/ 172082 h 1720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72081">
                      <a:moveTo>
                        <a:pt x="0" y="0"/>
                      </a:moveTo>
                      <a:lnTo>
                        <a:pt x="0" y="172082"/>
                      </a:lnTo>
                    </a:path>
                  </a:pathLst>
                </a:custGeom>
                <a:noFill/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25" name="Freeform 124">
                  <a:extLst>
                    <a:ext uri="{FF2B5EF4-FFF2-40B4-BE49-F238E27FC236}">
                      <a16:creationId xmlns:a16="http://schemas.microsoft.com/office/drawing/2014/main" id="{631A6E30-9028-756A-B3B2-F193972BAEE1}"/>
                    </a:ext>
                  </a:extLst>
                </p:cNvPr>
                <p:cNvSpPr/>
                <p:nvPr/>
              </p:nvSpPr>
              <p:spPr>
                <a:xfrm>
                  <a:off x="5808540" y="1164502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26" name="Graphic 6">
                <a:extLst>
                  <a:ext uri="{FF2B5EF4-FFF2-40B4-BE49-F238E27FC236}">
                    <a16:creationId xmlns:a16="http://schemas.microsoft.com/office/drawing/2014/main" id="{203F7FF3-171E-9CEA-F049-5D73AE49CD3E}"/>
                  </a:ext>
                </a:extLst>
              </p:cNvPr>
              <p:cNvGrpSpPr/>
              <p:nvPr/>
            </p:nvGrpSpPr>
            <p:grpSpPr>
              <a:xfrm>
                <a:off x="5920811" y="458760"/>
                <a:ext cx="327455" cy="187249"/>
                <a:chOff x="5920811" y="458760"/>
                <a:chExt cx="327455" cy="187249"/>
              </a:xfrm>
              <a:noFill/>
            </p:grpSpPr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BDC20924-144D-722D-5DEB-17C45EB2F0CC}"/>
                    </a:ext>
                  </a:extLst>
                </p:cNvPr>
                <p:cNvSpPr/>
                <p:nvPr/>
              </p:nvSpPr>
              <p:spPr>
                <a:xfrm>
                  <a:off x="5920811" y="458760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28" name="Picture 127">
                  <a:extLst>
                    <a:ext uri="{FF2B5EF4-FFF2-40B4-BE49-F238E27FC236}">
                      <a16:creationId xmlns:a16="http://schemas.microsoft.com/office/drawing/2014/main" id="{738E6887-519E-5580-72BA-0C13C1EE0B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65017" y="493869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29" name="Graphic 6">
                <a:extLst>
                  <a:ext uri="{FF2B5EF4-FFF2-40B4-BE49-F238E27FC236}">
                    <a16:creationId xmlns:a16="http://schemas.microsoft.com/office/drawing/2014/main" id="{E910DABE-3F59-7F40-E41B-606B5C2EB2EE}"/>
                  </a:ext>
                </a:extLst>
              </p:cNvPr>
              <p:cNvGrpSpPr/>
              <p:nvPr/>
            </p:nvGrpSpPr>
            <p:grpSpPr>
              <a:xfrm>
                <a:off x="5920811" y="814533"/>
                <a:ext cx="327455" cy="187249"/>
                <a:chOff x="5920811" y="814533"/>
                <a:chExt cx="327455" cy="187249"/>
              </a:xfrm>
              <a:noFill/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A5949E46-7A0E-8BCA-6DC5-5224211A6D9C}"/>
                    </a:ext>
                  </a:extLst>
                </p:cNvPr>
                <p:cNvSpPr/>
                <p:nvPr/>
              </p:nvSpPr>
              <p:spPr>
                <a:xfrm>
                  <a:off x="5920811" y="814533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31" name="Picture 130">
                  <a:extLst>
                    <a:ext uri="{FF2B5EF4-FFF2-40B4-BE49-F238E27FC236}">
                      <a16:creationId xmlns:a16="http://schemas.microsoft.com/office/drawing/2014/main" id="{A024ED6B-15B8-2991-F78C-29A3915CD7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65017" y="849643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91FAAB11-E0CD-0B0A-D1C8-711D0641824C}"/>
                  </a:ext>
                </a:extLst>
              </p:cNvPr>
              <p:cNvSpPr/>
              <p:nvPr/>
            </p:nvSpPr>
            <p:spPr>
              <a:xfrm>
                <a:off x="5780473" y="51493"/>
                <a:ext cx="93558" cy="93624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w="467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E76FC67B-0860-9F8C-9F68-93BE9A076919}"/>
                  </a:ext>
                </a:extLst>
              </p:cNvPr>
              <p:cNvSpPr/>
              <p:nvPr/>
            </p:nvSpPr>
            <p:spPr>
              <a:xfrm>
                <a:off x="5780473" y="1259250"/>
                <a:ext cx="93558" cy="93624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w="467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9AEB1A55-ECD5-CCE3-B51E-B02E59458C69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346" name="Text 13">
              <a:extLst>
                <a:ext uri="{FF2B5EF4-FFF2-40B4-BE49-F238E27FC236}">
                  <a16:creationId xmlns:a16="http://schemas.microsoft.com/office/drawing/2014/main" id="{A6B01971-CEE9-7728-D30B-2C994FABE2A7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EE34652E-04C3-FED1-A575-8EE616348B44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D8711C28-9D6F-40ED-8327-51CD4D1DEADE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2806E6D2-0A3D-01EA-ACAA-94E29405334C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35DEAA54-A5FA-8854-D573-51DEB30C09B4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B2135F6D-464D-F58F-545A-5252D216B85F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2" name="Text 13">
              <a:extLst>
                <a:ext uri="{FF2B5EF4-FFF2-40B4-BE49-F238E27FC236}">
                  <a16:creationId xmlns:a16="http://schemas.microsoft.com/office/drawing/2014/main" id="{233E1DF2-D807-5FCC-B498-0A1D3E1F662D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53" name="Text 13">
              <a:extLst>
                <a:ext uri="{FF2B5EF4-FFF2-40B4-BE49-F238E27FC236}">
                  <a16:creationId xmlns:a16="http://schemas.microsoft.com/office/drawing/2014/main" id="{801D3964-0331-AC56-E655-07451CB17C74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54" name="Text 13">
              <a:extLst>
                <a:ext uri="{FF2B5EF4-FFF2-40B4-BE49-F238E27FC236}">
                  <a16:creationId xmlns:a16="http://schemas.microsoft.com/office/drawing/2014/main" id="{887F7F87-247E-ECA4-D4E9-DE16BC7C654D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55" name="Text 13">
              <a:extLst>
                <a:ext uri="{FF2B5EF4-FFF2-40B4-BE49-F238E27FC236}">
                  <a16:creationId xmlns:a16="http://schemas.microsoft.com/office/drawing/2014/main" id="{B320D4D5-972B-E6FE-F2C0-14CFE0904A39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0E1CBEB9-EFC6-1200-185C-1BC589268EAD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7" name="Rectangle 356">
            <a:extLst>
              <a:ext uri="{FF2B5EF4-FFF2-40B4-BE49-F238E27FC236}">
                <a16:creationId xmlns:a16="http://schemas.microsoft.com/office/drawing/2014/main" id="{AF627BCC-0847-2D72-A1B7-A7AD7303A09F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EC2E9015-47B3-7E53-61B7-16B7DB9F9506}"/>
              </a:ext>
            </a:extLst>
          </p:cNvPr>
          <p:cNvSpPr/>
          <p:nvPr/>
        </p:nvSpPr>
        <p:spPr>
          <a:xfrm>
            <a:off x="6155279" y="1498555"/>
            <a:ext cx="3843486" cy="4405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6146513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CFBD1-1DED-BE57-566F-BF41F6A8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66C10D-B007-EEB3-296B-49C4EB1D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11035D-22FC-EF68-1D0D-E7716F9A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87</a:t>
            </a:fld>
            <a:endParaRPr lang="de-CH" noProof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81573C32-84ED-A777-0C00-5C11B6436433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BF1E52-AF57-9FA4-8C7E-03A7A823DC1D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051AB4B7-098E-17E1-779D-8EEF6534041B}"/>
              </a:ext>
            </a:extLst>
          </p:cNvPr>
          <p:cNvGrpSpPr/>
          <p:nvPr/>
        </p:nvGrpSpPr>
        <p:grpSpPr>
          <a:xfrm>
            <a:off x="2745011" y="2330199"/>
            <a:ext cx="6701977" cy="2917661"/>
            <a:chOff x="4031919" y="2548861"/>
            <a:chExt cx="3204381" cy="139500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7BEFFDD-9DF0-B3A2-D90F-D6AF9062A140}"/>
                </a:ext>
              </a:extLst>
            </p:cNvPr>
            <p:cNvGrpSpPr/>
            <p:nvPr/>
          </p:nvGrpSpPr>
          <p:grpSpPr>
            <a:xfrm>
              <a:off x="4031919" y="2548861"/>
              <a:ext cx="668943" cy="1395006"/>
              <a:chOff x="4409606" y="1783548"/>
              <a:chExt cx="668943" cy="1395006"/>
            </a:xfrm>
          </p:grpSpPr>
          <p:grpSp>
            <p:nvGrpSpPr>
              <p:cNvPr id="42" name="Graphic 6">
                <a:extLst>
                  <a:ext uri="{FF2B5EF4-FFF2-40B4-BE49-F238E27FC236}">
                    <a16:creationId xmlns:a16="http://schemas.microsoft.com/office/drawing/2014/main" id="{44F5C39A-2684-F054-063C-553E9CA03AFF}"/>
                  </a:ext>
                </a:extLst>
              </p:cNvPr>
              <p:cNvGrpSpPr/>
              <p:nvPr/>
            </p:nvGrpSpPr>
            <p:grpSpPr>
              <a:xfrm>
                <a:off x="4638824" y="1970797"/>
                <a:ext cx="37423" cy="256344"/>
                <a:chOff x="4638824" y="1970797"/>
                <a:chExt cx="37423" cy="256344"/>
              </a:xfrm>
            </p:grpSpPr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F6BDABBF-D4B7-F57B-B9EA-E36A5D73333C}"/>
                    </a:ext>
                  </a:extLst>
                </p:cNvPr>
                <p:cNvSpPr/>
                <p:nvPr/>
              </p:nvSpPr>
              <p:spPr>
                <a:xfrm>
                  <a:off x="4657536" y="1970797"/>
                  <a:ext cx="4677" cy="228256"/>
                </a:xfrm>
                <a:custGeom>
                  <a:avLst/>
                  <a:gdLst>
                    <a:gd name="csX0" fmla="*/ 0 w 4677"/>
                    <a:gd name="csY0" fmla="*/ 0 h 228256"/>
                    <a:gd name="csX1" fmla="*/ 0 w 4677"/>
                    <a:gd name="csY1" fmla="*/ 228257 h 2282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228256">
                      <a:moveTo>
                        <a:pt x="0" y="0"/>
                      </a:moveTo>
                      <a:lnTo>
                        <a:pt x="0" y="228257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8331D5C2-2D29-8ABA-2598-984927780142}"/>
                    </a:ext>
                  </a:extLst>
                </p:cNvPr>
                <p:cNvSpPr/>
                <p:nvPr/>
              </p:nvSpPr>
              <p:spPr>
                <a:xfrm>
                  <a:off x="4638824" y="2189691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45" name="Graphic 6">
                <a:extLst>
                  <a:ext uri="{FF2B5EF4-FFF2-40B4-BE49-F238E27FC236}">
                    <a16:creationId xmlns:a16="http://schemas.microsoft.com/office/drawing/2014/main" id="{AEA135A4-D670-D37E-55B7-CA00D8CFC730}"/>
                  </a:ext>
                </a:extLst>
              </p:cNvPr>
              <p:cNvGrpSpPr/>
              <p:nvPr/>
            </p:nvGrpSpPr>
            <p:grpSpPr>
              <a:xfrm>
                <a:off x="4563977" y="1783548"/>
                <a:ext cx="187117" cy="187249"/>
                <a:chOff x="4563977" y="1783548"/>
                <a:chExt cx="187117" cy="187249"/>
              </a:xfrm>
              <a:solidFill>
                <a:srgbClr val="FFFFFF"/>
              </a:solidFill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B4054DF8-DF56-CE04-370A-0C1C605DAAAD}"/>
                    </a:ext>
                  </a:extLst>
                </p:cNvPr>
                <p:cNvSpPr/>
                <p:nvPr/>
              </p:nvSpPr>
              <p:spPr>
                <a:xfrm>
                  <a:off x="4563977" y="1783548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2D7A03D7-59EE-F67C-312E-4091F2EAB7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68655" y="1823338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48" name="Graphic 6">
                <a:extLst>
                  <a:ext uri="{FF2B5EF4-FFF2-40B4-BE49-F238E27FC236}">
                    <a16:creationId xmlns:a16="http://schemas.microsoft.com/office/drawing/2014/main" id="{9FA9800A-DB86-D638-F892-3916F498113D}"/>
                  </a:ext>
                </a:extLst>
              </p:cNvPr>
              <p:cNvGrpSpPr/>
              <p:nvPr/>
            </p:nvGrpSpPr>
            <p:grpSpPr>
              <a:xfrm>
                <a:off x="4638824" y="2424876"/>
                <a:ext cx="37423" cy="158038"/>
                <a:chOff x="4638824" y="2424876"/>
                <a:chExt cx="37423" cy="158038"/>
              </a:xfrm>
            </p:grpSpPr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4DA418BB-76DB-05CB-6875-49684DE2B475}"/>
                    </a:ext>
                  </a:extLst>
                </p:cNvPr>
                <p:cNvSpPr/>
                <p:nvPr/>
              </p:nvSpPr>
              <p:spPr>
                <a:xfrm>
                  <a:off x="4657536" y="2424876"/>
                  <a:ext cx="4677" cy="129950"/>
                </a:xfrm>
                <a:custGeom>
                  <a:avLst/>
                  <a:gdLst>
                    <a:gd name="csX0" fmla="*/ 0 w 4677"/>
                    <a:gd name="csY0" fmla="*/ 0 h 129950"/>
                    <a:gd name="csX1" fmla="*/ 0 w 4677"/>
                    <a:gd name="csY1" fmla="*/ 129951 h 1299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29950">
                      <a:moveTo>
                        <a:pt x="0" y="0"/>
                      </a:moveTo>
                      <a:lnTo>
                        <a:pt x="0" y="129951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C4B37A39-0FB3-1EF4-F0B7-E90CA7F00635}"/>
                    </a:ext>
                  </a:extLst>
                </p:cNvPr>
                <p:cNvSpPr/>
                <p:nvPr/>
              </p:nvSpPr>
              <p:spPr>
                <a:xfrm>
                  <a:off x="4638824" y="2545464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51" name="Graphic 6">
                <a:extLst>
                  <a:ext uri="{FF2B5EF4-FFF2-40B4-BE49-F238E27FC236}">
                    <a16:creationId xmlns:a16="http://schemas.microsoft.com/office/drawing/2014/main" id="{ACF6F5C6-12BF-BA75-F4DD-5D365F9BEC25}"/>
                  </a:ext>
                </a:extLst>
              </p:cNvPr>
              <p:cNvGrpSpPr/>
              <p:nvPr/>
            </p:nvGrpSpPr>
            <p:grpSpPr>
              <a:xfrm>
                <a:off x="4563977" y="2237627"/>
                <a:ext cx="187117" cy="187249"/>
                <a:chOff x="4563977" y="2237627"/>
                <a:chExt cx="187117" cy="187249"/>
              </a:xfrm>
              <a:solidFill>
                <a:srgbClr val="FFFFFF"/>
              </a:solidFill>
            </p:grpSpPr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241D14FE-5A93-3DF9-1D06-ABD3826AB9AB}"/>
                    </a:ext>
                  </a:extLst>
                </p:cNvPr>
                <p:cNvSpPr/>
                <p:nvPr/>
              </p:nvSpPr>
              <p:spPr>
                <a:xfrm>
                  <a:off x="4563977" y="2237627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64418D7F-8CEA-8A14-C488-E272FA722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68655" y="2277417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4" name="Graphic 6">
                <a:extLst>
                  <a:ext uri="{FF2B5EF4-FFF2-40B4-BE49-F238E27FC236}">
                    <a16:creationId xmlns:a16="http://schemas.microsoft.com/office/drawing/2014/main" id="{CFA1B6D7-12CC-98CC-C7B9-8EEBA0739B9C}"/>
                  </a:ext>
                </a:extLst>
              </p:cNvPr>
              <p:cNvGrpSpPr/>
              <p:nvPr/>
            </p:nvGrpSpPr>
            <p:grpSpPr>
              <a:xfrm>
                <a:off x="4563977" y="2991305"/>
                <a:ext cx="187117" cy="187249"/>
                <a:chOff x="4563977" y="2991305"/>
                <a:chExt cx="187117" cy="187249"/>
              </a:xfrm>
              <a:solidFill>
                <a:srgbClr val="FFFFFF"/>
              </a:solidFill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79B6DC5C-B152-2924-A000-7430B6FA0473}"/>
                    </a:ext>
                  </a:extLst>
                </p:cNvPr>
                <p:cNvSpPr/>
                <p:nvPr/>
              </p:nvSpPr>
              <p:spPr>
                <a:xfrm>
                  <a:off x="4563977" y="2991305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92A4B99B-219D-B641-C6F6-0C1C789263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68655" y="3031095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7" name="Graphic 6">
                <a:extLst>
                  <a:ext uri="{FF2B5EF4-FFF2-40B4-BE49-F238E27FC236}">
                    <a16:creationId xmlns:a16="http://schemas.microsoft.com/office/drawing/2014/main" id="{C292792D-9BC4-1192-1B1A-C3659F3B0957}"/>
                  </a:ext>
                </a:extLst>
              </p:cNvPr>
              <p:cNvGrpSpPr/>
              <p:nvPr/>
            </p:nvGrpSpPr>
            <p:grpSpPr>
              <a:xfrm>
                <a:off x="4563977" y="2593400"/>
                <a:ext cx="187117" cy="187249"/>
                <a:chOff x="4563977" y="2593400"/>
                <a:chExt cx="187117" cy="187249"/>
              </a:xfrm>
              <a:solidFill>
                <a:srgbClr val="FFFFFF"/>
              </a:solidFill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6268435-BF5F-C0AE-2C5F-57B99018173F}"/>
                    </a:ext>
                  </a:extLst>
                </p:cNvPr>
                <p:cNvSpPr/>
                <p:nvPr/>
              </p:nvSpPr>
              <p:spPr>
                <a:xfrm>
                  <a:off x="4563977" y="2593400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B0CF5FA4-2669-8B69-E111-9C421234A6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68655" y="2633191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60" name="Graphic 6">
                <a:extLst>
                  <a:ext uri="{FF2B5EF4-FFF2-40B4-BE49-F238E27FC236}">
                    <a16:creationId xmlns:a16="http://schemas.microsoft.com/office/drawing/2014/main" id="{8452D9DA-B3F5-A1B3-3878-A6D9B03AAF49}"/>
                  </a:ext>
                </a:extLst>
              </p:cNvPr>
              <p:cNvGrpSpPr/>
              <p:nvPr/>
            </p:nvGrpSpPr>
            <p:grpSpPr>
              <a:xfrm>
                <a:off x="4409606" y="2246334"/>
                <a:ext cx="209009" cy="529634"/>
                <a:chOff x="4409606" y="2246334"/>
                <a:chExt cx="209009" cy="529634"/>
              </a:xfrm>
            </p:grpSpPr>
            <p:sp>
              <p:nvSpPr>
                <p:cNvPr id="61" name="Freeform 60">
                  <a:extLst>
                    <a:ext uri="{FF2B5EF4-FFF2-40B4-BE49-F238E27FC236}">
                      <a16:creationId xmlns:a16="http://schemas.microsoft.com/office/drawing/2014/main" id="{8C057CBD-DF08-CC90-7645-58256F2B3335}"/>
                    </a:ext>
                  </a:extLst>
                </p:cNvPr>
                <p:cNvSpPr/>
                <p:nvPr/>
              </p:nvSpPr>
              <p:spPr>
                <a:xfrm>
                  <a:off x="4409606" y="2265059"/>
                  <a:ext cx="209009" cy="510909"/>
                </a:xfrm>
                <a:custGeom>
                  <a:avLst/>
                  <a:gdLst>
                    <a:gd name="csX0" fmla="*/ 209010 w 209009"/>
                    <a:gd name="csY0" fmla="*/ 510909 h 510909"/>
                    <a:gd name="csX1" fmla="*/ 0 w 209009"/>
                    <a:gd name="csY1" fmla="*/ 255502 h 510909"/>
                    <a:gd name="csX2" fmla="*/ 143238 w 209009"/>
                    <a:gd name="csY2" fmla="*/ 0 h 5109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09009" h="510909">
                      <a:moveTo>
                        <a:pt x="209010" y="510909"/>
                      </a:moveTo>
                      <a:cubicBezTo>
                        <a:pt x="69670" y="510909"/>
                        <a:pt x="0" y="425774"/>
                        <a:pt x="0" y="255502"/>
                      </a:cubicBezTo>
                      <a:cubicBezTo>
                        <a:pt x="0" y="85230"/>
                        <a:pt x="47746" y="62"/>
                        <a:pt x="143238" y="0"/>
                      </a:cubicBezTo>
                    </a:path>
                  </a:pathLst>
                </a:custGeom>
                <a:noFill/>
                <a:ln w="9353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2" name="Freeform 61">
                  <a:extLst>
                    <a:ext uri="{FF2B5EF4-FFF2-40B4-BE49-F238E27FC236}">
                      <a16:creationId xmlns:a16="http://schemas.microsoft.com/office/drawing/2014/main" id="{C2A4F860-CB8D-2955-3897-821843AAD185}"/>
                    </a:ext>
                  </a:extLst>
                </p:cNvPr>
                <p:cNvSpPr/>
                <p:nvPr/>
              </p:nvSpPr>
              <p:spPr>
                <a:xfrm>
                  <a:off x="4543488" y="2246334"/>
                  <a:ext cx="37423" cy="37449"/>
                </a:xfrm>
                <a:custGeom>
                  <a:avLst/>
                  <a:gdLst>
                    <a:gd name="csX0" fmla="*/ 37423 w 37423"/>
                    <a:gd name="csY0" fmla="*/ 18725 h 37449"/>
                    <a:gd name="csX1" fmla="*/ 0 w 37423"/>
                    <a:gd name="csY1" fmla="*/ 37450 h 37449"/>
                    <a:gd name="csX2" fmla="*/ 9356 w 37423"/>
                    <a:gd name="csY2" fmla="*/ 18725 h 37449"/>
                    <a:gd name="csX3" fmla="*/ 0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37423" y="18725"/>
                      </a:moveTo>
                      <a:lnTo>
                        <a:pt x="0" y="37450"/>
                      </a:lnTo>
                      <a:lnTo>
                        <a:pt x="9356" y="187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9353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63" name="Graphic 6">
                <a:extLst>
                  <a:ext uri="{FF2B5EF4-FFF2-40B4-BE49-F238E27FC236}">
                    <a16:creationId xmlns:a16="http://schemas.microsoft.com/office/drawing/2014/main" id="{11342191-A5DA-0448-882D-F17EB426A5BD}"/>
                  </a:ext>
                </a:extLst>
              </p:cNvPr>
              <p:cNvGrpSpPr/>
              <p:nvPr/>
            </p:nvGrpSpPr>
            <p:grpSpPr>
              <a:xfrm>
                <a:off x="4638824" y="2780649"/>
                <a:ext cx="37423" cy="200169"/>
                <a:chOff x="4638824" y="2780649"/>
                <a:chExt cx="37423" cy="200169"/>
              </a:xfrm>
            </p:grpSpPr>
            <p:sp>
              <p:nvSpPr>
                <p:cNvPr id="64" name="Freeform 63">
                  <a:extLst>
                    <a:ext uri="{FF2B5EF4-FFF2-40B4-BE49-F238E27FC236}">
                      <a16:creationId xmlns:a16="http://schemas.microsoft.com/office/drawing/2014/main" id="{94C87CA4-72D3-1B7C-0BE0-C50F8E94C291}"/>
                    </a:ext>
                  </a:extLst>
                </p:cNvPr>
                <p:cNvSpPr/>
                <p:nvPr/>
              </p:nvSpPr>
              <p:spPr>
                <a:xfrm>
                  <a:off x="4657536" y="2780649"/>
                  <a:ext cx="4677" cy="172082"/>
                </a:xfrm>
                <a:custGeom>
                  <a:avLst/>
                  <a:gdLst>
                    <a:gd name="csX0" fmla="*/ 0 w 4677"/>
                    <a:gd name="csY0" fmla="*/ 0 h 172082"/>
                    <a:gd name="csX1" fmla="*/ 0 w 4677"/>
                    <a:gd name="csY1" fmla="*/ 172082 h 1720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72082">
                      <a:moveTo>
                        <a:pt x="0" y="0"/>
                      </a:moveTo>
                      <a:lnTo>
                        <a:pt x="0" y="172082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5" name="Freeform 64">
                  <a:extLst>
                    <a:ext uri="{FF2B5EF4-FFF2-40B4-BE49-F238E27FC236}">
                      <a16:creationId xmlns:a16="http://schemas.microsoft.com/office/drawing/2014/main" id="{DA12E89A-78A2-ACE5-38BC-8FDE9B5C3539}"/>
                    </a:ext>
                  </a:extLst>
                </p:cNvPr>
                <p:cNvSpPr/>
                <p:nvPr/>
              </p:nvSpPr>
              <p:spPr>
                <a:xfrm>
                  <a:off x="4638824" y="2943369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66" name="Graphic 6">
                <a:extLst>
                  <a:ext uri="{FF2B5EF4-FFF2-40B4-BE49-F238E27FC236}">
                    <a16:creationId xmlns:a16="http://schemas.microsoft.com/office/drawing/2014/main" id="{4768311A-93E5-6B59-3BC3-AAD0BD7FECFC}"/>
                  </a:ext>
                </a:extLst>
              </p:cNvPr>
              <p:cNvGrpSpPr/>
              <p:nvPr/>
            </p:nvGrpSpPr>
            <p:grpSpPr>
              <a:xfrm>
                <a:off x="4751094" y="2237627"/>
                <a:ext cx="327455" cy="187249"/>
                <a:chOff x="4751094" y="2237627"/>
                <a:chExt cx="327455" cy="187249"/>
              </a:xfrm>
              <a:noFill/>
            </p:grpSpPr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B26364D3-CBA3-D24F-6C93-31799B573A7A}"/>
                    </a:ext>
                  </a:extLst>
                </p:cNvPr>
                <p:cNvSpPr/>
                <p:nvPr/>
              </p:nvSpPr>
              <p:spPr>
                <a:xfrm>
                  <a:off x="4751094" y="2237627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80762AA2-D758-1B77-65A9-FBCC975E6A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95535" y="2272736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69" name="Graphic 6">
                <a:extLst>
                  <a:ext uri="{FF2B5EF4-FFF2-40B4-BE49-F238E27FC236}">
                    <a16:creationId xmlns:a16="http://schemas.microsoft.com/office/drawing/2014/main" id="{F009F299-8784-ABA3-A514-8610B48B7308}"/>
                  </a:ext>
                </a:extLst>
              </p:cNvPr>
              <p:cNvGrpSpPr/>
              <p:nvPr/>
            </p:nvGrpSpPr>
            <p:grpSpPr>
              <a:xfrm>
                <a:off x="4751094" y="2593400"/>
                <a:ext cx="327455" cy="187249"/>
                <a:chOff x="4751094" y="2593400"/>
                <a:chExt cx="327455" cy="187249"/>
              </a:xfrm>
              <a:noFill/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2F0ECDF5-84F2-C1AE-8830-20C9CFB6F8B9}"/>
                    </a:ext>
                  </a:extLst>
                </p:cNvPr>
                <p:cNvSpPr/>
                <p:nvPr/>
              </p:nvSpPr>
              <p:spPr>
                <a:xfrm>
                  <a:off x="4751094" y="2593400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D2AF24C4-D502-A735-903B-FADDA5D0AE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95535" y="2628509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20BAF5C-71BC-03AD-B1F3-94510F6BA18B}"/>
                </a:ext>
              </a:extLst>
            </p:cNvPr>
            <p:cNvGrpSpPr/>
            <p:nvPr/>
          </p:nvGrpSpPr>
          <p:grpSpPr>
            <a:xfrm>
              <a:off x="5201401" y="2548861"/>
              <a:ext cx="669458" cy="1395006"/>
              <a:chOff x="5579088" y="1783548"/>
              <a:chExt cx="669458" cy="1395006"/>
            </a:xfrm>
          </p:grpSpPr>
          <p:grpSp>
            <p:nvGrpSpPr>
              <p:cNvPr id="134" name="Graphic 6">
                <a:extLst>
                  <a:ext uri="{FF2B5EF4-FFF2-40B4-BE49-F238E27FC236}">
                    <a16:creationId xmlns:a16="http://schemas.microsoft.com/office/drawing/2014/main" id="{D63B9905-CAAC-6235-E6AA-1F927A119FC2}"/>
                  </a:ext>
                </a:extLst>
              </p:cNvPr>
              <p:cNvGrpSpPr/>
              <p:nvPr/>
            </p:nvGrpSpPr>
            <p:grpSpPr>
              <a:xfrm>
                <a:off x="5808821" y="1970797"/>
                <a:ext cx="37423" cy="256344"/>
                <a:chOff x="5808821" y="1970797"/>
                <a:chExt cx="37423" cy="256344"/>
              </a:xfrm>
            </p:grpSpPr>
            <p:sp>
              <p:nvSpPr>
                <p:cNvPr id="135" name="Freeform 134">
                  <a:extLst>
                    <a:ext uri="{FF2B5EF4-FFF2-40B4-BE49-F238E27FC236}">
                      <a16:creationId xmlns:a16="http://schemas.microsoft.com/office/drawing/2014/main" id="{42CF1B94-6681-FDDF-0F24-B395A23CC218}"/>
                    </a:ext>
                  </a:extLst>
                </p:cNvPr>
                <p:cNvSpPr/>
                <p:nvPr/>
              </p:nvSpPr>
              <p:spPr>
                <a:xfrm>
                  <a:off x="5827533" y="1970797"/>
                  <a:ext cx="4677" cy="228256"/>
                </a:xfrm>
                <a:custGeom>
                  <a:avLst/>
                  <a:gdLst>
                    <a:gd name="csX0" fmla="*/ 0 w 4677"/>
                    <a:gd name="csY0" fmla="*/ 0 h 228256"/>
                    <a:gd name="csX1" fmla="*/ 0 w 4677"/>
                    <a:gd name="csY1" fmla="*/ 228257 h 2282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228256">
                      <a:moveTo>
                        <a:pt x="0" y="0"/>
                      </a:moveTo>
                      <a:lnTo>
                        <a:pt x="0" y="228257"/>
                      </a:lnTo>
                    </a:path>
                  </a:pathLst>
                </a:custGeom>
                <a:noFill/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36" name="Freeform 135">
                  <a:extLst>
                    <a:ext uri="{FF2B5EF4-FFF2-40B4-BE49-F238E27FC236}">
                      <a16:creationId xmlns:a16="http://schemas.microsoft.com/office/drawing/2014/main" id="{F3325429-FDFF-C395-7399-4FD508E79776}"/>
                    </a:ext>
                  </a:extLst>
                </p:cNvPr>
                <p:cNvSpPr/>
                <p:nvPr/>
              </p:nvSpPr>
              <p:spPr>
                <a:xfrm>
                  <a:off x="5808821" y="2189691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37" name="Graphic 6">
                <a:extLst>
                  <a:ext uri="{FF2B5EF4-FFF2-40B4-BE49-F238E27FC236}">
                    <a16:creationId xmlns:a16="http://schemas.microsoft.com/office/drawing/2014/main" id="{3F8CAC32-B48C-01AA-BBF2-268CB235237E}"/>
                  </a:ext>
                </a:extLst>
              </p:cNvPr>
              <p:cNvGrpSpPr/>
              <p:nvPr/>
            </p:nvGrpSpPr>
            <p:grpSpPr>
              <a:xfrm>
                <a:off x="5733974" y="1783548"/>
                <a:ext cx="187117" cy="187249"/>
                <a:chOff x="5733974" y="1783548"/>
                <a:chExt cx="187117" cy="187249"/>
              </a:xfrm>
              <a:solidFill>
                <a:srgbClr val="FFFFFF">
                  <a:alpha val="20000"/>
                </a:srgbClr>
              </a:solidFill>
            </p:grpSpPr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5E1420B6-ACCD-5892-5940-2B1AAD030BAF}"/>
                    </a:ext>
                  </a:extLst>
                </p:cNvPr>
                <p:cNvSpPr/>
                <p:nvPr/>
              </p:nvSpPr>
              <p:spPr>
                <a:xfrm>
                  <a:off x="5733974" y="1783548"/>
                  <a:ext cx="187117" cy="187249"/>
                </a:xfrm>
                <a:prstGeom prst="ellipse">
                  <a:avLst/>
                </a:prstGeom>
                <a:solidFill>
                  <a:srgbClr val="FFFFFF">
                    <a:alpha val="20000"/>
                  </a:srgbClr>
                </a:solidFill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39" name="Picture 138">
                  <a:extLst>
                    <a:ext uri="{FF2B5EF4-FFF2-40B4-BE49-F238E27FC236}">
                      <a16:creationId xmlns:a16="http://schemas.microsoft.com/office/drawing/2014/main" id="{1B275016-1AED-8BC0-A9AA-9A298EB77C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38137" y="1823338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40" name="Graphic 6">
                <a:extLst>
                  <a:ext uri="{FF2B5EF4-FFF2-40B4-BE49-F238E27FC236}">
                    <a16:creationId xmlns:a16="http://schemas.microsoft.com/office/drawing/2014/main" id="{7BDA6F4F-46AA-6AEB-D8AD-11B400A53ED8}"/>
                  </a:ext>
                </a:extLst>
              </p:cNvPr>
              <p:cNvGrpSpPr/>
              <p:nvPr/>
            </p:nvGrpSpPr>
            <p:grpSpPr>
              <a:xfrm>
                <a:off x="5808821" y="2424876"/>
                <a:ext cx="37423" cy="158038"/>
                <a:chOff x="5808821" y="2424876"/>
                <a:chExt cx="37423" cy="158038"/>
              </a:xfrm>
            </p:grpSpPr>
            <p:sp>
              <p:nvSpPr>
                <p:cNvPr id="141" name="Freeform 140">
                  <a:extLst>
                    <a:ext uri="{FF2B5EF4-FFF2-40B4-BE49-F238E27FC236}">
                      <a16:creationId xmlns:a16="http://schemas.microsoft.com/office/drawing/2014/main" id="{B3EFF492-2EDE-0613-8DC5-A245603F69FA}"/>
                    </a:ext>
                  </a:extLst>
                </p:cNvPr>
                <p:cNvSpPr/>
                <p:nvPr/>
              </p:nvSpPr>
              <p:spPr>
                <a:xfrm>
                  <a:off x="5827533" y="2424876"/>
                  <a:ext cx="4677" cy="129950"/>
                </a:xfrm>
                <a:custGeom>
                  <a:avLst/>
                  <a:gdLst>
                    <a:gd name="csX0" fmla="*/ 0 w 4677"/>
                    <a:gd name="csY0" fmla="*/ 0 h 129950"/>
                    <a:gd name="csX1" fmla="*/ 0 w 4677"/>
                    <a:gd name="csY1" fmla="*/ 129951 h 1299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29950">
                      <a:moveTo>
                        <a:pt x="0" y="0"/>
                      </a:moveTo>
                      <a:lnTo>
                        <a:pt x="0" y="129951"/>
                      </a:lnTo>
                    </a:path>
                  </a:pathLst>
                </a:custGeom>
                <a:noFill/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42" name="Freeform 141">
                  <a:extLst>
                    <a:ext uri="{FF2B5EF4-FFF2-40B4-BE49-F238E27FC236}">
                      <a16:creationId xmlns:a16="http://schemas.microsoft.com/office/drawing/2014/main" id="{B24BA7FC-D088-C18D-3535-7BF9AB043035}"/>
                    </a:ext>
                  </a:extLst>
                </p:cNvPr>
                <p:cNvSpPr/>
                <p:nvPr/>
              </p:nvSpPr>
              <p:spPr>
                <a:xfrm>
                  <a:off x="5808821" y="2545464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43" name="Graphic 6">
                <a:extLst>
                  <a:ext uri="{FF2B5EF4-FFF2-40B4-BE49-F238E27FC236}">
                    <a16:creationId xmlns:a16="http://schemas.microsoft.com/office/drawing/2014/main" id="{970B0E45-E181-7B27-3A17-D2F4B411D5F3}"/>
                  </a:ext>
                </a:extLst>
              </p:cNvPr>
              <p:cNvGrpSpPr/>
              <p:nvPr/>
            </p:nvGrpSpPr>
            <p:grpSpPr>
              <a:xfrm>
                <a:off x="5733974" y="2237627"/>
                <a:ext cx="187117" cy="187249"/>
                <a:chOff x="5733974" y="2237627"/>
                <a:chExt cx="187117" cy="187249"/>
              </a:xfrm>
              <a:solidFill>
                <a:srgbClr val="FFFFFF"/>
              </a:solidFill>
            </p:grpSpPr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14F59661-641B-2A0C-9DF2-E97F13F00F2A}"/>
                    </a:ext>
                  </a:extLst>
                </p:cNvPr>
                <p:cNvSpPr/>
                <p:nvPr/>
              </p:nvSpPr>
              <p:spPr>
                <a:xfrm>
                  <a:off x="5733974" y="2237627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45" name="Picture 144">
                  <a:extLst>
                    <a:ext uri="{FF2B5EF4-FFF2-40B4-BE49-F238E27FC236}">
                      <a16:creationId xmlns:a16="http://schemas.microsoft.com/office/drawing/2014/main" id="{9FBD37BB-885C-B099-114B-317D903507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38137" y="2277417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46" name="Graphic 6">
                <a:extLst>
                  <a:ext uri="{FF2B5EF4-FFF2-40B4-BE49-F238E27FC236}">
                    <a16:creationId xmlns:a16="http://schemas.microsoft.com/office/drawing/2014/main" id="{FB4F461B-371A-7680-1F90-7479A40C527E}"/>
                  </a:ext>
                </a:extLst>
              </p:cNvPr>
              <p:cNvGrpSpPr/>
              <p:nvPr/>
            </p:nvGrpSpPr>
            <p:grpSpPr>
              <a:xfrm>
                <a:off x="5733974" y="2991305"/>
                <a:ext cx="187117" cy="187249"/>
                <a:chOff x="5733974" y="2991305"/>
                <a:chExt cx="187117" cy="187249"/>
              </a:xfrm>
              <a:solidFill>
                <a:srgbClr val="FFFFFF"/>
              </a:solidFill>
            </p:grpSpPr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CFFCCED6-D944-0145-57FD-3F228A56D7A4}"/>
                    </a:ext>
                  </a:extLst>
                </p:cNvPr>
                <p:cNvSpPr/>
                <p:nvPr/>
              </p:nvSpPr>
              <p:spPr>
                <a:xfrm>
                  <a:off x="5733974" y="2991305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48" name="Picture 147">
                  <a:extLst>
                    <a:ext uri="{FF2B5EF4-FFF2-40B4-BE49-F238E27FC236}">
                      <a16:creationId xmlns:a16="http://schemas.microsoft.com/office/drawing/2014/main" id="{F2620E30-4FD9-F4D3-845B-86EE4A2F4E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38137" y="3031095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49" name="Graphic 6">
                <a:extLst>
                  <a:ext uri="{FF2B5EF4-FFF2-40B4-BE49-F238E27FC236}">
                    <a16:creationId xmlns:a16="http://schemas.microsoft.com/office/drawing/2014/main" id="{936426A8-2F26-D46D-A982-21F652102A80}"/>
                  </a:ext>
                </a:extLst>
              </p:cNvPr>
              <p:cNvGrpSpPr/>
              <p:nvPr/>
            </p:nvGrpSpPr>
            <p:grpSpPr>
              <a:xfrm>
                <a:off x="5733974" y="2593400"/>
                <a:ext cx="187117" cy="187249"/>
                <a:chOff x="5733974" y="2593400"/>
                <a:chExt cx="187117" cy="187249"/>
              </a:xfrm>
              <a:solidFill>
                <a:srgbClr val="FFFFFF"/>
              </a:solidFill>
            </p:grpSpPr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DE5D1B91-A2E3-CEDE-3FAB-BCBE7FB0AB90}"/>
                    </a:ext>
                  </a:extLst>
                </p:cNvPr>
                <p:cNvSpPr/>
                <p:nvPr/>
              </p:nvSpPr>
              <p:spPr>
                <a:xfrm>
                  <a:off x="5733974" y="2593400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51" name="Picture 150">
                  <a:extLst>
                    <a:ext uri="{FF2B5EF4-FFF2-40B4-BE49-F238E27FC236}">
                      <a16:creationId xmlns:a16="http://schemas.microsoft.com/office/drawing/2014/main" id="{F2B84C51-750B-0A20-F38B-52AA9E8590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38137" y="2633191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52" name="Graphic 6">
                <a:extLst>
                  <a:ext uri="{FF2B5EF4-FFF2-40B4-BE49-F238E27FC236}">
                    <a16:creationId xmlns:a16="http://schemas.microsoft.com/office/drawing/2014/main" id="{2A457C2D-F4CC-2652-F641-2D16DAF2247B}"/>
                  </a:ext>
                </a:extLst>
              </p:cNvPr>
              <p:cNvGrpSpPr/>
              <p:nvPr/>
            </p:nvGrpSpPr>
            <p:grpSpPr>
              <a:xfrm>
                <a:off x="5579088" y="2246334"/>
                <a:ext cx="209524" cy="529634"/>
                <a:chOff x="5579088" y="2246334"/>
                <a:chExt cx="209524" cy="529634"/>
              </a:xfrm>
            </p:grpSpPr>
            <p:sp>
              <p:nvSpPr>
                <p:cNvPr id="153" name="Freeform 152">
                  <a:extLst>
                    <a:ext uri="{FF2B5EF4-FFF2-40B4-BE49-F238E27FC236}">
                      <a16:creationId xmlns:a16="http://schemas.microsoft.com/office/drawing/2014/main" id="{8A3AEA52-18A5-2C1E-88F4-98897872FCB6}"/>
                    </a:ext>
                  </a:extLst>
                </p:cNvPr>
                <p:cNvSpPr/>
                <p:nvPr/>
              </p:nvSpPr>
              <p:spPr>
                <a:xfrm>
                  <a:off x="5579088" y="2265059"/>
                  <a:ext cx="209524" cy="510909"/>
                </a:xfrm>
                <a:custGeom>
                  <a:avLst/>
                  <a:gdLst>
                    <a:gd name="csX0" fmla="*/ 209524 w 209524"/>
                    <a:gd name="csY0" fmla="*/ 510909 h 510909"/>
                    <a:gd name="csX1" fmla="*/ 0 w 209524"/>
                    <a:gd name="csY1" fmla="*/ 255502 h 510909"/>
                    <a:gd name="csX2" fmla="*/ 143753 w 209524"/>
                    <a:gd name="csY2" fmla="*/ 0 h 5109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09524" h="510909">
                      <a:moveTo>
                        <a:pt x="209524" y="510909"/>
                      </a:moveTo>
                      <a:cubicBezTo>
                        <a:pt x="69841" y="510909"/>
                        <a:pt x="0" y="425774"/>
                        <a:pt x="0" y="255502"/>
                      </a:cubicBezTo>
                      <a:cubicBezTo>
                        <a:pt x="0" y="85230"/>
                        <a:pt x="47918" y="62"/>
                        <a:pt x="143753" y="0"/>
                      </a:cubicBezTo>
                    </a:path>
                  </a:pathLst>
                </a:custGeom>
                <a:noFill/>
                <a:ln w="9353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F57AD25F-7518-68B7-0F58-DF22407F30D3}"/>
                    </a:ext>
                  </a:extLst>
                </p:cNvPr>
                <p:cNvSpPr/>
                <p:nvPr/>
              </p:nvSpPr>
              <p:spPr>
                <a:xfrm>
                  <a:off x="5713485" y="2246334"/>
                  <a:ext cx="37423" cy="37449"/>
                </a:xfrm>
                <a:custGeom>
                  <a:avLst/>
                  <a:gdLst>
                    <a:gd name="csX0" fmla="*/ 37423 w 37423"/>
                    <a:gd name="csY0" fmla="*/ 18725 h 37449"/>
                    <a:gd name="csX1" fmla="*/ 0 w 37423"/>
                    <a:gd name="csY1" fmla="*/ 37450 h 37449"/>
                    <a:gd name="csX2" fmla="*/ 9356 w 37423"/>
                    <a:gd name="csY2" fmla="*/ 18725 h 37449"/>
                    <a:gd name="csX3" fmla="*/ 0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37423" y="18725"/>
                      </a:moveTo>
                      <a:lnTo>
                        <a:pt x="0" y="37450"/>
                      </a:lnTo>
                      <a:lnTo>
                        <a:pt x="9356" y="187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9353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5" name="Graphic 6">
                <a:extLst>
                  <a:ext uri="{FF2B5EF4-FFF2-40B4-BE49-F238E27FC236}">
                    <a16:creationId xmlns:a16="http://schemas.microsoft.com/office/drawing/2014/main" id="{B262BEEC-3837-714B-D4C5-10BFB0D348C4}"/>
                  </a:ext>
                </a:extLst>
              </p:cNvPr>
              <p:cNvGrpSpPr/>
              <p:nvPr/>
            </p:nvGrpSpPr>
            <p:grpSpPr>
              <a:xfrm>
                <a:off x="5808821" y="2780649"/>
                <a:ext cx="37423" cy="200169"/>
                <a:chOff x="5808821" y="2780649"/>
                <a:chExt cx="37423" cy="200169"/>
              </a:xfrm>
            </p:grpSpPr>
            <p:sp>
              <p:nvSpPr>
                <p:cNvPr id="156" name="Freeform 155">
                  <a:extLst>
                    <a:ext uri="{FF2B5EF4-FFF2-40B4-BE49-F238E27FC236}">
                      <a16:creationId xmlns:a16="http://schemas.microsoft.com/office/drawing/2014/main" id="{FDAB3ECE-B1AD-AE10-B092-2AD9AD55E0C5}"/>
                    </a:ext>
                  </a:extLst>
                </p:cNvPr>
                <p:cNvSpPr/>
                <p:nvPr/>
              </p:nvSpPr>
              <p:spPr>
                <a:xfrm>
                  <a:off x="5827533" y="2780649"/>
                  <a:ext cx="4677" cy="172082"/>
                </a:xfrm>
                <a:custGeom>
                  <a:avLst/>
                  <a:gdLst>
                    <a:gd name="csX0" fmla="*/ 0 w 4677"/>
                    <a:gd name="csY0" fmla="*/ 0 h 172082"/>
                    <a:gd name="csX1" fmla="*/ 0 w 4677"/>
                    <a:gd name="csY1" fmla="*/ 172082 h 1720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72082">
                      <a:moveTo>
                        <a:pt x="0" y="0"/>
                      </a:moveTo>
                      <a:lnTo>
                        <a:pt x="0" y="172082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AD9AC3B5-BF5C-17FA-161C-AE8F99622D28}"/>
                    </a:ext>
                  </a:extLst>
                </p:cNvPr>
                <p:cNvSpPr/>
                <p:nvPr/>
              </p:nvSpPr>
              <p:spPr>
                <a:xfrm>
                  <a:off x="5808821" y="2943369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58" name="Graphic 6">
                <a:extLst>
                  <a:ext uri="{FF2B5EF4-FFF2-40B4-BE49-F238E27FC236}">
                    <a16:creationId xmlns:a16="http://schemas.microsoft.com/office/drawing/2014/main" id="{86881938-CEAF-A456-710E-FA6A80D1170B}"/>
                  </a:ext>
                </a:extLst>
              </p:cNvPr>
              <p:cNvGrpSpPr/>
              <p:nvPr/>
            </p:nvGrpSpPr>
            <p:grpSpPr>
              <a:xfrm>
                <a:off x="5921091" y="2237627"/>
                <a:ext cx="327455" cy="187249"/>
                <a:chOff x="5921091" y="2237627"/>
                <a:chExt cx="327455" cy="187249"/>
              </a:xfrm>
              <a:noFill/>
            </p:grpSpPr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CA00CFDB-27A2-BD71-62F8-9BF0AF8C79DB}"/>
                    </a:ext>
                  </a:extLst>
                </p:cNvPr>
                <p:cNvSpPr/>
                <p:nvPr/>
              </p:nvSpPr>
              <p:spPr>
                <a:xfrm>
                  <a:off x="5921091" y="2237627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0" name="Picture 159">
                  <a:extLst>
                    <a:ext uri="{FF2B5EF4-FFF2-40B4-BE49-F238E27FC236}">
                      <a16:creationId xmlns:a16="http://schemas.microsoft.com/office/drawing/2014/main" id="{5736C694-87A2-3831-CF8C-BAC5128116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65017" y="2272736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61" name="Graphic 6">
                <a:extLst>
                  <a:ext uri="{FF2B5EF4-FFF2-40B4-BE49-F238E27FC236}">
                    <a16:creationId xmlns:a16="http://schemas.microsoft.com/office/drawing/2014/main" id="{7C1DFE81-D1A4-12A5-7E57-AC440BAA6550}"/>
                  </a:ext>
                </a:extLst>
              </p:cNvPr>
              <p:cNvGrpSpPr/>
              <p:nvPr/>
            </p:nvGrpSpPr>
            <p:grpSpPr>
              <a:xfrm>
                <a:off x="5921091" y="2593400"/>
                <a:ext cx="327455" cy="187249"/>
                <a:chOff x="5921091" y="2593400"/>
                <a:chExt cx="327455" cy="187249"/>
              </a:xfrm>
              <a:noFill/>
            </p:grpSpPr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CD236DBD-6D75-7B47-5450-0771A4397BD2}"/>
                    </a:ext>
                  </a:extLst>
                </p:cNvPr>
                <p:cNvSpPr/>
                <p:nvPr/>
              </p:nvSpPr>
              <p:spPr>
                <a:xfrm>
                  <a:off x="5921091" y="2593400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3" name="Picture 162">
                  <a:extLst>
                    <a:ext uri="{FF2B5EF4-FFF2-40B4-BE49-F238E27FC236}">
                      <a16:creationId xmlns:a16="http://schemas.microsoft.com/office/drawing/2014/main" id="{08B9A579-8686-E293-529E-64B5D810E7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65017" y="2628509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0D925B95-C44A-98FD-7364-7767BD62A4E1}"/>
                  </a:ext>
                </a:extLst>
              </p:cNvPr>
              <p:cNvSpPr/>
              <p:nvPr/>
            </p:nvSpPr>
            <p:spPr>
              <a:xfrm>
                <a:off x="5780753" y="1830360"/>
                <a:ext cx="93558" cy="93624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w="467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4E99A0F-3C32-385A-5D34-020AC4827D79}"/>
                </a:ext>
              </a:extLst>
            </p:cNvPr>
            <p:cNvGrpSpPr/>
            <p:nvPr/>
          </p:nvGrpSpPr>
          <p:grpSpPr>
            <a:xfrm>
              <a:off x="6136987" y="3002940"/>
              <a:ext cx="1099313" cy="613241"/>
              <a:chOff x="6514674" y="2237627"/>
              <a:chExt cx="1099313" cy="613241"/>
            </a:xfrm>
          </p:grpSpPr>
          <p:grpSp>
            <p:nvGrpSpPr>
              <p:cNvPr id="196" name="Graphic 6">
                <a:extLst>
                  <a:ext uri="{FF2B5EF4-FFF2-40B4-BE49-F238E27FC236}">
                    <a16:creationId xmlns:a16="http://schemas.microsoft.com/office/drawing/2014/main" id="{3B9A2356-1A6E-4DDF-887B-27A0D58B9D71}"/>
                  </a:ext>
                </a:extLst>
              </p:cNvPr>
              <p:cNvGrpSpPr/>
              <p:nvPr/>
            </p:nvGrpSpPr>
            <p:grpSpPr>
              <a:xfrm>
                <a:off x="6842129" y="2663619"/>
                <a:ext cx="187117" cy="187249"/>
                <a:chOff x="6842129" y="2663619"/>
                <a:chExt cx="187117" cy="187249"/>
              </a:xfrm>
              <a:solidFill>
                <a:srgbClr val="FFFFFF"/>
              </a:solidFill>
            </p:grpSpPr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1952710B-5B01-DA6E-BC2E-661CC66F8E06}"/>
                    </a:ext>
                  </a:extLst>
                </p:cNvPr>
                <p:cNvSpPr/>
                <p:nvPr/>
              </p:nvSpPr>
              <p:spPr>
                <a:xfrm>
                  <a:off x="6842129" y="2663619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8" name="Picture 197">
                  <a:extLst>
                    <a:ext uri="{FF2B5EF4-FFF2-40B4-BE49-F238E27FC236}">
                      <a16:creationId xmlns:a16="http://schemas.microsoft.com/office/drawing/2014/main" id="{066AEE8B-14AA-5A46-8F88-95B435DE17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46807" y="2703409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9" name="Graphic 6">
                <a:extLst>
                  <a:ext uri="{FF2B5EF4-FFF2-40B4-BE49-F238E27FC236}">
                    <a16:creationId xmlns:a16="http://schemas.microsoft.com/office/drawing/2014/main" id="{AC4783B2-8039-3869-DAAE-45B68C267675}"/>
                  </a:ext>
                </a:extLst>
              </p:cNvPr>
              <p:cNvGrpSpPr/>
              <p:nvPr/>
            </p:nvGrpSpPr>
            <p:grpSpPr>
              <a:xfrm>
                <a:off x="7356701" y="2663619"/>
                <a:ext cx="187117" cy="187249"/>
                <a:chOff x="7356701" y="2663619"/>
                <a:chExt cx="187117" cy="187249"/>
              </a:xfrm>
              <a:solidFill>
                <a:srgbClr val="FFFFFF"/>
              </a:solidFill>
            </p:grpSpPr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BFE82DDA-E0B8-B830-9615-7B60F8B76CD8}"/>
                    </a:ext>
                  </a:extLst>
                </p:cNvPr>
                <p:cNvSpPr/>
                <p:nvPr/>
              </p:nvSpPr>
              <p:spPr>
                <a:xfrm>
                  <a:off x="7356701" y="2663619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01" name="Picture 200">
                  <a:extLst>
                    <a:ext uri="{FF2B5EF4-FFF2-40B4-BE49-F238E27FC236}">
                      <a16:creationId xmlns:a16="http://schemas.microsoft.com/office/drawing/2014/main" id="{A4D51D31-E7FB-BE74-D839-F8D6A00E02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61379" y="2703409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2" name="Graphic 6">
                <a:extLst>
                  <a:ext uri="{FF2B5EF4-FFF2-40B4-BE49-F238E27FC236}">
                    <a16:creationId xmlns:a16="http://schemas.microsoft.com/office/drawing/2014/main" id="{2C276E18-D19A-1B2A-178E-7E5EA071BD0A}"/>
                  </a:ext>
                </a:extLst>
              </p:cNvPr>
              <p:cNvGrpSpPr/>
              <p:nvPr/>
            </p:nvGrpSpPr>
            <p:grpSpPr>
              <a:xfrm>
                <a:off x="6941769" y="2397444"/>
                <a:ext cx="185058" cy="257654"/>
                <a:chOff x="6941769" y="2397444"/>
                <a:chExt cx="185058" cy="257654"/>
              </a:xfrm>
            </p:grpSpPr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id="{AFDEF7F7-DD30-4617-BB32-5FB7A9E3CEBC}"/>
                    </a:ext>
                  </a:extLst>
                </p:cNvPr>
                <p:cNvSpPr/>
                <p:nvPr/>
              </p:nvSpPr>
              <p:spPr>
                <a:xfrm>
                  <a:off x="6958188" y="2397444"/>
                  <a:ext cx="168639" cy="234857"/>
                </a:xfrm>
                <a:custGeom>
                  <a:avLst/>
                  <a:gdLst>
                    <a:gd name="csX0" fmla="*/ 168639 w 168639"/>
                    <a:gd name="csY0" fmla="*/ 0 h 234857"/>
                    <a:gd name="csX1" fmla="*/ 0 w 168639"/>
                    <a:gd name="csY1" fmla="*/ 234857 h 2348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639" h="234857">
                      <a:moveTo>
                        <a:pt x="168639" y="0"/>
                      </a:moveTo>
                      <a:lnTo>
                        <a:pt x="0" y="234857"/>
                      </a:lnTo>
                    </a:path>
                  </a:pathLst>
                </a:custGeom>
                <a:noFill/>
                <a:ln w="9353" cap="flat">
                  <a:solidFill>
                    <a:srgbClr val="011C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id="{1BB92667-024B-23E7-D494-B0E4FFC8DB6E}"/>
                    </a:ext>
                  </a:extLst>
                </p:cNvPr>
                <p:cNvSpPr/>
                <p:nvPr/>
              </p:nvSpPr>
              <p:spPr>
                <a:xfrm>
                  <a:off x="6941769" y="2613763"/>
                  <a:ext cx="37049" cy="41335"/>
                </a:xfrm>
                <a:custGeom>
                  <a:avLst/>
                  <a:gdLst>
                    <a:gd name="csX0" fmla="*/ 0 w 37049"/>
                    <a:gd name="csY0" fmla="*/ 41335 h 41335"/>
                    <a:gd name="csX1" fmla="*/ 6643 w 37049"/>
                    <a:gd name="csY1" fmla="*/ 0 h 41335"/>
                    <a:gd name="csX2" fmla="*/ 16420 w 37049"/>
                    <a:gd name="csY2" fmla="*/ 18538 h 41335"/>
                    <a:gd name="csX3" fmla="*/ 37049 w 37049"/>
                    <a:gd name="csY3" fmla="*/ 21862 h 413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049" h="41335">
                      <a:moveTo>
                        <a:pt x="0" y="41335"/>
                      </a:moveTo>
                      <a:lnTo>
                        <a:pt x="6643" y="0"/>
                      </a:lnTo>
                      <a:lnTo>
                        <a:pt x="16420" y="18538"/>
                      </a:lnTo>
                      <a:lnTo>
                        <a:pt x="37049" y="21862"/>
                      </a:lnTo>
                      <a:close/>
                    </a:path>
                  </a:pathLst>
                </a:custGeom>
                <a:solidFill>
                  <a:srgbClr val="011CFF"/>
                </a:solidFill>
                <a:ln w="9353" cap="flat">
                  <a:solidFill>
                    <a:srgbClr val="011C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5" name="Graphic 6">
                <a:extLst>
                  <a:ext uri="{FF2B5EF4-FFF2-40B4-BE49-F238E27FC236}">
                    <a16:creationId xmlns:a16="http://schemas.microsoft.com/office/drawing/2014/main" id="{B078D7CC-B9A2-9EF1-FA56-2B55071856A5}"/>
                  </a:ext>
                </a:extLst>
              </p:cNvPr>
              <p:cNvGrpSpPr/>
              <p:nvPr/>
            </p:nvGrpSpPr>
            <p:grpSpPr>
              <a:xfrm>
                <a:off x="7099415" y="2237627"/>
                <a:ext cx="187117" cy="187249"/>
                <a:chOff x="7099415" y="2237627"/>
                <a:chExt cx="187117" cy="187249"/>
              </a:xfrm>
              <a:solidFill>
                <a:srgbClr val="FFFFFF"/>
              </a:solidFill>
            </p:grpSpPr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7586995B-3A0C-3CD2-3503-E7A7AC4842B3}"/>
                    </a:ext>
                  </a:extLst>
                </p:cNvPr>
                <p:cNvSpPr/>
                <p:nvPr/>
              </p:nvSpPr>
              <p:spPr>
                <a:xfrm>
                  <a:off x="7099415" y="2237627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07" name="Picture 206">
                  <a:extLst>
                    <a:ext uri="{FF2B5EF4-FFF2-40B4-BE49-F238E27FC236}">
                      <a16:creationId xmlns:a16="http://schemas.microsoft.com/office/drawing/2014/main" id="{358F91C2-C5BD-3120-1203-6164E2D2D5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04093" y="2277417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8" name="Graphic 6">
                <a:extLst>
                  <a:ext uri="{FF2B5EF4-FFF2-40B4-BE49-F238E27FC236}">
                    <a16:creationId xmlns:a16="http://schemas.microsoft.com/office/drawing/2014/main" id="{02B38048-1C85-B620-DFA9-7B352B9362B4}"/>
                  </a:ext>
                </a:extLst>
              </p:cNvPr>
              <p:cNvGrpSpPr/>
              <p:nvPr/>
            </p:nvGrpSpPr>
            <p:grpSpPr>
              <a:xfrm>
                <a:off x="7259119" y="2397444"/>
                <a:ext cx="185058" cy="257654"/>
                <a:chOff x="7259119" y="2397444"/>
                <a:chExt cx="185058" cy="257654"/>
              </a:xfrm>
            </p:grpSpPr>
            <p:sp>
              <p:nvSpPr>
                <p:cNvPr id="209" name="Freeform 208">
                  <a:extLst>
                    <a:ext uri="{FF2B5EF4-FFF2-40B4-BE49-F238E27FC236}">
                      <a16:creationId xmlns:a16="http://schemas.microsoft.com/office/drawing/2014/main" id="{EBEE683C-5861-D642-C919-4E081BB1ABAC}"/>
                    </a:ext>
                  </a:extLst>
                </p:cNvPr>
                <p:cNvSpPr/>
                <p:nvPr/>
              </p:nvSpPr>
              <p:spPr>
                <a:xfrm>
                  <a:off x="7259119" y="2397444"/>
                  <a:ext cx="168639" cy="234857"/>
                </a:xfrm>
                <a:custGeom>
                  <a:avLst/>
                  <a:gdLst>
                    <a:gd name="csX0" fmla="*/ 0 w 168639"/>
                    <a:gd name="csY0" fmla="*/ 0 h 234857"/>
                    <a:gd name="csX1" fmla="*/ 168639 w 168639"/>
                    <a:gd name="csY1" fmla="*/ 234857 h 2348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639" h="234857">
                      <a:moveTo>
                        <a:pt x="0" y="0"/>
                      </a:moveTo>
                      <a:lnTo>
                        <a:pt x="168639" y="234857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10" name="Freeform 209">
                  <a:extLst>
                    <a:ext uri="{FF2B5EF4-FFF2-40B4-BE49-F238E27FC236}">
                      <a16:creationId xmlns:a16="http://schemas.microsoft.com/office/drawing/2014/main" id="{444FC38B-6161-60AD-CA78-AFCA70C31587}"/>
                    </a:ext>
                  </a:extLst>
                </p:cNvPr>
                <p:cNvSpPr/>
                <p:nvPr/>
              </p:nvSpPr>
              <p:spPr>
                <a:xfrm>
                  <a:off x="7407129" y="2613763"/>
                  <a:ext cx="37049" cy="41335"/>
                </a:xfrm>
                <a:custGeom>
                  <a:avLst/>
                  <a:gdLst>
                    <a:gd name="csX0" fmla="*/ 37049 w 37049"/>
                    <a:gd name="csY0" fmla="*/ 41335 h 41335"/>
                    <a:gd name="csX1" fmla="*/ 0 w 37049"/>
                    <a:gd name="csY1" fmla="*/ 21862 h 41335"/>
                    <a:gd name="csX2" fmla="*/ 20630 w 37049"/>
                    <a:gd name="csY2" fmla="*/ 18538 h 41335"/>
                    <a:gd name="csX3" fmla="*/ 30407 w 37049"/>
                    <a:gd name="csY3" fmla="*/ 0 h 413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049" h="41335">
                      <a:moveTo>
                        <a:pt x="37049" y="41335"/>
                      </a:moveTo>
                      <a:lnTo>
                        <a:pt x="0" y="21862"/>
                      </a:lnTo>
                      <a:lnTo>
                        <a:pt x="20630" y="18538"/>
                      </a:lnTo>
                      <a:lnTo>
                        <a:pt x="304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11" name="Graphic 6">
                <a:extLst>
                  <a:ext uri="{FF2B5EF4-FFF2-40B4-BE49-F238E27FC236}">
                    <a16:creationId xmlns:a16="http://schemas.microsoft.com/office/drawing/2014/main" id="{29862BD7-6826-79D4-5732-1AEA4C782AA3}"/>
                  </a:ext>
                </a:extLst>
              </p:cNvPr>
              <p:cNvGrpSpPr/>
              <p:nvPr/>
            </p:nvGrpSpPr>
            <p:grpSpPr>
              <a:xfrm>
                <a:off x="6514674" y="2663619"/>
                <a:ext cx="327455" cy="187249"/>
                <a:chOff x="6514674" y="2663619"/>
                <a:chExt cx="327455" cy="187249"/>
              </a:xfrm>
              <a:noFill/>
            </p:grpSpPr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4CCA1693-15E9-7894-5A82-103C290335BE}"/>
                    </a:ext>
                  </a:extLst>
                </p:cNvPr>
                <p:cNvSpPr/>
                <p:nvPr/>
              </p:nvSpPr>
              <p:spPr>
                <a:xfrm>
                  <a:off x="6514674" y="2663619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13" name="Picture 212">
                  <a:extLst>
                    <a:ext uri="{FF2B5EF4-FFF2-40B4-BE49-F238E27FC236}">
                      <a16:creationId xmlns:a16="http://schemas.microsoft.com/office/drawing/2014/main" id="{0783AA1A-8555-702E-6C06-E62077DCEE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59114" y="2698728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4" name="Graphic 6">
                <a:extLst>
                  <a:ext uri="{FF2B5EF4-FFF2-40B4-BE49-F238E27FC236}">
                    <a16:creationId xmlns:a16="http://schemas.microsoft.com/office/drawing/2014/main" id="{35EB841E-83AD-A66B-0575-874E05138E39}"/>
                  </a:ext>
                </a:extLst>
              </p:cNvPr>
              <p:cNvGrpSpPr/>
              <p:nvPr/>
            </p:nvGrpSpPr>
            <p:grpSpPr>
              <a:xfrm>
                <a:off x="7286532" y="2237627"/>
                <a:ext cx="327455" cy="187249"/>
                <a:chOff x="7286532" y="2237627"/>
                <a:chExt cx="327455" cy="187249"/>
              </a:xfrm>
              <a:noFill/>
            </p:grpSpPr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95862D3B-56D4-C796-E19E-4B7FA96A3FD7}"/>
                    </a:ext>
                  </a:extLst>
                </p:cNvPr>
                <p:cNvSpPr/>
                <p:nvPr/>
              </p:nvSpPr>
              <p:spPr>
                <a:xfrm>
                  <a:off x="7286532" y="2237627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16" name="Picture 215">
                  <a:extLst>
                    <a:ext uri="{FF2B5EF4-FFF2-40B4-BE49-F238E27FC236}">
                      <a16:creationId xmlns:a16="http://schemas.microsoft.com/office/drawing/2014/main" id="{D5B4324A-E2C1-2EC4-0AB7-3C6F23F553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30972" y="2272736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522266-BF2F-EEA8-2744-0DC410D801BB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7765B657-29F0-F593-5239-E7EB9818EDE8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8F07B8-999C-0DE0-2055-8A23586DA49E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1D3AD347-3373-A536-D276-16F1B547932A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552A82-927F-F6DE-F72D-ACEA91E10B2E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22977A5A-9006-B621-6458-FE8E436B9302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3E13B606-BDE9-E041-0774-5CD86D788F34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7" name="Text 13">
              <a:extLst>
                <a:ext uri="{FF2B5EF4-FFF2-40B4-BE49-F238E27FC236}">
                  <a16:creationId xmlns:a16="http://schemas.microsoft.com/office/drawing/2014/main" id="{A1ADFAAC-7099-BCF8-B1AB-75E5D77DF164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48" name="Text 13">
              <a:extLst>
                <a:ext uri="{FF2B5EF4-FFF2-40B4-BE49-F238E27FC236}">
                  <a16:creationId xmlns:a16="http://schemas.microsoft.com/office/drawing/2014/main" id="{F9D19C27-EEAF-815E-5928-680EED13055D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49" name="Text 13">
              <a:extLst>
                <a:ext uri="{FF2B5EF4-FFF2-40B4-BE49-F238E27FC236}">
                  <a16:creationId xmlns:a16="http://schemas.microsoft.com/office/drawing/2014/main" id="{3FF9A19B-BD36-5D84-D9B0-7059771D1264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50" name="Text 13">
              <a:extLst>
                <a:ext uri="{FF2B5EF4-FFF2-40B4-BE49-F238E27FC236}">
                  <a16:creationId xmlns:a16="http://schemas.microsoft.com/office/drawing/2014/main" id="{BF570E3C-F6FD-1133-D6C5-A1E8F95551AD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EBE23ADC-0375-E309-E218-B55FAA57E547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2" name="Rectangle 351">
            <a:extLst>
              <a:ext uri="{FF2B5EF4-FFF2-40B4-BE49-F238E27FC236}">
                <a16:creationId xmlns:a16="http://schemas.microsoft.com/office/drawing/2014/main" id="{108D86A5-003C-E920-2EB4-BA4F0D41FC8E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DD5B088E-EE4E-1B49-F7BE-1123F88BD395}"/>
              </a:ext>
            </a:extLst>
          </p:cNvPr>
          <p:cNvSpPr/>
          <p:nvPr/>
        </p:nvSpPr>
        <p:spPr>
          <a:xfrm>
            <a:off x="4621954" y="1634619"/>
            <a:ext cx="2647121" cy="4405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8E53BC41-6A17-1625-F4D6-7682CB4DD7B7}"/>
              </a:ext>
            </a:extLst>
          </p:cNvPr>
          <p:cNvSpPr/>
          <p:nvPr/>
        </p:nvSpPr>
        <p:spPr>
          <a:xfrm>
            <a:off x="6868243" y="1578600"/>
            <a:ext cx="3130522" cy="4405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8481314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" grpId="0" animBg="1"/>
      <p:bldP spid="35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CFC20-AEDB-DEC9-83AA-8D80077BC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AA1FD-8522-9359-0206-A4BB45EB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ED425C-5618-1A55-0159-35ED64B3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88</a:t>
            </a:fld>
            <a:endParaRPr lang="de-CH" noProof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DA0EF737-8B6B-EC10-E91F-1F66EDEA9C2D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2FC8A2-1FDE-686C-E96D-D496C5C0E1C9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B2F1008-6567-74DA-2FB2-40C825384F0C}"/>
              </a:ext>
            </a:extLst>
          </p:cNvPr>
          <p:cNvGrpSpPr/>
          <p:nvPr/>
        </p:nvGrpSpPr>
        <p:grpSpPr>
          <a:xfrm>
            <a:off x="2610568" y="2196218"/>
            <a:ext cx="6970864" cy="2887198"/>
            <a:chOff x="4409606" y="3609227"/>
            <a:chExt cx="3368109" cy="139500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56421D-EA72-7355-53AC-B05E750E9CAF}"/>
                </a:ext>
              </a:extLst>
            </p:cNvPr>
            <p:cNvGrpSpPr/>
            <p:nvPr/>
          </p:nvGrpSpPr>
          <p:grpSpPr>
            <a:xfrm>
              <a:off x="4409606" y="3609227"/>
              <a:ext cx="668943" cy="1395006"/>
              <a:chOff x="4409606" y="3609227"/>
              <a:chExt cx="668943" cy="1395006"/>
            </a:xfrm>
          </p:grpSpPr>
          <p:grpSp>
            <p:nvGrpSpPr>
              <p:cNvPr id="11" name="Graphic 6">
                <a:extLst>
                  <a:ext uri="{FF2B5EF4-FFF2-40B4-BE49-F238E27FC236}">
                    <a16:creationId xmlns:a16="http://schemas.microsoft.com/office/drawing/2014/main" id="{870AF9A5-486E-9415-B527-0448F054481C}"/>
                  </a:ext>
                </a:extLst>
              </p:cNvPr>
              <p:cNvGrpSpPr/>
              <p:nvPr/>
            </p:nvGrpSpPr>
            <p:grpSpPr>
              <a:xfrm>
                <a:off x="4638824" y="3796476"/>
                <a:ext cx="37423" cy="256344"/>
                <a:chOff x="4638824" y="3796476"/>
                <a:chExt cx="37423" cy="256344"/>
              </a:xfrm>
            </p:grpSpPr>
            <p:sp>
              <p:nvSpPr>
                <p:cNvPr id="12" name="Freeform 11">
                  <a:extLst>
                    <a:ext uri="{FF2B5EF4-FFF2-40B4-BE49-F238E27FC236}">
                      <a16:creationId xmlns:a16="http://schemas.microsoft.com/office/drawing/2014/main" id="{76C829F9-6A6F-7817-830B-94AD006FC5B5}"/>
                    </a:ext>
                  </a:extLst>
                </p:cNvPr>
                <p:cNvSpPr/>
                <p:nvPr/>
              </p:nvSpPr>
              <p:spPr>
                <a:xfrm>
                  <a:off x="4657536" y="3796476"/>
                  <a:ext cx="4677" cy="228256"/>
                </a:xfrm>
                <a:custGeom>
                  <a:avLst/>
                  <a:gdLst>
                    <a:gd name="csX0" fmla="*/ 0 w 4677"/>
                    <a:gd name="csY0" fmla="*/ 0 h 228256"/>
                    <a:gd name="csX1" fmla="*/ 0 w 4677"/>
                    <a:gd name="csY1" fmla="*/ 228257 h 2282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228256">
                      <a:moveTo>
                        <a:pt x="0" y="0"/>
                      </a:moveTo>
                      <a:lnTo>
                        <a:pt x="0" y="228257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3" name="Freeform 12">
                  <a:extLst>
                    <a:ext uri="{FF2B5EF4-FFF2-40B4-BE49-F238E27FC236}">
                      <a16:creationId xmlns:a16="http://schemas.microsoft.com/office/drawing/2014/main" id="{BC83A90E-B839-F7E9-7AB6-766638ACB1F2}"/>
                    </a:ext>
                  </a:extLst>
                </p:cNvPr>
                <p:cNvSpPr/>
                <p:nvPr/>
              </p:nvSpPr>
              <p:spPr>
                <a:xfrm>
                  <a:off x="4638824" y="4015370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4" name="Graphic 6">
                <a:extLst>
                  <a:ext uri="{FF2B5EF4-FFF2-40B4-BE49-F238E27FC236}">
                    <a16:creationId xmlns:a16="http://schemas.microsoft.com/office/drawing/2014/main" id="{0B68F651-8F31-F65B-BAE8-C5E090F9BB52}"/>
                  </a:ext>
                </a:extLst>
              </p:cNvPr>
              <p:cNvGrpSpPr/>
              <p:nvPr/>
            </p:nvGrpSpPr>
            <p:grpSpPr>
              <a:xfrm>
                <a:off x="4563977" y="3609227"/>
                <a:ext cx="187117" cy="187249"/>
                <a:chOff x="4563977" y="3609227"/>
                <a:chExt cx="187117" cy="187249"/>
              </a:xfrm>
              <a:solidFill>
                <a:srgbClr val="FFFFFF"/>
              </a:solidFill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ECE95306-853A-A637-5CF9-3966BFAE3CF2}"/>
                    </a:ext>
                  </a:extLst>
                </p:cNvPr>
                <p:cNvSpPr/>
                <p:nvPr/>
              </p:nvSpPr>
              <p:spPr>
                <a:xfrm>
                  <a:off x="4563977" y="3609227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464FA145-5BC2-4D4D-3F5B-8AC8F31C1F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68655" y="3649017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7" name="Graphic 6">
                <a:extLst>
                  <a:ext uri="{FF2B5EF4-FFF2-40B4-BE49-F238E27FC236}">
                    <a16:creationId xmlns:a16="http://schemas.microsoft.com/office/drawing/2014/main" id="{F4CA462C-848D-2E0A-897D-B861E7290783}"/>
                  </a:ext>
                </a:extLst>
              </p:cNvPr>
              <p:cNvGrpSpPr/>
              <p:nvPr/>
            </p:nvGrpSpPr>
            <p:grpSpPr>
              <a:xfrm>
                <a:off x="4638824" y="4250555"/>
                <a:ext cx="37423" cy="158038"/>
                <a:chOff x="4638824" y="4250555"/>
                <a:chExt cx="37423" cy="158038"/>
              </a:xfrm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4BB92A66-F471-AAC1-9EAA-33C570208A98}"/>
                    </a:ext>
                  </a:extLst>
                </p:cNvPr>
                <p:cNvSpPr/>
                <p:nvPr/>
              </p:nvSpPr>
              <p:spPr>
                <a:xfrm>
                  <a:off x="4657536" y="4250555"/>
                  <a:ext cx="4677" cy="129950"/>
                </a:xfrm>
                <a:custGeom>
                  <a:avLst/>
                  <a:gdLst>
                    <a:gd name="csX0" fmla="*/ 0 w 4677"/>
                    <a:gd name="csY0" fmla="*/ 0 h 129950"/>
                    <a:gd name="csX1" fmla="*/ 0 w 4677"/>
                    <a:gd name="csY1" fmla="*/ 129951 h 1299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29950">
                      <a:moveTo>
                        <a:pt x="0" y="0"/>
                      </a:moveTo>
                      <a:lnTo>
                        <a:pt x="0" y="129951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CA681DD3-59D3-0311-2B8B-8791736B7C82}"/>
                    </a:ext>
                  </a:extLst>
                </p:cNvPr>
                <p:cNvSpPr/>
                <p:nvPr/>
              </p:nvSpPr>
              <p:spPr>
                <a:xfrm>
                  <a:off x="4638824" y="4371144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0" name="Graphic 6">
                <a:extLst>
                  <a:ext uri="{FF2B5EF4-FFF2-40B4-BE49-F238E27FC236}">
                    <a16:creationId xmlns:a16="http://schemas.microsoft.com/office/drawing/2014/main" id="{3AF9A365-A4F0-47E4-3594-0246E6965710}"/>
                  </a:ext>
                </a:extLst>
              </p:cNvPr>
              <p:cNvGrpSpPr/>
              <p:nvPr/>
            </p:nvGrpSpPr>
            <p:grpSpPr>
              <a:xfrm>
                <a:off x="4563977" y="4063306"/>
                <a:ext cx="187117" cy="187249"/>
                <a:chOff x="4563977" y="4063306"/>
                <a:chExt cx="187117" cy="187249"/>
              </a:xfrm>
              <a:solidFill>
                <a:srgbClr val="FFFFFF"/>
              </a:solidFill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5E32B49-DA4A-6F70-522F-A7B364A1D794}"/>
                    </a:ext>
                  </a:extLst>
                </p:cNvPr>
                <p:cNvSpPr/>
                <p:nvPr/>
              </p:nvSpPr>
              <p:spPr>
                <a:xfrm>
                  <a:off x="4563977" y="4063306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AB73D9DB-1667-2B26-D40D-7A1DF387D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68655" y="4103096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3" name="Graphic 6">
                <a:extLst>
                  <a:ext uri="{FF2B5EF4-FFF2-40B4-BE49-F238E27FC236}">
                    <a16:creationId xmlns:a16="http://schemas.microsoft.com/office/drawing/2014/main" id="{ED0355E0-B8BA-14EC-FAEA-F6709A50E622}"/>
                  </a:ext>
                </a:extLst>
              </p:cNvPr>
              <p:cNvGrpSpPr/>
              <p:nvPr/>
            </p:nvGrpSpPr>
            <p:grpSpPr>
              <a:xfrm>
                <a:off x="4563977" y="4816984"/>
                <a:ext cx="187117" cy="187249"/>
                <a:chOff x="4563977" y="4816984"/>
                <a:chExt cx="187117" cy="187249"/>
              </a:xfrm>
              <a:solidFill>
                <a:srgbClr val="FFFFFF"/>
              </a:solidFill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9224FAE-938D-169C-CA5C-87B0741C6EC5}"/>
                    </a:ext>
                  </a:extLst>
                </p:cNvPr>
                <p:cNvSpPr/>
                <p:nvPr/>
              </p:nvSpPr>
              <p:spPr>
                <a:xfrm>
                  <a:off x="4563977" y="4816984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2A30DD67-AE76-698B-A8B1-6F6010881C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68655" y="4856774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6" name="Graphic 6">
                <a:extLst>
                  <a:ext uri="{FF2B5EF4-FFF2-40B4-BE49-F238E27FC236}">
                    <a16:creationId xmlns:a16="http://schemas.microsoft.com/office/drawing/2014/main" id="{3A32E7DF-5E6A-04F2-DFFC-A41248655C52}"/>
                  </a:ext>
                </a:extLst>
              </p:cNvPr>
              <p:cNvGrpSpPr/>
              <p:nvPr/>
            </p:nvGrpSpPr>
            <p:grpSpPr>
              <a:xfrm>
                <a:off x="4563977" y="4419079"/>
                <a:ext cx="187117" cy="187249"/>
                <a:chOff x="4563977" y="4419079"/>
                <a:chExt cx="187117" cy="187249"/>
              </a:xfrm>
              <a:solidFill>
                <a:srgbClr val="FFFFFF"/>
              </a:solidFill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DC90394A-5962-6818-07F6-37F0CFADC9A6}"/>
                    </a:ext>
                  </a:extLst>
                </p:cNvPr>
                <p:cNvSpPr/>
                <p:nvPr/>
              </p:nvSpPr>
              <p:spPr>
                <a:xfrm>
                  <a:off x="4563977" y="4419079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F3C06571-7D26-F298-461F-CA07CB24B8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68655" y="4458870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9" name="Graphic 6">
                <a:extLst>
                  <a:ext uri="{FF2B5EF4-FFF2-40B4-BE49-F238E27FC236}">
                    <a16:creationId xmlns:a16="http://schemas.microsoft.com/office/drawing/2014/main" id="{346E813B-E5F1-1F04-D39A-4F55A6AA2A31}"/>
                  </a:ext>
                </a:extLst>
              </p:cNvPr>
              <p:cNvGrpSpPr/>
              <p:nvPr/>
            </p:nvGrpSpPr>
            <p:grpSpPr>
              <a:xfrm>
                <a:off x="4409606" y="4072013"/>
                <a:ext cx="209009" cy="529634"/>
                <a:chOff x="4409606" y="4072013"/>
                <a:chExt cx="209009" cy="529634"/>
              </a:xfrm>
            </p:grpSpPr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76EFA791-EA75-83BF-B810-7146783FFC20}"/>
                    </a:ext>
                  </a:extLst>
                </p:cNvPr>
                <p:cNvSpPr/>
                <p:nvPr/>
              </p:nvSpPr>
              <p:spPr>
                <a:xfrm>
                  <a:off x="4409606" y="4090738"/>
                  <a:ext cx="209009" cy="510909"/>
                </a:xfrm>
                <a:custGeom>
                  <a:avLst/>
                  <a:gdLst>
                    <a:gd name="csX0" fmla="*/ 209010 w 209009"/>
                    <a:gd name="csY0" fmla="*/ 510909 h 510909"/>
                    <a:gd name="csX1" fmla="*/ 0 w 209009"/>
                    <a:gd name="csY1" fmla="*/ 255502 h 510909"/>
                    <a:gd name="csX2" fmla="*/ 143238 w 209009"/>
                    <a:gd name="csY2" fmla="*/ 0 h 5109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09009" h="510909">
                      <a:moveTo>
                        <a:pt x="209010" y="510909"/>
                      </a:moveTo>
                      <a:cubicBezTo>
                        <a:pt x="69670" y="510909"/>
                        <a:pt x="0" y="425774"/>
                        <a:pt x="0" y="255502"/>
                      </a:cubicBezTo>
                      <a:cubicBezTo>
                        <a:pt x="0" y="85230"/>
                        <a:pt x="47746" y="63"/>
                        <a:pt x="143238" y="0"/>
                      </a:cubicBezTo>
                    </a:path>
                  </a:pathLst>
                </a:custGeom>
                <a:noFill/>
                <a:ln w="9353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69BFDE97-08CD-AED8-2A49-7323EC554303}"/>
                    </a:ext>
                  </a:extLst>
                </p:cNvPr>
                <p:cNvSpPr/>
                <p:nvPr/>
              </p:nvSpPr>
              <p:spPr>
                <a:xfrm>
                  <a:off x="4543488" y="4072013"/>
                  <a:ext cx="37423" cy="37449"/>
                </a:xfrm>
                <a:custGeom>
                  <a:avLst/>
                  <a:gdLst>
                    <a:gd name="csX0" fmla="*/ 37423 w 37423"/>
                    <a:gd name="csY0" fmla="*/ 18725 h 37449"/>
                    <a:gd name="csX1" fmla="*/ 0 w 37423"/>
                    <a:gd name="csY1" fmla="*/ 37450 h 37449"/>
                    <a:gd name="csX2" fmla="*/ 9356 w 37423"/>
                    <a:gd name="csY2" fmla="*/ 18725 h 37449"/>
                    <a:gd name="csX3" fmla="*/ 0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37423" y="18725"/>
                      </a:moveTo>
                      <a:lnTo>
                        <a:pt x="0" y="37450"/>
                      </a:lnTo>
                      <a:lnTo>
                        <a:pt x="9356" y="187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9353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33" name="Graphic 6">
                <a:extLst>
                  <a:ext uri="{FF2B5EF4-FFF2-40B4-BE49-F238E27FC236}">
                    <a16:creationId xmlns:a16="http://schemas.microsoft.com/office/drawing/2014/main" id="{37FA2C31-9A98-6E45-10D8-4829BBF46BDA}"/>
                  </a:ext>
                </a:extLst>
              </p:cNvPr>
              <p:cNvGrpSpPr/>
              <p:nvPr/>
            </p:nvGrpSpPr>
            <p:grpSpPr>
              <a:xfrm>
                <a:off x="4638824" y="4606329"/>
                <a:ext cx="37423" cy="200169"/>
                <a:chOff x="4638824" y="4606329"/>
                <a:chExt cx="37423" cy="200169"/>
              </a:xfrm>
            </p:grpSpPr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E1324CE9-3684-5A91-48FE-C1D4E0B3641E}"/>
                    </a:ext>
                  </a:extLst>
                </p:cNvPr>
                <p:cNvSpPr/>
                <p:nvPr/>
              </p:nvSpPr>
              <p:spPr>
                <a:xfrm>
                  <a:off x="4657536" y="4606329"/>
                  <a:ext cx="4677" cy="172082"/>
                </a:xfrm>
                <a:custGeom>
                  <a:avLst/>
                  <a:gdLst>
                    <a:gd name="csX0" fmla="*/ 0 w 4677"/>
                    <a:gd name="csY0" fmla="*/ 0 h 172082"/>
                    <a:gd name="csX1" fmla="*/ 0 w 4677"/>
                    <a:gd name="csY1" fmla="*/ 172082 h 1720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72082">
                      <a:moveTo>
                        <a:pt x="0" y="0"/>
                      </a:moveTo>
                      <a:lnTo>
                        <a:pt x="0" y="172082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E654447C-34F5-BBCF-64D7-6EB4C5B9BC4B}"/>
                    </a:ext>
                  </a:extLst>
                </p:cNvPr>
                <p:cNvSpPr/>
                <p:nvPr/>
              </p:nvSpPr>
              <p:spPr>
                <a:xfrm>
                  <a:off x="4638824" y="4769048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36" name="Graphic 6">
                <a:extLst>
                  <a:ext uri="{FF2B5EF4-FFF2-40B4-BE49-F238E27FC236}">
                    <a16:creationId xmlns:a16="http://schemas.microsoft.com/office/drawing/2014/main" id="{29E3D909-2EC2-8AB1-5DAE-67FF984AC4AB}"/>
                  </a:ext>
                </a:extLst>
              </p:cNvPr>
              <p:cNvGrpSpPr/>
              <p:nvPr/>
            </p:nvGrpSpPr>
            <p:grpSpPr>
              <a:xfrm>
                <a:off x="4751094" y="4063306"/>
                <a:ext cx="327455" cy="187249"/>
                <a:chOff x="4751094" y="4063306"/>
                <a:chExt cx="327455" cy="187249"/>
              </a:xfrm>
              <a:noFill/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D9B9BD91-578A-1912-0061-FACF53F91461}"/>
                    </a:ext>
                  </a:extLst>
                </p:cNvPr>
                <p:cNvSpPr/>
                <p:nvPr/>
              </p:nvSpPr>
              <p:spPr>
                <a:xfrm>
                  <a:off x="4751094" y="4063306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5844A8A5-A20D-1B3E-516F-B5F599105E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95535" y="4098415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39" name="Graphic 6">
                <a:extLst>
                  <a:ext uri="{FF2B5EF4-FFF2-40B4-BE49-F238E27FC236}">
                    <a16:creationId xmlns:a16="http://schemas.microsoft.com/office/drawing/2014/main" id="{1EB26732-738A-F1B4-F920-CC04E6BA581A}"/>
                  </a:ext>
                </a:extLst>
              </p:cNvPr>
              <p:cNvGrpSpPr/>
              <p:nvPr/>
            </p:nvGrpSpPr>
            <p:grpSpPr>
              <a:xfrm>
                <a:off x="4751094" y="4816984"/>
                <a:ext cx="327455" cy="187249"/>
                <a:chOff x="4751094" y="4816984"/>
                <a:chExt cx="327455" cy="187249"/>
              </a:xfrm>
              <a:noFill/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2B1599FE-C57B-425F-26A2-7BF69DC8B2B9}"/>
                    </a:ext>
                  </a:extLst>
                </p:cNvPr>
                <p:cNvSpPr/>
                <p:nvPr/>
              </p:nvSpPr>
              <p:spPr>
                <a:xfrm>
                  <a:off x="4751094" y="4816984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ED2CD12B-84CF-05F2-432A-29C4D37C4D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95535" y="4852093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1223473-665B-CFD7-5D3D-325229971D15}"/>
                </a:ext>
              </a:extLst>
            </p:cNvPr>
            <p:cNvGrpSpPr/>
            <p:nvPr/>
          </p:nvGrpSpPr>
          <p:grpSpPr>
            <a:xfrm>
              <a:off x="5579088" y="3609227"/>
              <a:ext cx="669178" cy="1395006"/>
              <a:chOff x="5579088" y="3609227"/>
              <a:chExt cx="669178" cy="1395006"/>
            </a:xfrm>
          </p:grpSpPr>
          <p:grpSp>
            <p:nvGrpSpPr>
              <p:cNvPr id="165" name="Graphic 6">
                <a:extLst>
                  <a:ext uri="{FF2B5EF4-FFF2-40B4-BE49-F238E27FC236}">
                    <a16:creationId xmlns:a16="http://schemas.microsoft.com/office/drawing/2014/main" id="{9777A32E-C065-878B-DF8C-B2BCF0C5058A}"/>
                  </a:ext>
                </a:extLst>
              </p:cNvPr>
              <p:cNvGrpSpPr/>
              <p:nvPr/>
            </p:nvGrpSpPr>
            <p:grpSpPr>
              <a:xfrm>
                <a:off x="5808540" y="4250555"/>
                <a:ext cx="37423" cy="158038"/>
                <a:chOff x="5808540" y="4250555"/>
                <a:chExt cx="37423" cy="158038"/>
              </a:xfrm>
            </p:grpSpPr>
            <p:sp>
              <p:nvSpPr>
                <p:cNvPr id="166" name="Freeform 165">
                  <a:extLst>
                    <a:ext uri="{FF2B5EF4-FFF2-40B4-BE49-F238E27FC236}">
                      <a16:creationId xmlns:a16="http://schemas.microsoft.com/office/drawing/2014/main" id="{C7EF64A3-AE42-3FC8-69B6-D506F79C89F5}"/>
                    </a:ext>
                  </a:extLst>
                </p:cNvPr>
                <p:cNvSpPr/>
                <p:nvPr/>
              </p:nvSpPr>
              <p:spPr>
                <a:xfrm>
                  <a:off x="5827252" y="4250555"/>
                  <a:ext cx="4677" cy="129950"/>
                </a:xfrm>
                <a:custGeom>
                  <a:avLst/>
                  <a:gdLst>
                    <a:gd name="csX0" fmla="*/ 0 w 4677"/>
                    <a:gd name="csY0" fmla="*/ 0 h 129950"/>
                    <a:gd name="csX1" fmla="*/ 0 w 4677"/>
                    <a:gd name="csY1" fmla="*/ 129951 h 1299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29950">
                      <a:moveTo>
                        <a:pt x="0" y="0"/>
                      </a:moveTo>
                      <a:lnTo>
                        <a:pt x="0" y="129951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67" name="Freeform 166">
                  <a:extLst>
                    <a:ext uri="{FF2B5EF4-FFF2-40B4-BE49-F238E27FC236}">
                      <a16:creationId xmlns:a16="http://schemas.microsoft.com/office/drawing/2014/main" id="{036FEFA6-1EA7-E621-C90D-264F106A4689}"/>
                    </a:ext>
                  </a:extLst>
                </p:cNvPr>
                <p:cNvSpPr/>
                <p:nvPr/>
              </p:nvSpPr>
              <p:spPr>
                <a:xfrm>
                  <a:off x="5808540" y="4371144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68" name="Graphic 6">
                <a:extLst>
                  <a:ext uri="{FF2B5EF4-FFF2-40B4-BE49-F238E27FC236}">
                    <a16:creationId xmlns:a16="http://schemas.microsoft.com/office/drawing/2014/main" id="{36607CC1-B126-1E86-B911-6CFF0E186829}"/>
                  </a:ext>
                </a:extLst>
              </p:cNvPr>
              <p:cNvGrpSpPr/>
              <p:nvPr/>
            </p:nvGrpSpPr>
            <p:grpSpPr>
              <a:xfrm>
                <a:off x="5733693" y="4063306"/>
                <a:ext cx="187117" cy="187249"/>
                <a:chOff x="5733693" y="4063306"/>
                <a:chExt cx="187117" cy="187249"/>
              </a:xfrm>
              <a:solidFill>
                <a:srgbClr val="FFFFFF"/>
              </a:solidFill>
            </p:grpSpPr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F3E27496-E418-CEA0-D17D-032BF04F79A2}"/>
                    </a:ext>
                  </a:extLst>
                </p:cNvPr>
                <p:cNvSpPr/>
                <p:nvPr/>
              </p:nvSpPr>
              <p:spPr>
                <a:xfrm>
                  <a:off x="5733693" y="4063306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70" name="Picture 169">
                  <a:extLst>
                    <a:ext uri="{FF2B5EF4-FFF2-40B4-BE49-F238E27FC236}">
                      <a16:creationId xmlns:a16="http://schemas.microsoft.com/office/drawing/2014/main" id="{8BB992B9-C499-37E2-6563-AE0DC7F6FE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38137" y="4103096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71" name="Graphic 6">
                <a:extLst>
                  <a:ext uri="{FF2B5EF4-FFF2-40B4-BE49-F238E27FC236}">
                    <a16:creationId xmlns:a16="http://schemas.microsoft.com/office/drawing/2014/main" id="{9ACB1EC7-E277-3CD0-EEEF-84FD700AAB04}"/>
                  </a:ext>
                </a:extLst>
              </p:cNvPr>
              <p:cNvGrpSpPr/>
              <p:nvPr/>
            </p:nvGrpSpPr>
            <p:grpSpPr>
              <a:xfrm>
                <a:off x="5733693" y="4816984"/>
                <a:ext cx="187117" cy="187249"/>
                <a:chOff x="5733693" y="4816984"/>
                <a:chExt cx="187117" cy="187249"/>
              </a:xfrm>
              <a:solidFill>
                <a:srgbClr val="FFFFFF"/>
              </a:solidFill>
            </p:grpSpPr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E6C2ED4F-D9EB-3195-529B-EAF57993FB33}"/>
                    </a:ext>
                  </a:extLst>
                </p:cNvPr>
                <p:cNvSpPr/>
                <p:nvPr/>
              </p:nvSpPr>
              <p:spPr>
                <a:xfrm>
                  <a:off x="5733693" y="4816984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73" name="Picture 172">
                  <a:extLst>
                    <a:ext uri="{FF2B5EF4-FFF2-40B4-BE49-F238E27FC236}">
                      <a16:creationId xmlns:a16="http://schemas.microsoft.com/office/drawing/2014/main" id="{33011688-3C12-4B19-24A0-20FF4293E1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38137" y="4856774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74" name="Graphic 6">
                <a:extLst>
                  <a:ext uri="{FF2B5EF4-FFF2-40B4-BE49-F238E27FC236}">
                    <a16:creationId xmlns:a16="http://schemas.microsoft.com/office/drawing/2014/main" id="{89A0C4DD-8E67-0720-776D-A54090693445}"/>
                  </a:ext>
                </a:extLst>
              </p:cNvPr>
              <p:cNvGrpSpPr/>
              <p:nvPr/>
            </p:nvGrpSpPr>
            <p:grpSpPr>
              <a:xfrm>
                <a:off x="5733693" y="4419079"/>
                <a:ext cx="187117" cy="187249"/>
                <a:chOff x="5733693" y="4419079"/>
                <a:chExt cx="187117" cy="187249"/>
              </a:xfrm>
              <a:solidFill>
                <a:srgbClr val="FFFFFF"/>
              </a:solidFill>
            </p:grpSpPr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37B986F7-7C81-CFA7-2883-C3FB1889C536}"/>
                    </a:ext>
                  </a:extLst>
                </p:cNvPr>
                <p:cNvSpPr/>
                <p:nvPr/>
              </p:nvSpPr>
              <p:spPr>
                <a:xfrm>
                  <a:off x="5733693" y="4419079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76" name="Picture 175">
                  <a:extLst>
                    <a:ext uri="{FF2B5EF4-FFF2-40B4-BE49-F238E27FC236}">
                      <a16:creationId xmlns:a16="http://schemas.microsoft.com/office/drawing/2014/main" id="{123A58A6-4F84-74C0-9A73-AA4B72A13F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38137" y="4458870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77" name="Graphic 6">
                <a:extLst>
                  <a:ext uri="{FF2B5EF4-FFF2-40B4-BE49-F238E27FC236}">
                    <a16:creationId xmlns:a16="http://schemas.microsoft.com/office/drawing/2014/main" id="{6BAA6558-7133-D00C-2708-3E988C511F0A}"/>
                  </a:ext>
                </a:extLst>
              </p:cNvPr>
              <p:cNvGrpSpPr/>
              <p:nvPr/>
            </p:nvGrpSpPr>
            <p:grpSpPr>
              <a:xfrm>
                <a:off x="5579088" y="4072013"/>
                <a:ext cx="209243" cy="529634"/>
                <a:chOff x="5579088" y="4072013"/>
                <a:chExt cx="209243" cy="529634"/>
              </a:xfrm>
            </p:grpSpPr>
            <p:sp>
              <p:nvSpPr>
                <p:cNvPr id="178" name="Freeform 177">
                  <a:extLst>
                    <a:ext uri="{FF2B5EF4-FFF2-40B4-BE49-F238E27FC236}">
                      <a16:creationId xmlns:a16="http://schemas.microsoft.com/office/drawing/2014/main" id="{486E8555-7ACE-98DE-6BF8-9CDBEDE16197}"/>
                    </a:ext>
                  </a:extLst>
                </p:cNvPr>
                <p:cNvSpPr/>
                <p:nvPr/>
              </p:nvSpPr>
              <p:spPr>
                <a:xfrm>
                  <a:off x="5579088" y="4090738"/>
                  <a:ext cx="209243" cy="510909"/>
                </a:xfrm>
                <a:custGeom>
                  <a:avLst/>
                  <a:gdLst>
                    <a:gd name="csX0" fmla="*/ 209244 w 209243"/>
                    <a:gd name="csY0" fmla="*/ 510909 h 510909"/>
                    <a:gd name="csX1" fmla="*/ 0 w 209243"/>
                    <a:gd name="csY1" fmla="*/ 255502 h 510909"/>
                    <a:gd name="csX2" fmla="*/ 143472 w 209243"/>
                    <a:gd name="csY2" fmla="*/ 0 h 5109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09243" h="510909">
                      <a:moveTo>
                        <a:pt x="209244" y="510909"/>
                      </a:moveTo>
                      <a:cubicBezTo>
                        <a:pt x="69748" y="510909"/>
                        <a:pt x="0" y="425774"/>
                        <a:pt x="0" y="255502"/>
                      </a:cubicBezTo>
                      <a:cubicBezTo>
                        <a:pt x="0" y="85230"/>
                        <a:pt x="47824" y="63"/>
                        <a:pt x="143472" y="0"/>
                      </a:cubicBezTo>
                    </a:path>
                  </a:pathLst>
                </a:custGeom>
                <a:noFill/>
                <a:ln w="9353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79" name="Freeform 178">
                  <a:extLst>
                    <a:ext uri="{FF2B5EF4-FFF2-40B4-BE49-F238E27FC236}">
                      <a16:creationId xmlns:a16="http://schemas.microsoft.com/office/drawing/2014/main" id="{CB0CAAD3-CB77-7481-4DF5-48628B7F8515}"/>
                    </a:ext>
                  </a:extLst>
                </p:cNvPr>
                <p:cNvSpPr/>
                <p:nvPr/>
              </p:nvSpPr>
              <p:spPr>
                <a:xfrm>
                  <a:off x="5713204" y="4072013"/>
                  <a:ext cx="37423" cy="37449"/>
                </a:xfrm>
                <a:custGeom>
                  <a:avLst/>
                  <a:gdLst>
                    <a:gd name="csX0" fmla="*/ 37423 w 37423"/>
                    <a:gd name="csY0" fmla="*/ 18725 h 37449"/>
                    <a:gd name="csX1" fmla="*/ 0 w 37423"/>
                    <a:gd name="csY1" fmla="*/ 37450 h 37449"/>
                    <a:gd name="csX2" fmla="*/ 9356 w 37423"/>
                    <a:gd name="csY2" fmla="*/ 18725 h 37449"/>
                    <a:gd name="csX3" fmla="*/ 0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37423" y="18725"/>
                      </a:moveTo>
                      <a:lnTo>
                        <a:pt x="0" y="37450"/>
                      </a:lnTo>
                      <a:lnTo>
                        <a:pt x="9356" y="187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9353" cap="flat">
                  <a:solidFill>
                    <a:srgbClr val="0000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0" name="Graphic 6">
                <a:extLst>
                  <a:ext uri="{FF2B5EF4-FFF2-40B4-BE49-F238E27FC236}">
                    <a16:creationId xmlns:a16="http://schemas.microsoft.com/office/drawing/2014/main" id="{61D60C12-E62E-0691-CFCF-EE9A6171F061}"/>
                  </a:ext>
                </a:extLst>
              </p:cNvPr>
              <p:cNvGrpSpPr/>
              <p:nvPr/>
            </p:nvGrpSpPr>
            <p:grpSpPr>
              <a:xfrm>
                <a:off x="5808540" y="4606329"/>
                <a:ext cx="37423" cy="200169"/>
                <a:chOff x="5808540" y="4606329"/>
                <a:chExt cx="37423" cy="200169"/>
              </a:xfrm>
            </p:grpSpPr>
            <p:sp>
              <p:nvSpPr>
                <p:cNvPr id="181" name="Freeform 180">
                  <a:extLst>
                    <a:ext uri="{FF2B5EF4-FFF2-40B4-BE49-F238E27FC236}">
                      <a16:creationId xmlns:a16="http://schemas.microsoft.com/office/drawing/2014/main" id="{B2977B05-203C-ED93-3EBB-8952F5FFC8F0}"/>
                    </a:ext>
                  </a:extLst>
                </p:cNvPr>
                <p:cNvSpPr/>
                <p:nvPr/>
              </p:nvSpPr>
              <p:spPr>
                <a:xfrm>
                  <a:off x="5827252" y="4606329"/>
                  <a:ext cx="4677" cy="172082"/>
                </a:xfrm>
                <a:custGeom>
                  <a:avLst/>
                  <a:gdLst>
                    <a:gd name="csX0" fmla="*/ 0 w 4677"/>
                    <a:gd name="csY0" fmla="*/ 0 h 172082"/>
                    <a:gd name="csX1" fmla="*/ 0 w 4677"/>
                    <a:gd name="csY1" fmla="*/ 172082 h 1720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77" h="172082">
                      <a:moveTo>
                        <a:pt x="0" y="0"/>
                      </a:moveTo>
                      <a:lnTo>
                        <a:pt x="0" y="172082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46769A4D-3CF5-7E07-1081-882474355444}"/>
                    </a:ext>
                  </a:extLst>
                </p:cNvPr>
                <p:cNvSpPr/>
                <p:nvPr/>
              </p:nvSpPr>
              <p:spPr>
                <a:xfrm>
                  <a:off x="5808540" y="4769048"/>
                  <a:ext cx="37423" cy="37449"/>
                </a:xfrm>
                <a:custGeom>
                  <a:avLst/>
                  <a:gdLst>
                    <a:gd name="csX0" fmla="*/ 18712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0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712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83" name="Graphic 6">
                <a:extLst>
                  <a:ext uri="{FF2B5EF4-FFF2-40B4-BE49-F238E27FC236}">
                    <a16:creationId xmlns:a16="http://schemas.microsoft.com/office/drawing/2014/main" id="{B8AE3886-69B8-C7ED-EA27-52A4BD137F87}"/>
                  </a:ext>
                </a:extLst>
              </p:cNvPr>
              <p:cNvGrpSpPr/>
              <p:nvPr/>
            </p:nvGrpSpPr>
            <p:grpSpPr>
              <a:xfrm>
                <a:off x="5920811" y="4063306"/>
                <a:ext cx="327455" cy="187249"/>
                <a:chOff x="5920811" y="4063306"/>
                <a:chExt cx="327455" cy="187249"/>
              </a:xfrm>
              <a:noFill/>
            </p:grpSpPr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B0647E59-32F5-8A90-1025-849C083D5CE4}"/>
                    </a:ext>
                  </a:extLst>
                </p:cNvPr>
                <p:cNvSpPr/>
                <p:nvPr/>
              </p:nvSpPr>
              <p:spPr>
                <a:xfrm>
                  <a:off x="5920811" y="4063306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5" name="Picture 184">
                  <a:extLst>
                    <a:ext uri="{FF2B5EF4-FFF2-40B4-BE49-F238E27FC236}">
                      <a16:creationId xmlns:a16="http://schemas.microsoft.com/office/drawing/2014/main" id="{2F938074-4728-8101-122C-15C0E7B569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65017" y="4098415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6" name="Graphic 6">
                <a:extLst>
                  <a:ext uri="{FF2B5EF4-FFF2-40B4-BE49-F238E27FC236}">
                    <a16:creationId xmlns:a16="http://schemas.microsoft.com/office/drawing/2014/main" id="{FCD4BE82-FDB0-BBE6-3882-7588B9B6A1BA}"/>
                  </a:ext>
                </a:extLst>
              </p:cNvPr>
              <p:cNvGrpSpPr/>
              <p:nvPr/>
            </p:nvGrpSpPr>
            <p:grpSpPr>
              <a:xfrm>
                <a:off x="5920811" y="4816984"/>
                <a:ext cx="327455" cy="187249"/>
                <a:chOff x="5920811" y="4816984"/>
                <a:chExt cx="327455" cy="187249"/>
              </a:xfrm>
              <a:noFill/>
            </p:grpSpPr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172E48EB-102C-9F85-C305-BF982AF4DE75}"/>
                    </a:ext>
                  </a:extLst>
                </p:cNvPr>
                <p:cNvSpPr/>
                <p:nvPr/>
              </p:nvSpPr>
              <p:spPr>
                <a:xfrm>
                  <a:off x="5920811" y="4816984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88" name="Picture 187">
                  <a:extLst>
                    <a:ext uri="{FF2B5EF4-FFF2-40B4-BE49-F238E27FC236}">
                      <a16:creationId xmlns:a16="http://schemas.microsoft.com/office/drawing/2014/main" id="{F7E57194-4BD4-1B36-A118-68425D6E72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65017" y="4852093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9" name="Graphic 6">
                <a:extLst>
                  <a:ext uri="{FF2B5EF4-FFF2-40B4-BE49-F238E27FC236}">
                    <a16:creationId xmlns:a16="http://schemas.microsoft.com/office/drawing/2014/main" id="{4C205B99-309E-8A69-E4F6-FD276F4C392B}"/>
                  </a:ext>
                </a:extLst>
              </p:cNvPr>
              <p:cNvGrpSpPr/>
              <p:nvPr/>
            </p:nvGrpSpPr>
            <p:grpSpPr>
              <a:xfrm>
                <a:off x="5808119" y="3796476"/>
                <a:ext cx="37423" cy="256344"/>
                <a:chOff x="5808119" y="3796476"/>
                <a:chExt cx="37423" cy="256344"/>
              </a:xfrm>
            </p:grpSpPr>
            <p:sp>
              <p:nvSpPr>
                <p:cNvPr id="190" name="Freeform 189">
                  <a:extLst>
                    <a:ext uri="{FF2B5EF4-FFF2-40B4-BE49-F238E27FC236}">
                      <a16:creationId xmlns:a16="http://schemas.microsoft.com/office/drawing/2014/main" id="{61C9427E-C6D8-F2A8-08C6-A316D53DA3DE}"/>
                    </a:ext>
                  </a:extLst>
                </p:cNvPr>
                <p:cNvSpPr/>
                <p:nvPr/>
              </p:nvSpPr>
              <p:spPr>
                <a:xfrm>
                  <a:off x="5826831" y="3796476"/>
                  <a:ext cx="420" cy="228256"/>
                </a:xfrm>
                <a:custGeom>
                  <a:avLst/>
                  <a:gdLst>
                    <a:gd name="csX0" fmla="*/ 421 w 420"/>
                    <a:gd name="csY0" fmla="*/ 0 h 228256"/>
                    <a:gd name="csX1" fmla="*/ 0 w 420"/>
                    <a:gd name="csY1" fmla="*/ 228257 h 2282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20" h="228256">
                      <a:moveTo>
                        <a:pt x="421" y="0"/>
                      </a:moveTo>
                      <a:lnTo>
                        <a:pt x="0" y="228257"/>
                      </a:lnTo>
                    </a:path>
                  </a:pathLst>
                </a:custGeom>
                <a:noFill/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91" name="Freeform 190">
                  <a:extLst>
                    <a:ext uri="{FF2B5EF4-FFF2-40B4-BE49-F238E27FC236}">
                      <a16:creationId xmlns:a16="http://schemas.microsoft.com/office/drawing/2014/main" id="{DDA3A31B-0602-9996-AC69-0FFE7119C98A}"/>
                    </a:ext>
                  </a:extLst>
                </p:cNvPr>
                <p:cNvSpPr/>
                <p:nvPr/>
              </p:nvSpPr>
              <p:spPr>
                <a:xfrm>
                  <a:off x="5808119" y="4015370"/>
                  <a:ext cx="37423" cy="37449"/>
                </a:xfrm>
                <a:custGeom>
                  <a:avLst/>
                  <a:gdLst>
                    <a:gd name="csX0" fmla="*/ 18618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47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618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47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92" name="Graphic 6">
                <a:extLst>
                  <a:ext uri="{FF2B5EF4-FFF2-40B4-BE49-F238E27FC236}">
                    <a16:creationId xmlns:a16="http://schemas.microsoft.com/office/drawing/2014/main" id="{DF1F131A-F492-B9C7-B69D-8D3FB62DE36C}"/>
                  </a:ext>
                </a:extLst>
              </p:cNvPr>
              <p:cNvGrpSpPr/>
              <p:nvPr/>
            </p:nvGrpSpPr>
            <p:grpSpPr>
              <a:xfrm>
                <a:off x="5733693" y="3609227"/>
                <a:ext cx="187117" cy="187249"/>
                <a:chOff x="5733693" y="3609227"/>
                <a:chExt cx="187117" cy="187249"/>
              </a:xfrm>
              <a:solidFill>
                <a:srgbClr val="FFFFFF">
                  <a:alpha val="20000"/>
                </a:srgbClr>
              </a:solidFill>
            </p:grpSpPr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4E7F2C38-2138-ED5A-DB0D-CE2A9F26030B}"/>
                    </a:ext>
                  </a:extLst>
                </p:cNvPr>
                <p:cNvSpPr/>
                <p:nvPr/>
              </p:nvSpPr>
              <p:spPr>
                <a:xfrm>
                  <a:off x="5733693" y="3609227"/>
                  <a:ext cx="187117" cy="187249"/>
                </a:xfrm>
                <a:prstGeom prst="ellipse">
                  <a:avLst/>
                </a:prstGeom>
                <a:solidFill>
                  <a:srgbClr val="FFFFFF">
                    <a:alpha val="20000"/>
                  </a:srgbClr>
                </a:solidFill>
                <a:ln w="9353" cap="flat">
                  <a:solidFill>
                    <a:srgbClr val="000000">
                      <a:alpha val="2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194" name="Picture 193">
                  <a:extLst>
                    <a:ext uri="{FF2B5EF4-FFF2-40B4-BE49-F238E27FC236}">
                      <a16:creationId xmlns:a16="http://schemas.microsoft.com/office/drawing/2014/main" id="{BD420F6E-11DD-3FFF-A4CB-F75DBA02F6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38137" y="3649017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61967AA1-21CE-4446-9CBC-A4F29B3C8691}"/>
                  </a:ext>
                </a:extLst>
              </p:cNvPr>
              <p:cNvSpPr/>
              <p:nvPr/>
            </p:nvSpPr>
            <p:spPr>
              <a:xfrm>
                <a:off x="5780473" y="3656039"/>
                <a:ext cx="93558" cy="93624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w="467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7CD49A6-4D08-BF66-D594-61242C678B33}"/>
                </a:ext>
              </a:extLst>
            </p:cNvPr>
            <p:cNvGrpSpPr/>
            <p:nvPr/>
          </p:nvGrpSpPr>
          <p:grpSpPr>
            <a:xfrm>
              <a:off x="6771960" y="3847969"/>
              <a:ext cx="1005755" cy="969015"/>
              <a:chOff x="6771960" y="3847969"/>
              <a:chExt cx="1005755" cy="969015"/>
            </a:xfrm>
          </p:grpSpPr>
          <p:grpSp>
            <p:nvGrpSpPr>
              <p:cNvPr id="217" name="Graphic 6">
                <a:extLst>
                  <a:ext uri="{FF2B5EF4-FFF2-40B4-BE49-F238E27FC236}">
                    <a16:creationId xmlns:a16="http://schemas.microsoft.com/office/drawing/2014/main" id="{6174A82A-57E7-39AF-4A75-11AC2A598AD0}"/>
                  </a:ext>
                </a:extLst>
              </p:cNvPr>
              <p:cNvGrpSpPr/>
              <p:nvPr/>
            </p:nvGrpSpPr>
            <p:grpSpPr>
              <a:xfrm>
                <a:off x="6771960" y="4629735"/>
                <a:ext cx="187117" cy="187249"/>
                <a:chOff x="6771960" y="4629735"/>
                <a:chExt cx="187117" cy="187249"/>
              </a:xfrm>
              <a:solidFill>
                <a:srgbClr val="FFFFFF"/>
              </a:solidFill>
            </p:grpSpPr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F6E13B68-7FF9-6217-FECD-944BD197FF83}"/>
                    </a:ext>
                  </a:extLst>
                </p:cNvPr>
                <p:cNvSpPr/>
                <p:nvPr/>
              </p:nvSpPr>
              <p:spPr>
                <a:xfrm>
                  <a:off x="6771960" y="4629735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19" name="Picture 218">
                  <a:extLst>
                    <a:ext uri="{FF2B5EF4-FFF2-40B4-BE49-F238E27FC236}">
                      <a16:creationId xmlns:a16="http://schemas.microsoft.com/office/drawing/2014/main" id="{151D99F4-FA1A-8317-7E0B-606FC26DC8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76638" y="4669525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0" name="Graphic 6">
                <a:extLst>
                  <a:ext uri="{FF2B5EF4-FFF2-40B4-BE49-F238E27FC236}">
                    <a16:creationId xmlns:a16="http://schemas.microsoft.com/office/drawing/2014/main" id="{B6566BAB-76E0-5CD7-B487-53823687E0E4}"/>
                  </a:ext>
                </a:extLst>
              </p:cNvPr>
              <p:cNvGrpSpPr/>
              <p:nvPr/>
            </p:nvGrpSpPr>
            <p:grpSpPr>
              <a:xfrm>
                <a:off x="7286532" y="4629735"/>
                <a:ext cx="187117" cy="187249"/>
                <a:chOff x="7286532" y="4629735"/>
                <a:chExt cx="187117" cy="187249"/>
              </a:xfrm>
              <a:solidFill>
                <a:srgbClr val="FFFFFF"/>
              </a:solidFill>
            </p:grpSpPr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40E8692E-3643-54C4-6B75-1148CCB576DE}"/>
                    </a:ext>
                  </a:extLst>
                </p:cNvPr>
                <p:cNvSpPr/>
                <p:nvPr/>
              </p:nvSpPr>
              <p:spPr>
                <a:xfrm>
                  <a:off x="7286532" y="4629735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22" name="Picture 221">
                  <a:extLst>
                    <a:ext uri="{FF2B5EF4-FFF2-40B4-BE49-F238E27FC236}">
                      <a16:creationId xmlns:a16="http://schemas.microsoft.com/office/drawing/2014/main" id="{A68A09B9-5C75-38CD-CBAF-A38C01DD09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91210" y="4669525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3" name="Graphic 6">
                <a:extLst>
                  <a:ext uri="{FF2B5EF4-FFF2-40B4-BE49-F238E27FC236}">
                    <a16:creationId xmlns:a16="http://schemas.microsoft.com/office/drawing/2014/main" id="{ED1AF2FC-2D62-831F-4A31-4D7851D5121C}"/>
                  </a:ext>
                </a:extLst>
              </p:cNvPr>
              <p:cNvGrpSpPr/>
              <p:nvPr/>
            </p:nvGrpSpPr>
            <p:grpSpPr>
              <a:xfrm>
                <a:off x="6871600" y="4363560"/>
                <a:ext cx="185058" cy="257654"/>
                <a:chOff x="6871600" y="4363560"/>
                <a:chExt cx="185058" cy="257654"/>
              </a:xfrm>
            </p:grpSpPr>
            <p:sp>
              <p:nvSpPr>
                <p:cNvPr id="224" name="Freeform 223">
                  <a:extLst>
                    <a:ext uri="{FF2B5EF4-FFF2-40B4-BE49-F238E27FC236}">
                      <a16:creationId xmlns:a16="http://schemas.microsoft.com/office/drawing/2014/main" id="{A6C27998-3FE0-992F-C0C4-06CCFA723F0A}"/>
                    </a:ext>
                  </a:extLst>
                </p:cNvPr>
                <p:cNvSpPr/>
                <p:nvPr/>
              </p:nvSpPr>
              <p:spPr>
                <a:xfrm>
                  <a:off x="6888019" y="4363560"/>
                  <a:ext cx="168639" cy="234857"/>
                </a:xfrm>
                <a:custGeom>
                  <a:avLst/>
                  <a:gdLst>
                    <a:gd name="csX0" fmla="*/ 168639 w 168639"/>
                    <a:gd name="csY0" fmla="*/ 0 h 234857"/>
                    <a:gd name="csX1" fmla="*/ 0 w 168639"/>
                    <a:gd name="csY1" fmla="*/ 234857 h 2348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639" h="234857">
                      <a:moveTo>
                        <a:pt x="168639" y="0"/>
                      </a:moveTo>
                      <a:lnTo>
                        <a:pt x="0" y="234857"/>
                      </a:lnTo>
                    </a:path>
                  </a:pathLst>
                </a:custGeom>
                <a:noFill/>
                <a:ln w="9353" cap="flat">
                  <a:solidFill>
                    <a:srgbClr val="011C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25" name="Freeform 224">
                  <a:extLst>
                    <a:ext uri="{FF2B5EF4-FFF2-40B4-BE49-F238E27FC236}">
                      <a16:creationId xmlns:a16="http://schemas.microsoft.com/office/drawing/2014/main" id="{A138E728-E875-1D84-9F96-F9A27A614C65}"/>
                    </a:ext>
                  </a:extLst>
                </p:cNvPr>
                <p:cNvSpPr/>
                <p:nvPr/>
              </p:nvSpPr>
              <p:spPr>
                <a:xfrm>
                  <a:off x="6871600" y="4579879"/>
                  <a:ext cx="37049" cy="41335"/>
                </a:xfrm>
                <a:custGeom>
                  <a:avLst/>
                  <a:gdLst>
                    <a:gd name="csX0" fmla="*/ 0 w 37049"/>
                    <a:gd name="csY0" fmla="*/ 41335 h 41335"/>
                    <a:gd name="csX1" fmla="*/ 6643 w 37049"/>
                    <a:gd name="csY1" fmla="*/ 0 h 41335"/>
                    <a:gd name="csX2" fmla="*/ 16420 w 37049"/>
                    <a:gd name="csY2" fmla="*/ 18538 h 41335"/>
                    <a:gd name="csX3" fmla="*/ 37049 w 37049"/>
                    <a:gd name="csY3" fmla="*/ 21862 h 413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049" h="41335">
                      <a:moveTo>
                        <a:pt x="0" y="41335"/>
                      </a:moveTo>
                      <a:lnTo>
                        <a:pt x="6643" y="0"/>
                      </a:lnTo>
                      <a:lnTo>
                        <a:pt x="16420" y="18538"/>
                      </a:lnTo>
                      <a:lnTo>
                        <a:pt x="37049" y="21862"/>
                      </a:lnTo>
                      <a:close/>
                    </a:path>
                  </a:pathLst>
                </a:custGeom>
                <a:solidFill>
                  <a:srgbClr val="011CFF"/>
                </a:solidFill>
                <a:ln w="9353" cap="flat">
                  <a:solidFill>
                    <a:srgbClr val="011C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26" name="Graphic 6">
                <a:extLst>
                  <a:ext uri="{FF2B5EF4-FFF2-40B4-BE49-F238E27FC236}">
                    <a16:creationId xmlns:a16="http://schemas.microsoft.com/office/drawing/2014/main" id="{4BA7C814-C17F-D577-AA4A-2B9482A97F42}"/>
                  </a:ext>
                </a:extLst>
              </p:cNvPr>
              <p:cNvGrpSpPr/>
              <p:nvPr/>
            </p:nvGrpSpPr>
            <p:grpSpPr>
              <a:xfrm>
                <a:off x="7029246" y="4203743"/>
                <a:ext cx="187117" cy="187249"/>
                <a:chOff x="7029246" y="4203743"/>
                <a:chExt cx="187117" cy="187249"/>
              </a:xfrm>
              <a:solidFill>
                <a:srgbClr val="FFFFFF"/>
              </a:solidFill>
            </p:grpSpPr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E2F1A9C6-B2A5-027E-103B-3E466E3FC884}"/>
                    </a:ext>
                  </a:extLst>
                </p:cNvPr>
                <p:cNvSpPr/>
                <p:nvPr/>
              </p:nvSpPr>
              <p:spPr>
                <a:xfrm>
                  <a:off x="7029246" y="4203743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28" name="Picture 227">
                  <a:extLst>
                    <a:ext uri="{FF2B5EF4-FFF2-40B4-BE49-F238E27FC236}">
                      <a16:creationId xmlns:a16="http://schemas.microsoft.com/office/drawing/2014/main" id="{84AD97E2-F72D-DF7F-13F5-29BE0743F1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33924" y="4243533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9" name="Graphic 6">
                <a:extLst>
                  <a:ext uri="{FF2B5EF4-FFF2-40B4-BE49-F238E27FC236}">
                    <a16:creationId xmlns:a16="http://schemas.microsoft.com/office/drawing/2014/main" id="{758942CE-F079-2325-E6D6-629C2ABA805B}"/>
                  </a:ext>
                </a:extLst>
              </p:cNvPr>
              <p:cNvGrpSpPr/>
              <p:nvPr/>
            </p:nvGrpSpPr>
            <p:grpSpPr>
              <a:xfrm>
                <a:off x="7188950" y="4363560"/>
                <a:ext cx="185058" cy="257654"/>
                <a:chOff x="7188950" y="4363560"/>
                <a:chExt cx="185058" cy="257654"/>
              </a:xfrm>
            </p:grpSpPr>
            <p:sp>
              <p:nvSpPr>
                <p:cNvPr id="230" name="Freeform 229">
                  <a:extLst>
                    <a:ext uri="{FF2B5EF4-FFF2-40B4-BE49-F238E27FC236}">
                      <a16:creationId xmlns:a16="http://schemas.microsoft.com/office/drawing/2014/main" id="{810225AF-2C14-6F73-5897-E1097CB1D8FF}"/>
                    </a:ext>
                  </a:extLst>
                </p:cNvPr>
                <p:cNvSpPr/>
                <p:nvPr/>
              </p:nvSpPr>
              <p:spPr>
                <a:xfrm>
                  <a:off x="7188950" y="4363560"/>
                  <a:ext cx="168639" cy="234857"/>
                </a:xfrm>
                <a:custGeom>
                  <a:avLst/>
                  <a:gdLst>
                    <a:gd name="csX0" fmla="*/ 0 w 168639"/>
                    <a:gd name="csY0" fmla="*/ 0 h 234857"/>
                    <a:gd name="csX1" fmla="*/ 168639 w 168639"/>
                    <a:gd name="csY1" fmla="*/ 234857 h 2348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639" h="234857">
                      <a:moveTo>
                        <a:pt x="0" y="0"/>
                      </a:moveTo>
                      <a:lnTo>
                        <a:pt x="168639" y="234857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1" name="Freeform 230">
                  <a:extLst>
                    <a:ext uri="{FF2B5EF4-FFF2-40B4-BE49-F238E27FC236}">
                      <a16:creationId xmlns:a16="http://schemas.microsoft.com/office/drawing/2014/main" id="{19C1B3BD-3961-2543-7C76-4868E7139C90}"/>
                    </a:ext>
                  </a:extLst>
                </p:cNvPr>
                <p:cNvSpPr/>
                <p:nvPr/>
              </p:nvSpPr>
              <p:spPr>
                <a:xfrm>
                  <a:off x="7336960" y="4579879"/>
                  <a:ext cx="37049" cy="41335"/>
                </a:xfrm>
                <a:custGeom>
                  <a:avLst/>
                  <a:gdLst>
                    <a:gd name="csX0" fmla="*/ 37049 w 37049"/>
                    <a:gd name="csY0" fmla="*/ 41335 h 41335"/>
                    <a:gd name="csX1" fmla="*/ 0 w 37049"/>
                    <a:gd name="csY1" fmla="*/ 21862 h 41335"/>
                    <a:gd name="csX2" fmla="*/ 20630 w 37049"/>
                    <a:gd name="csY2" fmla="*/ 18538 h 41335"/>
                    <a:gd name="csX3" fmla="*/ 30407 w 37049"/>
                    <a:gd name="csY3" fmla="*/ 0 h 413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049" h="41335">
                      <a:moveTo>
                        <a:pt x="37049" y="41335"/>
                      </a:moveTo>
                      <a:lnTo>
                        <a:pt x="0" y="21862"/>
                      </a:lnTo>
                      <a:lnTo>
                        <a:pt x="20630" y="18538"/>
                      </a:lnTo>
                      <a:lnTo>
                        <a:pt x="304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32" name="Graphic 6">
                <a:extLst>
                  <a:ext uri="{FF2B5EF4-FFF2-40B4-BE49-F238E27FC236}">
                    <a16:creationId xmlns:a16="http://schemas.microsoft.com/office/drawing/2014/main" id="{C009B0D4-1422-6DFC-5790-8B3E4CEB97BC}"/>
                  </a:ext>
                </a:extLst>
              </p:cNvPr>
              <p:cNvGrpSpPr/>
              <p:nvPr/>
            </p:nvGrpSpPr>
            <p:grpSpPr>
              <a:xfrm>
                <a:off x="7450260" y="4629735"/>
                <a:ext cx="327455" cy="187249"/>
                <a:chOff x="7450260" y="4629735"/>
                <a:chExt cx="327455" cy="187249"/>
              </a:xfrm>
              <a:noFill/>
            </p:grpSpPr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2B92B587-0A63-AE20-976F-B0E25AA1396C}"/>
                    </a:ext>
                  </a:extLst>
                </p:cNvPr>
                <p:cNvSpPr/>
                <p:nvPr/>
              </p:nvSpPr>
              <p:spPr>
                <a:xfrm>
                  <a:off x="7450260" y="4629735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34" name="Picture 233">
                  <a:extLst>
                    <a:ext uri="{FF2B5EF4-FFF2-40B4-BE49-F238E27FC236}">
                      <a16:creationId xmlns:a16="http://schemas.microsoft.com/office/drawing/2014/main" id="{3EA6CA4B-D69B-CFD9-C08B-0D89E4EED9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94700" y="4664844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35" name="Graphic 6">
                <a:extLst>
                  <a:ext uri="{FF2B5EF4-FFF2-40B4-BE49-F238E27FC236}">
                    <a16:creationId xmlns:a16="http://schemas.microsoft.com/office/drawing/2014/main" id="{91B4F80E-FC54-F3AF-D958-58CE9F042993}"/>
                  </a:ext>
                </a:extLst>
              </p:cNvPr>
              <p:cNvGrpSpPr/>
              <p:nvPr/>
            </p:nvGrpSpPr>
            <p:grpSpPr>
              <a:xfrm>
                <a:off x="7103906" y="4035219"/>
                <a:ext cx="37423" cy="158038"/>
                <a:chOff x="7103906" y="4035219"/>
                <a:chExt cx="37423" cy="158038"/>
              </a:xfrm>
            </p:grpSpPr>
            <p:sp>
              <p:nvSpPr>
                <p:cNvPr id="236" name="Freeform 235">
                  <a:extLst>
                    <a:ext uri="{FF2B5EF4-FFF2-40B4-BE49-F238E27FC236}">
                      <a16:creationId xmlns:a16="http://schemas.microsoft.com/office/drawing/2014/main" id="{C5E1E284-ACDA-A993-E618-4A84B4B8B767}"/>
                    </a:ext>
                  </a:extLst>
                </p:cNvPr>
                <p:cNvSpPr/>
                <p:nvPr/>
              </p:nvSpPr>
              <p:spPr>
                <a:xfrm>
                  <a:off x="7122617" y="4035219"/>
                  <a:ext cx="187" cy="129950"/>
                </a:xfrm>
                <a:custGeom>
                  <a:avLst/>
                  <a:gdLst>
                    <a:gd name="csX0" fmla="*/ 187 w 187"/>
                    <a:gd name="csY0" fmla="*/ 0 h 129950"/>
                    <a:gd name="csX1" fmla="*/ 0 w 187"/>
                    <a:gd name="csY1" fmla="*/ 129951 h 1299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87" h="129950">
                      <a:moveTo>
                        <a:pt x="187" y="0"/>
                      </a:moveTo>
                      <a:lnTo>
                        <a:pt x="0" y="129951"/>
                      </a:lnTo>
                    </a:path>
                  </a:pathLst>
                </a:custGeom>
                <a:noFill/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37" name="Freeform 236">
                  <a:extLst>
                    <a:ext uri="{FF2B5EF4-FFF2-40B4-BE49-F238E27FC236}">
                      <a16:creationId xmlns:a16="http://schemas.microsoft.com/office/drawing/2014/main" id="{8E384544-8EB7-C741-9A01-3F26BFE3E3D3}"/>
                    </a:ext>
                  </a:extLst>
                </p:cNvPr>
                <p:cNvSpPr/>
                <p:nvPr/>
              </p:nvSpPr>
              <p:spPr>
                <a:xfrm>
                  <a:off x="7103906" y="4155807"/>
                  <a:ext cx="37423" cy="37449"/>
                </a:xfrm>
                <a:custGeom>
                  <a:avLst/>
                  <a:gdLst>
                    <a:gd name="csX0" fmla="*/ 18665 w 37423"/>
                    <a:gd name="csY0" fmla="*/ 37450 h 37449"/>
                    <a:gd name="csX1" fmla="*/ 0 w 37423"/>
                    <a:gd name="csY1" fmla="*/ 0 h 37449"/>
                    <a:gd name="csX2" fmla="*/ 18712 w 37423"/>
                    <a:gd name="csY2" fmla="*/ 9362 h 37449"/>
                    <a:gd name="csX3" fmla="*/ 37423 w 37423"/>
                    <a:gd name="csY3" fmla="*/ 47 h 37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423" h="37449">
                      <a:moveTo>
                        <a:pt x="18665" y="37450"/>
                      </a:moveTo>
                      <a:lnTo>
                        <a:pt x="0" y="0"/>
                      </a:lnTo>
                      <a:lnTo>
                        <a:pt x="18712" y="9362"/>
                      </a:lnTo>
                      <a:lnTo>
                        <a:pt x="37423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238" name="Graphic 6">
                <a:extLst>
                  <a:ext uri="{FF2B5EF4-FFF2-40B4-BE49-F238E27FC236}">
                    <a16:creationId xmlns:a16="http://schemas.microsoft.com/office/drawing/2014/main" id="{EF98B434-BAB7-DBD9-71FE-8C518A7BE82B}"/>
                  </a:ext>
                </a:extLst>
              </p:cNvPr>
              <p:cNvGrpSpPr/>
              <p:nvPr/>
            </p:nvGrpSpPr>
            <p:grpSpPr>
              <a:xfrm>
                <a:off x="7029246" y="3847969"/>
                <a:ext cx="187117" cy="187249"/>
                <a:chOff x="7029246" y="3847969"/>
                <a:chExt cx="187117" cy="187249"/>
              </a:xfrm>
              <a:solidFill>
                <a:srgbClr val="FFFFFF"/>
              </a:solidFill>
            </p:grpSpPr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97E66406-70C2-5CDB-6437-DF608A163509}"/>
                    </a:ext>
                  </a:extLst>
                </p:cNvPr>
                <p:cNvSpPr/>
                <p:nvPr/>
              </p:nvSpPr>
              <p:spPr>
                <a:xfrm>
                  <a:off x="7029246" y="3847969"/>
                  <a:ext cx="187117" cy="187249"/>
                </a:xfrm>
                <a:prstGeom prst="ellipse">
                  <a:avLst/>
                </a:prstGeom>
                <a:solidFill>
                  <a:srgbClr val="FFFFFF"/>
                </a:solidFill>
                <a:ln w="935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40" name="Picture 239">
                  <a:extLst>
                    <a:ext uri="{FF2B5EF4-FFF2-40B4-BE49-F238E27FC236}">
                      <a16:creationId xmlns:a16="http://schemas.microsoft.com/office/drawing/2014/main" id="{BF89FB3C-D219-D886-5A7D-1445AD02C5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33924" y="3887760"/>
                  <a:ext cx="177761" cy="135755"/>
                </a:xfrm>
                <a:custGeom>
                  <a:avLst/>
                  <a:gdLst>
                    <a:gd name="csX0" fmla="*/ 0 w 177761"/>
                    <a:gd name="csY0" fmla="*/ 0 h 135755"/>
                    <a:gd name="csX1" fmla="*/ 177761 w 177761"/>
                    <a:gd name="csY1" fmla="*/ 0 h 135755"/>
                    <a:gd name="csX2" fmla="*/ 177761 w 177761"/>
                    <a:gd name="csY2" fmla="*/ 135756 h 135755"/>
                    <a:gd name="csX3" fmla="*/ 0 w 177761"/>
                    <a:gd name="csY3" fmla="*/ 135756 h 1357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7761" h="135755">
                      <a:moveTo>
                        <a:pt x="0" y="0"/>
                      </a:moveTo>
                      <a:lnTo>
                        <a:pt x="177761" y="0"/>
                      </a:lnTo>
                      <a:lnTo>
                        <a:pt x="177761" y="135756"/>
                      </a:lnTo>
                      <a:lnTo>
                        <a:pt x="0" y="13575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41" name="Graphic 6">
                <a:extLst>
                  <a:ext uri="{FF2B5EF4-FFF2-40B4-BE49-F238E27FC236}">
                    <a16:creationId xmlns:a16="http://schemas.microsoft.com/office/drawing/2014/main" id="{9BA790E6-3474-A423-A193-24F5119F67BA}"/>
                  </a:ext>
                </a:extLst>
              </p:cNvPr>
              <p:cNvGrpSpPr/>
              <p:nvPr/>
            </p:nvGrpSpPr>
            <p:grpSpPr>
              <a:xfrm>
                <a:off x="7216363" y="3847969"/>
                <a:ext cx="327455" cy="187249"/>
                <a:chOff x="7216363" y="3847969"/>
                <a:chExt cx="327455" cy="187249"/>
              </a:xfrm>
              <a:noFill/>
            </p:grpSpPr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61ED8795-A9A1-4468-708E-1ED854DA4A24}"/>
                    </a:ext>
                  </a:extLst>
                </p:cNvPr>
                <p:cNvSpPr/>
                <p:nvPr/>
              </p:nvSpPr>
              <p:spPr>
                <a:xfrm>
                  <a:off x="7216363" y="3847969"/>
                  <a:ext cx="327455" cy="187249"/>
                </a:xfrm>
                <a:prstGeom prst="rect">
                  <a:avLst/>
                </a:prstGeom>
                <a:noFill/>
                <a:ln w="467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pic>
              <p:nvPicPr>
                <p:cNvPr id="243" name="Picture 242">
                  <a:extLst>
                    <a:ext uri="{FF2B5EF4-FFF2-40B4-BE49-F238E27FC236}">
                      <a16:creationId xmlns:a16="http://schemas.microsoft.com/office/drawing/2014/main" id="{398C9ED4-42FB-6774-AEC5-6440601594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60803" y="3883079"/>
                  <a:ext cx="238574" cy="147458"/>
                </a:xfrm>
                <a:custGeom>
                  <a:avLst/>
                  <a:gdLst>
                    <a:gd name="csX0" fmla="*/ 0 w 238574"/>
                    <a:gd name="csY0" fmla="*/ 0 h 147458"/>
                    <a:gd name="csX1" fmla="*/ 238574 w 238574"/>
                    <a:gd name="csY1" fmla="*/ 0 h 147458"/>
                    <a:gd name="csX2" fmla="*/ 238574 w 238574"/>
                    <a:gd name="csY2" fmla="*/ 147459 h 147458"/>
                    <a:gd name="csX3" fmla="*/ 0 w 238574"/>
                    <a:gd name="csY3" fmla="*/ 147459 h 1474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8574" h="147458">
                      <a:moveTo>
                        <a:pt x="0" y="0"/>
                      </a:moveTo>
                      <a:lnTo>
                        <a:pt x="238574" y="0"/>
                      </a:lnTo>
                      <a:lnTo>
                        <a:pt x="238574" y="147459"/>
                      </a:lnTo>
                      <a:lnTo>
                        <a:pt x="0" y="147459"/>
                      </a:ln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674E837-5D09-FF92-D36F-49FC09536DCD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0C8BCC5C-E53E-5AAB-4B9B-4F0A2FF7E622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28B90B-FE91-5366-1F88-8B8F330A3467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B163C5E-1B67-20BB-F5BE-2CC2F91295FA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9FE900A-99DF-3622-754F-AB86160FFF12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9B87556-0ACE-798D-0C5D-64D61E669D29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6D95A6C-7452-B1A3-D08B-07A204F8094E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 13">
              <a:extLst>
                <a:ext uri="{FF2B5EF4-FFF2-40B4-BE49-F238E27FC236}">
                  <a16:creationId xmlns:a16="http://schemas.microsoft.com/office/drawing/2014/main" id="{EBF915ED-6ADB-598B-8459-C22822AB94B5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7" name="Text 13">
              <a:extLst>
                <a:ext uri="{FF2B5EF4-FFF2-40B4-BE49-F238E27FC236}">
                  <a16:creationId xmlns:a16="http://schemas.microsoft.com/office/drawing/2014/main" id="{906EB886-9063-FB78-625F-70671626CD46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8" name="Text 13">
              <a:extLst>
                <a:ext uri="{FF2B5EF4-FFF2-40B4-BE49-F238E27FC236}">
                  <a16:creationId xmlns:a16="http://schemas.microsoft.com/office/drawing/2014/main" id="{A7519381-2A56-A082-28D5-19D525964178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9" name="Text 13">
              <a:extLst>
                <a:ext uri="{FF2B5EF4-FFF2-40B4-BE49-F238E27FC236}">
                  <a16:creationId xmlns:a16="http://schemas.microsoft.com/office/drawing/2014/main" id="{7FBDD518-F78C-C657-3875-9720CFD953FA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DAC1D42-E759-CFBD-1519-ABA5B0FC00D3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34B2A5F4-8986-AA27-E4C0-606CEAF3877D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E99F36E-F79D-8D3F-B9FD-141C05968ACF}"/>
              </a:ext>
            </a:extLst>
          </p:cNvPr>
          <p:cNvSpPr/>
          <p:nvPr/>
        </p:nvSpPr>
        <p:spPr>
          <a:xfrm>
            <a:off x="4621954" y="1634619"/>
            <a:ext cx="2647121" cy="4405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EA7FC83-0940-9746-6F2C-29428837CD00}"/>
              </a:ext>
            </a:extLst>
          </p:cNvPr>
          <p:cNvSpPr/>
          <p:nvPr/>
        </p:nvSpPr>
        <p:spPr>
          <a:xfrm>
            <a:off x="6868243" y="1578600"/>
            <a:ext cx="3130522" cy="4405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9661070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8261-61EF-5CA2-041B-C62BFFCC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3E1A58-87D5-BD7B-3EC4-2A075163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EDD7E0-B163-D047-C5E8-7D075B7B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89</a:t>
            </a:fld>
            <a:endParaRPr lang="de-CH" noProof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DB12B4B-E927-44BC-02E8-2002DD69FE9F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B59F1-FFF9-9128-1EA3-C87801F7A957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00DAC7-19E3-DF4D-0812-8999E14BE57F}"/>
              </a:ext>
            </a:extLst>
          </p:cNvPr>
          <p:cNvGrpSpPr/>
          <p:nvPr/>
        </p:nvGrpSpPr>
        <p:grpSpPr>
          <a:xfrm>
            <a:off x="5501773" y="2176401"/>
            <a:ext cx="1493018" cy="3113522"/>
            <a:chOff x="4151189" y="2907205"/>
            <a:chExt cx="668943" cy="1395006"/>
          </a:xfrm>
        </p:grpSpPr>
        <p:grpSp>
          <p:nvGrpSpPr>
            <p:cNvPr id="244" name="Graphic 6">
              <a:extLst>
                <a:ext uri="{FF2B5EF4-FFF2-40B4-BE49-F238E27FC236}">
                  <a16:creationId xmlns:a16="http://schemas.microsoft.com/office/drawing/2014/main" id="{56823E91-4AD6-F69E-0B3F-2084ABDF1F76}"/>
                </a:ext>
              </a:extLst>
            </p:cNvPr>
            <p:cNvGrpSpPr/>
            <p:nvPr/>
          </p:nvGrpSpPr>
          <p:grpSpPr>
            <a:xfrm>
              <a:off x="4380407" y="3094454"/>
              <a:ext cx="37423" cy="256344"/>
              <a:chOff x="4638824" y="5575343"/>
              <a:chExt cx="37423" cy="256344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A4710A44-2D58-4BEC-7F80-99DCC001897F}"/>
                  </a:ext>
                </a:extLst>
              </p:cNvPr>
              <p:cNvSpPr/>
              <p:nvPr/>
            </p:nvSpPr>
            <p:spPr>
              <a:xfrm>
                <a:off x="4657536" y="5575343"/>
                <a:ext cx="4677" cy="228256"/>
              </a:xfrm>
              <a:custGeom>
                <a:avLst/>
                <a:gdLst>
                  <a:gd name="csX0" fmla="*/ 0 w 4677"/>
                  <a:gd name="csY0" fmla="*/ 0 h 228256"/>
                  <a:gd name="csX1" fmla="*/ 0 w 4677"/>
                  <a:gd name="csY1" fmla="*/ 228257 h 228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77" h="228256">
                    <a:moveTo>
                      <a:pt x="0" y="0"/>
                    </a:moveTo>
                    <a:lnTo>
                      <a:pt x="0" y="228257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4FD8EE35-9832-7648-904D-48865E02A9DF}"/>
                  </a:ext>
                </a:extLst>
              </p:cNvPr>
              <p:cNvSpPr/>
              <p:nvPr/>
            </p:nvSpPr>
            <p:spPr>
              <a:xfrm>
                <a:off x="4638824" y="5794237"/>
                <a:ext cx="37423" cy="37449"/>
              </a:xfrm>
              <a:custGeom>
                <a:avLst/>
                <a:gdLst>
                  <a:gd name="csX0" fmla="*/ 18712 w 37423"/>
                  <a:gd name="csY0" fmla="*/ 37450 h 37449"/>
                  <a:gd name="csX1" fmla="*/ 0 w 37423"/>
                  <a:gd name="csY1" fmla="*/ 0 h 37449"/>
                  <a:gd name="csX2" fmla="*/ 18712 w 37423"/>
                  <a:gd name="csY2" fmla="*/ 9362 h 37449"/>
                  <a:gd name="csX3" fmla="*/ 37423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18712" y="37450"/>
                    </a:moveTo>
                    <a:lnTo>
                      <a:pt x="0" y="0"/>
                    </a:lnTo>
                    <a:lnTo>
                      <a:pt x="18712" y="9362"/>
                    </a:lnTo>
                    <a:lnTo>
                      <a:pt x="374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47" name="Graphic 6">
              <a:extLst>
                <a:ext uri="{FF2B5EF4-FFF2-40B4-BE49-F238E27FC236}">
                  <a16:creationId xmlns:a16="http://schemas.microsoft.com/office/drawing/2014/main" id="{E5173700-FBAA-0F76-A59E-94842A454E43}"/>
                </a:ext>
              </a:extLst>
            </p:cNvPr>
            <p:cNvGrpSpPr/>
            <p:nvPr/>
          </p:nvGrpSpPr>
          <p:grpSpPr>
            <a:xfrm>
              <a:off x="4305560" y="2907205"/>
              <a:ext cx="187117" cy="187249"/>
              <a:chOff x="4563977" y="5388094"/>
              <a:chExt cx="187117" cy="187249"/>
            </a:xfrm>
            <a:solidFill>
              <a:srgbClr val="FFFFFF"/>
            </a:solidFill>
          </p:grpSpPr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F7D25BA5-4924-F945-9248-6C60D7F306C3}"/>
                  </a:ext>
                </a:extLst>
              </p:cNvPr>
              <p:cNvSpPr/>
              <p:nvPr/>
            </p:nvSpPr>
            <p:spPr>
              <a:xfrm>
                <a:off x="4563977" y="5388094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49" name="Picture 248">
                <a:extLst>
                  <a:ext uri="{FF2B5EF4-FFF2-40B4-BE49-F238E27FC236}">
                    <a16:creationId xmlns:a16="http://schemas.microsoft.com/office/drawing/2014/main" id="{49C981F1-A9B6-DC67-4173-80D039852C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68655" y="5427884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50" name="Graphic 6">
              <a:extLst>
                <a:ext uri="{FF2B5EF4-FFF2-40B4-BE49-F238E27FC236}">
                  <a16:creationId xmlns:a16="http://schemas.microsoft.com/office/drawing/2014/main" id="{56FE3F56-5FDF-CFD5-7E77-6B67EBC51A4D}"/>
                </a:ext>
              </a:extLst>
            </p:cNvPr>
            <p:cNvGrpSpPr/>
            <p:nvPr/>
          </p:nvGrpSpPr>
          <p:grpSpPr>
            <a:xfrm>
              <a:off x="4380407" y="3548533"/>
              <a:ext cx="37423" cy="158038"/>
              <a:chOff x="4638824" y="6029422"/>
              <a:chExt cx="37423" cy="158038"/>
            </a:xfrm>
          </p:grpSpPr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63430C70-98EE-64DD-DF5C-B294B00F80FB}"/>
                  </a:ext>
                </a:extLst>
              </p:cNvPr>
              <p:cNvSpPr/>
              <p:nvPr/>
            </p:nvSpPr>
            <p:spPr>
              <a:xfrm>
                <a:off x="4657536" y="6029422"/>
                <a:ext cx="4677" cy="129950"/>
              </a:xfrm>
              <a:custGeom>
                <a:avLst/>
                <a:gdLst>
                  <a:gd name="csX0" fmla="*/ 0 w 4677"/>
                  <a:gd name="csY0" fmla="*/ 0 h 129950"/>
                  <a:gd name="csX1" fmla="*/ 0 w 4677"/>
                  <a:gd name="csY1" fmla="*/ 129951 h 1299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77" h="129950">
                    <a:moveTo>
                      <a:pt x="0" y="0"/>
                    </a:moveTo>
                    <a:lnTo>
                      <a:pt x="0" y="129951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2B24A87C-7DD6-422E-7E79-1BD9165E8232}"/>
                  </a:ext>
                </a:extLst>
              </p:cNvPr>
              <p:cNvSpPr/>
              <p:nvPr/>
            </p:nvSpPr>
            <p:spPr>
              <a:xfrm>
                <a:off x="4638824" y="6150011"/>
                <a:ext cx="37423" cy="37449"/>
              </a:xfrm>
              <a:custGeom>
                <a:avLst/>
                <a:gdLst>
                  <a:gd name="csX0" fmla="*/ 18712 w 37423"/>
                  <a:gd name="csY0" fmla="*/ 37450 h 37449"/>
                  <a:gd name="csX1" fmla="*/ 0 w 37423"/>
                  <a:gd name="csY1" fmla="*/ 0 h 37449"/>
                  <a:gd name="csX2" fmla="*/ 18712 w 37423"/>
                  <a:gd name="csY2" fmla="*/ 9362 h 37449"/>
                  <a:gd name="csX3" fmla="*/ 37423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18712" y="37450"/>
                    </a:moveTo>
                    <a:lnTo>
                      <a:pt x="0" y="0"/>
                    </a:lnTo>
                    <a:lnTo>
                      <a:pt x="18712" y="9362"/>
                    </a:lnTo>
                    <a:lnTo>
                      <a:pt x="374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53" name="Graphic 6">
              <a:extLst>
                <a:ext uri="{FF2B5EF4-FFF2-40B4-BE49-F238E27FC236}">
                  <a16:creationId xmlns:a16="http://schemas.microsoft.com/office/drawing/2014/main" id="{C985C535-CA7A-428E-E9A4-DAE26DE4B51E}"/>
                </a:ext>
              </a:extLst>
            </p:cNvPr>
            <p:cNvGrpSpPr/>
            <p:nvPr/>
          </p:nvGrpSpPr>
          <p:grpSpPr>
            <a:xfrm>
              <a:off x="4305560" y="3361284"/>
              <a:ext cx="187117" cy="187249"/>
              <a:chOff x="4563977" y="5842173"/>
              <a:chExt cx="187117" cy="187249"/>
            </a:xfrm>
            <a:solidFill>
              <a:srgbClr val="FFFFFF"/>
            </a:solidFill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4BE61AD2-BFEB-DC64-BF38-999CE245B866}"/>
                  </a:ext>
                </a:extLst>
              </p:cNvPr>
              <p:cNvSpPr/>
              <p:nvPr/>
            </p:nvSpPr>
            <p:spPr>
              <a:xfrm>
                <a:off x="4563977" y="5842173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5" name="Picture 254">
                <a:extLst>
                  <a:ext uri="{FF2B5EF4-FFF2-40B4-BE49-F238E27FC236}">
                    <a16:creationId xmlns:a16="http://schemas.microsoft.com/office/drawing/2014/main" id="{56DADC0C-1CB3-4AF0-A868-56D18223E3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8655" y="5881963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56" name="Graphic 6">
              <a:extLst>
                <a:ext uri="{FF2B5EF4-FFF2-40B4-BE49-F238E27FC236}">
                  <a16:creationId xmlns:a16="http://schemas.microsoft.com/office/drawing/2014/main" id="{8BF56382-8F58-F6D1-1A2D-7EFD64962742}"/>
                </a:ext>
              </a:extLst>
            </p:cNvPr>
            <p:cNvGrpSpPr/>
            <p:nvPr/>
          </p:nvGrpSpPr>
          <p:grpSpPr>
            <a:xfrm>
              <a:off x="4305560" y="4114962"/>
              <a:ext cx="187117" cy="187249"/>
              <a:chOff x="4563977" y="6595851"/>
              <a:chExt cx="187117" cy="187249"/>
            </a:xfrm>
            <a:solidFill>
              <a:srgbClr val="FFFFFF"/>
            </a:solidFill>
          </p:grpSpPr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E60DE7C1-5E51-E839-E853-294931AAD4B1}"/>
                  </a:ext>
                </a:extLst>
              </p:cNvPr>
              <p:cNvSpPr/>
              <p:nvPr/>
            </p:nvSpPr>
            <p:spPr>
              <a:xfrm>
                <a:off x="4563977" y="6595851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58" name="Picture 257">
                <a:extLst>
                  <a:ext uri="{FF2B5EF4-FFF2-40B4-BE49-F238E27FC236}">
                    <a16:creationId xmlns:a16="http://schemas.microsoft.com/office/drawing/2014/main" id="{60D509AB-0D41-5572-EC8B-93FCB5298A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8655" y="6635641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59" name="Graphic 6">
              <a:extLst>
                <a:ext uri="{FF2B5EF4-FFF2-40B4-BE49-F238E27FC236}">
                  <a16:creationId xmlns:a16="http://schemas.microsoft.com/office/drawing/2014/main" id="{3BCCDF84-BB20-E242-259B-35E53B1F3D02}"/>
                </a:ext>
              </a:extLst>
            </p:cNvPr>
            <p:cNvGrpSpPr/>
            <p:nvPr/>
          </p:nvGrpSpPr>
          <p:grpSpPr>
            <a:xfrm>
              <a:off x="4305560" y="3717057"/>
              <a:ext cx="187117" cy="187249"/>
              <a:chOff x="4563977" y="6197946"/>
              <a:chExt cx="187117" cy="187249"/>
            </a:xfrm>
            <a:solidFill>
              <a:srgbClr val="FFFFFF"/>
            </a:solidFill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07C68A3B-1B0A-03F6-4C52-D612707383AB}"/>
                  </a:ext>
                </a:extLst>
              </p:cNvPr>
              <p:cNvSpPr/>
              <p:nvPr/>
            </p:nvSpPr>
            <p:spPr>
              <a:xfrm>
                <a:off x="4563977" y="6197946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3C1C71A9-4C06-D1C6-CB42-92C0442DB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68655" y="6237737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62" name="Graphic 6">
              <a:extLst>
                <a:ext uri="{FF2B5EF4-FFF2-40B4-BE49-F238E27FC236}">
                  <a16:creationId xmlns:a16="http://schemas.microsoft.com/office/drawing/2014/main" id="{8CA078BE-561D-2425-DFAD-3850DC755EAC}"/>
                </a:ext>
              </a:extLst>
            </p:cNvPr>
            <p:cNvGrpSpPr/>
            <p:nvPr/>
          </p:nvGrpSpPr>
          <p:grpSpPr>
            <a:xfrm>
              <a:off x="4151189" y="3369991"/>
              <a:ext cx="209009" cy="529634"/>
              <a:chOff x="4409606" y="5850880"/>
              <a:chExt cx="209009" cy="529634"/>
            </a:xfrm>
          </p:grpSpPr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3777F52C-8726-D174-50D0-5F163FBD3D59}"/>
                  </a:ext>
                </a:extLst>
              </p:cNvPr>
              <p:cNvSpPr/>
              <p:nvPr/>
            </p:nvSpPr>
            <p:spPr>
              <a:xfrm>
                <a:off x="4409606" y="5869605"/>
                <a:ext cx="209009" cy="510909"/>
              </a:xfrm>
              <a:custGeom>
                <a:avLst/>
                <a:gdLst>
                  <a:gd name="csX0" fmla="*/ 209010 w 209009"/>
                  <a:gd name="csY0" fmla="*/ 510909 h 510909"/>
                  <a:gd name="csX1" fmla="*/ 0 w 209009"/>
                  <a:gd name="csY1" fmla="*/ 255501 h 510909"/>
                  <a:gd name="csX2" fmla="*/ 143238 w 209009"/>
                  <a:gd name="csY2" fmla="*/ 0 h 510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09009" h="510909">
                    <a:moveTo>
                      <a:pt x="209010" y="510909"/>
                    </a:moveTo>
                    <a:cubicBezTo>
                      <a:pt x="69670" y="510909"/>
                      <a:pt x="0" y="425774"/>
                      <a:pt x="0" y="255501"/>
                    </a:cubicBezTo>
                    <a:cubicBezTo>
                      <a:pt x="0" y="85230"/>
                      <a:pt x="47746" y="62"/>
                      <a:pt x="143238" y="0"/>
                    </a:cubicBezTo>
                  </a:path>
                </a:pathLst>
              </a:custGeom>
              <a:noFill/>
              <a:ln w="9353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07039C26-E47B-8BF0-8A38-1761A6FA8DD4}"/>
                  </a:ext>
                </a:extLst>
              </p:cNvPr>
              <p:cNvSpPr/>
              <p:nvPr/>
            </p:nvSpPr>
            <p:spPr>
              <a:xfrm>
                <a:off x="4543488" y="5850880"/>
                <a:ext cx="37423" cy="37449"/>
              </a:xfrm>
              <a:custGeom>
                <a:avLst/>
                <a:gdLst>
                  <a:gd name="csX0" fmla="*/ 37423 w 37423"/>
                  <a:gd name="csY0" fmla="*/ 18725 h 37449"/>
                  <a:gd name="csX1" fmla="*/ 0 w 37423"/>
                  <a:gd name="csY1" fmla="*/ 37450 h 37449"/>
                  <a:gd name="csX2" fmla="*/ 9356 w 37423"/>
                  <a:gd name="csY2" fmla="*/ 18725 h 37449"/>
                  <a:gd name="csX3" fmla="*/ 0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37423" y="18725"/>
                    </a:moveTo>
                    <a:lnTo>
                      <a:pt x="0" y="37450"/>
                    </a:lnTo>
                    <a:lnTo>
                      <a:pt x="9356" y="18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9353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65" name="Graphic 6">
              <a:extLst>
                <a:ext uri="{FF2B5EF4-FFF2-40B4-BE49-F238E27FC236}">
                  <a16:creationId xmlns:a16="http://schemas.microsoft.com/office/drawing/2014/main" id="{A70D451A-2180-C555-69B3-7FD622A3EA4B}"/>
                </a:ext>
              </a:extLst>
            </p:cNvPr>
            <p:cNvGrpSpPr/>
            <p:nvPr/>
          </p:nvGrpSpPr>
          <p:grpSpPr>
            <a:xfrm>
              <a:off x="4380407" y="3904306"/>
              <a:ext cx="37423" cy="200169"/>
              <a:chOff x="4638824" y="6385195"/>
              <a:chExt cx="37423" cy="200169"/>
            </a:xfrm>
          </p:grpSpPr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307CB2B6-E630-9D9F-8921-F6C4EE2A3B4E}"/>
                  </a:ext>
                </a:extLst>
              </p:cNvPr>
              <p:cNvSpPr/>
              <p:nvPr/>
            </p:nvSpPr>
            <p:spPr>
              <a:xfrm>
                <a:off x="4657536" y="6385195"/>
                <a:ext cx="4677" cy="172082"/>
              </a:xfrm>
              <a:custGeom>
                <a:avLst/>
                <a:gdLst>
                  <a:gd name="csX0" fmla="*/ 0 w 4677"/>
                  <a:gd name="csY0" fmla="*/ 0 h 172082"/>
                  <a:gd name="csX1" fmla="*/ 0 w 4677"/>
                  <a:gd name="csY1" fmla="*/ 172082 h 1720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77" h="172082">
                    <a:moveTo>
                      <a:pt x="0" y="0"/>
                    </a:moveTo>
                    <a:lnTo>
                      <a:pt x="0" y="172082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0F8248E9-77D3-20F0-E236-5080AF02A2CC}"/>
                  </a:ext>
                </a:extLst>
              </p:cNvPr>
              <p:cNvSpPr/>
              <p:nvPr/>
            </p:nvSpPr>
            <p:spPr>
              <a:xfrm>
                <a:off x="4638824" y="6547915"/>
                <a:ext cx="37423" cy="37449"/>
              </a:xfrm>
              <a:custGeom>
                <a:avLst/>
                <a:gdLst>
                  <a:gd name="csX0" fmla="*/ 18712 w 37423"/>
                  <a:gd name="csY0" fmla="*/ 37450 h 37449"/>
                  <a:gd name="csX1" fmla="*/ 0 w 37423"/>
                  <a:gd name="csY1" fmla="*/ 0 h 37449"/>
                  <a:gd name="csX2" fmla="*/ 18712 w 37423"/>
                  <a:gd name="csY2" fmla="*/ 9362 h 37449"/>
                  <a:gd name="csX3" fmla="*/ 37423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18712" y="37450"/>
                    </a:moveTo>
                    <a:lnTo>
                      <a:pt x="0" y="0"/>
                    </a:lnTo>
                    <a:lnTo>
                      <a:pt x="18712" y="9362"/>
                    </a:lnTo>
                    <a:lnTo>
                      <a:pt x="374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68" name="Graphic 6">
              <a:extLst>
                <a:ext uri="{FF2B5EF4-FFF2-40B4-BE49-F238E27FC236}">
                  <a16:creationId xmlns:a16="http://schemas.microsoft.com/office/drawing/2014/main" id="{F200C79A-5D9C-B352-DD5D-E10F888BA179}"/>
                </a:ext>
              </a:extLst>
            </p:cNvPr>
            <p:cNvGrpSpPr/>
            <p:nvPr/>
          </p:nvGrpSpPr>
          <p:grpSpPr>
            <a:xfrm>
              <a:off x="4492677" y="2907205"/>
              <a:ext cx="327455" cy="187249"/>
              <a:chOff x="4751094" y="5388094"/>
              <a:chExt cx="327455" cy="187249"/>
            </a:xfrm>
            <a:noFill/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80F5AB73-12A0-CA05-FF43-4DC596419625}"/>
                  </a:ext>
                </a:extLst>
              </p:cNvPr>
              <p:cNvSpPr/>
              <p:nvPr/>
            </p:nvSpPr>
            <p:spPr>
              <a:xfrm>
                <a:off x="4751094" y="5388094"/>
                <a:ext cx="327455" cy="187249"/>
              </a:xfrm>
              <a:prstGeom prst="rect">
                <a:avLst/>
              </a:prstGeom>
              <a:noFill/>
              <a:ln w="467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0" name="Picture 269">
                <a:extLst>
                  <a:ext uri="{FF2B5EF4-FFF2-40B4-BE49-F238E27FC236}">
                    <a16:creationId xmlns:a16="http://schemas.microsoft.com/office/drawing/2014/main" id="{979899F0-DCBC-EB28-7DBB-ED4254D59E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95535" y="5423203"/>
                <a:ext cx="238574" cy="147458"/>
              </a:xfrm>
              <a:custGeom>
                <a:avLst/>
                <a:gdLst>
                  <a:gd name="csX0" fmla="*/ 0 w 238574"/>
                  <a:gd name="csY0" fmla="*/ 0 h 147458"/>
                  <a:gd name="csX1" fmla="*/ 238574 w 238574"/>
                  <a:gd name="csY1" fmla="*/ 0 h 147458"/>
                  <a:gd name="csX2" fmla="*/ 238574 w 238574"/>
                  <a:gd name="csY2" fmla="*/ 147459 h 147458"/>
                  <a:gd name="csX3" fmla="*/ 0 w 238574"/>
                  <a:gd name="csY3" fmla="*/ 147459 h 1474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8574" h="147458">
                    <a:moveTo>
                      <a:pt x="0" y="0"/>
                    </a:moveTo>
                    <a:lnTo>
                      <a:pt x="238574" y="0"/>
                    </a:lnTo>
                    <a:lnTo>
                      <a:pt x="238574" y="147459"/>
                    </a:lnTo>
                    <a:lnTo>
                      <a:pt x="0" y="147459"/>
                    </a:lnTo>
                    <a:close/>
                  </a:path>
                </a:pathLst>
              </a:custGeom>
            </p:spPr>
          </p:pic>
        </p:grpSp>
        <p:grpSp>
          <p:nvGrpSpPr>
            <p:cNvPr id="271" name="Graphic 6">
              <a:extLst>
                <a:ext uri="{FF2B5EF4-FFF2-40B4-BE49-F238E27FC236}">
                  <a16:creationId xmlns:a16="http://schemas.microsoft.com/office/drawing/2014/main" id="{91C2C228-F85F-E5F8-D016-7AFA555820B8}"/>
                </a:ext>
              </a:extLst>
            </p:cNvPr>
            <p:cNvGrpSpPr/>
            <p:nvPr/>
          </p:nvGrpSpPr>
          <p:grpSpPr>
            <a:xfrm>
              <a:off x="4492677" y="3717057"/>
              <a:ext cx="327455" cy="187249"/>
              <a:chOff x="4751094" y="6197946"/>
              <a:chExt cx="327455" cy="187249"/>
            </a:xfrm>
            <a:noFill/>
          </p:grpSpPr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C18151A8-98B0-3484-B860-F39B82BC1A17}"/>
                  </a:ext>
                </a:extLst>
              </p:cNvPr>
              <p:cNvSpPr/>
              <p:nvPr/>
            </p:nvSpPr>
            <p:spPr>
              <a:xfrm>
                <a:off x="4751094" y="6197946"/>
                <a:ext cx="327455" cy="187249"/>
              </a:xfrm>
              <a:prstGeom prst="rect">
                <a:avLst/>
              </a:prstGeom>
              <a:noFill/>
              <a:ln w="467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3" name="Picture 272">
                <a:extLst>
                  <a:ext uri="{FF2B5EF4-FFF2-40B4-BE49-F238E27FC236}">
                    <a16:creationId xmlns:a16="http://schemas.microsoft.com/office/drawing/2014/main" id="{134C9C37-90D3-C183-FE3B-D29B65E1AD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5535" y="6233055"/>
                <a:ext cx="238574" cy="147458"/>
              </a:xfrm>
              <a:custGeom>
                <a:avLst/>
                <a:gdLst>
                  <a:gd name="csX0" fmla="*/ 0 w 238574"/>
                  <a:gd name="csY0" fmla="*/ 0 h 147458"/>
                  <a:gd name="csX1" fmla="*/ 238574 w 238574"/>
                  <a:gd name="csY1" fmla="*/ 0 h 147458"/>
                  <a:gd name="csX2" fmla="*/ 238574 w 238574"/>
                  <a:gd name="csY2" fmla="*/ 147459 h 147458"/>
                  <a:gd name="csX3" fmla="*/ 0 w 238574"/>
                  <a:gd name="csY3" fmla="*/ 147459 h 1474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8574" h="147458">
                    <a:moveTo>
                      <a:pt x="0" y="0"/>
                    </a:moveTo>
                    <a:lnTo>
                      <a:pt x="238574" y="0"/>
                    </a:lnTo>
                    <a:lnTo>
                      <a:pt x="238574" y="147459"/>
                    </a:lnTo>
                    <a:lnTo>
                      <a:pt x="0" y="14745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3C0F1B0-59B4-40D9-F787-D191CBCFD5BA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621DF8AF-62FF-A31C-0E94-357059FE2047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2E6F94-A1EF-CC96-0AEF-631E975511FA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48B9592-D91D-B45C-AA0C-C2B2F249A75D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8600769-2D8C-676E-D63F-F8A4ECDC8D64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ADC8B7B-2884-5E5C-E386-8AFAC05CE5D3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B9136EB-CCBD-0C8E-D7FE-E6BFC3E38759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 13">
              <a:extLst>
                <a:ext uri="{FF2B5EF4-FFF2-40B4-BE49-F238E27FC236}">
                  <a16:creationId xmlns:a16="http://schemas.microsoft.com/office/drawing/2014/main" id="{9DE43859-353B-06D2-D141-6AD448CE0317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EA11EBD4-5543-DF11-8029-26799D3F921B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8" name="Text 13">
              <a:extLst>
                <a:ext uri="{FF2B5EF4-FFF2-40B4-BE49-F238E27FC236}">
                  <a16:creationId xmlns:a16="http://schemas.microsoft.com/office/drawing/2014/main" id="{310D976F-ABEE-4BF4-ED08-52A7125EA885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9" name="Text 13">
              <a:extLst>
                <a:ext uri="{FF2B5EF4-FFF2-40B4-BE49-F238E27FC236}">
                  <a16:creationId xmlns:a16="http://schemas.microsoft.com/office/drawing/2014/main" id="{548A4920-0784-D9EA-71F3-DBB4F4EB55D8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24B227C-C39C-4439-938C-D5A3C8FEE69A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91C2D6AC-B190-AD88-5F9C-201DD93BC0B9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426596"/>
      </p:ext>
    </p:extLst>
  </p:cSld>
  <p:clrMapOvr>
    <a:masterClrMapping/>
  </p:clrMapOvr>
  <p:transition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A9FA-12D7-2E1E-F713-F2B886A6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09073-6991-5816-C339-C8D408F2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9FC8F5-445B-C08C-A8DE-DD1D5DAE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90</a:t>
            </a:fld>
            <a:endParaRPr lang="de-CH" noProof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389D0C4-4EB7-A2DC-91F2-5D81866FC6CA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B9FABA-A3FD-C056-66E2-F4E27BDD055D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1D92C1-CEAF-21EF-5BFA-9DF4A7AA75B2}"/>
              </a:ext>
            </a:extLst>
          </p:cNvPr>
          <p:cNvGrpSpPr/>
          <p:nvPr/>
        </p:nvGrpSpPr>
        <p:grpSpPr>
          <a:xfrm>
            <a:off x="5312948" y="2146584"/>
            <a:ext cx="1493542" cy="3113522"/>
            <a:chOff x="5320671" y="2907205"/>
            <a:chExt cx="669178" cy="1395006"/>
          </a:xfrm>
        </p:grpSpPr>
        <p:grpSp>
          <p:nvGrpSpPr>
            <p:cNvPr id="274" name="Graphic 6">
              <a:extLst>
                <a:ext uri="{FF2B5EF4-FFF2-40B4-BE49-F238E27FC236}">
                  <a16:creationId xmlns:a16="http://schemas.microsoft.com/office/drawing/2014/main" id="{B065476D-6BCC-24A6-6372-7B97A99DD3F0}"/>
                </a:ext>
              </a:extLst>
            </p:cNvPr>
            <p:cNvGrpSpPr/>
            <p:nvPr/>
          </p:nvGrpSpPr>
          <p:grpSpPr>
            <a:xfrm>
              <a:off x="5550123" y="3094454"/>
              <a:ext cx="37423" cy="256344"/>
              <a:chOff x="5808540" y="5575343"/>
              <a:chExt cx="37423" cy="256344"/>
            </a:xfrm>
          </p:grpSpPr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78BE9D43-9BFD-D26A-0CC1-2E23836F3854}"/>
                  </a:ext>
                </a:extLst>
              </p:cNvPr>
              <p:cNvSpPr/>
              <p:nvPr/>
            </p:nvSpPr>
            <p:spPr>
              <a:xfrm>
                <a:off x="5827252" y="5575343"/>
                <a:ext cx="4677" cy="228256"/>
              </a:xfrm>
              <a:custGeom>
                <a:avLst/>
                <a:gdLst>
                  <a:gd name="csX0" fmla="*/ 0 w 4677"/>
                  <a:gd name="csY0" fmla="*/ 0 h 228256"/>
                  <a:gd name="csX1" fmla="*/ 0 w 4677"/>
                  <a:gd name="csY1" fmla="*/ 228257 h 228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77" h="228256">
                    <a:moveTo>
                      <a:pt x="0" y="0"/>
                    </a:moveTo>
                    <a:lnTo>
                      <a:pt x="0" y="228257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9951B7ED-CF07-F4E4-0652-07C8DC37C716}"/>
                  </a:ext>
                </a:extLst>
              </p:cNvPr>
              <p:cNvSpPr/>
              <p:nvPr/>
            </p:nvSpPr>
            <p:spPr>
              <a:xfrm>
                <a:off x="5808540" y="5794237"/>
                <a:ext cx="37423" cy="37449"/>
              </a:xfrm>
              <a:custGeom>
                <a:avLst/>
                <a:gdLst>
                  <a:gd name="csX0" fmla="*/ 18712 w 37423"/>
                  <a:gd name="csY0" fmla="*/ 37450 h 37449"/>
                  <a:gd name="csX1" fmla="*/ 0 w 37423"/>
                  <a:gd name="csY1" fmla="*/ 0 h 37449"/>
                  <a:gd name="csX2" fmla="*/ 18712 w 37423"/>
                  <a:gd name="csY2" fmla="*/ 9362 h 37449"/>
                  <a:gd name="csX3" fmla="*/ 37423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18712" y="37450"/>
                    </a:moveTo>
                    <a:lnTo>
                      <a:pt x="0" y="0"/>
                    </a:lnTo>
                    <a:lnTo>
                      <a:pt x="18712" y="9362"/>
                    </a:lnTo>
                    <a:lnTo>
                      <a:pt x="374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77" name="Graphic 6">
              <a:extLst>
                <a:ext uri="{FF2B5EF4-FFF2-40B4-BE49-F238E27FC236}">
                  <a16:creationId xmlns:a16="http://schemas.microsoft.com/office/drawing/2014/main" id="{E31C8325-918B-1B32-A75B-C9A84B8B1D56}"/>
                </a:ext>
              </a:extLst>
            </p:cNvPr>
            <p:cNvGrpSpPr/>
            <p:nvPr/>
          </p:nvGrpSpPr>
          <p:grpSpPr>
            <a:xfrm>
              <a:off x="5475276" y="2907205"/>
              <a:ext cx="187117" cy="187249"/>
              <a:chOff x="5733693" y="5388094"/>
              <a:chExt cx="187117" cy="187249"/>
            </a:xfrm>
            <a:solidFill>
              <a:srgbClr val="FFFFFF"/>
            </a:solidFill>
          </p:grpSpPr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0F8002FB-9852-7EAD-2160-00776643590F}"/>
                  </a:ext>
                </a:extLst>
              </p:cNvPr>
              <p:cNvSpPr/>
              <p:nvPr/>
            </p:nvSpPr>
            <p:spPr>
              <a:xfrm>
                <a:off x="5733693" y="5388094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79" name="Picture 278">
                <a:extLst>
                  <a:ext uri="{FF2B5EF4-FFF2-40B4-BE49-F238E27FC236}">
                    <a16:creationId xmlns:a16="http://schemas.microsoft.com/office/drawing/2014/main" id="{0286F246-3555-CAD6-F7CA-AACCE00CAD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8137" y="5427884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80" name="Graphic 6">
              <a:extLst>
                <a:ext uri="{FF2B5EF4-FFF2-40B4-BE49-F238E27FC236}">
                  <a16:creationId xmlns:a16="http://schemas.microsoft.com/office/drawing/2014/main" id="{1E05041D-103C-D99E-1E03-6D94B05F8203}"/>
                </a:ext>
              </a:extLst>
            </p:cNvPr>
            <p:cNvGrpSpPr/>
            <p:nvPr/>
          </p:nvGrpSpPr>
          <p:grpSpPr>
            <a:xfrm>
              <a:off x="5550123" y="3548533"/>
              <a:ext cx="37423" cy="158038"/>
              <a:chOff x="5808540" y="6029422"/>
              <a:chExt cx="37423" cy="158038"/>
            </a:xfrm>
          </p:grpSpPr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F093AAB1-6D01-C01A-47A8-8DAD0D5DA6F0}"/>
                  </a:ext>
                </a:extLst>
              </p:cNvPr>
              <p:cNvSpPr/>
              <p:nvPr/>
            </p:nvSpPr>
            <p:spPr>
              <a:xfrm>
                <a:off x="5827252" y="6029422"/>
                <a:ext cx="4677" cy="129950"/>
              </a:xfrm>
              <a:custGeom>
                <a:avLst/>
                <a:gdLst>
                  <a:gd name="csX0" fmla="*/ 0 w 4677"/>
                  <a:gd name="csY0" fmla="*/ 0 h 129950"/>
                  <a:gd name="csX1" fmla="*/ 0 w 4677"/>
                  <a:gd name="csY1" fmla="*/ 129951 h 1299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77" h="129950">
                    <a:moveTo>
                      <a:pt x="0" y="0"/>
                    </a:moveTo>
                    <a:lnTo>
                      <a:pt x="0" y="129951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DB802F1C-66AF-F304-93B0-AAB27C05ED67}"/>
                  </a:ext>
                </a:extLst>
              </p:cNvPr>
              <p:cNvSpPr/>
              <p:nvPr/>
            </p:nvSpPr>
            <p:spPr>
              <a:xfrm>
                <a:off x="5808540" y="6150011"/>
                <a:ext cx="37423" cy="37449"/>
              </a:xfrm>
              <a:custGeom>
                <a:avLst/>
                <a:gdLst>
                  <a:gd name="csX0" fmla="*/ 18712 w 37423"/>
                  <a:gd name="csY0" fmla="*/ 37450 h 37449"/>
                  <a:gd name="csX1" fmla="*/ 0 w 37423"/>
                  <a:gd name="csY1" fmla="*/ 0 h 37449"/>
                  <a:gd name="csX2" fmla="*/ 18712 w 37423"/>
                  <a:gd name="csY2" fmla="*/ 9362 h 37449"/>
                  <a:gd name="csX3" fmla="*/ 37423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18712" y="37450"/>
                    </a:moveTo>
                    <a:lnTo>
                      <a:pt x="0" y="0"/>
                    </a:lnTo>
                    <a:lnTo>
                      <a:pt x="18712" y="9362"/>
                    </a:lnTo>
                    <a:lnTo>
                      <a:pt x="374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3" name="Graphic 6">
              <a:extLst>
                <a:ext uri="{FF2B5EF4-FFF2-40B4-BE49-F238E27FC236}">
                  <a16:creationId xmlns:a16="http://schemas.microsoft.com/office/drawing/2014/main" id="{6B499632-B02F-7590-2CAD-502FEB93F245}"/>
                </a:ext>
              </a:extLst>
            </p:cNvPr>
            <p:cNvGrpSpPr/>
            <p:nvPr/>
          </p:nvGrpSpPr>
          <p:grpSpPr>
            <a:xfrm>
              <a:off x="5475276" y="3361284"/>
              <a:ext cx="187117" cy="187249"/>
              <a:chOff x="5733693" y="5842173"/>
              <a:chExt cx="187117" cy="187249"/>
            </a:xfrm>
            <a:solidFill>
              <a:srgbClr val="FFFFFF"/>
            </a:solidFill>
          </p:grpSpPr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8093D40D-CBE6-2018-A7BF-602FAF1D9D0B}"/>
                  </a:ext>
                </a:extLst>
              </p:cNvPr>
              <p:cNvSpPr/>
              <p:nvPr/>
            </p:nvSpPr>
            <p:spPr>
              <a:xfrm>
                <a:off x="5733693" y="5842173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5" name="Picture 284">
                <a:extLst>
                  <a:ext uri="{FF2B5EF4-FFF2-40B4-BE49-F238E27FC236}">
                    <a16:creationId xmlns:a16="http://schemas.microsoft.com/office/drawing/2014/main" id="{27B27C9A-53AA-B8E9-D373-D62EB1085D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8137" y="5881963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86" name="Graphic 6">
              <a:extLst>
                <a:ext uri="{FF2B5EF4-FFF2-40B4-BE49-F238E27FC236}">
                  <a16:creationId xmlns:a16="http://schemas.microsoft.com/office/drawing/2014/main" id="{4E8BE387-4A7E-F623-1FCD-451C15A9EDE5}"/>
                </a:ext>
              </a:extLst>
            </p:cNvPr>
            <p:cNvGrpSpPr/>
            <p:nvPr/>
          </p:nvGrpSpPr>
          <p:grpSpPr>
            <a:xfrm>
              <a:off x="5475276" y="4114962"/>
              <a:ext cx="187117" cy="187249"/>
              <a:chOff x="5733693" y="6595851"/>
              <a:chExt cx="187117" cy="187249"/>
            </a:xfrm>
            <a:solidFill>
              <a:srgbClr val="FFFFFF"/>
            </a:solidFill>
          </p:grpSpPr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DE13D6AE-CA4B-52AB-1540-801810955532}"/>
                  </a:ext>
                </a:extLst>
              </p:cNvPr>
              <p:cNvSpPr/>
              <p:nvPr/>
            </p:nvSpPr>
            <p:spPr>
              <a:xfrm>
                <a:off x="5733693" y="6595851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88" name="Picture 287">
                <a:extLst>
                  <a:ext uri="{FF2B5EF4-FFF2-40B4-BE49-F238E27FC236}">
                    <a16:creationId xmlns:a16="http://schemas.microsoft.com/office/drawing/2014/main" id="{21323DAA-21DE-0733-56B4-09DDA67518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8137" y="6635641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89" name="Graphic 6">
              <a:extLst>
                <a:ext uri="{FF2B5EF4-FFF2-40B4-BE49-F238E27FC236}">
                  <a16:creationId xmlns:a16="http://schemas.microsoft.com/office/drawing/2014/main" id="{A9C3DD28-68BB-896B-ACEC-DEB77862C8D2}"/>
                </a:ext>
              </a:extLst>
            </p:cNvPr>
            <p:cNvGrpSpPr/>
            <p:nvPr/>
          </p:nvGrpSpPr>
          <p:grpSpPr>
            <a:xfrm>
              <a:off x="5475276" y="3717057"/>
              <a:ext cx="187117" cy="187249"/>
              <a:chOff x="5733693" y="6197946"/>
              <a:chExt cx="187117" cy="187249"/>
            </a:xfrm>
            <a:solidFill>
              <a:srgbClr val="FFFFFF"/>
            </a:solidFill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A283E0C3-9E19-96AE-A0AB-46F5BB8D3E85}"/>
                  </a:ext>
                </a:extLst>
              </p:cNvPr>
              <p:cNvSpPr/>
              <p:nvPr/>
            </p:nvSpPr>
            <p:spPr>
              <a:xfrm>
                <a:off x="5733693" y="6197946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91" name="Picture 290">
                <a:extLst>
                  <a:ext uri="{FF2B5EF4-FFF2-40B4-BE49-F238E27FC236}">
                    <a16:creationId xmlns:a16="http://schemas.microsoft.com/office/drawing/2014/main" id="{B6C01082-841E-3594-EE71-880C2CEFDA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38137" y="6237737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292" name="Graphic 6">
              <a:extLst>
                <a:ext uri="{FF2B5EF4-FFF2-40B4-BE49-F238E27FC236}">
                  <a16:creationId xmlns:a16="http://schemas.microsoft.com/office/drawing/2014/main" id="{4C9B40F1-CC84-9C7A-3ABC-E1C17A2B924A}"/>
                </a:ext>
              </a:extLst>
            </p:cNvPr>
            <p:cNvGrpSpPr/>
            <p:nvPr/>
          </p:nvGrpSpPr>
          <p:grpSpPr>
            <a:xfrm>
              <a:off x="5320671" y="3369991"/>
              <a:ext cx="209243" cy="529634"/>
              <a:chOff x="5579088" y="5850880"/>
              <a:chExt cx="209243" cy="529634"/>
            </a:xfrm>
          </p:grpSpPr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26F6EF08-6BAD-286E-3483-F8B3FF85C72D}"/>
                  </a:ext>
                </a:extLst>
              </p:cNvPr>
              <p:cNvSpPr/>
              <p:nvPr/>
            </p:nvSpPr>
            <p:spPr>
              <a:xfrm>
                <a:off x="5579088" y="5869605"/>
                <a:ext cx="209243" cy="510909"/>
              </a:xfrm>
              <a:custGeom>
                <a:avLst/>
                <a:gdLst>
                  <a:gd name="csX0" fmla="*/ 209244 w 209243"/>
                  <a:gd name="csY0" fmla="*/ 510909 h 510909"/>
                  <a:gd name="csX1" fmla="*/ 0 w 209243"/>
                  <a:gd name="csY1" fmla="*/ 255501 h 510909"/>
                  <a:gd name="csX2" fmla="*/ 143472 w 209243"/>
                  <a:gd name="csY2" fmla="*/ 0 h 510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09243" h="510909">
                    <a:moveTo>
                      <a:pt x="209244" y="510909"/>
                    </a:moveTo>
                    <a:cubicBezTo>
                      <a:pt x="69748" y="510909"/>
                      <a:pt x="0" y="425774"/>
                      <a:pt x="0" y="255501"/>
                    </a:cubicBezTo>
                    <a:cubicBezTo>
                      <a:pt x="0" y="85230"/>
                      <a:pt x="47824" y="62"/>
                      <a:pt x="143472" y="0"/>
                    </a:cubicBezTo>
                  </a:path>
                </a:pathLst>
              </a:custGeom>
              <a:noFill/>
              <a:ln w="9353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58E47DBA-D167-A2BF-B352-D15933308E72}"/>
                  </a:ext>
                </a:extLst>
              </p:cNvPr>
              <p:cNvSpPr/>
              <p:nvPr/>
            </p:nvSpPr>
            <p:spPr>
              <a:xfrm>
                <a:off x="5713204" y="5850880"/>
                <a:ext cx="37423" cy="37449"/>
              </a:xfrm>
              <a:custGeom>
                <a:avLst/>
                <a:gdLst>
                  <a:gd name="csX0" fmla="*/ 37423 w 37423"/>
                  <a:gd name="csY0" fmla="*/ 18725 h 37449"/>
                  <a:gd name="csX1" fmla="*/ 0 w 37423"/>
                  <a:gd name="csY1" fmla="*/ 37450 h 37449"/>
                  <a:gd name="csX2" fmla="*/ 9356 w 37423"/>
                  <a:gd name="csY2" fmla="*/ 18725 h 37449"/>
                  <a:gd name="csX3" fmla="*/ 0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37423" y="18725"/>
                    </a:moveTo>
                    <a:lnTo>
                      <a:pt x="0" y="37450"/>
                    </a:lnTo>
                    <a:lnTo>
                      <a:pt x="9356" y="18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9353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95" name="Graphic 6">
              <a:extLst>
                <a:ext uri="{FF2B5EF4-FFF2-40B4-BE49-F238E27FC236}">
                  <a16:creationId xmlns:a16="http://schemas.microsoft.com/office/drawing/2014/main" id="{D1DB1CC8-AEAC-6095-6565-C63AB2E9813C}"/>
                </a:ext>
              </a:extLst>
            </p:cNvPr>
            <p:cNvGrpSpPr/>
            <p:nvPr/>
          </p:nvGrpSpPr>
          <p:grpSpPr>
            <a:xfrm>
              <a:off x="5550123" y="3904306"/>
              <a:ext cx="37423" cy="200169"/>
              <a:chOff x="5808540" y="6385195"/>
              <a:chExt cx="37423" cy="200169"/>
            </a:xfrm>
          </p:grpSpPr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FB80378E-57BF-0507-10A2-DF94CCCC3D8F}"/>
                  </a:ext>
                </a:extLst>
              </p:cNvPr>
              <p:cNvSpPr/>
              <p:nvPr/>
            </p:nvSpPr>
            <p:spPr>
              <a:xfrm>
                <a:off x="5827252" y="6385195"/>
                <a:ext cx="4677" cy="172082"/>
              </a:xfrm>
              <a:custGeom>
                <a:avLst/>
                <a:gdLst>
                  <a:gd name="csX0" fmla="*/ 0 w 4677"/>
                  <a:gd name="csY0" fmla="*/ 0 h 172082"/>
                  <a:gd name="csX1" fmla="*/ 0 w 4677"/>
                  <a:gd name="csY1" fmla="*/ 172082 h 1720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77" h="172082">
                    <a:moveTo>
                      <a:pt x="0" y="0"/>
                    </a:moveTo>
                    <a:lnTo>
                      <a:pt x="0" y="172082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422CA1A0-C178-4998-6051-0C6DD73D3C82}"/>
                  </a:ext>
                </a:extLst>
              </p:cNvPr>
              <p:cNvSpPr/>
              <p:nvPr/>
            </p:nvSpPr>
            <p:spPr>
              <a:xfrm>
                <a:off x="5808540" y="6547915"/>
                <a:ext cx="37423" cy="37449"/>
              </a:xfrm>
              <a:custGeom>
                <a:avLst/>
                <a:gdLst>
                  <a:gd name="csX0" fmla="*/ 18712 w 37423"/>
                  <a:gd name="csY0" fmla="*/ 37450 h 37449"/>
                  <a:gd name="csX1" fmla="*/ 0 w 37423"/>
                  <a:gd name="csY1" fmla="*/ 0 h 37449"/>
                  <a:gd name="csX2" fmla="*/ 18712 w 37423"/>
                  <a:gd name="csY2" fmla="*/ 9362 h 37449"/>
                  <a:gd name="csX3" fmla="*/ 37423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18712" y="37450"/>
                    </a:moveTo>
                    <a:lnTo>
                      <a:pt x="0" y="0"/>
                    </a:lnTo>
                    <a:lnTo>
                      <a:pt x="18712" y="9362"/>
                    </a:lnTo>
                    <a:lnTo>
                      <a:pt x="374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98" name="Graphic 6">
              <a:extLst>
                <a:ext uri="{FF2B5EF4-FFF2-40B4-BE49-F238E27FC236}">
                  <a16:creationId xmlns:a16="http://schemas.microsoft.com/office/drawing/2014/main" id="{D1EE3AB8-28DF-2BBC-73F8-1490AA2C42DA}"/>
                </a:ext>
              </a:extLst>
            </p:cNvPr>
            <p:cNvGrpSpPr/>
            <p:nvPr/>
          </p:nvGrpSpPr>
          <p:grpSpPr>
            <a:xfrm>
              <a:off x="5662394" y="2907205"/>
              <a:ext cx="327455" cy="187249"/>
              <a:chOff x="5920811" y="5388094"/>
              <a:chExt cx="327455" cy="187249"/>
            </a:xfrm>
            <a:noFill/>
          </p:grpSpPr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FBC2BB22-A55C-DC4C-0F20-26513B485E68}"/>
                  </a:ext>
                </a:extLst>
              </p:cNvPr>
              <p:cNvSpPr/>
              <p:nvPr/>
            </p:nvSpPr>
            <p:spPr>
              <a:xfrm>
                <a:off x="5920811" y="5388094"/>
                <a:ext cx="327455" cy="187249"/>
              </a:xfrm>
              <a:prstGeom prst="rect">
                <a:avLst/>
              </a:prstGeom>
              <a:noFill/>
              <a:ln w="467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0" name="Picture 299">
                <a:extLst>
                  <a:ext uri="{FF2B5EF4-FFF2-40B4-BE49-F238E27FC236}">
                    <a16:creationId xmlns:a16="http://schemas.microsoft.com/office/drawing/2014/main" id="{8097C639-E63A-E597-2861-4CA0328CE3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65017" y="5423203"/>
                <a:ext cx="238574" cy="147458"/>
              </a:xfrm>
              <a:custGeom>
                <a:avLst/>
                <a:gdLst>
                  <a:gd name="csX0" fmla="*/ 0 w 238574"/>
                  <a:gd name="csY0" fmla="*/ 0 h 147458"/>
                  <a:gd name="csX1" fmla="*/ 238574 w 238574"/>
                  <a:gd name="csY1" fmla="*/ 0 h 147458"/>
                  <a:gd name="csX2" fmla="*/ 238574 w 238574"/>
                  <a:gd name="csY2" fmla="*/ 147459 h 147458"/>
                  <a:gd name="csX3" fmla="*/ 0 w 238574"/>
                  <a:gd name="csY3" fmla="*/ 147459 h 1474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8574" h="147458">
                    <a:moveTo>
                      <a:pt x="0" y="0"/>
                    </a:moveTo>
                    <a:lnTo>
                      <a:pt x="238574" y="0"/>
                    </a:lnTo>
                    <a:lnTo>
                      <a:pt x="238574" y="147459"/>
                    </a:lnTo>
                    <a:lnTo>
                      <a:pt x="0" y="147459"/>
                    </a:lnTo>
                    <a:close/>
                  </a:path>
                </a:pathLst>
              </a:custGeom>
            </p:spPr>
          </p:pic>
        </p:grpSp>
        <p:grpSp>
          <p:nvGrpSpPr>
            <p:cNvPr id="301" name="Graphic 6">
              <a:extLst>
                <a:ext uri="{FF2B5EF4-FFF2-40B4-BE49-F238E27FC236}">
                  <a16:creationId xmlns:a16="http://schemas.microsoft.com/office/drawing/2014/main" id="{1953A382-0F5C-4545-5501-35F7E5320FFC}"/>
                </a:ext>
              </a:extLst>
            </p:cNvPr>
            <p:cNvGrpSpPr/>
            <p:nvPr/>
          </p:nvGrpSpPr>
          <p:grpSpPr>
            <a:xfrm>
              <a:off x="5662394" y="4114962"/>
              <a:ext cx="327455" cy="187249"/>
              <a:chOff x="5920811" y="6595851"/>
              <a:chExt cx="327455" cy="187249"/>
            </a:xfrm>
            <a:noFill/>
          </p:grpSpPr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7E171D0D-E3CD-DD30-300C-51A4BCEB7BBF}"/>
                  </a:ext>
                </a:extLst>
              </p:cNvPr>
              <p:cNvSpPr/>
              <p:nvPr/>
            </p:nvSpPr>
            <p:spPr>
              <a:xfrm>
                <a:off x="5920811" y="6595851"/>
                <a:ext cx="327455" cy="187249"/>
              </a:xfrm>
              <a:prstGeom prst="rect">
                <a:avLst/>
              </a:prstGeom>
              <a:noFill/>
              <a:ln w="467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971788DD-C30B-0BFA-053D-8F500D7700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65017" y="6630960"/>
                <a:ext cx="238574" cy="147458"/>
              </a:xfrm>
              <a:custGeom>
                <a:avLst/>
                <a:gdLst>
                  <a:gd name="csX0" fmla="*/ 0 w 238574"/>
                  <a:gd name="csY0" fmla="*/ 0 h 147458"/>
                  <a:gd name="csX1" fmla="*/ 238574 w 238574"/>
                  <a:gd name="csY1" fmla="*/ 0 h 147458"/>
                  <a:gd name="csX2" fmla="*/ 238574 w 238574"/>
                  <a:gd name="csY2" fmla="*/ 147459 h 147458"/>
                  <a:gd name="csX3" fmla="*/ 0 w 238574"/>
                  <a:gd name="csY3" fmla="*/ 147459 h 1474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8574" h="147458">
                    <a:moveTo>
                      <a:pt x="0" y="0"/>
                    </a:moveTo>
                    <a:lnTo>
                      <a:pt x="238574" y="0"/>
                    </a:lnTo>
                    <a:lnTo>
                      <a:pt x="238574" y="147459"/>
                    </a:lnTo>
                    <a:lnTo>
                      <a:pt x="0" y="14745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70C4EF7-79A9-A706-64A9-8CA63F6673BC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FD8CF8E1-F55E-F65B-45E9-B433F8A2E0DB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BF3602-47F5-D870-5AA4-88A819AF6045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F1F8D4B-453F-2AB6-0086-35B571C0818D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22C4E5C-9493-2172-80ED-1A38506B2DCF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B3C4D3D-7883-92C9-EE11-8CA41DB6B54D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B3C5012-1428-B783-0A8A-06ECC9E5DBD6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 13">
              <a:extLst>
                <a:ext uri="{FF2B5EF4-FFF2-40B4-BE49-F238E27FC236}">
                  <a16:creationId xmlns:a16="http://schemas.microsoft.com/office/drawing/2014/main" id="{6C1EBAFB-F2FC-E952-D1A8-CFA410CAD73F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E6DD52B0-5708-FC77-4C35-79364AE2C503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8" name="Text 13">
              <a:extLst>
                <a:ext uri="{FF2B5EF4-FFF2-40B4-BE49-F238E27FC236}">
                  <a16:creationId xmlns:a16="http://schemas.microsoft.com/office/drawing/2014/main" id="{D5A64C41-E4ED-9225-DAD8-FE05720EA8D2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9" name="Text 13">
              <a:extLst>
                <a:ext uri="{FF2B5EF4-FFF2-40B4-BE49-F238E27FC236}">
                  <a16:creationId xmlns:a16="http://schemas.microsoft.com/office/drawing/2014/main" id="{E446B4EB-5639-65AA-45D9-247B5A7C6865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CE2508-7AEA-6A52-44DC-B0AB2D234A5B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19418F39-59C4-88AE-9184-0392AE364996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88616647"/>
      </p:ext>
    </p:extLst>
  </p:cSld>
  <p:clrMapOvr>
    <a:masterClrMapping/>
  </p:clrMapOvr>
  <p:transition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282C-E592-D536-5B6B-1934CC93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2359DE-776C-20E6-C4A5-2A872BAD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18CF25-F520-6D84-0B86-3CEAAA7B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91</a:t>
            </a:fld>
            <a:endParaRPr lang="de-CH" noProof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6DE7277-DF4D-39BC-3E8C-4DD19058176F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FB5F80-1D6B-9D8F-C717-74038AA07958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458E63-297C-46EA-E47E-B72016BC5F73}"/>
              </a:ext>
            </a:extLst>
          </p:cNvPr>
          <p:cNvGrpSpPr/>
          <p:nvPr/>
        </p:nvGrpSpPr>
        <p:grpSpPr>
          <a:xfrm>
            <a:off x="5132877" y="2186340"/>
            <a:ext cx="1722715" cy="3270242"/>
            <a:chOff x="6419984" y="2907205"/>
            <a:chExt cx="771858" cy="1465224"/>
          </a:xfrm>
        </p:grpSpPr>
        <p:grpSp>
          <p:nvGrpSpPr>
            <p:cNvPr id="304" name="Graphic 6">
              <a:extLst>
                <a:ext uri="{FF2B5EF4-FFF2-40B4-BE49-F238E27FC236}">
                  <a16:creationId xmlns:a16="http://schemas.microsoft.com/office/drawing/2014/main" id="{F7940A81-FA1F-FE8B-C010-397222A44B49}"/>
                </a:ext>
              </a:extLst>
            </p:cNvPr>
            <p:cNvGrpSpPr/>
            <p:nvPr/>
          </p:nvGrpSpPr>
          <p:grpSpPr>
            <a:xfrm>
              <a:off x="6822286" y="3094454"/>
              <a:ext cx="37423" cy="115907"/>
              <a:chOff x="7080703" y="5575343"/>
              <a:chExt cx="37423" cy="115907"/>
            </a:xfrm>
          </p:grpSpPr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1CA4B11D-A48A-3E43-F7F7-6426A4E4B28F}"/>
                  </a:ext>
                </a:extLst>
              </p:cNvPr>
              <p:cNvSpPr/>
              <p:nvPr/>
            </p:nvSpPr>
            <p:spPr>
              <a:xfrm>
                <a:off x="7099415" y="5575343"/>
                <a:ext cx="4677" cy="87819"/>
              </a:xfrm>
              <a:custGeom>
                <a:avLst/>
                <a:gdLst>
                  <a:gd name="csX0" fmla="*/ 0 w 4677"/>
                  <a:gd name="csY0" fmla="*/ 0 h 87819"/>
                  <a:gd name="csX1" fmla="*/ 0 w 4677"/>
                  <a:gd name="csY1" fmla="*/ 87820 h 878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77" h="87819">
                    <a:moveTo>
                      <a:pt x="0" y="0"/>
                    </a:moveTo>
                    <a:lnTo>
                      <a:pt x="0" y="87820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35DB1FF2-68DC-CBBE-8CAC-CD9EEFB496BF}"/>
                  </a:ext>
                </a:extLst>
              </p:cNvPr>
              <p:cNvSpPr/>
              <p:nvPr/>
            </p:nvSpPr>
            <p:spPr>
              <a:xfrm>
                <a:off x="7080703" y="5653800"/>
                <a:ext cx="37423" cy="37449"/>
              </a:xfrm>
              <a:custGeom>
                <a:avLst/>
                <a:gdLst>
                  <a:gd name="csX0" fmla="*/ 18712 w 37423"/>
                  <a:gd name="csY0" fmla="*/ 37450 h 37449"/>
                  <a:gd name="csX1" fmla="*/ 0 w 37423"/>
                  <a:gd name="csY1" fmla="*/ 0 h 37449"/>
                  <a:gd name="csX2" fmla="*/ 18712 w 37423"/>
                  <a:gd name="csY2" fmla="*/ 9362 h 37449"/>
                  <a:gd name="csX3" fmla="*/ 37423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18712" y="37450"/>
                    </a:moveTo>
                    <a:lnTo>
                      <a:pt x="0" y="0"/>
                    </a:lnTo>
                    <a:lnTo>
                      <a:pt x="18712" y="9362"/>
                    </a:lnTo>
                    <a:lnTo>
                      <a:pt x="374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07" name="Graphic 6">
              <a:extLst>
                <a:ext uri="{FF2B5EF4-FFF2-40B4-BE49-F238E27FC236}">
                  <a16:creationId xmlns:a16="http://schemas.microsoft.com/office/drawing/2014/main" id="{B2B36F85-3E20-5DDE-D009-97B284A6DFC2}"/>
                </a:ext>
              </a:extLst>
            </p:cNvPr>
            <p:cNvGrpSpPr/>
            <p:nvPr/>
          </p:nvGrpSpPr>
          <p:grpSpPr>
            <a:xfrm>
              <a:off x="6747439" y="2907205"/>
              <a:ext cx="187117" cy="187249"/>
              <a:chOff x="7005856" y="5388094"/>
              <a:chExt cx="187117" cy="187249"/>
            </a:xfrm>
            <a:solidFill>
              <a:srgbClr val="FFFFFF"/>
            </a:solidFill>
          </p:grpSpPr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E335F421-84BB-136A-FC23-33AB2E0A990E}"/>
                  </a:ext>
                </a:extLst>
              </p:cNvPr>
              <p:cNvSpPr/>
              <p:nvPr/>
            </p:nvSpPr>
            <p:spPr>
              <a:xfrm>
                <a:off x="7005856" y="5388094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09" name="Picture 308">
                <a:extLst>
                  <a:ext uri="{FF2B5EF4-FFF2-40B4-BE49-F238E27FC236}">
                    <a16:creationId xmlns:a16="http://schemas.microsoft.com/office/drawing/2014/main" id="{91E60303-3F30-FDE3-63B3-7B952B540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0534" y="5427884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310" name="Graphic 6">
              <a:extLst>
                <a:ext uri="{FF2B5EF4-FFF2-40B4-BE49-F238E27FC236}">
                  <a16:creationId xmlns:a16="http://schemas.microsoft.com/office/drawing/2014/main" id="{42E9707F-DAC4-970C-5B99-10C3FB8297BA}"/>
                </a:ext>
              </a:extLst>
            </p:cNvPr>
            <p:cNvGrpSpPr/>
            <p:nvPr/>
          </p:nvGrpSpPr>
          <p:grpSpPr>
            <a:xfrm>
              <a:off x="6822286" y="3408096"/>
              <a:ext cx="37423" cy="158038"/>
              <a:chOff x="7080703" y="5888985"/>
              <a:chExt cx="37423" cy="158038"/>
            </a:xfrm>
          </p:grpSpPr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39BE31A9-43C6-4C37-106F-B1B4E51983A1}"/>
                  </a:ext>
                </a:extLst>
              </p:cNvPr>
              <p:cNvSpPr/>
              <p:nvPr/>
            </p:nvSpPr>
            <p:spPr>
              <a:xfrm>
                <a:off x="7099415" y="5888985"/>
                <a:ext cx="4677" cy="129950"/>
              </a:xfrm>
              <a:custGeom>
                <a:avLst/>
                <a:gdLst>
                  <a:gd name="csX0" fmla="*/ 0 w 4677"/>
                  <a:gd name="csY0" fmla="*/ 0 h 129950"/>
                  <a:gd name="csX1" fmla="*/ 0 w 4677"/>
                  <a:gd name="csY1" fmla="*/ 129951 h 1299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77" h="129950">
                    <a:moveTo>
                      <a:pt x="0" y="0"/>
                    </a:moveTo>
                    <a:lnTo>
                      <a:pt x="0" y="129951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391B36F0-B78A-1291-FE58-01B01B6B9119}"/>
                  </a:ext>
                </a:extLst>
              </p:cNvPr>
              <p:cNvSpPr/>
              <p:nvPr/>
            </p:nvSpPr>
            <p:spPr>
              <a:xfrm>
                <a:off x="7080703" y="6009574"/>
                <a:ext cx="37423" cy="37449"/>
              </a:xfrm>
              <a:custGeom>
                <a:avLst/>
                <a:gdLst>
                  <a:gd name="csX0" fmla="*/ 18712 w 37423"/>
                  <a:gd name="csY0" fmla="*/ 37450 h 37449"/>
                  <a:gd name="csX1" fmla="*/ 0 w 37423"/>
                  <a:gd name="csY1" fmla="*/ 0 h 37449"/>
                  <a:gd name="csX2" fmla="*/ 18712 w 37423"/>
                  <a:gd name="csY2" fmla="*/ 9362 h 37449"/>
                  <a:gd name="csX3" fmla="*/ 37423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18712" y="37450"/>
                    </a:moveTo>
                    <a:lnTo>
                      <a:pt x="0" y="0"/>
                    </a:lnTo>
                    <a:lnTo>
                      <a:pt x="18712" y="9362"/>
                    </a:lnTo>
                    <a:lnTo>
                      <a:pt x="374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13" name="Graphic 6">
              <a:extLst>
                <a:ext uri="{FF2B5EF4-FFF2-40B4-BE49-F238E27FC236}">
                  <a16:creationId xmlns:a16="http://schemas.microsoft.com/office/drawing/2014/main" id="{4A75F084-58BB-60C2-7776-CBA861C4DFD6}"/>
                </a:ext>
              </a:extLst>
            </p:cNvPr>
            <p:cNvGrpSpPr/>
            <p:nvPr/>
          </p:nvGrpSpPr>
          <p:grpSpPr>
            <a:xfrm>
              <a:off x="6747439" y="3220847"/>
              <a:ext cx="187117" cy="187249"/>
              <a:chOff x="7005856" y="5701736"/>
              <a:chExt cx="187117" cy="187249"/>
            </a:xfrm>
            <a:solidFill>
              <a:srgbClr val="FFFFFF"/>
            </a:solidFill>
          </p:grpSpPr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7BF06CAB-DEBD-D08D-7142-CBB9F9B6C84C}"/>
                  </a:ext>
                </a:extLst>
              </p:cNvPr>
              <p:cNvSpPr/>
              <p:nvPr/>
            </p:nvSpPr>
            <p:spPr>
              <a:xfrm>
                <a:off x="7005856" y="5701736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5" name="Picture 314">
                <a:extLst>
                  <a:ext uri="{FF2B5EF4-FFF2-40B4-BE49-F238E27FC236}">
                    <a16:creationId xmlns:a16="http://schemas.microsoft.com/office/drawing/2014/main" id="{4E61E893-6C1E-CC12-D795-F57B231160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0534" y="5741526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316" name="Graphic 6">
              <a:extLst>
                <a:ext uri="{FF2B5EF4-FFF2-40B4-BE49-F238E27FC236}">
                  <a16:creationId xmlns:a16="http://schemas.microsoft.com/office/drawing/2014/main" id="{B01B71C1-DD2A-61D3-7001-5A339180B80B}"/>
                </a:ext>
              </a:extLst>
            </p:cNvPr>
            <p:cNvGrpSpPr/>
            <p:nvPr/>
          </p:nvGrpSpPr>
          <p:grpSpPr>
            <a:xfrm>
              <a:off x="6747439" y="3927713"/>
              <a:ext cx="187117" cy="187249"/>
              <a:chOff x="7005856" y="6408602"/>
              <a:chExt cx="187117" cy="187249"/>
            </a:xfrm>
            <a:solidFill>
              <a:srgbClr val="FFFFFF"/>
            </a:solidFill>
          </p:grpSpPr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15678316-0711-58EA-450C-3AE03FAB4DBC}"/>
                  </a:ext>
                </a:extLst>
              </p:cNvPr>
              <p:cNvSpPr/>
              <p:nvPr/>
            </p:nvSpPr>
            <p:spPr>
              <a:xfrm>
                <a:off x="7005856" y="6408602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18" name="Picture 317">
                <a:extLst>
                  <a:ext uri="{FF2B5EF4-FFF2-40B4-BE49-F238E27FC236}">
                    <a16:creationId xmlns:a16="http://schemas.microsoft.com/office/drawing/2014/main" id="{F5829A48-AF18-8E8B-5FAC-A02FEE9BC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10534" y="6448392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319" name="Graphic 6">
              <a:extLst>
                <a:ext uri="{FF2B5EF4-FFF2-40B4-BE49-F238E27FC236}">
                  <a16:creationId xmlns:a16="http://schemas.microsoft.com/office/drawing/2014/main" id="{834A2723-03F4-095B-F892-0C132F5F71DB}"/>
                </a:ext>
              </a:extLst>
            </p:cNvPr>
            <p:cNvGrpSpPr/>
            <p:nvPr/>
          </p:nvGrpSpPr>
          <p:grpSpPr>
            <a:xfrm>
              <a:off x="6747439" y="3576620"/>
              <a:ext cx="187117" cy="187249"/>
              <a:chOff x="7005856" y="6057509"/>
              <a:chExt cx="187117" cy="187249"/>
            </a:xfrm>
            <a:solidFill>
              <a:srgbClr val="FFFFFF"/>
            </a:solidFill>
          </p:grpSpPr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1422548C-CA83-010E-0D78-9A8F62FE22A7}"/>
                  </a:ext>
                </a:extLst>
              </p:cNvPr>
              <p:cNvSpPr/>
              <p:nvPr/>
            </p:nvSpPr>
            <p:spPr>
              <a:xfrm>
                <a:off x="7005856" y="6057509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21" name="Picture 320">
                <a:extLst>
                  <a:ext uri="{FF2B5EF4-FFF2-40B4-BE49-F238E27FC236}">
                    <a16:creationId xmlns:a16="http://schemas.microsoft.com/office/drawing/2014/main" id="{4BF21F92-443D-280E-024A-FDF89049C1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0534" y="6097300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322" name="Graphic 6">
              <a:extLst>
                <a:ext uri="{FF2B5EF4-FFF2-40B4-BE49-F238E27FC236}">
                  <a16:creationId xmlns:a16="http://schemas.microsoft.com/office/drawing/2014/main" id="{990B3C48-8C9A-DC96-1D36-677CF4C08A97}"/>
                </a:ext>
              </a:extLst>
            </p:cNvPr>
            <p:cNvGrpSpPr/>
            <p:nvPr/>
          </p:nvGrpSpPr>
          <p:grpSpPr>
            <a:xfrm>
              <a:off x="6593068" y="3229554"/>
              <a:ext cx="209009" cy="529634"/>
              <a:chOff x="6851485" y="5710443"/>
              <a:chExt cx="209009" cy="529634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594A1550-FF4B-9E6A-6D23-1E315AE1A0F8}"/>
                  </a:ext>
                </a:extLst>
              </p:cNvPr>
              <p:cNvSpPr/>
              <p:nvPr/>
            </p:nvSpPr>
            <p:spPr>
              <a:xfrm>
                <a:off x="6851485" y="5729168"/>
                <a:ext cx="209009" cy="510909"/>
              </a:xfrm>
              <a:custGeom>
                <a:avLst/>
                <a:gdLst>
                  <a:gd name="csX0" fmla="*/ 209010 w 209009"/>
                  <a:gd name="csY0" fmla="*/ 510909 h 510909"/>
                  <a:gd name="csX1" fmla="*/ 0 w 209009"/>
                  <a:gd name="csY1" fmla="*/ 255501 h 510909"/>
                  <a:gd name="csX2" fmla="*/ 143238 w 209009"/>
                  <a:gd name="csY2" fmla="*/ 0 h 510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09009" h="510909">
                    <a:moveTo>
                      <a:pt x="209010" y="510909"/>
                    </a:moveTo>
                    <a:cubicBezTo>
                      <a:pt x="69670" y="510909"/>
                      <a:pt x="0" y="425774"/>
                      <a:pt x="0" y="255501"/>
                    </a:cubicBezTo>
                    <a:cubicBezTo>
                      <a:pt x="0" y="85230"/>
                      <a:pt x="47746" y="62"/>
                      <a:pt x="143238" y="0"/>
                    </a:cubicBezTo>
                  </a:path>
                </a:pathLst>
              </a:custGeom>
              <a:noFill/>
              <a:ln w="9353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8B445B95-0510-92F4-88DC-17A5A164F9C6}"/>
                  </a:ext>
                </a:extLst>
              </p:cNvPr>
              <p:cNvSpPr/>
              <p:nvPr/>
            </p:nvSpPr>
            <p:spPr>
              <a:xfrm>
                <a:off x="6985367" y="5710443"/>
                <a:ext cx="37423" cy="37449"/>
              </a:xfrm>
              <a:custGeom>
                <a:avLst/>
                <a:gdLst>
                  <a:gd name="csX0" fmla="*/ 37423 w 37423"/>
                  <a:gd name="csY0" fmla="*/ 18725 h 37449"/>
                  <a:gd name="csX1" fmla="*/ 0 w 37423"/>
                  <a:gd name="csY1" fmla="*/ 37450 h 37449"/>
                  <a:gd name="csX2" fmla="*/ 9356 w 37423"/>
                  <a:gd name="csY2" fmla="*/ 18725 h 37449"/>
                  <a:gd name="csX3" fmla="*/ 0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37423" y="18725"/>
                    </a:moveTo>
                    <a:lnTo>
                      <a:pt x="0" y="37450"/>
                    </a:lnTo>
                    <a:lnTo>
                      <a:pt x="9356" y="18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9353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25" name="Graphic 6">
              <a:extLst>
                <a:ext uri="{FF2B5EF4-FFF2-40B4-BE49-F238E27FC236}">
                  <a16:creationId xmlns:a16="http://schemas.microsoft.com/office/drawing/2014/main" id="{619359CC-60D0-873C-DFC1-4B868F49E081}"/>
                </a:ext>
              </a:extLst>
            </p:cNvPr>
            <p:cNvGrpSpPr/>
            <p:nvPr/>
          </p:nvGrpSpPr>
          <p:grpSpPr>
            <a:xfrm>
              <a:off x="6822286" y="3763870"/>
              <a:ext cx="37423" cy="153357"/>
              <a:chOff x="7080703" y="6244759"/>
              <a:chExt cx="37423" cy="153357"/>
            </a:xfrm>
          </p:grpSpPr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11BF9EB4-299C-ABF3-2133-49E02E265982}"/>
                  </a:ext>
                </a:extLst>
              </p:cNvPr>
              <p:cNvSpPr/>
              <p:nvPr/>
            </p:nvSpPr>
            <p:spPr>
              <a:xfrm>
                <a:off x="7099415" y="6244759"/>
                <a:ext cx="4677" cy="125269"/>
              </a:xfrm>
              <a:custGeom>
                <a:avLst/>
                <a:gdLst>
                  <a:gd name="csX0" fmla="*/ 0 w 4677"/>
                  <a:gd name="csY0" fmla="*/ 0 h 125269"/>
                  <a:gd name="csX1" fmla="*/ 0 w 4677"/>
                  <a:gd name="csY1" fmla="*/ 125270 h 1252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77" h="125269">
                    <a:moveTo>
                      <a:pt x="0" y="0"/>
                    </a:moveTo>
                    <a:lnTo>
                      <a:pt x="0" y="125270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E2783D0C-E109-19C2-7882-C99C69F8CCA6}"/>
                  </a:ext>
                </a:extLst>
              </p:cNvPr>
              <p:cNvSpPr/>
              <p:nvPr/>
            </p:nvSpPr>
            <p:spPr>
              <a:xfrm>
                <a:off x="7080703" y="6360666"/>
                <a:ext cx="37423" cy="37449"/>
              </a:xfrm>
              <a:custGeom>
                <a:avLst/>
                <a:gdLst>
                  <a:gd name="csX0" fmla="*/ 18712 w 37423"/>
                  <a:gd name="csY0" fmla="*/ 37450 h 37449"/>
                  <a:gd name="csX1" fmla="*/ 0 w 37423"/>
                  <a:gd name="csY1" fmla="*/ 0 h 37449"/>
                  <a:gd name="csX2" fmla="*/ 18712 w 37423"/>
                  <a:gd name="csY2" fmla="*/ 9362 h 37449"/>
                  <a:gd name="csX3" fmla="*/ 37423 w 37423"/>
                  <a:gd name="csY3" fmla="*/ 0 h 37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7423" h="37449">
                    <a:moveTo>
                      <a:pt x="18712" y="37450"/>
                    </a:moveTo>
                    <a:lnTo>
                      <a:pt x="0" y="0"/>
                    </a:lnTo>
                    <a:lnTo>
                      <a:pt x="18712" y="9362"/>
                    </a:lnTo>
                    <a:lnTo>
                      <a:pt x="374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28" name="Graphic 6">
              <a:extLst>
                <a:ext uri="{FF2B5EF4-FFF2-40B4-BE49-F238E27FC236}">
                  <a16:creationId xmlns:a16="http://schemas.microsoft.com/office/drawing/2014/main" id="{494965DB-911C-69C3-9DA6-EDFDCABD129C}"/>
                </a:ext>
              </a:extLst>
            </p:cNvPr>
            <p:cNvGrpSpPr/>
            <p:nvPr/>
          </p:nvGrpSpPr>
          <p:grpSpPr>
            <a:xfrm>
              <a:off x="6419984" y="2907205"/>
              <a:ext cx="327455" cy="187249"/>
              <a:chOff x="6678401" y="5388094"/>
              <a:chExt cx="327455" cy="187249"/>
            </a:xfrm>
            <a:noFill/>
          </p:grpSpPr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800924C4-2C7F-8FF1-A4EE-D15EFE908B6F}"/>
                  </a:ext>
                </a:extLst>
              </p:cNvPr>
              <p:cNvSpPr/>
              <p:nvPr/>
            </p:nvSpPr>
            <p:spPr>
              <a:xfrm>
                <a:off x="6678401" y="5388094"/>
                <a:ext cx="327455" cy="187249"/>
              </a:xfrm>
              <a:prstGeom prst="rect">
                <a:avLst/>
              </a:prstGeom>
              <a:noFill/>
              <a:ln w="467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DCCAE740-DFEA-3D4A-5FCE-4297E62DA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22842" y="5423203"/>
                <a:ext cx="238574" cy="147458"/>
              </a:xfrm>
              <a:custGeom>
                <a:avLst/>
                <a:gdLst>
                  <a:gd name="csX0" fmla="*/ 0 w 238574"/>
                  <a:gd name="csY0" fmla="*/ 0 h 147458"/>
                  <a:gd name="csX1" fmla="*/ 238574 w 238574"/>
                  <a:gd name="csY1" fmla="*/ 0 h 147458"/>
                  <a:gd name="csX2" fmla="*/ 238574 w 238574"/>
                  <a:gd name="csY2" fmla="*/ 147459 h 147458"/>
                  <a:gd name="csX3" fmla="*/ 0 w 238574"/>
                  <a:gd name="csY3" fmla="*/ 147459 h 1474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8574" h="147458">
                    <a:moveTo>
                      <a:pt x="0" y="0"/>
                    </a:moveTo>
                    <a:lnTo>
                      <a:pt x="238574" y="0"/>
                    </a:lnTo>
                    <a:lnTo>
                      <a:pt x="238574" y="147459"/>
                    </a:lnTo>
                    <a:lnTo>
                      <a:pt x="0" y="147459"/>
                    </a:lnTo>
                    <a:close/>
                  </a:path>
                </a:pathLst>
              </a:custGeom>
            </p:spPr>
          </p:pic>
        </p:grpSp>
        <p:grpSp>
          <p:nvGrpSpPr>
            <p:cNvPr id="331" name="Graphic 6">
              <a:extLst>
                <a:ext uri="{FF2B5EF4-FFF2-40B4-BE49-F238E27FC236}">
                  <a16:creationId xmlns:a16="http://schemas.microsoft.com/office/drawing/2014/main" id="{03AB24C4-DC80-5D98-631E-430407964CAF}"/>
                </a:ext>
              </a:extLst>
            </p:cNvPr>
            <p:cNvGrpSpPr/>
            <p:nvPr/>
          </p:nvGrpSpPr>
          <p:grpSpPr>
            <a:xfrm>
              <a:off x="6419984" y="3927713"/>
              <a:ext cx="327455" cy="187249"/>
              <a:chOff x="6678401" y="6408602"/>
              <a:chExt cx="327455" cy="187249"/>
            </a:xfrm>
            <a:noFill/>
          </p:grpSpPr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8ECFEEEC-D30F-0D86-80F5-303FCCC557F9}"/>
                  </a:ext>
                </a:extLst>
              </p:cNvPr>
              <p:cNvSpPr/>
              <p:nvPr/>
            </p:nvSpPr>
            <p:spPr>
              <a:xfrm>
                <a:off x="6678401" y="6408602"/>
                <a:ext cx="327455" cy="187249"/>
              </a:xfrm>
              <a:prstGeom prst="rect">
                <a:avLst/>
              </a:prstGeom>
              <a:noFill/>
              <a:ln w="467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3" name="Picture 332">
                <a:extLst>
                  <a:ext uri="{FF2B5EF4-FFF2-40B4-BE49-F238E27FC236}">
                    <a16:creationId xmlns:a16="http://schemas.microsoft.com/office/drawing/2014/main" id="{1DAD1DC4-C82F-401A-F13B-945D04F765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22842" y="6443711"/>
                <a:ext cx="238574" cy="147458"/>
              </a:xfrm>
              <a:custGeom>
                <a:avLst/>
                <a:gdLst>
                  <a:gd name="csX0" fmla="*/ 0 w 238574"/>
                  <a:gd name="csY0" fmla="*/ 0 h 147458"/>
                  <a:gd name="csX1" fmla="*/ 238574 w 238574"/>
                  <a:gd name="csY1" fmla="*/ 0 h 147458"/>
                  <a:gd name="csX2" fmla="*/ 238574 w 238574"/>
                  <a:gd name="csY2" fmla="*/ 147459 h 147458"/>
                  <a:gd name="csX3" fmla="*/ 0 w 238574"/>
                  <a:gd name="csY3" fmla="*/ 147459 h 1474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8574" h="147458">
                    <a:moveTo>
                      <a:pt x="0" y="0"/>
                    </a:moveTo>
                    <a:lnTo>
                      <a:pt x="238574" y="0"/>
                    </a:lnTo>
                    <a:lnTo>
                      <a:pt x="238574" y="147459"/>
                    </a:lnTo>
                    <a:lnTo>
                      <a:pt x="0" y="147459"/>
                    </a:lnTo>
                    <a:close/>
                  </a:path>
                </a:pathLst>
              </a:custGeom>
            </p:spPr>
          </p:pic>
        </p:grpSp>
        <p:grpSp>
          <p:nvGrpSpPr>
            <p:cNvPr id="334" name="Graphic 6">
              <a:extLst>
                <a:ext uri="{FF2B5EF4-FFF2-40B4-BE49-F238E27FC236}">
                  <a16:creationId xmlns:a16="http://schemas.microsoft.com/office/drawing/2014/main" id="{125E002C-75E8-80B7-C424-3F00DC87DDE9}"/>
                </a:ext>
              </a:extLst>
            </p:cNvPr>
            <p:cNvGrpSpPr/>
            <p:nvPr/>
          </p:nvGrpSpPr>
          <p:grpSpPr>
            <a:xfrm>
              <a:off x="7004725" y="4185180"/>
              <a:ext cx="187117" cy="187249"/>
              <a:chOff x="7263142" y="6666069"/>
              <a:chExt cx="187117" cy="187249"/>
            </a:xfrm>
            <a:solidFill>
              <a:srgbClr val="FFFFFF"/>
            </a:solidFill>
          </p:grpSpPr>
          <p:sp>
            <p:nvSpPr>
              <p:cNvPr id="335" name="Oval 334">
                <a:extLst>
                  <a:ext uri="{FF2B5EF4-FFF2-40B4-BE49-F238E27FC236}">
                    <a16:creationId xmlns:a16="http://schemas.microsoft.com/office/drawing/2014/main" id="{E9E48A0C-7D4C-7A12-6FC2-D76C156A4D3E}"/>
                  </a:ext>
                </a:extLst>
              </p:cNvPr>
              <p:cNvSpPr/>
              <p:nvPr/>
            </p:nvSpPr>
            <p:spPr>
              <a:xfrm>
                <a:off x="7263142" y="6666069"/>
                <a:ext cx="187117" cy="187249"/>
              </a:xfrm>
              <a:prstGeom prst="ellipse">
                <a:avLst/>
              </a:prstGeom>
              <a:solidFill>
                <a:srgbClr val="FFFFFF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36" name="Picture 335">
                <a:extLst>
                  <a:ext uri="{FF2B5EF4-FFF2-40B4-BE49-F238E27FC236}">
                    <a16:creationId xmlns:a16="http://schemas.microsoft.com/office/drawing/2014/main" id="{420CBDF9-9203-0A1F-77D1-71647FA64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67820" y="6705860"/>
                <a:ext cx="177761" cy="135755"/>
              </a:xfrm>
              <a:custGeom>
                <a:avLst/>
                <a:gdLst>
                  <a:gd name="csX0" fmla="*/ 0 w 177761"/>
                  <a:gd name="csY0" fmla="*/ 0 h 135755"/>
                  <a:gd name="csX1" fmla="*/ 177761 w 177761"/>
                  <a:gd name="csY1" fmla="*/ 0 h 135755"/>
                  <a:gd name="csX2" fmla="*/ 177761 w 177761"/>
                  <a:gd name="csY2" fmla="*/ 135756 h 135755"/>
                  <a:gd name="csX3" fmla="*/ 0 w 177761"/>
                  <a:gd name="csY3" fmla="*/ 135756 h 13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7761" h="135755">
                    <a:moveTo>
                      <a:pt x="0" y="0"/>
                    </a:moveTo>
                    <a:lnTo>
                      <a:pt x="177761" y="0"/>
                    </a:lnTo>
                    <a:lnTo>
                      <a:pt x="177761" y="135756"/>
                    </a:lnTo>
                    <a:lnTo>
                      <a:pt x="0" y="135756"/>
                    </a:lnTo>
                    <a:close/>
                  </a:path>
                </a:pathLst>
              </a:custGeom>
            </p:spPr>
          </p:pic>
        </p:grpSp>
        <p:grpSp>
          <p:nvGrpSpPr>
            <p:cNvPr id="337" name="Graphic 6">
              <a:extLst>
                <a:ext uri="{FF2B5EF4-FFF2-40B4-BE49-F238E27FC236}">
                  <a16:creationId xmlns:a16="http://schemas.microsoft.com/office/drawing/2014/main" id="{FC736C5C-966C-5825-DB43-0FD8F4F9A8AE}"/>
                </a:ext>
              </a:extLst>
            </p:cNvPr>
            <p:cNvGrpSpPr/>
            <p:nvPr/>
          </p:nvGrpSpPr>
          <p:grpSpPr>
            <a:xfrm>
              <a:off x="6907144" y="4087530"/>
              <a:ext cx="117603" cy="117686"/>
              <a:chOff x="7165561" y="6568419"/>
              <a:chExt cx="117603" cy="117686"/>
            </a:xfrm>
          </p:grpSpPr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1FB20BA0-2BC2-D5FE-1BE8-41C9D731C4AA}"/>
                  </a:ext>
                </a:extLst>
              </p:cNvPr>
              <p:cNvSpPr/>
              <p:nvPr/>
            </p:nvSpPr>
            <p:spPr>
              <a:xfrm>
                <a:off x="7165561" y="6568419"/>
                <a:ext cx="97722" cy="97790"/>
              </a:xfrm>
              <a:custGeom>
                <a:avLst/>
                <a:gdLst>
                  <a:gd name="csX0" fmla="*/ 0 w 97722"/>
                  <a:gd name="csY0" fmla="*/ 0 h 97790"/>
                  <a:gd name="csX1" fmla="*/ 97722 w 97722"/>
                  <a:gd name="csY1" fmla="*/ 97791 h 977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7722" h="97790">
                    <a:moveTo>
                      <a:pt x="0" y="0"/>
                    </a:moveTo>
                    <a:lnTo>
                      <a:pt x="97722" y="97791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B79067D9-1ADE-97CD-9E10-77FFB4E582E3}"/>
                  </a:ext>
                </a:extLst>
              </p:cNvPr>
              <p:cNvSpPr/>
              <p:nvPr/>
            </p:nvSpPr>
            <p:spPr>
              <a:xfrm>
                <a:off x="7243448" y="6646361"/>
                <a:ext cx="39715" cy="39743"/>
              </a:xfrm>
              <a:custGeom>
                <a:avLst/>
                <a:gdLst>
                  <a:gd name="csX0" fmla="*/ 39716 w 39715"/>
                  <a:gd name="csY0" fmla="*/ 39744 h 39743"/>
                  <a:gd name="csX1" fmla="*/ 0 w 39715"/>
                  <a:gd name="csY1" fmla="*/ 26495 h 39743"/>
                  <a:gd name="csX2" fmla="*/ 19835 w 39715"/>
                  <a:gd name="csY2" fmla="*/ 19848 h 39743"/>
                  <a:gd name="csX3" fmla="*/ 26477 w 39715"/>
                  <a:gd name="csY3" fmla="*/ 0 h 39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715" h="39743">
                    <a:moveTo>
                      <a:pt x="39716" y="39744"/>
                    </a:moveTo>
                    <a:lnTo>
                      <a:pt x="0" y="26495"/>
                    </a:lnTo>
                    <a:lnTo>
                      <a:pt x="19835" y="19848"/>
                    </a:lnTo>
                    <a:lnTo>
                      <a:pt x="2647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0" name="Graphic 6">
              <a:extLst>
                <a:ext uri="{FF2B5EF4-FFF2-40B4-BE49-F238E27FC236}">
                  <a16:creationId xmlns:a16="http://schemas.microsoft.com/office/drawing/2014/main" id="{0318F37E-6D04-E7FB-19F4-C16EE3E367D9}"/>
                </a:ext>
              </a:extLst>
            </p:cNvPr>
            <p:cNvGrpSpPr/>
            <p:nvPr/>
          </p:nvGrpSpPr>
          <p:grpSpPr>
            <a:xfrm>
              <a:off x="6907144" y="3380664"/>
              <a:ext cx="198250" cy="794310"/>
              <a:chOff x="7165561" y="5861553"/>
              <a:chExt cx="198250" cy="794310"/>
            </a:xfrm>
          </p:grpSpPr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6384EF24-33A9-AB7A-3532-DFE087F3F664}"/>
                  </a:ext>
                </a:extLst>
              </p:cNvPr>
              <p:cNvSpPr/>
              <p:nvPr/>
            </p:nvSpPr>
            <p:spPr>
              <a:xfrm>
                <a:off x="7165561" y="5861553"/>
                <a:ext cx="182251" cy="767019"/>
              </a:xfrm>
              <a:custGeom>
                <a:avLst/>
                <a:gdLst>
                  <a:gd name="csX0" fmla="*/ 0 w 182251"/>
                  <a:gd name="csY0" fmla="*/ 0 h 767019"/>
                  <a:gd name="csX1" fmla="*/ 182252 w 182251"/>
                  <a:gd name="csY1" fmla="*/ 767019 h 7670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2251" h="767019">
                    <a:moveTo>
                      <a:pt x="0" y="0"/>
                    </a:moveTo>
                    <a:lnTo>
                      <a:pt x="182252" y="767019"/>
                    </a:lnTo>
                  </a:path>
                </a:pathLst>
              </a:custGeom>
              <a:noFill/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9E37CEB5-E026-DF85-59B1-67DC3B11CD75}"/>
                  </a:ext>
                </a:extLst>
              </p:cNvPr>
              <p:cNvSpPr/>
              <p:nvPr/>
            </p:nvSpPr>
            <p:spPr>
              <a:xfrm>
                <a:off x="7327417" y="6615137"/>
                <a:ext cx="36394" cy="40726"/>
              </a:xfrm>
              <a:custGeom>
                <a:avLst/>
                <a:gdLst>
                  <a:gd name="csX0" fmla="*/ 26851 w 36394"/>
                  <a:gd name="csY0" fmla="*/ 40726 h 40726"/>
                  <a:gd name="csX1" fmla="*/ 0 w 36394"/>
                  <a:gd name="csY1" fmla="*/ 8660 h 40726"/>
                  <a:gd name="csX2" fmla="*/ 20396 w 36394"/>
                  <a:gd name="csY2" fmla="*/ 13435 h 40726"/>
                  <a:gd name="csX3" fmla="*/ 36394 w 36394"/>
                  <a:gd name="csY3" fmla="*/ 0 h 407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394" h="40726">
                    <a:moveTo>
                      <a:pt x="26851" y="40726"/>
                    </a:moveTo>
                    <a:lnTo>
                      <a:pt x="0" y="8660"/>
                    </a:lnTo>
                    <a:lnTo>
                      <a:pt x="20396" y="13435"/>
                    </a:lnTo>
                    <a:lnTo>
                      <a:pt x="3639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53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8A66E1-7D5D-2A6E-0D85-B152E6846A72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1DD88FCE-8CB9-512F-C3E3-AE52DC879E5C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0082EA4-2C2A-C378-2231-9232FBC55E82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DE416B-5EF0-49C8-63BB-9B6A888858CD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3BE6784-341F-EA49-E735-567270A78E53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76B2209-61BE-F21F-717E-33933E8FBEB2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79981B4-15E2-13DA-28F3-96C734B79798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 13">
              <a:extLst>
                <a:ext uri="{FF2B5EF4-FFF2-40B4-BE49-F238E27FC236}">
                  <a16:creationId xmlns:a16="http://schemas.microsoft.com/office/drawing/2014/main" id="{A6D917C1-000B-0CB3-D4A8-FA4A8AB0166F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B831C6AA-FDAB-F1A7-742D-3A4F668CBC8B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8" name="Text 13">
              <a:extLst>
                <a:ext uri="{FF2B5EF4-FFF2-40B4-BE49-F238E27FC236}">
                  <a16:creationId xmlns:a16="http://schemas.microsoft.com/office/drawing/2014/main" id="{7EE887F2-2687-31D4-6DEF-6FF7F2728C72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49" name="Text 13">
              <a:extLst>
                <a:ext uri="{FF2B5EF4-FFF2-40B4-BE49-F238E27FC236}">
                  <a16:creationId xmlns:a16="http://schemas.microsoft.com/office/drawing/2014/main" id="{F01D4FDE-F7B0-626D-F8FB-D2E8F1B957AB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474BB56-8012-A848-09D8-D8F966610D94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61BF9554-EAB2-FB0F-E886-915D6FCE5ED1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52244831"/>
      </p:ext>
    </p:extLst>
  </p:cSld>
  <p:clrMapOvr>
    <a:masterClrMapping/>
  </p:clrMapOvr>
  <p:transition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1C92A-B288-E28F-FCD2-2F985644D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17A4EC-5A2C-5228-D333-AE7CEC3D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D20D39-92AD-6670-EBC2-C504234B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92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000D053-E63C-A1B7-59C4-B315B1990E74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5B39304-C68B-659E-D3B9-FC51C7E42BAC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0E6A08-C42B-5AC2-6F12-3F47A771EF57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54474D4B-BD4E-150E-E47F-8B60669CA31D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6F0B4C8-3509-7FB0-EAC4-34520EB3101D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D4DD666-53CF-E833-9B4A-117B2D0C6DAD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850F82-B998-3141-696A-1AB437F32D4B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18486D-D438-E2E6-EEB1-7F73E768B17C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2D28312-1C07-6C0E-A263-1CB8DB538D73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 13">
              <a:extLst>
                <a:ext uri="{FF2B5EF4-FFF2-40B4-BE49-F238E27FC236}">
                  <a16:creationId xmlns:a16="http://schemas.microsoft.com/office/drawing/2014/main" id="{6E2A0664-4F97-6C0B-DD3B-02CAAB1C5C5D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0" name="Text 13">
              <a:extLst>
                <a:ext uri="{FF2B5EF4-FFF2-40B4-BE49-F238E27FC236}">
                  <a16:creationId xmlns:a16="http://schemas.microsoft.com/office/drawing/2014/main" id="{828D8F16-83B5-5D69-7042-8BD6E2C379BD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1" name="Text 13">
              <a:extLst>
                <a:ext uri="{FF2B5EF4-FFF2-40B4-BE49-F238E27FC236}">
                  <a16:creationId xmlns:a16="http://schemas.microsoft.com/office/drawing/2014/main" id="{A694A5BC-096C-BE91-A8D7-E8F5C5F1900C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2" name="Text 13">
              <a:extLst>
                <a:ext uri="{FF2B5EF4-FFF2-40B4-BE49-F238E27FC236}">
                  <a16:creationId xmlns:a16="http://schemas.microsoft.com/office/drawing/2014/main" id="{0CED2A2C-E78B-5EFD-E2C3-B0EE3EA73E41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01125D94-5774-A6AE-5811-329A3668764F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1E9623E-339F-ED20-94D9-0B84F5A29285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86" name="Graphic 185">
            <a:extLst>
              <a:ext uri="{FF2B5EF4-FFF2-40B4-BE49-F238E27FC236}">
                <a16:creationId xmlns:a16="http://schemas.microsoft.com/office/drawing/2014/main" id="{15E4F8F3-CA32-7FDB-E84B-F69DC757C9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004" y="1560210"/>
            <a:ext cx="10486420" cy="4573966"/>
          </a:xfrm>
          <a:prstGeom prst="rect">
            <a:avLst/>
          </a:prstGeom>
        </p:spPr>
      </p:pic>
      <p:sp>
        <p:nvSpPr>
          <p:cNvPr id="187" name="Rectangle 186">
            <a:extLst>
              <a:ext uri="{FF2B5EF4-FFF2-40B4-BE49-F238E27FC236}">
                <a16:creationId xmlns:a16="http://schemas.microsoft.com/office/drawing/2014/main" id="{B305AA39-AEC4-2761-9424-345A0C3025A3}"/>
              </a:ext>
            </a:extLst>
          </p:cNvPr>
          <p:cNvSpPr/>
          <p:nvPr/>
        </p:nvSpPr>
        <p:spPr>
          <a:xfrm>
            <a:off x="2865120" y="1498555"/>
            <a:ext cx="8793480" cy="4753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17226495"/>
      </p:ext>
    </p:extLst>
  </p:cSld>
  <p:clrMapOvr>
    <a:masterClrMapping/>
  </p:clrMapOvr>
  <p:transition>
    <p:wipe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F1B41-E0FB-FAFF-8E98-A3845D41A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C99E95-BAFF-CEB8-A180-A47E3396D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550A8C-21A8-02D9-98F6-0ABE9913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93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9E057961-61E2-B7DA-3177-5B4AA1257FEE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65C6AA68-D0B9-6B4A-541B-B305E453F25C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D916C8-4BE6-06ED-5301-AEF0C6D58647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0387E40A-EC03-ED0D-5684-081A5ED1C95E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3B4107C-22E5-9258-C538-757CAF098C43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F31E3B-70D3-90AD-BFF5-2CC70E6731EF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E35A80-4938-BBCD-0EC5-0120CA42406C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09BA5B-1044-4238-2103-C4018BF76476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8951C4A-4721-28D1-9DEF-5D9F81E855B2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 13">
              <a:extLst>
                <a:ext uri="{FF2B5EF4-FFF2-40B4-BE49-F238E27FC236}">
                  <a16:creationId xmlns:a16="http://schemas.microsoft.com/office/drawing/2014/main" id="{A8C84F86-DE2E-E899-3425-A59668751A93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0" name="Text 13">
              <a:extLst>
                <a:ext uri="{FF2B5EF4-FFF2-40B4-BE49-F238E27FC236}">
                  <a16:creationId xmlns:a16="http://schemas.microsoft.com/office/drawing/2014/main" id="{8384B39B-FD98-4C9F-EB9F-5E14A3359F13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1" name="Text 13">
              <a:extLst>
                <a:ext uri="{FF2B5EF4-FFF2-40B4-BE49-F238E27FC236}">
                  <a16:creationId xmlns:a16="http://schemas.microsoft.com/office/drawing/2014/main" id="{3652A26E-27F3-0A5F-40A4-AD82A7BB4F6E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2" name="Text 13">
              <a:extLst>
                <a:ext uri="{FF2B5EF4-FFF2-40B4-BE49-F238E27FC236}">
                  <a16:creationId xmlns:a16="http://schemas.microsoft.com/office/drawing/2014/main" id="{F76593D5-D34C-D881-1EC4-76D9D469AD21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EBF1269F-AD70-11B6-8B5D-BB74102334D0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744C4A9D-D41C-7FC8-0FFA-31879745A310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86" name="Graphic 185">
            <a:extLst>
              <a:ext uri="{FF2B5EF4-FFF2-40B4-BE49-F238E27FC236}">
                <a16:creationId xmlns:a16="http://schemas.microsoft.com/office/drawing/2014/main" id="{25BD2705-85B1-C985-DDED-91F03EB27B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004" y="1560210"/>
            <a:ext cx="10486420" cy="4573966"/>
          </a:xfrm>
          <a:prstGeom prst="rect">
            <a:avLst/>
          </a:prstGeom>
        </p:spPr>
      </p:pic>
      <p:sp>
        <p:nvSpPr>
          <p:cNvPr id="187" name="Rectangle 186">
            <a:extLst>
              <a:ext uri="{FF2B5EF4-FFF2-40B4-BE49-F238E27FC236}">
                <a16:creationId xmlns:a16="http://schemas.microsoft.com/office/drawing/2014/main" id="{397C47F7-026F-0ABC-2EEE-15D7ECE2F463}"/>
              </a:ext>
            </a:extLst>
          </p:cNvPr>
          <p:cNvSpPr/>
          <p:nvPr/>
        </p:nvSpPr>
        <p:spPr>
          <a:xfrm>
            <a:off x="4750904" y="1498555"/>
            <a:ext cx="6907696" cy="4753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20589594"/>
      </p:ext>
    </p:extLst>
  </p:cSld>
  <p:clrMapOvr>
    <a:masterClrMapping/>
  </p:clrMapOvr>
  <p:transition>
    <p:wipe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C1812-829E-EB2D-FE6E-1AAF7EB7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F783EA-2ABC-E664-840D-153966B5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9E550D-3525-BE7F-1D45-6EB7D722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94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1B07FE0C-315B-9594-A387-845A5CF819EE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94C9D9C4-402D-8ABE-49B5-BFD4F2A5C9E2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3D3D84-9FBC-E7A5-8F77-F4DBB64437C7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BE063A51-61E0-51B5-502F-D19ADA722E6E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18FB9F-F67F-B251-47CF-25CE6DEA3BC5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25399F-89C1-2A4E-8D49-689F38CE4BA0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40BA03-CBA3-3B41-63D2-AF4AAD4DBFEC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18E712-7833-4272-1E7F-C7133FE91129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AB860EF-26F8-690F-A33D-912113FF55E6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 13">
              <a:extLst>
                <a:ext uri="{FF2B5EF4-FFF2-40B4-BE49-F238E27FC236}">
                  <a16:creationId xmlns:a16="http://schemas.microsoft.com/office/drawing/2014/main" id="{DB3492E0-21C7-77F0-5452-4DCF989BCE34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0" name="Text 13">
              <a:extLst>
                <a:ext uri="{FF2B5EF4-FFF2-40B4-BE49-F238E27FC236}">
                  <a16:creationId xmlns:a16="http://schemas.microsoft.com/office/drawing/2014/main" id="{275F5396-92DE-7BE7-C4E9-FF47E9E30565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1" name="Text 13">
              <a:extLst>
                <a:ext uri="{FF2B5EF4-FFF2-40B4-BE49-F238E27FC236}">
                  <a16:creationId xmlns:a16="http://schemas.microsoft.com/office/drawing/2014/main" id="{5AB8599E-027E-20FE-CA83-108632136371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2" name="Text 13">
              <a:extLst>
                <a:ext uri="{FF2B5EF4-FFF2-40B4-BE49-F238E27FC236}">
                  <a16:creationId xmlns:a16="http://schemas.microsoft.com/office/drawing/2014/main" id="{C6D2D590-0832-6171-CC86-FF636C2C044D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731532F7-EFE1-4028-13FC-6AE2AF93447D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24F9C03-D6FE-44DE-63E0-B21CBC7AB107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86" name="Graphic 185">
            <a:extLst>
              <a:ext uri="{FF2B5EF4-FFF2-40B4-BE49-F238E27FC236}">
                <a16:creationId xmlns:a16="http://schemas.microsoft.com/office/drawing/2014/main" id="{E8386CC5-DCBE-F332-451B-DD49852C0B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004" y="1560210"/>
            <a:ext cx="10486420" cy="4573966"/>
          </a:xfrm>
          <a:prstGeom prst="rect">
            <a:avLst/>
          </a:prstGeom>
        </p:spPr>
      </p:pic>
      <p:sp>
        <p:nvSpPr>
          <p:cNvPr id="187" name="Rectangle 186">
            <a:extLst>
              <a:ext uri="{FF2B5EF4-FFF2-40B4-BE49-F238E27FC236}">
                <a16:creationId xmlns:a16="http://schemas.microsoft.com/office/drawing/2014/main" id="{0AC778E0-4579-4E06-9107-85B5DAB07329}"/>
              </a:ext>
            </a:extLst>
          </p:cNvPr>
          <p:cNvSpPr/>
          <p:nvPr/>
        </p:nvSpPr>
        <p:spPr>
          <a:xfrm>
            <a:off x="6937512" y="1498555"/>
            <a:ext cx="4721087" cy="4753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43972477"/>
      </p:ext>
    </p:extLst>
  </p:cSld>
  <p:clrMapOvr>
    <a:masterClrMapping/>
  </p:clrMapOvr>
  <p:transition>
    <p:wipe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4CC00-4420-C94C-A024-8E0F89919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AD1717-4471-F6C0-ED40-DAC797360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F248D4-BD70-11F4-A6C1-10EBC128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95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22066562-E075-7452-69E6-DB47CC37F7E3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0D00FAFB-19DC-C0CB-D304-B6066FCEAD59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4B1DD0-E7C2-0508-8ACC-DB584C33B0F9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75859C40-23DB-A1A1-AB8F-5A5B9CC31A02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4647EC-8DA9-4CD2-F631-0AA580E3F2F1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069A7D0-AD83-3FC4-6157-827DACF15980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E98F82-6B68-CCBE-D21C-A89DD90B7E06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FA48309-0A1E-A9D6-0D79-83726057F8C6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11C6EBDE-DF75-1520-FD4D-67895625A41A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 13">
              <a:extLst>
                <a:ext uri="{FF2B5EF4-FFF2-40B4-BE49-F238E27FC236}">
                  <a16:creationId xmlns:a16="http://schemas.microsoft.com/office/drawing/2014/main" id="{074050E6-8640-D7A6-BFDF-B084B3B7D789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0" name="Text 13">
              <a:extLst>
                <a:ext uri="{FF2B5EF4-FFF2-40B4-BE49-F238E27FC236}">
                  <a16:creationId xmlns:a16="http://schemas.microsoft.com/office/drawing/2014/main" id="{B5A2329C-1AAC-7D8B-2420-6D5997D1FEDF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1" name="Text 13">
              <a:extLst>
                <a:ext uri="{FF2B5EF4-FFF2-40B4-BE49-F238E27FC236}">
                  <a16:creationId xmlns:a16="http://schemas.microsoft.com/office/drawing/2014/main" id="{9B72A5B1-5561-CD05-EACE-A68B5B5A7C60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2" name="Text 13">
              <a:extLst>
                <a:ext uri="{FF2B5EF4-FFF2-40B4-BE49-F238E27FC236}">
                  <a16:creationId xmlns:a16="http://schemas.microsoft.com/office/drawing/2014/main" id="{0264F345-8B1A-ABCB-08E4-EB6D3ABE5320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A654C488-A64C-9540-5646-369F5D1FC7E8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C511C793-6C6F-54CD-E83E-C97A0A6C1321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86" name="Graphic 185">
            <a:extLst>
              <a:ext uri="{FF2B5EF4-FFF2-40B4-BE49-F238E27FC236}">
                <a16:creationId xmlns:a16="http://schemas.microsoft.com/office/drawing/2014/main" id="{1A71818C-EAF8-5AD1-047C-F7AD0B039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004" y="1560210"/>
            <a:ext cx="10486420" cy="4573966"/>
          </a:xfrm>
          <a:prstGeom prst="rect">
            <a:avLst/>
          </a:prstGeom>
        </p:spPr>
      </p:pic>
      <p:sp>
        <p:nvSpPr>
          <p:cNvPr id="187" name="Rectangle 186">
            <a:extLst>
              <a:ext uri="{FF2B5EF4-FFF2-40B4-BE49-F238E27FC236}">
                <a16:creationId xmlns:a16="http://schemas.microsoft.com/office/drawing/2014/main" id="{B0103A75-5E4A-B6F7-F8C7-14241A751D8B}"/>
              </a:ext>
            </a:extLst>
          </p:cNvPr>
          <p:cNvSpPr/>
          <p:nvPr/>
        </p:nvSpPr>
        <p:spPr>
          <a:xfrm>
            <a:off x="9283148" y="1498555"/>
            <a:ext cx="2375451" cy="4753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686726193"/>
      </p:ext>
    </p:extLst>
  </p:cSld>
  <p:clrMapOvr>
    <a:masterClrMapping/>
  </p:clrMapOvr>
  <p:transition>
    <p:wipe dir="r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37D50-5FC0-9088-CFBD-D5238A21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1CBFED-E82A-E350-790F-ADFE294B6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CDB985-178F-2815-A96E-1DF17CD6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96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546E65A-4B38-BB90-F921-E8A0655B45F3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9690F1CE-A8D6-8C64-C0C0-ADEC30E175D2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9711A2-8ABF-D98F-E491-3859974E4982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3" name="Text 13">
              <a:extLst>
                <a:ext uri="{FF2B5EF4-FFF2-40B4-BE49-F238E27FC236}">
                  <a16:creationId xmlns:a16="http://schemas.microsoft.com/office/drawing/2014/main" id="{D77798D1-9346-D149-EC9F-958EA7777718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A86961-08A0-9AF1-7C52-82CF10F49252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99FE28-107B-E94D-30DF-FC22D3585F13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A58A52-DEF6-6016-440B-1F4036976534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DE4D4E-D7A6-B22D-7856-6CB0458E1273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8E1FCC-53C1-F2FE-7FD1-D07A2073DC2B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 13">
              <a:extLst>
                <a:ext uri="{FF2B5EF4-FFF2-40B4-BE49-F238E27FC236}">
                  <a16:creationId xmlns:a16="http://schemas.microsoft.com/office/drawing/2014/main" id="{B42CC11B-E9E1-F307-908D-4508C69DEB89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0" name="Text 13">
              <a:extLst>
                <a:ext uri="{FF2B5EF4-FFF2-40B4-BE49-F238E27FC236}">
                  <a16:creationId xmlns:a16="http://schemas.microsoft.com/office/drawing/2014/main" id="{7F7DC7FB-E0AF-1B09-F0D6-5DCC54F2A4F9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1" name="Text 13">
              <a:extLst>
                <a:ext uri="{FF2B5EF4-FFF2-40B4-BE49-F238E27FC236}">
                  <a16:creationId xmlns:a16="http://schemas.microsoft.com/office/drawing/2014/main" id="{D1038530-5314-ED35-F82B-BD4784ACB707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2" name="Text 13">
              <a:extLst>
                <a:ext uri="{FF2B5EF4-FFF2-40B4-BE49-F238E27FC236}">
                  <a16:creationId xmlns:a16="http://schemas.microsoft.com/office/drawing/2014/main" id="{C3B97580-4AF5-C4D5-C27D-054F0FC51E24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41A479EC-7DCB-40FD-2420-744F06C68390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B988EF5-CDF0-2416-1165-B88D21D55E89}"/>
              </a:ext>
            </a:extLst>
          </p:cNvPr>
          <p:cNvSpPr/>
          <p:nvPr/>
        </p:nvSpPr>
        <p:spPr>
          <a:xfrm>
            <a:off x="2659875" y="938648"/>
            <a:ext cx="868992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613F82-B369-1518-82BD-3BA2E593CD32}"/>
              </a:ext>
            </a:extLst>
          </p:cNvPr>
          <p:cNvGrpSpPr/>
          <p:nvPr/>
        </p:nvGrpSpPr>
        <p:grpSpPr>
          <a:xfrm>
            <a:off x="10171693" y="2157984"/>
            <a:ext cx="1157084" cy="3976192"/>
            <a:chOff x="4396860" y="1200746"/>
            <a:chExt cx="1310414" cy="4503092"/>
          </a:xfrm>
        </p:grpSpPr>
        <p:grpSp>
          <p:nvGrpSpPr>
            <p:cNvPr id="12" name="Graphic 2">
              <a:extLst>
                <a:ext uri="{FF2B5EF4-FFF2-40B4-BE49-F238E27FC236}">
                  <a16:creationId xmlns:a16="http://schemas.microsoft.com/office/drawing/2014/main" id="{36A39FED-D522-5D65-8110-CF748C1DFBCD}"/>
                </a:ext>
              </a:extLst>
            </p:cNvPr>
            <p:cNvGrpSpPr/>
            <p:nvPr/>
          </p:nvGrpSpPr>
          <p:grpSpPr>
            <a:xfrm>
              <a:off x="5174428" y="1200746"/>
              <a:ext cx="409504" cy="338039"/>
              <a:chOff x="5174428" y="1200746"/>
              <a:chExt cx="409504" cy="338039"/>
            </a:xfrm>
            <a:noFill/>
          </p:grpSpPr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F2515E5D-DB88-AA14-78A5-5EE7DF17D3DE}"/>
                  </a:ext>
                </a:extLst>
              </p:cNvPr>
              <p:cNvSpPr/>
              <p:nvPr/>
            </p:nvSpPr>
            <p:spPr>
              <a:xfrm>
                <a:off x="5174428" y="1200746"/>
                <a:ext cx="409504" cy="327795"/>
              </a:xfrm>
              <a:prstGeom prst="rect">
                <a:avLst/>
              </a:prstGeom>
              <a:noFill/>
              <a:ln w="81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8" name="Picture 157">
                <a:extLst>
                  <a:ext uri="{FF2B5EF4-FFF2-40B4-BE49-F238E27FC236}">
                    <a16:creationId xmlns:a16="http://schemas.microsoft.com/office/drawing/2014/main" id="{522972B0-DFF3-33B4-4B3D-F39FB6A36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9105" y="1239672"/>
                <a:ext cx="221132" cy="299113"/>
              </a:xfrm>
              <a:custGeom>
                <a:avLst/>
                <a:gdLst>
                  <a:gd name="csX0" fmla="*/ 0 w 221132"/>
                  <a:gd name="csY0" fmla="*/ 0 h 299113"/>
                  <a:gd name="csX1" fmla="*/ 221133 w 221132"/>
                  <a:gd name="csY1" fmla="*/ 0 h 299113"/>
                  <a:gd name="csX2" fmla="*/ 221133 w 221132"/>
                  <a:gd name="csY2" fmla="*/ 299114 h 299113"/>
                  <a:gd name="csX3" fmla="*/ 0 w 221132"/>
                  <a:gd name="csY3" fmla="*/ 299114 h 2991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1132" h="299113">
                    <a:moveTo>
                      <a:pt x="0" y="0"/>
                    </a:moveTo>
                    <a:lnTo>
                      <a:pt x="221133" y="0"/>
                    </a:lnTo>
                    <a:lnTo>
                      <a:pt x="221133" y="299114"/>
                    </a:lnTo>
                    <a:lnTo>
                      <a:pt x="0" y="299114"/>
                    </a:lnTo>
                    <a:close/>
                  </a:path>
                </a:pathLst>
              </a:custGeom>
            </p:spPr>
          </p:pic>
        </p:grpSp>
        <p:grpSp>
          <p:nvGrpSpPr>
            <p:cNvPr id="13" name="Graphic 2">
              <a:extLst>
                <a:ext uri="{FF2B5EF4-FFF2-40B4-BE49-F238E27FC236}">
                  <a16:creationId xmlns:a16="http://schemas.microsoft.com/office/drawing/2014/main" id="{B648690A-E9B6-DA68-0702-30633C7CE54D}"/>
                </a:ext>
              </a:extLst>
            </p:cNvPr>
            <p:cNvGrpSpPr/>
            <p:nvPr/>
          </p:nvGrpSpPr>
          <p:grpSpPr>
            <a:xfrm>
              <a:off x="5018816" y="2643047"/>
              <a:ext cx="65520" cy="260269"/>
              <a:chOff x="5018816" y="2643047"/>
              <a:chExt cx="65520" cy="260269"/>
            </a:xfrm>
          </p:grpSpPr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DFB0BFDE-3E9D-2CE4-1E1B-063B6FB2DA05}"/>
                  </a:ext>
                </a:extLst>
              </p:cNvPr>
              <p:cNvSpPr/>
              <p:nvPr/>
            </p:nvSpPr>
            <p:spPr>
              <a:xfrm>
                <a:off x="5051576" y="2643047"/>
                <a:ext cx="8190" cy="211100"/>
              </a:xfrm>
              <a:custGeom>
                <a:avLst/>
                <a:gdLst>
                  <a:gd name="csX0" fmla="*/ 0 w 8190"/>
                  <a:gd name="csY0" fmla="*/ 0 h 211100"/>
                  <a:gd name="csX1" fmla="*/ 0 w 8190"/>
                  <a:gd name="csY1" fmla="*/ 211100 h 211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90" h="211100">
                    <a:moveTo>
                      <a:pt x="0" y="0"/>
                    </a:moveTo>
                    <a:lnTo>
                      <a:pt x="0" y="211100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9D66A02-B051-94B4-5A78-70ABE9F4B57F}"/>
                  </a:ext>
                </a:extLst>
              </p:cNvPr>
              <p:cNvSpPr/>
              <p:nvPr/>
            </p:nvSpPr>
            <p:spPr>
              <a:xfrm>
                <a:off x="5018816" y="2837758"/>
                <a:ext cx="65520" cy="65559"/>
              </a:xfrm>
              <a:custGeom>
                <a:avLst/>
                <a:gdLst>
                  <a:gd name="csX0" fmla="*/ 32760 w 65520"/>
                  <a:gd name="csY0" fmla="*/ 65559 h 65559"/>
                  <a:gd name="csX1" fmla="*/ 0 w 65520"/>
                  <a:gd name="csY1" fmla="*/ 0 h 65559"/>
                  <a:gd name="csX2" fmla="*/ 32760 w 65520"/>
                  <a:gd name="csY2" fmla="*/ 16390 h 65559"/>
                  <a:gd name="csX3" fmla="*/ 65521 w 65520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520" h="65559">
                    <a:moveTo>
                      <a:pt x="32760" y="65559"/>
                    </a:moveTo>
                    <a:lnTo>
                      <a:pt x="0" y="0"/>
                    </a:lnTo>
                    <a:lnTo>
                      <a:pt x="32760" y="16390"/>
                    </a:lnTo>
                    <a:lnTo>
                      <a:pt x="655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" name="Graphic 2">
              <a:extLst>
                <a:ext uri="{FF2B5EF4-FFF2-40B4-BE49-F238E27FC236}">
                  <a16:creationId xmlns:a16="http://schemas.microsoft.com/office/drawing/2014/main" id="{B0B9B0AB-1B51-04D8-5254-6CE27D776146}"/>
                </a:ext>
              </a:extLst>
            </p:cNvPr>
            <p:cNvGrpSpPr/>
            <p:nvPr/>
          </p:nvGrpSpPr>
          <p:grpSpPr>
            <a:xfrm>
              <a:off x="5018816" y="3872281"/>
              <a:ext cx="168388" cy="284854"/>
              <a:chOff x="5018816" y="3872281"/>
              <a:chExt cx="168388" cy="284854"/>
            </a:xfrm>
          </p:grpSpPr>
          <p:grpSp>
            <p:nvGrpSpPr>
              <p:cNvPr id="151" name="Graphic 2">
                <a:extLst>
                  <a:ext uri="{FF2B5EF4-FFF2-40B4-BE49-F238E27FC236}">
                    <a16:creationId xmlns:a16="http://schemas.microsoft.com/office/drawing/2014/main" id="{30E0110B-0561-3915-1001-5AF5CFB3E2F2}"/>
                  </a:ext>
                </a:extLst>
              </p:cNvPr>
              <p:cNvGrpSpPr/>
              <p:nvPr/>
            </p:nvGrpSpPr>
            <p:grpSpPr>
              <a:xfrm>
                <a:off x="5018816" y="3872281"/>
                <a:ext cx="65520" cy="284854"/>
                <a:chOff x="5018816" y="3872281"/>
                <a:chExt cx="65520" cy="284854"/>
              </a:xfrm>
            </p:grpSpPr>
            <p:sp>
              <p:nvSpPr>
                <p:cNvPr id="153" name="Freeform 152">
                  <a:extLst>
                    <a:ext uri="{FF2B5EF4-FFF2-40B4-BE49-F238E27FC236}">
                      <a16:creationId xmlns:a16="http://schemas.microsoft.com/office/drawing/2014/main" id="{05BEEBCF-39C3-3F27-B49D-8AD7878429E1}"/>
                    </a:ext>
                  </a:extLst>
                </p:cNvPr>
                <p:cNvSpPr/>
                <p:nvPr/>
              </p:nvSpPr>
              <p:spPr>
                <a:xfrm>
                  <a:off x="5051576" y="3872281"/>
                  <a:ext cx="8190" cy="235685"/>
                </a:xfrm>
                <a:custGeom>
                  <a:avLst/>
                  <a:gdLst>
                    <a:gd name="csX0" fmla="*/ 0 w 8190"/>
                    <a:gd name="csY0" fmla="*/ 0 h 235685"/>
                    <a:gd name="csX1" fmla="*/ 0 w 8190"/>
                    <a:gd name="csY1" fmla="*/ 235685 h 235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190" h="235685">
                      <a:moveTo>
                        <a:pt x="0" y="0"/>
                      </a:moveTo>
                      <a:lnTo>
                        <a:pt x="0" y="235685"/>
                      </a:lnTo>
                    </a:path>
                  </a:pathLst>
                </a:custGeom>
                <a:noFill/>
                <a:ln w="1638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51E188CB-0D81-57D7-11F2-E85AE6E855D1}"/>
                    </a:ext>
                  </a:extLst>
                </p:cNvPr>
                <p:cNvSpPr/>
                <p:nvPr/>
              </p:nvSpPr>
              <p:spPr>
                <a:xfrm>
                  <a:off x="5018816" y="4091576"/>
                  <a:ext cx="65520" cy="65559"/>
                </a:xfrm>
                <a:custGeom>
                  <a:avLst/>
                  <a:gdLst>
                    <a:gd name="csX0" fmla="*/ 32760 w 65520"/>
                    <a:gd name="csY0" fmla="*/ 65559 h 65559"/>
                    <a:gd name="csX1" fmla="*/ 0 w 65520"/>
                    <a:gd name="csY1" fmla="*/ 0 h 65559"/>
                    <a:gd name="csX2" fmla="*/ 32760 w 65520"/>
                    <a:gd name="csY2" fmla="*/ 16390 h 65559"/>
                    <a:gd name="csX3" fmla="*/ 65521 w 65520"/>
                    <a:gd name="csY3" fmla="*/ 0 h 655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5520" h="65559">
                      <a:moveTo>
                        <a:pt x="32760" y="65559"/>
                      </a:moveTo>
                      <a:lnTo>
                        <a:pt x="0" y="0"/>
                      </a:lnTo>
                      <a:lnTo>
                        <a:pt x="32760" y="16390"/>
                      </a:lnTo>
                      <a:lnTo>
                        <a:pt x="655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38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52" name="Picture 151">
                <a:extLst>
                  <a:ext uri="{FF2B5EF4-FFF2-40B4-BE49-F238E27FC236}">
                    <a16:creationId xmlns:a16="http://schemas.microsoft.com/office/drawing/2014/main" id="{A79CD4B5-3D24-E346-C78E-49C7012DF2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7113" y="3890719"/>
                <a:ext cx="90091" cy="202823"/>
              </a:xfrm>
              <a:custGeom>
                <a:avLst/>
                <a:gdLst>
                  <a:gd name="csX0" fmla="*/ 0 w 90091"/>
                  <a:gd name="csY0" fmla="*/ 0 h 202823"/>
                  <a:gd name="csX1" fmla="*/ 90091 w 90091"/>
                  <a:gd name="csY1" fmla="*/ 0 h 202823"/>
                  <a:gd name="csX2" fmla="*/ 90091 w 90091"/>
                  <a:gd name="csY2" fmla="*/ 202824 h 202823"/>
                  <a:gd name="csX3" fmla="*/ 0 w 90091"/>
                  <a:gd name="csY3" fmla="*/ 202824 h 2028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0091" h="202823">
                    <a:moveTo>
                      <a:pt x="0" y="0"/>
                    </a:moveTo>
                    <a:lnTo>
                      <a:pt x="90091" y="0"/>
                    </a:lnTo>
                    <a:lnTo>
                      <a:pt x="90091" y="202824"/>
                    </a:lnTo>
                    <a:lnTo>
                      <a:pt x="0" y="202824"/>
                    </a:lnTo>
                    <a:close/>
                  </a:path>
                </a:pathLst>
              </a:custGeom>
            </p:spPr>
          </p:pic>
        </p:grpSp>
        <p:grpSp>
          <p:nvGrpSpPr>
            <p:cNvPr id="15" name="Graphic 2">
              <a:extLst>
                <a:ext uri="{FF2B5EF4-FFF2-40B4-BE49-F238E27FC236}">
                  <a16:creationId xmlns:a16="http://schemas.microsoft.com/office/drawing/2014/main" id="{E8C760BE-83D5-8710-3F3F-094CF1070B74}"/>
                </a:ext>
              </a:extLst>
            </p:cNvPr>
            <p:cNvGrpSpPr/>
            <p:nvPr/>
          </p:nvGrpSpPr>
          <p:grpSpPr>
            <a:xfrm>
              <a:off x="5018816" y="3249469"/>
              <a:ext cx="65520" cy="276659"/>
              <a:chOff x="5018816" y="3249469"/>
              <a:chExt cx="65520" cy="27665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0A02147B-FFCC-22BC-8A59-302AA71DED8B}"/>
                  </a:ext>
                </a:extLst>
              </p:cNvPr>
              <p:cNvSpPr/>
              <p:nvPr/>
            </p:nvSpPr>
            <p:spPr>
              <a:xfrm>
                <a:off x="5051576" y="3249469"/>
                <a:ext cx="8190" cy="227490"/>
              </a:xfrm>
              <a:custGeom>
                <a:avLst/>
                <a:gdLst>
                  <a:gd name="csX0" fmla="*/ 0 w 8190"/>
                  <a:gd name="csY0" fmla="*/ 0 h 227490"/>
                  <a:gd name="csX1" fmla="*/ 0 w 8190"/>
                  <a:gd name="csY1" fmla="*/ 227490 h 2274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90" h="227490">
                    <a:moveTo>
                      <a:pt x="0" y="0"/>
                    </a:moveTo>
                    <a:lnTo>
                      <a:pt x="0" y="227490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78595D6-8C46-94CA-58B1-99A183752842}"/>
                  </a:ext>
                </a:extLst>
              </p:cNvPr>
              <p:cNvSpPr/>
              <p:nvPr/>
            </p:nvSpPr>
            <p:spPr>
              <a:xfrm>
                <a:off x="5018816" y="3460569"/>
                <a:ext cx="65520" cy="65559"/>
              </a:xfrm>
              <a:custGeom>
                <a:avLst/>
                <a:gdLst>
                  <a:gd name="csX0" fmla="*/ 32760 w 65520"/>
                  <a:gd name="csY0" fmla="*/ 65559 h 65559"/>
                  <a:gd name="csX1" fmla="*/ 0 w 65520"/>
                  <a:gd name="csY1" fmla="*/ 0 h 65559"/>
                  <a:gd name="csX2" fmla="*/ 32760 w 65520"/>
                  <a:gd name="csY2" fmla="*/ 16390 h 65559"/>
                  <a:gd name="csX3" fmla="*/ 65521 w 65520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520" h="65559">
                    <a:moveTo>
                      <a:pt x="32760" y="65559"/>
                    </a:moveTo>
                    <a:lnTo>
                      <a:pt x="0" y="0"/>
                    </a:lnTo>
                    <a:lnTo>
                      <a:pt x="32760" y="16390"/>
                    </a:lnTo>
                    <a:lnTo>
                      <a:pt x="655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ED0E62AB-DE5D-96D5-E9A9-8BDF25335F1D}"/>
                </a:ext>
              </a:extLst>
            </p:cNvPr>
            <p:cNvGrpSpPr/>
            <p:nvPr/>
          </p:nvGrpSpPr>
          <p:grpSpPr>
            <a:xfrm>
              <a:off x="4887774" y="2921673"/>
              <a:ext cx="327603" cy="327795"/>
              <a:chOff x="4887774" y="2921673"/>
              <a:chExt cx="327603" cy="327795"/>
            </a:xfrm>
            <a:solidFill>
              <a:srgbClr val="FFFFFF"/>
            </a:solidFill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C48130BC-2689-F505-CAF3-FE6DB0351906}"/>
                  </a:ext>
                </a:extLst>
              </p:cNvPr>
              <p:cNvSpPr/>
              <p:nvPr/>
            </p:nvSpPr>
            <p:spPr>
              <a:xfrm>
                <a:off x="4887774" y="2921673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8" name="Picture 147">
                <a:extLst>
                  <a:ext uri="{FF2B5EF4-FFF2-40B4-BE49-F238E27FC236}">
                    <a16:creationId xmlns:a16="http://schemas.microsoft.com/office/drawing/2014/main" id="{6FFE3363-5ECB-5184-05EE-CA8C5FC312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6456" y="2989281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17" name="Graphic 2">
              <a:extLst>
                <a:ext uri="{FF2B5EF4-FFF2-40B4-BE49-F238E27FC236}">
                  <a16:creationId xmlns:a16="http://schemas.microsoft.com/office/drawing/2014/main" id="{E8E34E91-883B-613E-0098-423E7B0691AF}"/>
                </a:ext>
              </a:extLst>
            </p:cNvPr>
            <p:cNvGrpSpPr/>
            <p:nvPr/>
          </p:nvGrpSpPr>
          <p:grpSpPr>
            <a:xfrm>
              <a:off x="4724464" y="2446697"/>
              <a:ext cx="163310" cy="638875"/>
              <a:chOff x="4724464" y="2446697"/>
              <a:chExt cx="163310" cy="638875"/>
            </a:xfrm>
          </p:grpSpPr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F45189A3-66B5-CFD6-25DD-21A041A7D70A}"/>
                  </a:ext>
                </a:extLst>
              </p:cNvPr>
              <p:cNvSpPr/>
              <p:nvPr/>
            </p:nvSpPr>
            <p:spPr>
              <a:xfrm>
                <a:off x="4724464" y="2479395"/>
                <a:ext cx="163310" cy="606177"/>
              </a:xfrm>
              <a:custGeom>
                <a:avLst/>
                <a:gdLst>
                  <a:gd name="csX0" fmla="*/ 163311 w 163310"/>
                  <a:gd name="csY0" fmla="*/ 606176 h 606177"/>
                  <a:gd name="csX1" fmla="*/ 0 w 163310"/>
                  <a:gd name="csY1" fmla="*/ 303621 h 606177"/>
                  <a:gd name="csX2" fmla="*/ 95824 w 163310"/>
                  <a:gd name="csY2" fmla="*/ 0 h 606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3310" h="606177">
                    <a:moveTo>
                      <a:pt x="163311" y="606176"/>
                    </a:moveTo>
                    <a:cubicBezTo>
                      <a:pt x="54437" y="606613"/>
                      <a:pt x="0" y="505761"/>
                      <a:pt x="0" y="303621"/>
                    </a:cubicBezTo>
                    <a:cubicBezTo>
                      <a:pt x="0" y="101480"/>
                      <a:pt x="31941" y="273"/>
                      <a:pt x="95824" y="0"/>
                    </a:cubicBezTo>
                  </a:path>
                </a:pathLst>
              </a:custGeom>
              <a:noFill/>
              <a:ln w="16380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5DDEF01E-5892-7117-4A03-685D8EFF86AA}"/>
                  </a:ext>
                </a:extLst>
              </p:cNvPr>
              <p:cNvSpPr/>
              <p:nvPr/>
            </p:nvSpPr>
            <p:spPr>
              <a:xfrm>
                <a:off x="4803826" y="2446697"/>
                <a:ext cx="65602" cy="65559"/>
              </a:xfrm>
              <a:custGeom>
                <a:avLst/>
                <a:gdLst>
                  <a:gd name="csX0" fmla="*/ 65603 w 65602"/>
                  <a:gd name="csY0" fmla="*/ 32534 h 65559"/>
                  <a:gd name="csX1" fmla="*/ 246 w 65602"/>
                  <a:gd name="csY1" fmla="*/ 65559 h 65559"/>
                  <a:gd name="csX2" fmla="*/ 16462 w 65602"/>
                  <a:gd name="csY2" fmla="*/ 32698 h 65559"/>
                  <a:gd name="csX3" fmla="*/ 0 w 65602"/>
                  <a:gd name="csY3" fmla="*/ 0 h 6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602" h="65559">
                    <a:moveTo>
                      <a:pt x="65603" y="32534"/>
                    </a:moveTo>
                    <a:lnTo>
                      <a:pt x="246" y="65559"/>
                    </a:lnTo>
                    <a:lnTo>
                      <a:pt x="16462" y="326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16380" cap="flat">
                <a:solidFill>
                  <a:srgbClr val="000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" name="Graphic 2">
              <a:extLst>
                <a:ext uri="{FF2B5EF4-FFF2-40B4-BE49-F238E27FC236}">
                  <a16:creationId xmlns:a16="http://schemas.microsoft.com/office/drawing/2014/main" id="{4AB0C665-9B85-5D3C-1AFB-986A326AFA9D}"/>
                </a:ext>
              </a:extLst>
            </p:cNvPr>
            <p:cNvGrpSpPr/>
            <p:nvPr/>
          </p:nvGrpSpPr>
          <p:grpSpPr>
            <a:xfrm>
              <a:off x="4548540" y="3824259"/>
              <a:ext cx="387227" cy="1534001"/>
              <a:chOff x="4548540" y="3824259"/>
              <a:chExt cx="387227" cy="1534001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AD6973E5-232A-6E92-3C0C-4C9051E72B35}"/>
                  </a:ext>
                </a:extLst>
              </p:cNvPr>
              <p:cNvSpPr/>
              <p:nvPr/>
            </p:nvSpPr>
            <p:spPr>
              <a:xfrm>
                <a:off x="4576551" y="3824259"/>
                <a:ext cx="359217" cy="1486143"/>
              </a:xfrm>
              <a:custGeom>
                <a:avLst/>
                <a:gdLst>
                  <a:gd name="csX0" fmla="*/ 359217 w 359217"/>
                  <a:gd name="csY0" fmla="*/ 0 h 1486143"/>
                  <a:gd name="csX1" fmla="*/ 0 w 359217"/>
                  <a:gd name="csY1" fmla="*/ 1486143 h 14861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9217" h="1486143">
                    <a:moveTo>
                      <a:pt x="359217" y="0"/>
                    </a:moveTo>
                    <a:lnTo>
                      <a:pt x="0" y="1486143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29ACC9B6-0A4F-3409-683C-6EC5D5313484}"/>
                  </a:ext>
                </a:extLst>
              </p:cNvPr>
              <p:cNvSpPr/>
              <p:nvPr/>
            </p:nvSpPr>
            <p:spPr>
              <a:xfrm>
                <a:off x="4548540" y="5286801"/>
                <a:ext cx="63637" cy="71459"/>
              </a:xfrm>
              <a:custGeom>
                <a:avLst/>
                <a:gdLst>
                  <a:gd name="csX0" fmla="*/ 16462 w 63637"/>
                  <a:gd name="csY0" fmla="*/ 71460 h 71459"/>
                  <a:gd name="csX1" fmla="*/ 0 w 63637"/>
                  <a:gd name="csY1" fmla="*/ 0 h 71459"/>
                  <a:gd name="csX2" fmla="*/ 28010 w 63637"/>
                  <a:gd name="csY2" fmla="*/ 23601 h 71459"/>
                  <a:gd name="csX3" fmla="*/ 63637 w 63637"/>
                  <a:gd name="csY3" fmla="*/ 15406 h 714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637" h="71459">
                    <a:moveTo>
                      <a:pt x="16462" y="71460"/>
                    </a:moveTo>
                    <a:lnTo>
                      <a:pt x="0" y="0"/>
                    </a:lnTo>
                    <a:lnTo>
                      <a:pt x="28010" y="23601"/>
                    </a:lnTo>
                    <a:lnTo>
                      <a:pt x="63637" y="15406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" name="Graphic 2">
              <a:extLst>
                <a:ext uri="{FF2B5EF4-FFF2-40B4-BE49-F238E27FC236}">
                  <a16:creationId xmlns:a16="http://schemas.microsoft.com/office/drawing/2014/main" id="{49C315A3-A89E-5CA0-7D1D-4AF65ECB51BF}"/>
                </a:ext>
              </a:extLst>
            </p:cNvPr>
            <p:cNvGrpSpPr/>
            <p:nvPr/>
          </p:nvGrpSpPr>
          <p:grpSpPr>
            <a:xfrm>
              <a:off x="4887774" y="3544485"/>
              <a:ext cx="327603" cy="327795"/>
              <a:chOff x="4887774" y="3544485"/>
              <a:chExt cx="327603" cy="327795"/>
            </a:xfrm>
            <a:solidFill>
              <a:srgbClr val="FFFFFF"/>
            </a:solidFill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1871CB4C-01E9-C917-EE63-E7EA83BB2C8D}"/>
                  </a:ext>
                </a:extLst>
              </p:cNvPr>
              <p:cNvSpPr/>
              <p:nvPr/>
            </p:nvSpPr>
            <p:spPr>
              <a:xfrm>
                <a:off x="4887774" y="3544485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42" name="Picture 141">
                <a:extLst>
                  <a:ext uri="{FF2B5EF4-FFF2-40B4-BE49-F238E27FC236}">
                    <a16:creationId xmlns:a16="http://schemas.microsoft.com/office/drawing/2014/main" id="{F9718CCE-31CC-41D4-58DB-48D769C91E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96456" y="3612093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20" name="Graphic 2">
              <a:extLst>
                <a:ext uri="{FF2B5EF4-FFF2-40B4-BE49-F238E27FC236}">
                  <a16:creationId xmlns:a16="http://schemas.microsoft.com/office/drawing/2014/main" id="{80EEF881-6CE4-7CD9-F29E-401C318856F5}"/>
                </a:ext>
              </a:extLst>
            </p:cNvPr>
            <p:cNvGrpSpPr/>
            <p:nvPr/>
          </p:nvGrpSpPr>
          <p:grpSpPr>
            <a:xfrm>
              <a:off x="5014311" y="4503287"/>
              <a:ext cx="65520" cy="293049"/>
              <a:chOff x="5014311" y="4503287"/>
              <a:chExt cx="65520" cy="29304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D7ACF9ED-A017-1139-0465-99D739481263}"/>
                  </a:ext>
                </a:extLst>
              </p:cNvPr>
              <p:cNvSpPr/>
              <p:nvPr/>
            </p:nvSpPr>
            <p:spPr>
              <a:xfrm>
                <a:off x="5046744" y="4503287"/>
                <a:ext cx="4832" cy="243961"/>
              </a:xfrm>
              <a:custGeom>
                <a:avLst/>
                <a:gdLst>
                  <a:gd name="csX0" fmla="*/ 4832 w 4832"/>
                  <a:gd name="csY0" fmla="*/ 0 h 243961"/>
                  <a:gd name="csX1" fmla="*/ 0 w 4832"/>
                  <a:gd name="csY1" fmla="*/ 243962 h 2439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832" h="243961">
                    <a:moveTo>
                      <a:pt x="4832" y="0"/>
                    </a:moveTo>
                    <a:lnTo>
                      <a:pt x="0" y="24396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524440BE-F8B6-72D6-C5F0-A42019E42FC5}"/>
                  </a:ext>
                </a:extLst>
              </p:cNvPr>
              <p:cNvSpPr/>
              <p:nvPr/>
            </p:nvSpPr>
            <p:spPr>
              <a:xfrm>
                <a:off x="5014311" y="4730204"/>
                <a:ext cx="65520" cy="66132"/>
              </a:xfrm>
              <a:custGeom>
                <a:avLst/>
                <a:gdLst>
                  <a:gd name="csX0" fmla="*/ 31450 w 65520"/>
                  <a:gd name="csY0" fmla="*/ 66133 h 66132"/>
                  <a:gd name="csX1" fmla="*/ 0 w 65520"/>
                  <a:gd name="csY1" fmla="*/ 0 h 66132"/>
                  <a:gd name="csX2" fmla="*/ 32433 w 65520"/>
                  <a:gd name="csY2" fmla="*/ 17045 h 66132"/>
                  <a:gd name="csX3" fmla="*/ 65521 w 65520"/>
                  <a:gd name="csY3" fmla="*/ 1229 h 661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520" h="66132">
                    <a:moveTo>
                      <a:pt x="31450" y="66133"/>
                    </a:moveTo>
                    <a:lnTo>
                      <a:pt x="0" y="0"/>
                    </a:lnTo>
                    <a:lnTo>
                      <a:pt x="32433" y="17045"/>
                    </a:lnTo>
                    <a:lnTo>
                      <a:pt x="65521" y="1229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1" name="Graphic 2">
              <a:extLst>
                <a:ext uri="{FF2B5EF4-FFF2-40B4-BE49-F238E27FC236}">
                  <a16:creationId xmlns:a16="http://schemas.microsoft.com/office/drawing/2014/main" id="{0F581E52-73A9-37FA-F0C8-0C6C965FAAA2}"/>
                </a:ext>
              </a:extLst>
            </p:cNvPr>
            <p:cNvGrpSpPr/>
            <p:nvPr/>
          </p:nvGrpSpPr>
          <p:grpSpPr>
            <a:xfrm>
              <a:off x="5167384" y="4455265"/>
              <a:ext cx="365933" cy="547008"/>
              <a:chOff x="5167384" y="4455265"/>
              <a:chExt cx="365933" cy="547008"/>
            </a:xfrm>
          </p:grpSpPr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3B2979CE-C3A0-060C-47CB-C8954485CB89}"/>
                  </a:ext>
                </a:extLst>
              </p:cNvPr>
              <p:cNvSpPr/>
              <p:nvPr/>
            </p:nvSpPr>
            <p:spPr>
              <a:xfrm>
                <a:off x="5167384" y="4455265"/>
                <a:ext cx="338578" cy="506198"/>
              </a:xfrm>
              <a:custGeom>
                <a:avLst/>
                <a:gdLst>
                  <a:gd name="csX0" fmla="*/ 0 w 338578"/>
                  <a:gd name="csY0" fmla="*/ 0 h 506198"/>
                  <a:gd name="csX1" fmla="*/ 338579 w 338578"/>
                  <a:gd name="csY1" fmla="*/ 506198 h 5061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8578" h="506198">
                    <a:moveTo>
                      <a:pt x="0" y="0"/>
                    </a:moveTo>
                    <a:lnTo>
                      <a:pt x="338579" y="50619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D9F64768-E161-5B98-193F-8F81475303E8}"/>
                  </a:ext>
                </a:extLst>
              </p:cNvPr>
              <p:cNvSpPr/>
              <p:nvPr/>
            </p:nvSpPr>
            <p:spPr>
              <a:xfrm>
                <a:off x="5469599" y="4929585"/>
                <a:ext cx="63718" cy="72688"/>
              </a:xfrm>
              <a:custGeom>
                <a:avLst/>
                <a:gdLst>
                  <a:gd name="csX0" fmla="*/ 63719 w 63718"/>
                  <a:gd name="csY0" fmla="*/ 72689 h 72688"/>
                  <a:gd name="csX1" fmla="*/ 0 w 63718"/>
                  <a:gd name="csY1" fmla="*/ 36467 h 72688"/>
                  <a:gd name="csX2" fmla="*/ 36364 w 63718"/>
                  <a:gd name="csY2" fmla="*/ 31878 h 72688"/>
                  <a:gd name="csX3" fmla="*/ 54464 w 63718"/>
                  <a:gd name="csY3" fmla="*/ 0 h 726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718" h="72688">
                    <a:moveTo>
                      <a:pt x="63719" y="72689"/>
                    </a:moveTo>
                    <a:lnTo>
                      <a:pt x="0" y="36467"/>
                    </a:lnTo>
                    <a:lnTo>
                      <a:pt x="36364" y="31878"/>
                    </a:lnTo>
                    <a:lnTo>
                      <a:pt x="54464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2" name="Graphic 2">
              <a:extLst>
                <a:ext uri="{FF2B5EF4-FFF2-40B4-BE49-F238E27FC236}">
                  <a16:creationId xmlns:a16="http://schemas.microsoft.com/office/drawing/2014/main" id="{7A260AC2-B275-A7E1-03D5-6AB54584E302}"/>
                </a:ext>
              </a:extLst>
            </p:cNvPr>
            <p:cNvGrpSpPr/>
            <p:nvPr/>
          </p:nvGrpSpPr>
          <p:grpSpPr>
            <a:xfrm>
              <a:off x="4887774" y="4175492"/>
              <a:ext cx="327603" cy="327795"/>
              <a:chOff x="4887774" y="4175492"/>
              <a:chExt cx="327603" cy="327795"/>
            </a:xfrm>
            <a:solidFill>
              <a:srgbClr val="FFFFFF"/>
            </a:solidFill>
          </p:grpSpPr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0FD26C81-3C75-6AC3-8FBD-43499153844D}"/>
                  </a:ext>
                </a:extLst>
              </p:cNvPr>
              <p:cNvSpPr/>
              <p:nvPr/>
            </p:nvSpPr>
            <p:spPr>
              <a:xfrm>
                <a:off x="4887774" y="4175492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ECFA9113-D866-A781-C859-45BC59BEB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96456" y="4243099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" name="Graphic 2">
              <a:extLst>
                <a:ext uri="{FF2B5EF4-FFF2-40B4-BE49-F238E27FC236}">
                  <a16:creationId xmlns:a16="http://schemas.microsoft.com/office/drawing/2014/main" id="{517E79D0-6B95-EBF7-D63C-7E547BC71CAB}"/>
                </a:ext>
              </a:extLst>
            </p:cNvPr>
            <p:cNvGrpSpPr/>
            <p:nvPr/>
          </p:nvGrpSpPr>
          <p:grpSpPr>
            <a:xfrm>
              <a:off x="4887774" y="2315251"/>
              <a:ext cx="327603" cy="327795"/>
              <a:chOff x="4887774" y="2315251"/>
              <a:chExt cx="327603" cy="327795"/>
            </a:xfrm>
            <a:solidFill>
              <a:srgbClr val="FFFFFF"/>
            </a:solidFill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0DE6CBC6-702E-C406-33F5-B30550EA84FA}"/>
                  </a:ext>
                </a:extLst>
              </p:cNvPr>
              <p:cNvSpPr/>
              <p:nvPr/>
            </p:nvSpPr>
            <p:spPr>
              <a:xfrm>
                <a:off x="4887774" y="2315251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062C14CB-073A-5A8B-5FBB-9D76D9D55A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96456" y="2382859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24" name="Graphic 2">
              <a:extLst>
                <a:ext uri="{FF2B5EF4-FFF2-40B4-BE49-F238E27FC236}">
                  <a16:creationId xmlns:a16="http://schemas.microsoft.com/office/drawing/2014/main" id="{C055425C-48D9-0190-29A4-64AF92E5500B}"/>
                </a:ext>
              </a:extLst>
            </p:cNvPr>
            <p:cNvGrpSpPr/>
            <p:nvPr/>
          </p:nvGrpSpPr>
          <p:grpSpPr>
            <a:xfrm>
              <a:off x="4887774" y="1200746"/>
              <a:ext cx="327603" cy="327795"/>
              <a:chOff x="4887774" y="1200746"/>
              <a:chExt cx="327603" cy="327795"/>
            </a:xfrm>
            <a:solidFill>
              <a:srgbClr val="FFFFFF"/>
            </a:solidFill>
          </p:grpSpPr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F4825A75-B744-3701-AD11-49990B6CE1E0}"/>
                  </a:ext>
                </a:extLst>
              </p:cNvPr>
              <p:cNvSpPr/>
              <p:nvPr/>
            </p:nvSpPr>
            <p:spPr>
              <a:xfrm>
                <a:off x="4887774" y="1200746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252F838E-EE4A-06FE-614A-80849234DE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96456" y="1268354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Graphic 2">
              <a:extLst>
                <a:ext uri="{FF2B5EF4-FFF2-40B4-BE49-F238E27FC236}">
                  <a16:creationId xmlns:a16="http://schemas.microsoft.com/office/drawing/2014/main" id="{44BF64BD-146C-E2B6-CEF8-E5C85321412E}"/>
                </a:ext>
              </a:extLst>
            </p:cNvPr>
            <p:cNvGrpSpPr/>
            <p:nvPr/>
          </p:nvGrpSpPr>
          <p:grpSpPr>
            <a:xfrm>
              <a:off x="4560170" y="1774389"/>
              <a:ext cx="327603" cy="327795"/>
              <a:chOff x="4560170" y="1774389"/>
              <a:chExt cx="327603" cy="327795"/>
            </a:xfrm>
            <a:solidFill>
              <a:srgbClr val="FFFFFF"/>
            </a:solidFill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77C42E67-15E5-7C9B-D5E4-2D32298A0F50}"/>
                  </a:ext>
                </a:extLst>
              </p:cNvPr>
              <p:cNvSpPr/>
              <p:nvPr/>
            </p:nvSpPr>
            <p:spPr>
              <a:xfrm>
                <a:off x="4560170" y="1774389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D95A0333-8296-EC44-0454-5752EE4E8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68852" y="1841997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Graphic 2">
              <a:extLst>
                <a:ext uri="{FF2B5EF4-FFF2-40B4-BE49-F238E27FC236}">
                  <a16:creationId xmlns:a16="http://schemas.microsoft.com/office/drawing/2014/main" id="{B8688AB8-EFDE-1EC9-BD7A-14E5CB50676F}"/>
                </a:ext>
              </a:extLst>
            </p:cNvPr>
            <p:cNvGrpSpPr/>
            <p:nvPr/>
          </p:nvGrpSpPr>
          <p:grpSpPr>
            <a:xfrm>
              <a:off x="5215378" y="1774389"/>
              <a:ext cx="327603" cy="327795"/>
              <a:chOff x="5215378" y="1774389"/>
              <a:chExt cx="327603" cy="327795"/>
            </a:xfrm>
            <a:solidFill>
              <a:srgbClr val="FFFFFF"/>
            </a:solidFill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30C16FDE-9F98-765E-4253-4407A96B2C5B}"/>
                  </a:ext>
                </a:extLst>
              </p:cNvPr>
              <p:cNvSpPr/>
              <p:nvPr/>
            </p:nvSpPr>
            <p:spPr>
              <a:xfrm>
                <a:off x="5215378" y="1774389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9BC10368-794C-D8F3-97E0-7F43A75C6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24060" y="1841997"/>
                <a:ext cx="311223" cy="237651"/>
              </a:xfrm>
              <a:custGeom>
                <a:avLst/>
                <a:gdLst>
                  <a:gd name="csX0" fmla="*/ 0 w 311223"/>
                  <a:gd name="csY0" fmla="*/ 0 h 237651"/>
                  <a:gd name="csX1" fmla="*/ 311224 w 311223"/>
                  <a:gd name="csY1" fmla="*/ 0 h 237651"/>
                  <a:gd name="csX2" fmla="*/ 311224 w 311223"/>
                  <a:gd name="csY2" fmla="*/ 237652 h 237651"/>
                  <a:gd name="csX3" fmla="*/ 0 w 31122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37651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grpSp>
          <p:nvGrpSpPr>
            <p:cNvPr id="27" name="Graphic 2">
              <a:extLst>
                <a:ext uri="{FF2B5EF4-FFF2-40B4-BE49-F238E27FC236}">
                  <a16:creationId xmlns:a16="http://schemas.microsoft.com/office/drawing/2014/main" id="{772A59BC-73EC-2AD5-CFE7-92D179679296}"/>
                </a:ext>
              </a:extLst>
            </p:cNvPr>
            <p:cNvGrpSpPr/>
            <p:nvPr/>
          </p:nvGrpSpPr>
          <p:grpSpPr>
            <a:xfrm>
              <a:off x="4801860" y="1480520"/>
              <a:ext cx="133907" cy="291574"/>
              <a:chOff x="4801860" y="1480520"/>
              <a:chExt cx="133907" cy="291574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0572E245-61FF-67F2-D747-7479EBE2442D}"/>
                  </a:ext>
                </a:extLst>
              </p:cNvPr>
              <p:cNvSpPr/>
              <p:nvPr/>
            </p:nvSpPr>
            <p:spPr>
              <a:xfrm>
                <a:off x="4824956" y="1480520"/>
                <a:ext cx="110811" cy="246748"/>
              </a:xfrm>
              <a:custGeom>
                <a:avLst/>
                <a:gdLst>
                  <a:gd name="csX0" fmla="*/ 110812 w 110811"/>
                  <a:gd name="csY0" fmla="*/ 0 h 246748"/>
                  <a:gd name="csX1" fmla="*/ 0 w 110811"/>
                  <a:gd name="csY1" fmla="*/ 246748 h 2467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0811" h="246748">
                    <a:moveTo>
                      <a:pt x="110812" y="0"/>
                    </a:moveTo>
                    <a:lnTo>
                      <a:pt x="0" y="24674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6D7BC66B-CD15-ADFF-E235-A4C1245DFB47}"/>
                  </a:ext>
                </a:extLst>
              </p:cNvPr>
              <p:cNvSpPr/>
              <p:nvPr/>
            </p:nvSpPr>
            <p:spPr>
              <a:xfrm>
                <a:off x="4801860" y="1698832"/>
                <a:ext cx="59705" cy="73262"/>
              </a:xfrm>
              <a:custGeom>
                <a:avLst/>
                <a:gdLst>
                  <a:gd name="csX0" fmla="*/ 3030 w 59705"/>
                  <a:gd name="csY0" fmla="*/ 73262 h 73262"/>
                  <a:gd name="csX1" fmla="*/ 0 w 59705"/>
                  <a:gd name="csY1" fmla="*/ 0 h 73262"/>
                  <a:gd name="csX2" fmla="*/ 23096 w 59705"/>
                  <a:gd name="csY2" fmla="*/ 28436 h 73262"/>
                  <a:gd name="csX3" fmla="*/ 59706 w 59705"/>
                  <a:gd name="csY3" fmla="*/ 26879 h 732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9705" h="73262">
                    <a:moveTo>
                      <a:pt x="3030" y="73262"/>
                    </a:moveTo>
                    <a:lnTo>
                      <a:pt x="0" y="0"/>
                    </a:lnTo>
                    <a:lnTo>
                      <a:pt x="23096" y="28436"/>
                    </a:lnTo>
                    <a:lnTo>
                      <a:pt x="59706" y="26879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8" name="Graphic 2">
              <a:extLst>
                <a:ext uri="{FF2B5EF4-FFF2-40B4-BE49-F238E27FC236}">
                  <a16:creationId xmlns:a16="http://schemas.microsoft.com/office/drawing/2014/main" id="{44CA6D4A-B140-48F0-AABA-6A1266669168}"/>
                </a:ext>
              </a:extLst>
            </p:cNvPr>
            <p:cNvGrpSpPr/>
            <p:nvPr/>
          </p:nvGrpSpPr>
          <p:grpSpPr>
            <a:xfrm>
              <a:off x="5167384" y="1480520"/>
              <a:ext cx="137429" cy="292393"/>
              <a:chOff x="5167384" y="1480520"/>
              <a:chExt cx="137429" cy="292393"/>
            </a:xfrm>
          </p:grpSpPr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1870FE72-1816-47B7-403B-6E80EBACA3B4}"/>
                  </a:ext>
                </a:extLst>
              </p:cNvPr>
              <p:cNvSpPr/>
              <p:nvPr/>
            </p:nvSpPr>
            <p:spPr>
              <a:xfrm>
                <a:off x="5167384" y="1480520"/>
                <a:ext cx="114579" cy="247813"/>
              </a:xfrm>
              <a:custGeom>
                <a:avLst/>
                <a:gdLst>
                  <a:gd name="csX0" fmla="*/ 0 w 114579"/>
                  <a:gd name="csY0" fmla="*/ 0 h 247813"/>
                  <a:gd name="csX1" fmla="*/ 114580 w 114579"/>
                  <a:gd name="csY1" fmla="*/ 247813 h 2478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4579" h="247813">
                    <a:moveTo>
                      <a:pt x="0" y="0"/>
                    </a:moveTo>
                    <a:lnTo>
                      <a:pt x="114580" y="247813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06DDD31D-CB02-C440-7FA0-0C3642B65EC3}"/>
                  </a:ext>
                </a:extLst>
              </p:cNvPr>
              <p:cNvSpPr/>
              <p:nvPr/>
            </p:nvSpPr>
            <p:spPr>
              <a:xfrm>
                <a:off x="5245354" y="1699651"/>
                <a:ext cx="59459" cy="73262"/>
              </a:xfrm>
              <a:custGeom>
                <a:avLst/>
                <a:gdLst>
                  <a:gd name="csX0" fmla="*/ 57249 w 59459"/>
                  <a:gd name="csY0" fmla="*/ 73262 h 73262"/>
                  <a:gd name="csX1" fmla="*/ 0 w 59459"/>
                  <a:gd name="csY1" fmla="*/ 27535 h 73262"/>
                  <a:gd name="csX2" fmla="*/ 36610 w 59459"/>
                  <a:gd name="csY2" fmla="*/ 28682 h 73262"/>
                  <a:gd name="csX3" fmla="*/ 59460 w 59459"/>
                  <a:gd name="csY3" fmla="*/ 0 h 732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9459" h="73262">
                    <a:moveTo>
                      <a:pt x="57249" y="73262"/>
                    </a:moveTo>
                    <a:lnTo>
                      <a:pt x="0" y="27535"/>
                    </a:lnTo>
                    <a:lnTo>
                      <a:pt x="36610" y="28682"/>
                    </a:lnTo>
                    <a:lnTo>
                      <a:pt x="5946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29" name="Graphic 2">
              <a:extLst>
                <a:ext uri="{FF2B5EF4-FFF2-40B4-BE49-F238E27FC236}">
                  <a16:creationId xmlns:a16="http://schemas.microsoft.com/office/drawing/2014/main" id="{BA91C350-7009-FD16-0B44-96464F842176}"/>
                </a:ext>
              </a:extLst>
            </p:cNvPr>
            <p:cNvGrpSpPr/>
            <p:nvPr/>
          </p:nvGrpSpPr>
          <p:grpSpPr>
            <a:xfrm>
              <a:off x="4723972" y="2102184"/>
              <a:ext cx="200247" cy="246830"/>
              <a:chOff x="4723972" y="2102184"/>
              <a:chExt cx="200247" cy="246830"/>
            </a:xfrm>
          </p:grpSpPr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C0BD1879-3CE0-EB68-537A-0E3123A00029}"/>
                  </a:ext>
                </a:extLst>
              </p:cNvPr>
              <p:cNvSpPr/>
              <p:nvPr/>
            </p:nvSpPr>
            <p:spPr>
              <a:xfrm>
                <a:off x="4723972" y="2102184"/>
                <a:ext cx="169289" cy="208641"/>
              </a:xfrm>
              <a:custGeom>
                <a:avLst/>
                <a:gdLst>
                  <a:gd name="csX0" fmla="*/ 0 w 169289"/>
                  <a:gd name="csY0" fmla="*/ 0 h 208641"/>
                  <a:gd name="csX1" fmla="*/ 169289 w 169289"/>
                  <a:gd name="csY1" fmla="*/ 208642 h 208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9289" h="208641">
                    <a:moveTo>
                      <a:pt x="0" y="0"/>
                    </a:moveTo>
                    <a:lnTo>
                      <a:pt x="169289" y="20864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1B3B49C-A921-FF68-0D71-6034715FC581}"/>
                  </a:ext>
                </a:extLst>
              </p:cNvPr>
              <p:cNvSpPr/>
              <p:nvPr/>
            </p:nvSpPr>
            <p:spPr>
              <a:xfrm>
                <a:off x="4857471" y="2277473"/>
                <a:ext cx="66749" cy="71541"/>
              </a:xfrm>
              <a:custGeom>
                <a:avLst/>
                <a:gdLst>
                  <a:gd name="csX0" fmla="*/ 66749 w 66749"/>
                  <a:gd name="csY0" fmla="*/ 71541 h 71541"/>
                  <a:gd name="csX1" fmla="*/ 0 w 66749"/>
                  <a:gd name="csY1" fmla="*/ 41302 h 71541"/>
                  <a:gd name="csX2" fmla="*/ 35791 w 66749"/>
                  <a:gd name="csY2" fmla="*/ 33353 h 71541"/>
                  <a:gd name="csX3" fmla="*/ 50861 w 66749"/>
                  <a:gd name="csY3" fmla="*/ 0 h 71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749" h="71541">
                    <a:moveTo>
                      <a:pt x="66749" y="71541"/>
                    </a:moveTo>
                    <a:lnTo>
                      <a:pt x="0" y="41302"/>
                    </a:lnTo>
                    <a:lnTo>
                      <a:pt x="35791" y="33353"/>
                    </a:lnTo>
                    <a:lnTo>
                      <a:pt x="5086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0" name="Graphic 2">
              <a:extLst>
                <a:ext uri="{FF2B5EF4-FFF2-40B4-BE49-F238E27FC236}">
                  <a16:creationId xmlns:a16="http://schemas.microsoft.com/office/drawing/2014/main" id="{9E4C9137-714E-49E1-665D-076083056ED8}"/>
                </a:ext>
              </a:extLst>
            </p:cNvPr>
            <p:cNvGrpSpPr/>
            <p:nvPr/>
          </p:nvGrpSpPr>
          <p:grpSpPr>
            <a:xfrm>
              <a:off x="5178932" y="2102184"/>
              <a:ext cx="200247" cy="246830"/>
              <a:chOff x="5178932" y="2102184"/>
              <a:chExt cx="200247" cy="246830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C7F3D6AF-1D0E-0227-3ED3-FC1284FC0F9F}"/>
                  </a:ext>
                </a:extLst>
              </p:cNvPr>
              <p:cNvSpPr/>
              <p:nvPr/>
            </p:nvSpPr>
            <p:spPr>
              <a:xfrm>
                <a:off x="5209891" y="2102184"/>
                <a:ext cx="169289" cy="208641"/>
              </a:xfrm>
              <a:custGeom>
                <a:avLst/>
                <a:gdLst>
                  <a:gd name="csX0" fmla="*/ 169289 w 169289"/>
                  <a:gd name="csY0" fmla="*/ 0 h 208641"/>
                  <a:gd name="csX1" fmla="*/ 0 w 169289"/>
                  <a:gd name="csY1" fmla="*/ 208642 h 208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9289" h="208641">
                    <a:moveTo>
                      <a:pt x="169289" y="0"/>
                    </a:moveTo>
                    <a:lnTo>
                      <a:pt x="0" y="208642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E50F6B5A-524D-1C42-722C-29D36ED9B5A8}"/>
                  </a:ext>
                </a:extLst>
              </p:cNvPr>
              <p:cNvSpPr/>
              <p:nvPr/>
            </p:nvSpPr>
            <p:spPr>
              <a:xfrm>
                <a:off x="5178932" y="2277473"/>
                <a:ext cx="66749" cy="71541"/>
              </a:xfrm>
              <a:custGeom>
                <a:avLst/>
                <a:gdLst>
                  <a:gd name="csX0" fmla="*/ 0 w 66749"/>
                  <a:gd name="csY0" fmla="*/ 71541 h 71541"/>
                  <a:gd name="csX1" fmla="*/ 15889 w 66749"/>
                  <a:gd name="csY1" fmla="*/ 0 h 71541"/>
                  <a:gd name="csX2" fmla="*/ 30959 w 66749"/>
                  <a:gd name="csY2" fmla="*/ 33353 h 71541"/>
                  <a:gd name="csX3" fmla="*/ 66749 w 66749"/>
                  <a:gd name="csY3" fmla="*/ 41302 h 71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749" h="71541">
                    <a:moveTo>
                      <a:pt x="0" y="71541"/>
                    </a:moveTo>
                    <a:lnTo>
                      <a:pt x="15889" y="0"/>
                    </a:lnTo>
                    <a:lnTo>
                      <a:pt x="30959" y="33353"/>
                    </a:lnTo>
                    <a:lnTo>
                      <a:pt x="66749" y="41302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3" name="Graphic 2">
              <a:extLst>
                <a:ext uri="{FF2B5EF4-FFF2-40B4-BE49-F238E27FC236}">
                  <a16:creationId xmlns:a16="http://schemas.microsoft.com/office/drawing/2014/main" id="{8B5EC621-5379-233D-E8B1-4237881F44EC}"/>
                </a:ext>
              </a:extLst>
            </p:cNvPr>
            <p:cNvGrpSpPr/>
            <p:nvPr/>
          </p:nvGrpSpPr>
          <p:grpSpPr>
            <a:xfrm>
              <a:off x="4687526" y="5083977"/>
              <a:ext cx="246439" cy="325501"/>
              <a:chOff x="4687526" y="5083977"/>
              <a:chExt cx="246439" cy="325501"/>
            </a:xfrm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2BBDB40E-C1D9-6353-5CA1-7CC9FFCB8122}"/>
                  </a:ext>
                </a:extLst>
              </p:cNvPr>
              <p:cNvSpPr/>
              <p:nvPr/>
            </p:nvSpPr>
            <p:spPr>
              <a:xfrm>
                <a:off x="4717256" y="5083977"/>
                <a:ext cx="216709" cy="286247"/>
              </a:xfrm>
              <a:custGeom>
                <a:avLst/>
                <a:gdLst>
                  <a:gd name="csX0" fmla="*/ 216710 w 216709"/>
                  <a:gd name="csY0" fmla="*/ 0 h 286247"/>
                  <a:gd name="csX1" fmla="*/ 0 w 216709"/>
                  <a:gd name="csY1" fmla="*/ 286247 h 2862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6709" h="286247">
                    <a:moveTo>
                      <a:pt x="216710" y="0"/>
                    </a:moveTo>
                    <a:lnTo>
                      <a:pt x="0" y="286247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30FB3156-7BBA-26A1-D6B8-81A196DD422D}"/>
                  </a:ext>
                </a:extLst>
              </p:cNvPr>
              <p:cNvSpPr/>
              <p:nvPr/>
            </p:nvSpPr>
            <p:spPr>
              <a:xfrm>
                <a:off x="4687526" y="5337363"/>
                <a:ext cx="65684" cy="72114"/>
              </a:xfrm>
              <a:custGeom>
                <a:avLst/>
                <a:gdLst>
                  <a:gd name="csX0" fmla="*/ 0 w 65684"/>
                  <a:gd name="csY0" fmla="*/ 72115 h 72114"/>
                  <a:gd name="csX1" fmla="*/ 13432 w 65684"/>
                  <a:gd name="csY1" fmla="*/ 0 h 72114"/>
                  <a:gd name="csX2" fmla="*/ 29730 w 65684"/>
                  <a:gd name="csY2" fmla="*/ 32861 h 72114"/>
                  <a:gd name="csX3" fmla="*/ 65685 w 65684"/>
                  <a:gd name="csY3" fmla="*/ 39581 h 72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684" h="72114">
                    <a:moveTo>
                      <a:pt x="0" y="72115"/>
                    </a:moveTo>
                    <a:lnTo>
                      <a:pt x="13432" y="0"/>
                    </a:lnTo>
                    <a:lnTo>
                      <a:pt x="29730" y="32861"/>
                    </a:lnTo>
                    <a:lnTo>
                      <a:pt x="65685" y="39581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4" name="Graphic 2">
              <a:extLst>
                <a:ext uri="{FF2B5EF4-FFF2-40B4-BE49-F238E27FC236}">
                  <a16:creationId xmlns:a16="http://schemas.microsoft.com/office/drawing/2014/main" id="{59D1E6C3-3A89-CEB4-CA81-2D92C39E0216}"/>
                </a:ext>
              </a:extLst>
            </p:cNvPr>
            <p:cNvGrpSpPr/>
            <p:nvPr/>
          </p:nvGrpSpPr>
          <p:grpSpPr>
            <a:xfrm>
              <a:off x="4887774" y="4814693"/>
              <a:ext cx="315318" cy="315503"/>
              <a:chOff x="4887774" y="4814693"/>
              <a:chExt cx="315318" cy="315503"/>
            </a:xfrm>
            <a:solidFill>
              <a:srgbClr val="FFFFFF"/>
            </a:solidFill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B694926A-10C5-DD11-3F2B-4F909BCEC297}"/>
                  </a:ext>
                </a:extLst>
              </p:cNvPr>
              <p:cNvSpPr/>
              <p:nvPr/>
            </p:nvSpPr>
            <p:spPr>
              <a:xfrm>
                <a:off x="4887774" y="4814693"/>
                <a:ext cx="315318" cy="315503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6B79F098-552D-6D45-664F-A91F2A126D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96456" y="4882301"/>
                <a:ext cx="303033" cy="237651"/>
              </a:xfrm>
              <a:custGeom>
                <a:avLst/>
                <a:gdLst>
                  <a:gd name="csX0" fmla="*/ 0 w 303033"/>
                  <a:gd name="csY0" fmla="*/ 0 h 237651"/>
                  <a:gd name="csX1" fmla="*/ 303034 w 303033"/>
                  <a:gd name="csY1" fmla="*/ 0 h 237651"/>
                  <a:gd name="csX2" fmla="*/ 303034 w 303033"/>
                  <a:gd name="csY2" fmla="*/ 237652 h 237651"/>
                  <a:gd name="csX3" fmla="*/ 0 w 303033"/>
                  <a:gd name="csY3" fmla="*/ 237652 h 2376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3033" h="237651">
                    <a:moveTo>
                      <a:pt x="0" y="0"/>
                    </a:moveTo>
                    <a:lnTo>
                      <a:pt x="303034" y="0"/>
                    </a:lnTo>
                    <a:lnTo>
                      <a:pt x="303034" y="237652"/>
                    </a:lnTo>
                    <a:lnTo>
                      <a:pt x="0" y="237652"/>
                    </a:lnTo>
                    <a:close/>
                  </a:path>
                </a:pathLst>
              </a:custGeom>
            </p:spPr>
          </p:pic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20B587D-D888-B611-2641-438530DBC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18246" y="4464361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8CFCE17-13D6-3C2B-E13C-E8EF5848E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08741" y="4538115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9B76601-9D7A-ACB2-2977-640320601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6931" y="1579760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F515F9F-AE27-9EC9-B453-3DE8B9632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13493" y="1579760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E97E4B9-D07E-586B-2281-1C554DEBA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0733" y="3267907"/>
              <a:ext cx="90091" cy="202823"/>
            </a:xfrm>
            <a:custGeom>
              <a:avLst/>
              <a:gdLst>
                <a:gd name="csX0" fmla="*/ 0 w 90091"/>
                <a:gd name="csY0" fmla="*/ 0 h 202823"/>
                <a:gd name="csX1" fmla="*/ 90091 w 90091"/>
                <a:gd name="csY1" fmla="*/ 0 h 202823"/>
                <a:gd name="csX2" fmla="*/ 90091 w 90091"/>
                <a:gd name="csY2" fmla="*/ 202824 h 202823"/>
                <a:gd name="csX3" fmla="*/ 0 w 90091"/>
                <a:gd name="csY3" fmla="*/ 202824 h 202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02823">
                  <a:moveTo>
                    <a:pt x="0" y="0"/>
                  </a:moveTo>
                  <a:lnTo>
                    <a:pt x="90091" y="0"/>
                  </a:lnTo>
                  <a:lnTo>
                    <a:pt x="90091" y="202824"/>
                  </a:lnTo>
                  <a:lnTo>
                    <a:pt x="0" y="202824"/>
                  </a:lnTo>
                  <a:close/>
                </a:path>
              </a:pathLst>
            </a:cu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17DFAB45-6937-511A-B1A0-1601CC718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736749" y="3079425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  <p:grpSp>
          <p:nvGrpSpPr>
            <p:cNvPr id="41" name="Graphic 2">
              <a:extLst>
                <a:ext uri="{FF2B5EF4-FFF2-40B4-BE49-F238E27FC236}">
                  <a16:creationId xmlns:a16="http://schemas.microsoft.com/office/drawing/2014/main" id="{D80FA383-D7F7-2A4B-3984-9107AF283737}"/>
                </a:ext>
              </a:extLst>
            </p:cNvPr>
            <p:cNvGrpSpPr/>
            <p:nvPr/>
          </p:nvGrpSpPr>
          <p:grpSpPr>
            <a:xfrm>
              <a:off x="4396860" y="5376043"/>
              <a:ext cx="327603" cy="327795"/>
              <a:chOff x="4396860" y="5376043"/>
              <a:chExt cx="327603" cy="327795"/>
            </a:xfrm>
            <a:solidFill>
              <a:srgbClr val="FFFFFF"/>
            </a:solidFill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3F07985-5979-077B-C6DF-9998739E9300}"/>
                  </a:ext>
                </a:extLst>
              </p:cNvPr>
              <p:cNvSpPr/>
              <p:nvPr/>
            </p:nvSpPr>
            <p:spPr>
              <a:xfrm>
                <a:off x="4396860" y="5376043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7569887E-9D70-AF90-32D2-3DC91BF090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05050" y="5435456"/>
                <a:ext cx="311223" cy="262236"/>
              </a:xfrm>
              <a:custGeom>
                <a:avLst/>
                <a:gdLst>
                  <a:gd name="csX0" fmla="*/ 0 w 311223"/>
                  <a:gd name="csY0" fmla="*/ 0 h 262236"/>
                  <a:gd name="csX1" fmla="*/ 311224 w 311223"/>
                  <a:gd name="csY1" fmla="*/ 0 h 262236"/>
                  <a:gd name="csX2" fmla="*/ 311224 w 311223"/>
                  <a:gd name="csY2" fmla="*/ 262237 h 262236"/>
                  <a:gd name="csX3" fmla="*/ 0 w 311223"/>
                  <a:gd name="csY3" fmla="*/ 262237 h 2622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62236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62237"/>
                    </a:lnTo>
                    <a:lnTo>
                      <a:pt x="0" y="262237"/>
                    </a:lnTo>
                    <a:close/>
                  </a:path>
                </a:pathLst>
              </a:custGeom>
            </p:spPr>
          </p:pic>
        </p:grpSp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66A05F36-4610-2D39-74C4-FFD09A826314}"/>
                </a:ext>
              </a:extLst>
            </p:cNvPr>
            <p:cNvGrpSpPr/>
            <p:nvPr/>
          </p:nvGrpSpPr>
          <p:grpSpPr>
            <a:xfrm>
              <a:off x="4741745" y="5297290"/>
              <a:ext cx="685920" cy="246256"/>
              <a:chOff x="4741745" y="5297290"/>
              <a:chExt cx="685920" cy="246256"/>
            </a:xfrm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2514453D-3D9D-1F90-F66C-CEE3FCCAC464}"/>
                  </a:ext>
                </a:extLst>
              </p:cNvPr>
              <p:cNvSpPr/>
              <p:nvPr/>
            </p:nvSpPr>
            <p:spPr>
              <a:xfrm>
                <a:off x="4788265" y="5297290"/>
                <a:ext cx="639400" cy="220688"/>
              </a:xfrm>
              <a:custGeom>
                <a:avLst/>
                <a:gdLst>
                  <a:gd name="csX0" fmla="*/ 639401 w 639400"/>
                  <a:gd name="csY0" fmla="*/ 0 h 220688"/>
                  <a:gd name="csX1" fmla="*/ 0 w 639400"/>
                  <a:gd name="csY1" fmla="*/ 220688 h 2206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9400" h="220688">
                    <a:moveTo>
                      <a:pt x="639401" y="0"/>
                    </a:moveTo>
                    <a:lnTo>
                      <a:pt x="0" y="220688"/>
                    </a:lnTo>
                  </a:path>
                </a:pathLst>
              </a:custGeom>
              <a:noFill/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F25A5768-C041-C233-F0E7-889DCA0A11EC}"/>
                  </a:ext>
                </a:extLst>
              </p:cNvPr>
              <p:cNvSpPr/>
              <p:nvPr/>
            </p:nvSpPr>
            <p:spPr>
              <a:xfrm>
                <a:off x="4741745" y="5481593"/>
                <a:ext cx="72646" cy="61953"/>
              </a:xfrm>
              <a:custGeom>
                <a:avLst/>
                <a:gdLst>
                  <a:gd name="csX0" fmla="*/ 0 w 72646"/>
                  <a:gd name="csY0" fmla="*/ 52365 h 61953"/>
                  <a:gd name="csX1" fmla="*/ 51270 w 72646"/>
                  <a:gd name="csY1" fmla="*/ 0 h 61953"/>
                  <a:gd name="csX2" fmla="*/ 46520 w 72646"/>
                  <a:gd name="csY2" fmla="*/ 36385 h 61953"/>
                  <a:gd name="csX3" fmla="*/ 72646 w 72646"/>
                  <a:gd name="csY3" fmla="*/ 61953 h 619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2646" h="61953">
                    <a:moveTo>
                      <a:pt x="0" y="52365"/>
                    </a:moveTo>
                    <a:lnTo>
                      <a:pt x="51270" y="0"/>
                    </a:lnTo>
                    <a:lnTo>
                      <a:pt x="46520" y="36385"/>
                    </a:lnTo>
                    <a:lnTo>
                      <a:pt x="72646" y="61953"/>
                    </a:lnTo>
                    <a:close/>
                  </a:path>
                </a:pathLst>
              </a:custGeom>
              <a:solidFill>
                <a:srgbClr val="000000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4D58723A-38E2-1EA6-06D5-0AC2F50D3800}"/>
                </a:ext>
              </a:extLst>
            </p:cNvPr>
            <p:cNvGrpSpPr/>
            <p:nvPr/>
          </p:nvGrpSpPr>
          <p:grpSpPr>
            <a:xfrm>
              <a:off x="5379671" y="5017517"/>
              <a:ext cx="327603" cy="335990"/>
              <a:chOff x="5379671" y="5017517"/>
              <a:chExt cx="327603" cy="335990"/>
            </a:xfrm>
            <a:solidFill>
              <a:srgbClr val="FFFFFF"/>
            </a:solidFill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4A8B6C1-47E3-B513-F480-1D98C93C7F90}"/>
                  </a:ext>
                </a:extLst>
              </p:cNvPr>
              <p:cNvSpPr/>
              <p:nvPr/>
            </p:nvSpPr>
            <p:spPr>
              <a:xfrm>
                <a:off x="5379671" y="5017517"/>
                <a:ext cx="327603" cy="327795"/>
              </a:xfrm>
              <a:prstGeom prst="ellipse">
                <a:avLst/>
              </a:prstGeom>
              <a:solidFill>
                <a:srgbClr val="FFFFFF"/>
              </a:solidFill>
              <a:ln w="16380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6D31BA64-71C9-2566-1C0D-3F97C6522B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87861" y="5058491"/>
                <a:ext cx="311223" cy="295016"/>
              </a:xfrm>
              <a:custGeom>
                <a:avLst/>
                <a:gdLst>
                  <a:gd name="csX0" fmla="*/ 0 w 311223"/>
                  <a:gd name="csY0" fmla="*/ 0 h 295016"/>
                  <a:gd name="csX1" fmla="*/ 311224 w 311223"/>
                  <a:gd name="csY1" fmla="*/ 0 h 295016"/>
                  <a:gd name="csX2" fmla="*/ 311224 w 311223"/>
                  <a:gd name="csY2" fmla="*/ 295016 h 295016"/>
                  <a:gd name="csX3" fmla="*/ 0 w 311223"/>
                  <a:gd name="csY3" fmla="*/ 295016 h 2950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1223" h="295016">
                    <a:moveTo>
                      <a:pt x="0" y="0"/>
                    </a:moveTo>
                    <a:lnTo>
                      <a:pt x="311224" y="0"/>
                    </a:lnTo>
                    <a:lnTo>
                      <a:pt x="311224" y="295016"/>
                    </a:lnTo>
                    <a:lnTo>
                      <a:pt x="0" y="295016"/>
                    </a:lnTo>
                    <a:close/>
                  </a:path>
                </a:pathLst>
              </a:custGeom>
            </p:spPr>
          </p:pic>
        </p:grp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FDAB499E-4AC9-0004-3DEA-8EE73C93C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769509" y="3866134"/>
              <a:ext cx="90091" cy="217164"/>
            </a:xfrm>
            <a:custGeom>
              <a:avLst/>
              <a:gdLst>
                <a:gd name="csX0" fmla="*/ 0 w 90091"/>
                <a:gd name="csY0" fmla="*/ 0 h 217164"/>
                <a:gd name="csX1" fmla="*/ 90091 w 90091"/>
                <a:gd name="csY1" fmla="*/ 0 h 217164"/>
                <a:gd name="csX2" fmla="*/ 90091 w 90091"/>
                <a:gd name="csY2" fmla="*/ 217165 h 217164"/>
                <a:gd name="csX3" fmla="*/ 0 w 90091"/>
                <a:gd name="csY3" fmla="*/ 217165 h 217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0091" h="217164">
                  <a:moveTo>
                    <a:pt x="0" y="0"/>
                  </a:moveTo>
                  <a:lnTo>
                    <a:pt x="90091" y="0"/>
                  </a:lnTo>
                  <a:lnTo>
                    <a:pt x="90091" y="217165"/>
                  </a:lnTo>
                  <a:lnTo>
                    <a:pt x="0" y="217165"/>
                  </a:lnTo>
                  <a:close/>
                </a:path>
              </a:pathLst>
            </a:custGeom>
          </p:spPr>
        </p:pic>
      </p:grpSp>
      <p:pic>
        <p:nvPicPr>
          <p:cNvPr id="159" name="Graphic 158">
            <a:extLst>
              <a:ext uri="{FF2B5EF4-FFF2-40B4-BE49-F238E27FC236}">
                <a16:creationId xmlns:a16="http://schemas.microsoft.com/office/drawing/2014/main" id="{D3B4C878-EC23-A19C-F748-62A8A7B5E7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9004" y="1560210"/>
            <a:ext cx="10486420" cy="457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50343"/>
      </p:ext>
    </p:extLst>
  </p:cSld>
  <p:clrMapOvr>
    <a:masterClrMapping/>
  </p:clrMapOvr>
  <p:transition>
    <p:wipe dir="r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65A2-47BB-6194-7290-CB53E1E7A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E6BA74-7752-8663-7204-E024855A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07FAE0-9332-7E8F-CC29-285A666E4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97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089E75C5-D47B-9528-F0F3-AF6E1831D2AD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B429FC2-5AB9-0679-B9F8-93E9806D714E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12EF7332-4BA7-3A15-06F2-D27B20829CF1}"/>
                  </a:ext>
                </a:extLst>
              </p:cNvPr>
              <p:cNvSpPr txBox="1"/>
              <p:nvPr/>
            </p:nvSpPr>
            <p:spPr>
              <a:xfrm>
                <a:off x="1910231" y="1827585"/>
                <a:ext cx="3401893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b="0" i="1" dirty="0" smtClean="0">
                          <a:solidFill>
                            <a:srgbClr val="62731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b="0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12EF7332-4BA7-3A15-06F2-D27B20829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231" y="1827585"/>
                <a:ext cx="3401893" cy="369909"/>
              </a:xfrm>
              <a:prstGeom prst="rect">
                <a:avLst/>
              </a:prstGeom>
              <a:blipFill>
                <a:blip r:embed="rId3"/>
                <a:stretch>
                  <a:fillRect t="-10345" r="-1859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4F96887-DC5B-739F-FE33-F9E8DCB5751D}"/>
              </a:ext>
            </a:extLst>
          </p:cNvPr>
          <p:cNvGrpSpPr/>
          <p:nvPr/>
        </p:nvGrpSpPr>
        <p:grpSpPr>
          <a:xfrm>
            <a:off x="3087625" y="2578495"/>
            <a:ext cx="1047107" cy="2347912"/>
            <a:chOff x="5726224" y="1846398"/>
            <a:chExt cx="1047107" cy="2347912"/>
          </a:xfrm>
        </p:grpSpPr>
        <p:grpSp>
          <p:nvGrpSpPr>
            <p:cNvPr id="54" name="Graphic 18">
              <a:extLst>
                <a:ext uri="{FF2B5EF4-FFF2-40B4-BE49-F238E27FC236}">
                  <a16:creationId xmlns:a16="http://schemas.microsoft.com/office/drawing/2014/main" id="{5B70990B-ECC8-2078-A136-C315976C2BA1}"/>
                </a:ext>
              </a:extLst>
            </p:cNvPr>
            <p:cNvGrpSpPr/>
            <p:nvPr/>
          </p:nvGrpSpPr>
          <p:grpSpPr>
            <a:xfrm>
              <a:off x="5924984" y="2171581"/>
              <a:ext cx="190192" cy="389096"/>
              <a:chOff x="5924984" y="2171581"/>
              <a:chExt cx="190192" cy="389096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943A1579-174F-1CED-B4B7-C2E5486FFC63}"/>
                  </a:ext>
                </a:extLst>
              </p:cNvPr>
              <p:cNvSpPr/>
              <p:nvPr/>
            </p:nvSpPr>
            <p:spPr>
              <a:xfrm>
                <a:off x="5950876" y="2171581"/>
                <a:ext cx="164300" cy="337661"/>
              </a:xfrm>
              <a:custGeom>
                <a:avLst/>
                <a:gdLst>
                  <a:gd name="csX0" fmla="*/ 164301 w 164300"/>
                  <a:gd name="csY0" fmla="*/ 0 h 337661"/>
                  <a:gd name="csX1" fmla="*/ 0 w 164300"/>
                  <a:gd name="csY1" fmla="*/ 337661 h 3376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4300" h="337661">
                    <a:moveTo>
                      <a:pt x="164301" y="0"/>
                    </a:moveTo>
                    <a:lnTo>
                      <a:pt x="0" y="337661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EBF39F6A-927C-2EBC-A3A8-9B6139F3F69F}"/>
                  </a:ext>
                </a:extLst>
              </p:cNvPr>
              <p:cNvSpPr/>
              <p:nvPr/>
            </p:nvSpPr>
            <p:spPr>
              <a:xfrm>
                <a:off x="5924984" y="2475524"/>
                <a:ext cx="68537" cy="85153"/>
              </a:xfrm>
              <a:custGeom>
                <a:avLst/>
                <a:gdLst>
                  <a:gd name="csX0" fmla="*/ 952 w 68537"/>
                  <a:gd name="csY0" fmla="*/ 85153 h 85153"/>
                  <a:gd name="csX1" fmla="*/ 0 w 68537"/>
                  <a:gd name="csY1" fmla="*/ 0 h 85153"/>
                  <a:gd name="csX2" fmla="*/ 25892 w 68537"/>
                  <a:gd name="csY2" fmla="*/ 33718 h 85153"/>
                  <a:gd name="csX3" fmla="*/ 68538 w 68537"/>
                  <a:gd name="csY3" fmla="*/ 33338 h 851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37" h="85153">
                    <a:moveTo>
                      <a:pt x="952" y="85153"/>
                    </a:moveTo>
                    <a:lnTo>
                      <a:pt x="0" y="0"/>
                    </a:lnTo>
                    <a:lnTo>
                      <a:pt x="25892" y="33718"/>
                    </a:lnTo>
                    <a:lnTo>
                      <a:pt x="68538" y="33338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7" name="Graphic 18">
              <a:extLst>
                <a:ext uri="{FF2B5EF4-FFF2-40B4-BE49-F238E27FC236}">
                  <a16:creationId xmlns:a16="http://schemas.microsoft.com/office/drawing/2014/main" id="{0CE79CD2-2960-4244-F657-398068EE22BD}"/>
                </a:ext>
              </a:extLst>
            </p:cNvPr>
            <p:cNvGrpSpPr/>
            <p:nvPr/>
          </p:nvGrpSpPr>
          <p:grpSpPr>
            <a:xfrm>
              <a:off x="6059395" y="1846398"/>
              <a:ext cx="380766" cy="381000"/>
              <a:chOff x="6059395" y="1846398"/>
              <a:chExt cx="380766" cy="381000"/>
            </a:xfrm>
            <a:solidFill>
              <a:srgbClr val="FFFFFF"/>
            </a:solidFill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CC84E116-3147-E797-2341-39DF056F08DE}"/>
                  </a:ext>
                </a:extLst>
              </p:cNvPr>
              <p:cNvSpPr/>
              <p:nvPr/>
            </p:nvSpPr>
            <p:spPr>
              <a:xfrm>
                <a:off x="6059395" y="18463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FC3691F5-38BB-6C8D-C324-EBC3563B06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8914" y="1936885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60" name="Graphic 18">
              <a:extLst>
                <a:ext uri="{FF2B5EF4-FFF2-40B4-BE49-F238E27FC236}">
                  <a16:creationId xmlns:a16="http://schemas.microsoft.com/office/drawing/2014/main" id="{17618C45-6329-75B2-90F9-00EE2C622309}"/>
                </a:ext>
              </a:extLst>
            </p:cNvPr>
            <p:cNvGrpSpPr/>
            <p:nvPr/>
          </p:nvGrpSpPr>
          <p:grpSpPr>
            <a:xfrm>
              <a:off x="6051208" y="2905006"/>
              <a:ext cx="377910" cy="180594"/>
              <a:chOff x="6051208" y="2905006"/>
              <a:chExt cx="377910" cy="180594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816038E7-8E2B-0AC7-AEF0-255BFC9A6F51}"/>
                  </a:ext>
                </a:extLst>
              </p:cNvPr>
              <p:cNvSpPr/>
              <p:nvPr/>
            </p:nvSpPr>
            <p:spPr>
              <a:xfrm>
                <a:off x="6051208" y="2905006"/>
                <a:ext cx="326221" cy="154304"/>
              </a:xfrm>
              <a:custGeom>
                <a:avLst/>
                <a:gdLst>
                  <a:gd name="csX0" fmla="*/ 0 w 326221"/>
                  <a:gd name="csY0" fmla="*/ 0 h 154304"/>
                  <a:gd name="csX1" fmla="*/ 326221 w 326221"/>
                  <a:gd name="csY1" fmla="*/ 154305 h 1543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26221" h="154304">
                    <a:moveTo>
                      <a:pt x="0" y="0"/>
                    </a:moveTo>
                    <a:lnTo>
                      <a:pt x="326221" y="154305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288AD76A-351E-24B9-A9E9-676F1A343D50}"/>
                  </a:ext>
                </a:extLst>
              </p:cNvPr>
              <p:cNvSpPr/>
              <p:nvPr/>
            </p:nvSpPr>
            <p:spPr>
              <a:xfrm>
                <a:off x="6343922" y="3016734"/>
                <a:ext cx="85196" cy="68865"/>
              </a:xfrm>
              <a:custGeom>
                <a:avLst/>
                <a:gdLst>
                  <a:gd name="csX0" fmla="*/ 85196 w 85196"/>
                  <a:gd name="csY0" fmla="*/ 66961 h 68865"/>
                  <a:gd name="csX1" fmla="*/ 0 w 85196"/>
                  <a:gd name="csY1" fmla="*/ 68866 h 68865"/>
                  <a:gd name="csX2" fmla="*/ 33507 w 85196"/>
                  <a:gd name="csY2" fmla="*/ 42577 h 68865"/>
                  <a:gd name="csX3" fmla="*/ 32555 w 85196"/>
                  <a:gd name="csY3" fmla="*/ 0 h 688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196" h="68865">
                    <a:moveTo>
                      <a:pt x="85196" y="66961"/>
                    </a:moveTo>
                    <a:lnTo>
                      <a:pt x="0" y="68866"/>
                    </a:lnTo>
                    <a:lnTo>
                      <a:pt x="33507" y="42577"/>
                    </a:lnTo>
                    <a:lnTo>
                      <a:pt x="325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3" name="Graphic 18">
              <a:extLst>
                <a:ext uri="{FF2B5EF4-FFF2-40B4-BE49-F238E27FC236}">
                  <a16:creationId xmlns:a16="http://schemas.microsoft.com/office/drawing/2014/main" id="{1FB76FF4-2371-574C-AD03-9DCB2AB29EC1}"/>
                </a:ext>
              </a:extLst>
            </p:cNvPr>
            <p:cNvGrpSpPr/>
            <p:nvPr/>
          </p:nvGrpSpPr>
          <p:grpSpPr>
            <a:xfrm>
              <a:off x="5726224" y="2579823"/>
              <a:ext cx="380766" cy="381000"/>
              <a:chOff x="5726224" y="2579823"/>
              <a:chExt cx="380766" cy="381000"/>
            </a:xfrm>
            <a:solidFill>
              <a:srgbClr val="FFFFFF"/>
            </a:solidFill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8CBBFD3-2EDD-77EC-9B25-5345CEC8307B}"/>
                  </a:ext>
                </a:extLst>
              </p:cNvPr>
              <p:cNvSpPr/>
              <p:nvPr/>
            </p:nvSpPr>
            <p:spPr>
              <a:xfrm>
                <a:off x="5726224" y="257982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229DA2B0-D82D-6D2D-5A52-4F9814EBE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5743" y="267031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66" name="Graphic 18">
              <a:extLst>
                <a:ext uri="{FF2B5EF4-FFF2-40B4-BE49-F238E27FC236}">
                  <a16:creationId xmlns:a16="http://schemas.microsoft.com/office/drawing/2014/main" id="{A37B6996-74C2-6CB8-FE22-FE270FC42457}"/>
                </a:ext>
              </a:extLst>
            </p:cNvPr>
            <p:cNvGrpSpPr/>
            <p:nvPr/>
          </p:nvGrpSpPr>
          <p:grpSpPr>
            <a:xfrm>
              <a:off x="6582948" y="3418023"/>
              <a:ext cx="75962" cy="464534"/>
              <a:chOff x="6582948" y="3418023"/>
              <a:chExt cx="75962" cy="464534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8A4AAEA7-E3A5-B626-EFDC-6A3238E4B9C5}"/>
                  </a:ext>
                </a:extLst>
              </p:cNvPr>
              <p:cNvSpPr/>
              <p:nvPr/>
            </p:nvSpPr>
            <p:spPr>
              <a:xfrm>
                <a:off x="6582948" y="3418023"/>
                <a:ext cx="39980" cy="407670"/>
              </a:xfrm>
              <a:custGeom>
                <a:avLst/>
                <a:gdLst>
                  <a:gd name="csX0" fmla="*/ 0 w 39980"/>
                  <a:gd name="csY0" fmla="*/ 0 h 407670"/>
                  <a:gd name="csX1" fmla="*/ 39980 w 39980"/>
                  <a:gd name="csY1" fmla="*/ 407670 h 4076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9980" h="407670">
                    <a:moveTo>
                      <a:pt x="0" y="0"/>
                    </a:moveTo>
                    <a:lnTo>
                      <a:pt x="39980" y="40767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D87F88D3-8C05-2A31-8D8C-EC9E315161E4}"/>
                  </a:ext>
                </a:extLst>
              </p:cNvPr>
              <p:cNvSpPr/>
              <p:nvPr/>
            </p:nvSpPr>
            <p:spPr>
              <a:xfrm>
                <a:off x="6583138" y="3803023"/>
                <a:ext cx="75772" cy="79533"/>
              </a:xfrm>
              <a:custGeom>
                <a:avLst/>
                <a:gdLst>
                  <a:gd name="csX0" fmla="*/ 45311 w 75772"/>
                  <a:gd name="csY0" fmla="*/ 79534 h 79533"/>
                  <a:gd name="csX1" fmla="*/ 0 w 75772"/>
                  <a:gd name="csY1" fmla="*/ 7429 h 79533"/>
                  <a:gd name="csX2" fmla="*/ 39790 w 75772"/>
                  <a:gd name="csY2" fmla="*/ 22670 h 79533"/>
                  <a:gd name="csX3" fmla="*/ 75772 w 75772"/>
                  <a:gd name="csY3" fmla="*/ 0 h 795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772" h="79533">
                    <a:moveTo>
                      <a:pt x="45311" y="79534"/>
                    </a:moveTo>
                    <a:lnTo>
                      <a:pt x="0" y="7429"/>
                    </a:lnTo>
                    <a:lnTo>
                      <a:pt x="39790" y="22670"/>
                    </a:lnTo>
                    <a:lnTo>
                      <a:pt x="757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0" name="Graphic 18">
              <a:extLst>
                <a:ext uri="{FF2B5EF4-FFF2-40B4-BE49-F238E27FC236}">
                  <a16:creationId xmlns:a16="http://schemas.microsoft.com/office/drawing/2014/main" id="{CA530E0D-6F38-1E44-8236-395513997C66}"/>
                </a:ext>
              </a:extLst>
            </p:cNvPr>
            <p:cNvGrpSpPr/>
            <p:nvPr/>
          </p:nvGrpSpPr>
          <p:grpSpPr>
            <a:xfrm>
              <a:off x="5954969" y="3362206"/>
              <a:ext cx="493377" cy="526065"/>
              <a:chOff x="5954969" y="3362206"/>
              <a:chExt cx="493377" cy="526065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F938F52C-A3EB-59E8-BF77-37BA0E958EF3}"/>
                  </a:ext>
                </a:extLst>
              </p:cNvPr>
              <p:cNvSpPr/>
              <p:nvPr/>
            </p:nvSpPr>
            <p:spPr>
              <a:xfrm>
                <a:off x="5994093" y="3362206"/>
                <a:ext cx="454253" cy="484346"/>
              </a:xfrm>
              <a:custGeom>
                <a:avLst/>
                <a:gdLst>
                  <a:gd name="csX0" fmla="*/ 454254 w 454253"/>
                  <a:gd name="csY0" fmla="*/ 0 h 484346"/>
                  <a:gd name="csX1" fmla="*/ 0 w 454253"/>
                  <a:gd name="csY1" fmla="*/ 484346 h 4843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4253" h="484346">
                    <a:moveTo>
                      <a:pt x="454254" y="0"/>
                    </a:moveTo>
                    <a:lnTo>
                      <a:pt x="0" y="484346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3ABD8DF0-0AF6-4090-FA5B-9CA8C2007B2D}"/>
                  </a:ext>
                </a:extLst>
              </p:cNvPr>
              <p:cNvSpPr/>
              <p:nvPr/>
            </p:nvSpPr>
            <p:spPr>
              <a:xfrm>
                <a:off x="5954969" y="3806643"/>
                <a:ext cx="79865" cy="81629"/>
              </a:xfrm>
              <a:custGeom>
                <a:avLst/>
                <a:gdLst>
                  <a:gd name="csX0" fmla="*/ 0 w 79865"/>
                  <a:gd name="csY0" fmla="*/ 81629 h 81629"/>
                  <a:gd name="csX1" fmla="*/ 24369 w 79865"/>
                  <a:gd name="csY1" fmla="*/ 0 h 81629"/>
                  <a:gd name="csX2" fmla="*/ 39124 w 79865"/>
                  <a:gd name="csY2" fmla="*/ 39910 h 81629"/>
                  <a:gd name="csX3" fmla="*/ 79866 w 79865"/>
                  <a:gd name="csY3" fmla="*/ 52102 h 816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865" h="81629">
                    <a:moveTo>
                      <a:pt x="0" y="81629"/>
                    </a:moveTo>
                    <a:lnTo>
                      <a:pt x="24369" y="0"/>
                    </a:lnTo>
                    <a:lnTo>
                      <a:pt x="39124" y="39910"/>
                    </a:lnTo>
                    <a:lnTo>
                      <a:pt x="79866" y="52102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3" name="Graphic 18">
              <a:extLst>
                <a:ext uri="{FF2B5EF4-FFF2-40B4-BE49-F238E27FC236}">
                  <a16:creationId xmlns:a16="http://schemas.microsoft.com/office/drawing/2014/main" id="{C7FF72A8-8534-5720-9AA6-4D2D1C7EBAB4}"/>
                </a:ext>
              </a:extLst>
            </p:cNvPr>
            <p:cNvGrpSpPr/>
            <p:nvPr/>
          </p:nvGrpSpPr>
          <p:grpSpPr>
            <a:xfrm>
              <a:off x="6392565" y="3037023"/>
              <a:ext cx="380766" cy="381000"/>
              <a:chOff x="6392565" y="3037023"/>
              <a:chExt cx="380766" cy="381000"/>
            </a:xfrm>
            <a:solidFill>
              <a:srgbClr val="FFFFFF"/>
            </a:solidFill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3A187021-D30B-DC9D-32CC-39533A0F5F8A}"/>
                  </a:ext>
                </a:extLst>
              </p:cNvPr>
              <p:cNvSpPr/>
              <p:nvPr/>
            </p:nvSpPr>
            <p:spPr>
              <a:xfrm>
                <a:off x="6392565" y="303702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1F094D0E-8BB1-220B-9747-57276A7648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2084" y="312751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96" name="Graphic 18">
              <a:extLst>
                <a:ext uri="{FF2B5EF4-FFF2-40B4-BE49-F238E27FC236}">
                  <a16:creationId xmlns:a16="http://schemas.microsoft.com/office/drawing/2014/main" id="{C6C9F2A5-54D6-61DA-B3E3-A3FBA9966FA2}"/>
                </a:ext>
              </a:extLst>
            </p:cNvPr>
            <p:cNvGrpSpPr/>
            <p:nvPr/>
          </p:nvGrpSpPr>
          <p:grpSpPr>
            <a:xfrm>
              <a:off x="6384378" y="2171581"/>
              <a:ext cx="213895" cy="844677"/>
              <a:chOff x="6384378" y="2171581"/>
              <a:chExt cx="213895" cy="844677"/>
            </a:xfrm>
          </p:grpSpPr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EF316290-EFA1-88E4-EC97-BF9E8B776BA3}"/>
                  </a:ext>
                </a:extLst>
              </p:cNvPr>
              <p:cNvSpPr/>
              <p:nvPr/>
            </p:nvSpPr>
            <p:spPr>
              <a:xfrm>
                <a:off x="6384378" y="2171581"/>
                <a:ext cx="181054" cy="788955"/>
              </a:xfrm>
              <a:custGeom>
                <a:avLst/>
                <a:gdLst>
                  <a:gd name="csX0" fmla="*/ 0 w 181054"/>
                  <a:gd name="csY0" fmla="*/ 0 h 788955"/>
                  <a:gd name="csX1" fmla="*/ 181054 w 181054"/>
                  <a:gd name="csY1" fmla="*/ 788956 h 788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1054" h="788955">
                    <a:moveTo>
                      <a:pt x="0" y="0"/>
                    </a:moveTo>
                    <a:lnTo>
                      <a:pt x="181054" y="788956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762BA801-2090-8014-4CE0-49B3E7754DC5}"/>
                  </a:ext>
                </a:extLst>
              </p:cNvPr>
              <p:cNvSpPr/>
              <p:nvPr/>
            </p:nvSpPr>
            <p:spPr>
              <a:xfrm>
                <a:off x="6524024" y="2933486"/>
                <a:ext cx="74249" cy="82772"/>
              </a:xfrm>
              <a:custGeom>
                <a:avLst/>
                <a:gdLst>
                  <a:gd name="csX0" fmla="*/ 54164 w 74249"/>
                  <a:gd name="csY0" fmla="*/ 82772 h 82772"/>
                  <a:gd name="csX1" fmla="*/ 0 w 74249"/>
                  <a:gd name="csY1" fmla="*/ 17050 h 82772"/>
                  <a:gd name="csX2" fmla="*/ 41408 w 74249"/>
                  <a:gd name="csY2" fmla="*/ 27051 h 82772"/>
                  <a:gd name="csX3" fmla="*/ 74249 w 74249"/>
                  <a:gd name="csY3" fmla="*/ 0 h 827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249" h="82772">
                    <a:moveTo>
                      <a:pt x="54164" y="82772"/>
                    </a:moveTo>
                    <a:lnTo>
                      <a:pt x="0" y="17050"/>
                    </a:lnTo>
                    <a:lnTo>
                      <a:pt x="41408" y="27051"/>
                    </a:lnTo>
                    <a:lnTo>
                      <a:pt x="742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9" name="Graphic 18">
              <a:extLst>
                <a:ext uri="{FF2B5EF4-FFF2-40B4-BE49-F238E27FC236}">
                  <a16:creationId xmlns:a16="http://schemas.microsoft.com/office/drawing/2014/main" id="{4E9E748D-A26F-2D3F-20E8-02BEF5FFA159}"/>
                </a:ext>
              </a:extLst>
            </p:cNvPr>
            <p:cNvGrpSpPr/>
            <p:nvPr/>
          </p:nvGrpSpPr>
          <p:grpSpPr>
            <a:xfrm>
              <a:off x="5835885" y="2960823"/>
              <a:ext cx="80722" cy="921734"/>
              <a:chOff x="5835885" y="2960823"/>
              <a:chExt cx="80722" cy="921734"/>
            </a:xfrm>
          </p:grpSpPr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57F07B92-0175-739D-6D14-B6A839183AED}"/>
                  </a:ext>
                </a:extLst>
              </p:cNvPr>
              <p:cNvSpPr/>
              <p:nvPr/>
            </p:nvSpPr>
            <p:spPr>
              <a:xfrm>
                <a:off x="5873010" y="2960823"/>
                <a:ext cx="43597" cy="864584"/>
              </a:xfrm>
              <a:custGeom>
                <a:avLst/>
                <a:gdLst>
                  <a:gd name="csX0" fmla="*/ 43598 w 43597"/>
                  <a:gd name="csY0" fmla="*/ 0 h 864584"/>
                  <a:gd name="csX1" fmla="*/ 0 w 43597"/>
                  <a:gd name="csY1" fmla="*/ 864584 h 8645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597" h="864584">
                    <a:moveTo>
                      <a:pt x="43598" y="0"/>
                    </a:moveTo>
                    <a:lnTo>
                      <a:pt x="0" y="86458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C25F4A2F-9532-5B36-1721-584CCB548749}"/>
                  </a:ext>
                </a:extLst>
              </p:cNvPr>
              <p:cNvSpPr/>
              <p:nvPr/>
            </p:nvSpPr>
            <p:spPr>
              <a:xfrm>
                <a:off x="5835885" y="3804547"/>
                <a:ext cx="76058" cy="78009"/>
              </a:xfrm>
              <a:custGeom>
                <a:avLst/>
                <a:gdLst>
                  <a:gd name="csX0" fmla="*/ 34174 w 76058"/>
                  <a:gd name="csY0" fmla="*/ 78010 h 78009"/>
                  <a:gd name="csX1" fmla="*/ 0 w 76058"/>
                  <a:gd name="csY1" fmla="*/ 0 h 78009"/>
                  <a:gd name="csX2" fmla="*/ 37125 w 76058"/>
                  <a:gd name="csY2" fmla="*/ 20860 h 78009"/>
                  <a:gd name="csX3" fmla="*/ 76058 w 76058"/>
                  <a:gd name="csY3" fmla="*/ 3810 h 78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58" h="78009">
                    <a:moveTo>
                      <a:pt x="34174" y="78010"/>
                    </a:moveTo>
                    <a:lnTo>
                      <a:pt x="0" y="0"/>
                    </a:lnTo>
                    <a:lnTo>
                      <a:pt x="37125" y="20860"/>
                    </a:lnTo>
                    <a:lnTo>
                      <a:pt x="76058" y="381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5" name="Graphic 18">
              <a:extLst>
                <a:ext uri="{FF2B5EF4-FFF2-40B4-BE49-F238E27FC236}">
                  <a16:creationId xmlns:a16="http://schemas.microsoft.com/office/drawing/2014/main" id="{2D37C854-5A7A-054D-4F64-8BF9BF70B29D}"/>
                </a:ext>
              </a:extLst>
            </p:cNvPr>
            <p:cNvGrpSpPr/>
            <p:nvPr/>
          </p:nvGrpSpPr>
          <p:grpSpPr>
            <a:xfrm>
              <a:off x="5726224" y="3903798"/>
              <a:ext cx="285574" cy="290512"/>
              <a:chOff x="5726224" y="3903798"/>
              <a:chExt cx="285574" cy="290512"/>
            </a:xfrm>
            <a:solidFill>
              <a:srgbClr val="FFFFFF"/>
            </a:solidFill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67CAE3EB-6A3D-24E3-97D9-58DFD4B168B5}"/>
                  </a:ext>
                </a:extLst>
              </p:cNvPr>
              <p:cNvSpPr/>
              <p:nvPr/>
            </p:nvSpPr>
            <p:spPr>
              <a:xfrm>
                <a:off x="5726224" y="3903798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5223D6D7-C7D8-5193-6F3C-B5822255BD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5743" y="3937135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08" name="Graphic 18">
              <a:extLst>
                <a:ext uri="{FF2B5EF4-FFF2-40B4-BE49-F238E27FC236}">
                  <a16:creationId xmlns:a16="http://schemas.microsoft.com/office/drawing/2014/main" id="{11F7F71E-1284-9961-15A2-5C9AAA679BED}"/>
                </a:ext>
              </a:extLst>
            </p:cNvPr>
            <p:cNvGrpSpPr/>
            <p:nvPr/>
          </p:nvGrpSpPr>
          <p:grpSpPr>
            <a:xfrm>
              <a:off x="6487756" y="3903798"/>
              <a:ext cx="285574" cy="290512"/>
              <a:chOff x="6487756" y="3903798"/>
              <a:chExt cx="285574" cy="290512"/>
            </a:xfrm>
            <a:solidFill>
              <a:srgbClr val="FFFFFF"/>
            </a:solidFill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4BE8357B-5612-DFA5-07AB-B7A59A1068D2}"/>
                  </a:ext>
                </a:extLst>
              </p:cNvPr>
              <p:cNvSpPr/>
              <p:nvPr/>
            </p:nvSpPr>
            <p:spPr>
              <a:xfrm>
                <a:off x="6487756" y="3903798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9C7DD811-11E7-AB2E-BAC6-9F3D35E0C0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97276" y="3937135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00A72DF5-D440-FBF7-CE39-03A7B46FB886}"/>
              </a:ext>
            </a:extLst>
          </p:cNvPr>
          <p:cNvGrpSpPr/>
          <p:nvPr/>
        </p:nvGrpSpPr>
        <p:grpSpPr>
          <a:xfrm>
            <a:off x="6858048" y="2571446"/>
            <a:ext cx="2627285" cy="2131313"/>
            <a:chOff x="7953706" y="1951173"/>
            <a:chExt cx="2627285" cy="2131313"/>
          </a:xfrm>
        </p:grpSpPr>
        <p:grpSp>
          <p:nvGrpSpPr>
            <p:cNvPr id="111" name="Graphic 18">
              <a:extLst>
                <a:ext uri="{FF2B5EF4-FFF2-40B4-BE49-F238E27FC236}">
                  <a16:creationId xmlns:a16="http://schemas.microsoft.com/office/drawing/2014/main" id="{00A4679D-7D6E-3781-0E6A-BC32F5A6768C}"/>
                </a:ext>
              </a:extLst>
            </p:cNvPr>
            <p:cNvGrpSpPr/>
            <p:nvPr/>
          </p:nvGrpSpPr>
          <p:grpSpPr>
            <a:xfrm>
              <a:off x="8191685" y="3418023"/>
              <a:ext cx="951915" cy="381000"/>
              <a:chOff x="8191685" y="3418023"/>
              <a:chExt cx="951915" cy="381000"/>
            </a:xfrm>
            <a:solidFill>
              <a:srgbClr val="DAE8FC"/>
            </a:solidFill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CF740BD-F7CD-EDBD-B24E-3454C800426E}"/>
                  </a:ext>
                </a:extLst>
              </p:cNvPr>
              <p:cNvSpPr/>
              <p:nvPr/>
            </p:nvSpPr>
            <p:spPr>
              <a:xfrm>
                <a:off x="8191685" y="341802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B950107B-94FC-3046-91CC-952035CC23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01204" y="349898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F62C4E0-D94A-4D8C-61EA-EBD0FD004750}"/>
                </a:ext>
              </a:extLst>
            </p:cNvPr>
            <p:cNvSpPr/>
            <p:nvPr/>
          </p:nvSpPr>
          <p:spPr>
            <a:xfrm>
              <a:off x="9153119" y="3408498"/>
              <a:ext cx="856723" cy="38100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17" name="Graphic 18">
              <a:extLst>
                <a:ext uri="{FF2B5EF4-FFF2-40B4-BE49-F238E27FC236}">
                  <a16:creationId xmlns:a16="http://schemas.microsoft.com/office/drawing/2014/main" id="{B11032C8-C300-4577-0F32-0C96D7ED8FB5}"/>
                </a:ext>
              </a:extLst>
            </p:cNvPr>
            <p:cNvGrpSpPr/>
            <p:nvPr/>
          </p:nvGrpSpPr>
          <p:grpSpPr>
            <a:xfrm>
              <a:off x="8924660" y="3017973"/>
              <a:ext cx="76153" cy="369188"/>
              <a:chOff x="8924660" y="3017973"/>
              <a:chExt cx="76153" cy="369188"/>
            </a:xfrm>
          </p:grpSpPr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7CC50225-2A08-6631-2564-1A431AFE0C2B}"/>
                  </a:ext>
                </a:extLst>
              </p:cNvPr>
              <p:cNvSpPr/>
              <p:nvPr/>
            </p:nvSpPr>
            <p:spPr>
              <a:xfrm>
                <a:off x="8962736" y="3017973"/>
                <a:ext cx="9519" cy="312038"/>
              </a:xfrm>
              <a:custGeom>
                <a:avLst/>
                <a:gdLst>
                  <a:gd name="csX0" fmla="*/ 0 w 9519"/>
                  <a:gd name="csY0" fmla="*/ 0 h 312038"/>
                  <a:gd name="csX1" fmla="*/ 0 w 9519"/>
                  <a:gd name="csY1" fmla="*/ 312039 h 312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8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9AEF159B-3600-242C-6776-3015E1CCD740}"/>
                  </a:ext>
                </a:extLst>
              </p:cNvPr>
              <p:cNvSpPr/>
              <p:nvPr/>
            </p:nvSpPr>
            <p:spPr>
              <a:xfrm>
                <a:off x="8924660" y="3310961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1" name="Graphic 18">
              <a:extLst>
                <a:ext uri="{FF2B5EF4-FFF2-40B4-BE49-F238E27FC236}">
                  <a16:creationId xmlns:a16="http://schemas.microsoft.com/office/drawing/2014/main" id="{18CE109E-EE91-BAEE-7379-090DBA3C7181}"/>
                </a:ext>
              </a:extLst>
            </p:cNvPr>
            <p:cNvGrpSpPr/>
            <p:nvPr/>
          </p:nvGrpSpPr>
          <p:grpSpPr>
            <a:xfrm>
              <a:off x="8762834" y="2646498"/>
              <a:ext cx="951915" cy="381000"/>
              <a:chOff x="8762834" y="2646498"/>
              <a:chExt cx="951915" cy="381000"/>
            </a:xfrm>
            <a:solidFill>
              <a:srgbClr val="DAE8FC"/>
            </a:solidFill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60D03940-FF74-981F-FD20-77F83F2E48F5}"/>
                  </a:ext>
                </a:extLst>
              </p:cNvPr>
              <p:cNvSpPr/>
              <p:nvPr/>
            </p:nvSpPr>
            <p:spPr>
              <a:xfrm>
                <a:off x="8762834" y="26464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462D9AAA-F2A6-B700-208A-02710AEB49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72353" y="27274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24" name="Graphic 18">
              <a:extLst>
                <a:ext uri="{FF2B5EF4-FFF2-40B4-BE49-F238E27FC236}">
                  <a16:creationId xmlns:a16="http://schemas.microsoft.com/office/drawing/2014/main" id="{64F31F7A-54E1-7F6E-CA29-99985E742213}"/>
                </a:ext>
              </a:extLst>
            </p:cNvPr>
            <p:cNvGrpSpPr/>
            <p:nvPr/>
          </p:nvGrpSpPr>
          <p:grpSpPr>
            <a:xfrm>
              <a:off x="8629566" y="3799023"/>
              <a:ext cx="76153" cy="283463"/>
              <a:chOff x="8629566" y="3799023"/>
              <a:chExt cx="76153" cy="283463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9434B277-BE06-5C90-E5D6-B04D25C527EE}"/>
                  </a:ext>
                </a:extLst>
              </p:cNvPr>
              <p:cNvSpPr/>
              <p:nvPr/>
            </p:nvSpPr>
            <p:spPr>
              <a:xfrm>
                <a:off x="8667642" y="3799023"/>
                <a:ext cx="9519" cy="226313"/>
              </a:xfrm>
              <a:custGeom>
                <a:avLst/>
                <a:gdLst>
                  <a:gd name="csX0" fmla="*/ 0 w 9519"/>
                  <a:gd name="csY0" fmla="*/ 0 h 226313"/>
                  <a:gd name="csX1" fmla="*/ 0 w 9519"/>
                  <a:gd name="csY1" fmla="*/ 226314 h 2263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3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B8933EEA-73BD-B0A7-AD17-3EAD9EC9FF46}"/>
                  </a:ext>
                </a:extLst>
              </p:cNvPr>
              <p:cNvSpPr/>
              <p:nvPr/>
            </p:nvSpPr>
            <p:spPr>
              <a:xfrm>
                <a:off x="8629566" y="4006286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7" name="Graphic 18">
              <a:extLst>
                <a:ext uri="{FF2B5EF4-FFF2-40B4-BE49-F238E27FC236}">
                  <a16:creationId xmlns:a16="http://schemas.microsoft.com/office/drawing/2014/main" id="{8C6A5ACF-2DDB-AE39-C23A-044DAB704F62}"/>
                </a:ext>
              </a:extLst>
            </p:cNvPr>
            <p:cNvGrpSpPr/>
            <p:nvPr/>
          </p:nvGrpSpPr>
          <p:grpSpPr>
            <a:xfrm>
              <a:off x="9174442" y="3575185"/>
              <a:ext cx="264251" cy="76200"/>
              <a:chOff x="9174442" y="3575185"/>
              <a:chExt cx="264251" cy="76200"/>
            </a:xfrm>
          </p:grpSpPr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9761EA8E-3E19-9639-7696-4E588B6ADF6A}"/>
                  </a:ext>
                </a:extLst>
              </p:cNvPr>
              <p:cNvSpPr/>
              <p:nvPr/>
            </p:nvSpPr>
            <p:spPr>
              <a:xfrm>
                <a:off x="9231557" y="361328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C055E1F4-07A8-BB06-3F6E-634A30FEDC1C}"/>
                  </a:ext>
                </a:extLst>
              </p:cNvPr>
              <p:cNvSpPr/>
              <p:nvPr/>
            </p:nvSpPr>
            <p:spPr>
              <a:xfrm>
                <a:off x="9174442" y="357518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0" name="Graphic 18">
              <a:extLst>
                <a:ext uri="{FF2B5EF4-FFF2-40B4-BE49-F238E27FC236}">
                  <a16:creationId xmlns:a16="http://schemas.microsoft.com/office/drawing/2014/main" id="{82B64ACC-F815-5CE4-12B3-988E68AB1901}"/>
                </a:ext>
              </a:extLst>
            </p:cNvPr>
            <p:cNvGrpSpPr/>
            <p:nvPr/>
          </p:nvGrpSpPr>
          <p:grpSpPr>
            <a:xfrm>
              <a:off x="8106012" y="3160848"/>
              <a:ext cx="285574" cy="285750"/>
              <a:chOff x="8106012" y="3160848"/>
              <a:chExt cx="285574" cy="285750"/>
            </a:xfrm>
            <a:noFill/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841B7023-51B2-C449-D113-8DB02B6729F6}"/>
                  </a:ext>
                </a:extLst>
              </p:cNvPr>
              <p:cNvSpPr/>
              <p:nvPr/>
            </p:nvSpPr>
            <p:spPr>
              <a:xfrm>
                <a:off x="8106012" y="316084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3518B9DC-7A5A-386F-595C-8DFB0EDF22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1204" y="321799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3" name="Graphic 18">
              <a:extLst>
                <a:ext uri="{FF2B5EF4-FFF2-40B4-BE49-F238E27FC236}">
                  <a16:creationId xmlns:a16="http://schemas.microsoft.com/office/drawing/2014/main" id="{AA1B2DDB-D696-E2EA-5B70-4CF7473EA45A}"/>
                </a:ext>
              </a:extLst>
            </p:cNvPr>
            <p:cNvGrpSpPr/>
            <p:nvPr/>
          </p:nvGrpSpPr>
          <p:grpSpPr>
            <a:xfrm>
              <a:off x="8343991" y="3037023"/>
              <a:ext cx="76153" cy="350138"/>
              <a:chOff x="8343991" y="3037023"/>
              <a:chExt cx="76153" cy="350138"/>
            </a:xfrm>
          </p:grpSpPr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859B122E-8BA3-FEB7-E622-32B4A04DAD0F}"/>
                  </a:ext>
                </a:extLst>
              </p:cNvPr>
              <p:cNvSpPr/>
              <p:nvPr/>
            </p:nvSpPr>
            <p:spPr>
              <a:xfrm>
                <a:off x="8382068" y="3037023"/>
                <a:ext cx="9519" cy="292988"/>
              </a:xfrm>
              <a:custGeom>
                <a:avLst/>
                <a:gdLst>
                  <a:gd name="csX0" fmla="*/ 0 w 9519"/>
                  <a:gd name="csY0" fmla="*/ 0 h 292988"/>
                  <a:gd name="csX1" fmla="*/ 0 w 9519"/>
                  <a:gd name="csY1" fmla="*/ 292989 h 2929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8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F98BE8E0-AB66-2A74-E901-B716E28C6A1A}"/>
                  </a:ext>
                </a:extLst>
              </p:cNvPr>
              <p:cNvSpPr/>
              <p:nvPr/>
            </p:nvSpPr>
            <p:spPr>
              <a:xfrm>
                <a:off x="8343991" y="3310961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6" name="Graphic 18">
              <a:extLst>
                <a:ext uri="{FF2B5EF4-FFF2-40B4-BE49-F238E27FC236}">
                  <a16:creationId xmlns:a16="http://schemas.microsoft.com/office/drawing/2014/main" id="{CAA06334-7CA6-AB8C-7826-40FB34F465FB}"/>
                </a:ext>
              </a:extLst>
            </p:cNvPr>
            <p:cNvGrpSpPr/>
            <p:nvPr/>
          </p:nvGrpSpPr>
          <p:grpSpPr>
            <a:xfrm>
              <a:off x="8934179" y="3160848"/>
              <a:ext cx="285574" cy="285750"/>
              <a:chOff x="8934179" y="3160848"/>
              <a:chExt cx="285574" cy="285750"/>
            </a:xfrm>
            <a:noFill/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E6FE859-9D0A-2A29-E4B6-5D7D4A574471}"/>
                  </a:ext>
                </a:extLst>
              </p:cNvPr>
              <p:cNvSpPr/>
              <p:nvPr/>
            </p:nvSpPr>
            <p:spPr>
              <a:xfrm>
                <a:off x="8934179" y="316084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8" name="Picture 137">
                <a:extLst>
                  <a:ext uri="{FF2B5EF4-FFF2-40B4-BE49-F238E27FC236}">
                    <a16:creationId xmlns:a16="http://schemas.microsoft.com/office/drawing/2014/main" id="{20A6D0C0-FFF6-C440-7E95-B9B976BDCF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34130" y="321799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9" name="Graphic 18">
              <a:extLst>
                <a:ext uri="{FF2B5EF4-FFF2-40B4-BE49-F238E27FC236}">
                  <a16:creationId xmlns:a16="http://schemas.microsoft.com/office/drawing/2014/main" id="{4743F6DB-2E39-226B-2DFA-3DF9CA17654B}"/>
                </a:ext>
              </a:extLst>
            </p:cNvPr>
            <p:cNvGrpSpPr/>
            <p:nvPr/>
          </p:nvGrpSpPr>
          <p:grpSpPr>
            <a:xfrm>
              <a:off x="9495809" y="2246448"/>
              <a:ext cx="76153" cy="369189"/>
              <a:chOff x="9495809" y="2246448"/>
              <a:chExt cx="76153" cy="369189"/>
            </a:xfrm>
          </p:grpSpPr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D1B03C53-4BC1-E7E8-315F-8D8BA3DCAC43}"/>
                  </a:ext>
                </a:extLst>
              </p:cNvPr>
              <p:cNvSpPr/>
              <p:nvPr/>
            </p:nvSpPr>
            <p:spPr>
              <a:xfrm>
                <a:off x="9533885" y="22464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6E19B8F1-20F2-6820-3368-503C8C80A2D2}"/>
                  </a:ext>
                </a:extLst>
              </p:cNvPr>
              <p:cNvSpPr/>
              <p:nvPr/>
            </p:nvSpPr>
            <p:spPr>
              <a:xfrm>
                <a:off x="9495809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2" name="Graphic 18">
              <a:extLst>
                <a:ext uri="{FF2B5EF4-FFF2-40B4-BE49-F238E27FC236}">
                  <a16:creationId xmlns:a16="http://schemas.microsoft.com/office/drawing/2014/main" id="{F1F4CF3C-87CD-FC72-3DFC-9F2505249DCB}"/>
                </a:ext>
              </a:extLst>
            </p:cNvPr>
            <p:cNvGrpSpPr/>
            <p:nvPr/>
          </p:nvGrpSpPr>
          <p:grpSpPr>
            <a:xfrm>
              <a:off x="9745591" y="2803660"/>
              <a:ext cx="264251" cy="76200"/>
              <a:chOff x="9745591" y="2803660"/>
              <a:chExt cx="264251" cy="76200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26DA206B-B842-2F66-B3D1-3AD0EF5D432E}"/>
                  </a:ext>
                </a:extLst>
              </p:cNvPr>
              <p:cNvSpPr/>
              <p:nvPr/>
            </p:nvSpPr>
            <p:spPr>
              <a:xfrm>
                <a:off x="9802706" y="28417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DA1AF011-FC71-24DB-F870-240D35920E07}"/>
                  </a:ext>
                </a:extLst>
              </p:cNvPr>
              <p:cNvSpPr/>
              <p:nvPr/>
            </p:nvSpPr>
            <p:spPr>
              <a:xfrm>
                <a:off x="9745591" y="28036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0" name="Graphic 18">
              <a:extLst>
                <a:ext uri="{FF2B5EF4-FFF2-40B4-BE49-F238E27FC236}">
                  <a16:creationId xmlns:a16="http://schemas.microsoft.com/office/drawing/2014/main" id="{3705BA48-8166-40CF-BAD4-FA1757B452C6}"/>
                </a:ext>
              </a:extLst>
            </p:cNvPr>
            <p:cNvGrpSpPr/>
            <p:nvPr/>
          </p:nvGrpSpPr>
          <p:grpSpPr>
            <a:xfrm>
              <a:off x="8677162" y="2389323"/>
              <a:ext cx="285574" cy="285750"/>
              <a:chOff x="8677162" y="2389323"/>
              <a:chExt cx="285574" cy="285750"/>
            </a:xfrm>
            <a:noFill/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E05C3E44-B458-2B36-3E55-CE690E51CF19}"/>
                  </a:ext>
                </a:extLst>
              </p:cNvPr>
              <p:cNvSpPr/>
              <p:nvPr/>
            </p:nvSpPr>
            <p:spPr>
              <a:xfrm>
                <a:off x="8677162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23CD8C34-CA4F-834F-C78C-49A4E3755D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72353" y="24464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8">
              <a:extLst>
                <a:ext uri="{FF2B5EF4-FFF2-40B4-BE49-F238E27FC236}">
                  <a16:creationId xmlns:a16="http://schemas.microsoft.com/office/drawing/2014/main" id="{071B1B13-4DA5-CB62-C010-CB4BBC19FF3F}"/>
                </a:ext>
              </a:extLst>
            </p:cNvPr>
            <p:cNvGrpSpPr/>
            <p:nvPr/>
          </p:nvGrpSpPr>
          <p:grpSpPr>
            <a:xfrm>
              <a:off x="8915140" y="2265498"/>
              <a:ext cx="76153" cy="350139"/>
              <a:chOff x="8915140" y="2265498"/>
              <a:chExt cx="76153" cy="350139"/>
            </a:xfrm>
          </p:grpSpPr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448E3E81-0808-9B25-C871-676E652813A1}"/>
                  </a:ext>
                </a:extLst>
              </p:cNvPr>
              <p:cNvSpPr/>
              <p:nvPr/>
            </p:nvSpPr>
            <p:spPr>
              <a:xfrm>
                <a:off x="8953217" y="22654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C72BF3DC-F9C3-9111-4AA4-42AA4D433E93}"/>
                  </a:ext>
                </a:extLst>
              </p:cNvPr>
              <p:cNvSpPr/>
              <p:nvPr/>
            </p:nvSpPr>
            <p:spPr>
              <a:xfrm>
                <a:off x="8915140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8" name="Graphic 18">
              <a:extLst>
                <a:ext uri="{FF2B5EF4-FFF2-40B4-BE49-F238E27FC236}">
                  <a16:creationId xmlns:a16="http://schemas.microsoft.com/office/drawing/2014/main" id="{5D70D2D6-7269-4045-A932-ED74C4E64DA7}"/>
                </a:ext>
              </a:extLst>
            </p:cNvPr>
            <p:cNvGrpSpPr/>
            <p:nvPr/>
          </p:nvGrpSpPr>
          <p:grpSpPr>
            <a:xfrm>
              <a:off x="9505328" y="2389323"/>
              <a:ext cx="285574" cy="285750"/>
              <a:chOff x="9505328" y="2389323"/>
              <a:chExt cx="285574" cy="285750"/>
            </a:xfrm>
            <a:noFill/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CBCFEDD2-0411-D635-2EAE-B946C551CD21}"/>
                  </a:ext>
                </a:extLst>
              </p:cNvPr>
              <p:cNvSpPr/>
              <p:nvPr/>
            </p:nvSpPr>
            <p:spPr>
              <a:xfrm>
                <a:off x="9505328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DE2551CA-F108-33D9-658E-5EB3BDAA8C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05279" y="24464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71" name="Graphic 18">
              <a:extLst>
                <a:ext uri="{FF2B5EF4-FFF2-40B4-BE49-F238E27FC236}">
                  <a16:creationId xmlns:a16="http://schemas.microsoft.com/office/drawing/2014/main" id="{12AD646A-CE0D-1075-FACA-814E886869D6}"/>
                </a:ext>
              </a:extLst>
            </p:cNvPr>
            <p:cNvGrpSpPr/>
            <p:nvPr/>
          </p:nvGrpSpPr>
          <p:grpSpPr>
            <a:xfrm>
              <a:off x="7953706" y="2713173"/>
              <a:ext cx="856723" cy="390525"/>
              <a:chOff x="7953706" y="2713173"/>
              <a:chExt cx="856723" cy="390525"/>
            </a:xfrm>
            <a:noFill/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20D233A2-347C-46A4-FAA8-3912EA54C5EA}"/>
                  </a:ext>
                </a:extLst>
              </p:cNvPr>
              <p:cNvSpPr/>
              <p:nvPr/>
            </p:nvSpPr>
            <p:spPr>
              <a:xfrm>
                <a:off x="7953706" y="2713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D0CF0D4F-9924-7F36-8B4D-B7F39960F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82117" y="2770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4" name="Graphic 18">
              <a:extLst>
                <a:ext uri="{FF2B5EF4-FFF2-40B4-BE49-F238E27FC236}">
                  <a16:creationId xmlns:a16="http://schemas.microsoft.com/office/drawing/2014/main" id="{6FBB3D1C-D567-8194-7840-201D4EC86FA0}"/>
                </a:ext>
              </a:extLst>
            </p:cNvPr>
            <p:cNvGrpSpPr/>
            <p:nvPr/>
          </p:nvGrpSpPr>
          <p:grpSpPr>
            <a:xfrm>
              <a:off x="9724268" y="2627448"/>
              <a:ext cx="856723" cy="390525"/>
              <a:chOff x="9724268" y="2627448"/>
              <a:chExt cx="856723" cy="390525"/>
            </a:xfrm>
            <a:noFill/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15EABD6F-F324-D64D-C18D-C8BE64FAB290}"/>
                  </a:ext>
                </a:extLst>
              </p:cNvPr>
              <p:cNvSpPr/>
              <p:nvPr/>
            </p:nvSpPr>
            <p:spPr>
              <a:xfrm>
                <a:off x="9724268" y="26274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42549115-E633-7ECB-48E5-10CED60817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52679" y="26845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8">
              <a:extLst>
                <a:ext uri="{FF2B5EF4-FFF2-40B4-BE49-F238E27FC236}">
                  <a16:creationId xmlns:a16="http://schemas.microsoft.com/office/drawing/2014/main" id="{EF41E91D-0B3E-0CE0-56FC-3339B6C5A925}"/>
                </a:ext>
              </a:extLst>
            </p:cNvPr>
            <p:cNvGrpSpPr/>
            <p:nvPr/>
          </p:nvGrpSpPr>
          <p:grpSpPr>
            <a:xfrm>
              <a:off x="8524855" y="1951173"/>
              <a:ext cx="856723" cy="390525"/>
              <a:chOff x="8524855" y="1951173"/>
              <a:chExt cx="856723" cy="390525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A3204D47-F12C-34F1-9272-1F87810A24F6}"/>
                  </a:ext>
                </a:extLst>
              </p:cNvPr>
              <p:cNvSpPr/>
              <p:nvPr/>
            </p:nvSpPr>
            <p:spPr>
              <a:xfrm>
                <a:off x="8524855" y="1951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E8096E38-8878-71C9-A533-D37F9443D4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53266" y="2008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6" name="Picture 355">
              <a:extLst>
                <a:ext uri="{FF2B5EF4-FFF2-40B4-BE49-F238E27FC236}">
                  <a16:creationId xmlns:a16="http://schemas.microsoft.com/office/drawing/2014/main" id="{7936B973-F694-D94D-31CB-F7B0B33EE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486326" y="2014848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sp>
        <p:nvSpPr>
          <p:cNvPr id="371" name="Freeform 370">
            <a:extLst>
              <a:ext uri="{FF2B5EF4-FFF2-40B4-BE49-F238E27FC236}">
                <a16:creationId xmlns:a16="http://schemas.microsoft.com/office/drawing/2014/main" id="{B33953A5-CEF5-8673-B49F-0C28428B76D3}"/>
              </a:ext>
            </a:extLst>
          </p:cNvPr>
          <p:cNvSpPr/>
          <p:nvPr/>
        </p:nvSpPr>
        <p:spPr>
          <a:xfrm>
            <a:off x="3142034" y="2782111"/>
            <a:ext cx="758757" cy="1964987"/>
          </a:xfrm>
          <a:custGeom>
            <a:avLst/>
            <a:gdLst>
              <a:gd name="csX0" fmla="*/ 437745 w 758757"/>
              <a:gd name="csY0" fmla="*/ 0 h 1964987"/>
              <a:gd name="csX1" fmla="*/ 398834 w 758757"/>
              <a:gd name="csY1" fmla="*/ 87549 h 1964987"/>
              <a:gd name="csX2" fmla="*/ 379379 w 758757"/>
              <a:gd name="csY2" fmla="*/ 116732 h 1964987"/>
              <a:gd name="csX3" fmla="*/ 340468 w 758757"/>
              <a:gd name="csY3" fmla="*/ 194553 h 1964987"/>
              <a:gd name="csX4" fmla="*/ 301557 w 758757"/>
              <a:gd name="csY4" fmla="*/ 252919 h 1964987"/>
              <a:gd name="csX5" fmla="*/ 262647 w 758757"/>
              <a:gd name="csY5" fmla="*/ 321012 h 1964987"/>
              <a:gd name="csX6" fmla="*/ 223736 w 758757"/>
              <a:gd name="csY6" fmla="*/ 398834 h 1964987"/>
              <a:gd name="csX7" fmla="*/ 204281 w 758757"/>
              <a:gd name="csY7" fmla="*/ 457200 h 1964987"/>
              <a:gd name="csX8" fmla="*/ 175098 w 758757"/>
              <a:gd name="csY8" fmla="*/ 515566 h 1964987"/>
              <a:gd name="csX9" fmla="*/ 155643 w 758757"/>
              <a:gd name="csY9" fmla="*/ 544749 h 1964987"/>
              <a:gd name="csX10" fmla="*/ 136187 w 758757"/>
              <a:gd name="csY10" fmla="*/ 583659 h 1964987"/>
              <a:gd name="csX11" fmla="*/ 116732 w 758757"/>
              <a:gd name="csY11" fmla="*/ 603115 h 1964987"/>
              <a:gd name="csX12" fmla="*/ 97277 w 758757"/>
              <a:gd name="csY12" fmla="*/ 642025 h 1964987"/>
              <a:gd name="csX13" fmla="*/ 77821 w 758757"/>
              <a:gd name="csY13" fmla="*/ 671208 h 1964987"/>
              <a:gd name="csX14" fmla="*/ 68094 w 758757"/>
              <a:gd name="csY14" fmla="*/ 700391 h 1964987"/>
              <a:gd name="csX15" fmla="*/ 48638 w 758757"/>
              <a:gd name="csY15" fmla="*/ 719846 h 1964987"/>
              <a:gd name="csX16" fmla="*/ 68094 w 758757"/>
              <a:gd name="csY16" fmla="*/ 739302 h 1964987"/>
              <a:gd name="csX17" fmla="*/ 126460 w 758757"/>
              <a:gd name="csY17" fmla="*/ 758757 h 1964987"/>
              <a:gd name="csX18" fmla="*/ 252919 w 758757"/>
              <a:gd name="csY18" fmla="*/ 817123 h 1964987"/>
              <a:gd name="csX19" fmla="*/ 291830 w 758757"/>
              <a:gd name="csY19" fmla="*/ 836578 h 1964987"/>
              <a:gd name="csX20" fmla="*/ 369651 w 758757"/>
              <a:gd name="csY20" fmla="*/ 865761 h 1964987"/>
              <a:gd name="csX21" fmla="*/ 398834 w 758757"/>
              <a:gd name="csY21" fmla="*/ 875489 h 1964987"/>
              <a:gd name="csX22" fmla="*/ 447472 w 758757"/>
              <a:gd name="csY22" fmla="*/ 914400 h 1964987"/>
              <a:gd name="csX23" fmla="*/ 476655 w 758757"/>
              <a:gd name="csY23" fmla="*/ 933855 h 1964987"/>
              <a:gd name="csX24" fmla="*/ 496111 w 758757"/>
              <a:gd name="csY24" fmla="*/ 953310 h 1964987"/>
              <a:gd name="csX25" fmla="*/ 554477 w 758757"/>
              <a:gd name="csY25" fmla="*/ 992221 h 1964987"/>
              <a:gd name="csX26" fmla="*/ 642026 w 758757"/>
              <a:gd name="csY26" fmla="*/ 1050587 h 1964987"/>
              <a:gd name="csX27" fmla="*/ 729575 w 758757"/>
              <a:gd name="csY27" fmla="*/ 1089498 h 1964987"/>
              <a:gd name="csX28" fmla="*/ 758757 w 758757"/>
              <a:gd name="csY28" fmla="*/ 1099225 h 1964987"/>
              <a:gd name="csX29" fmla="*/ 680936 w 758757"/>
              <a:gd name="csY29" fmla="*/ 1167319 h 1964987"/>
              <a:gd name="csX30" fmla="*/ 642026 w 758757"/>
              <a:gd name="csY30" fmla="*/ 1206229 h 1964987"/>
              <a:gd name="csX31" fmla="*/ 612843 w 758757"/>
              <a:gd name="csY31" fmla="*/ 1235412 h 1964987"/>
              <a:gd name="csX32" fmla="*/ 593387 w 758757"/>
              <a:gd name="csY32" fmla="*/ 1264595 h 1964987"/>
              <a:gd name="csX33" fmla="*/ 496111 w 758757"/>
              <a:gd name="csY33" fmla="*/ 1352144 h 1964987"/>
              <a:gd name="csX34" fmla="*/ 437745 w 758757"/>
              <a:gd name="csY34" fmla="*/ 1410510 h 1964987"/>
              <a:gd name="csX35" fmla="*/ 408562 w 758757"/>
              <a:gd name="csY35" fmla="*/ 1439693 h 1964987"/>
              <a:gd name="csX36" fmla="*/ 389106 w 758757"/>
              <a:gd name="csY36" fmla="*/ 1468876 h 1964987"/>
              <a:gd name="csX37" fmla="*/ 359923 w 758757"/>
              <a:gd name="csY37" fmla="*/ 1488332 h 1964987"/>
              <a:gd name="csX38" fmla="*/ 340468 w 758757"/>
              <a:gd name="csY38" fmla="*/ 1517515 h 1964987"/>
              <a:gd name="csX39" fmla="*/ 272375 w 758757"/>
              <a:gd name="csY39" fmla="*/ 1585608 h 1964987"/>
              <a:gd name="csX40" fmla="*/ 243192 w 758757"/>
              <a:gd name="csY40" fmla="*/ 1624519 h 1964987"/>
              <a:gd name="csX41" fmla="*/ 194553 w 758757"/>
              <a:gd name="csY41" fmla="*/ 1673157 h 1964987"/>
              <a:gd name="csX42" fmla="*/ 165370 w 758757"/>
              <a:gd name="csY42" fmla="*/ 1712068 h 1964987"/>
              <a:gd name="csX43" fmla="*/ 107004 w 758757"/>
              <a:gd name="csY43" fmla="*/ 1770434 h 1964987"/>
              <a:gd name="csX44" fmla="*/ 48638 w 758757"/>
              <a:gd name="csY44" fmla="*/ 1857983 h 1964987"/>
              <a:gd name="csX45" fmla="*/ 29183 w 758757"/>
              <a:gd name="csY45" fmla="*/ 1887166 h 1964987"/>
              <a:gd name="csX46" fmla="*/ 0 w 758757"/>
              <a:gd name="csY46" fmla="*/ 1964987 h 19649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758757" h="1964987">
                <a:moveTo>
                  <a:pt x="437745" y="0"/>
                </a:moveTo>
                <a:cubicBezTo>
                  <a:pt x="423849" y="34738"/>
                  <a:pt x="417008" y="55744"/>
                  <a:pt x="398834" y="87549"/>
                </a:cubicBezTo>
                <a:cubicBezTo>
                  <a:pt x="393034" y="97700"/>
                  <a:pt x="384977" y="106468"/>
                  <a:pt x="379379" y="116732"/>
                </a:cubicBezTo>
                <a:cubicBezTo>
                  <a:pt x="365491" y="142193"/>
                  <a:pt x="356556" y="170422"/>
                  <a:pt x="340468" y="194553"/>
                </a:cubicBezTo>
                <a:cubicBezTo>
                  <a:pt x="327498" y="214008"/>
                  <a:pt x="312014" y="232005"/>
                  <a:pt x="301557" y="252919"/>
                </a:cubicBezTo>
                <a:cubicBezTo>
                  <a:pt x="276874" y="302286"/>
                  <a:pt x="290146" y="279763"/>
                  <a:pt x="262647" y="321012"/>
                </a:cubicBezTo>
                <a:cubicBezTo>
                  <a:pt x="237939" y="444550"/>
                  <a:pt x="274829" y="306865"/>
                  <a:pt x="223736" y="398834"/>
                </a:cubicBezTo>
                <a:cubicBezTo>
                  <a:pt x="213777" y="416761"/>
                  <a:pt x="215656" y="440136"/>
                  <a:pt x="204281" y="457200"/>
                </a:cubicBezTo>
                <a:cubicBezTo>
                  <a:pt x="148526" y="540834"/>
                  <a:pt x="215372" y="435018"/>
                  <a:pt x="175098" y="515566"/>
                </a:cubicBezTo>
                <a:cubicBezTo>
                  <a:pt x="169870" y="526023"/>
                  <a:pt x="161444" y="534598"/>
                  <a:pt x="155643" y="544749"/>
                </a:cubicBezTo>
                <a:cubicBezTo>
                  <a:pt x="148448" y="557339"/>
                  <a:pt x="144231" y="571593"/>
                  <a:pt x="136187" y="583659"/>
                </a:cubicBezTo>
                <a:cubicBezTo>
                  <a:pt x="131100" y="591290"/>
                  <a:pt x="121819" y="595484"/>
                  <a:pt x="116732" y="603115"/>
                </a:cubicBezTo>
                <a:cubicBezTo>
                  <a:pt x="108688" y="615181"/>
                  <a:pt x="104472" y="629435"/>
                  <a:pt x="97277" y="642025"/>
                </a:cubicBezTo>
                <a:cubicBezTo>
                  <a:pt x="91476" y="652176"/>
                  <a:pt x="84306" y="661480"/>
                  <a:pt x="77821" y="671208"/>
                </a:cubicBezTo>
                <a:cubicBezTo>
                  <a:pt x="74579" y="680936"/>
                  <a:pt x="73370" y="691598"/>
                  <a:pt x="68094" y="700391"/>
                </a:cubicBezTo>
                <a:cubicBezTo>
                  <a:pt x="63375" y="708255"/>
                  <a:pt x="48638" y="710675"/>
                  <a:pt x="48638" y="719846"/>
                </a:cubicBezTo>
                <a:cubicBezTo>
                  <a:pt x="48638" y="729018"/>
                  <a:pt x="59891" y="735200"/>
                  <a:pt x="68094" y="739302"/>
                </a:cubicBezTo>
                <a:cubicBezTo>
                  <a:pt x="86437" y="748473"/>
                  <a:pt x="107419" y="751141"/>
                  <a:pt x="126460" y="758757"/>
                </a:cubicBezTo>
                <a:cubicBezTo>
                  <a:pt x="202030" y="788985"/>
                  <a:pt x="159474" y="770400"/>
                  <a:pt x="252919" y="817123"/>
                </a:cubicBezTo>
                <a:cubicBezTo>
                  <a:pt x="265889" y="823608"/>
                  <a:pt x="277762" y="833061"/>
                  <a:pt x="291830" y="836578"/>
                </a:cubicBezTo>
                <a:cubicBezTo>
                  <a:pt x="363566" y="854513"/>
                  <a:pt x="298436" y="835240"/>
                  <a:pt x="369651" y="865761"/>
                </a:cubicBezTo>
                <a:cubicBezTo>
                  <a:pt x="379076" y="869800"/>
                  <a:pt x="389663" y="870903"/>
                  <a:pt x="398834" y="875489"/>
                </a:cubicBezTo>
                <a:cubicBezTo>
                  <a:pt x="438760" y="895452"/>
                  <a:pt x="417309" y="890269"/>
                  <a:pt x="447472" y="914400"/>
                </a:cubicBezTo>
                <a:cubicBezTo>
                  <a:pt x="456601" y="921703"/>
                  <a:pt x="467526" y="926552"/>
                  <a:pt x="476655" y="933855"/>
                </a:cubicBezTo>
                <a:cubicBezTo>
                  <a:pt x="483817" y="939584"/>
                  <a:pt x="488774" y="947807"/>
                  <a:pt x="496111" y="953310"/>
                </a:cubicBezTo>
                <a:cubicBezTo>
                  <a:pt x="514817" y="967339"/>
                  <a:pt x="535022" y="979251"/>
                  <a:pt x="554477" y="992221"/>
                </a:cubicBezTo>
                <a:lnTo>
                  <a:pt x="642026" y="1050587"/>
                </a:lnTo>
                <a:cubicBezTo>
                  <a:pt x="688272" y="1081417"/>
                  <a:pt x="660119" y="1066346"/>
                  <a:pt x="729575" y="1089498"/>
                </a:cubicBezTo>
                <a:lnTo>
                  <a:pt x="758757" y="1099225"/>
                </a:lnTo>
                <a:cubicBezTo>
                  <a:pt x="710497" y="1131399"/>
                  <a:pt x="737842" y="1110413"/>
                  <a:pt x="680936" y="1167319"/>
                </a:cubicBezTo>
                <a:lnTo>
                  <a:pt x="642026" y="1206229"/>
                </a:lnTo>
                <a:cubicBezTo>
                  <a:pt x="632298" y="1215957"/>
                  <a:pt x="620474" y="1223966"/>
                  <a:pt x="612843" y="1235412"/>
                </a:cubicBezTo>
                <a:cubicBezTo>
                  <a:pt x="606358" y="1245140"/>
                  <a:pt x="600996" y="1255718"/>
                  <a:pt x="593387" y="1264595"/>
                </a:cubicBezTo>
                <a:cubicBezTo>
                  <a:pt x="556949" y="1307106"/>
                  <a:pt x="540431" y="1311517"/>
                  <a:pt x="496111" y="1352144"/>
                </a:cubicBezTo>
                <a:cubicBezTo>
                  <a:pt x="475829" y="1370736"/>
                  <a:pt x="457200" y="1391055"/>
                  <a:pt x="437745" y="1410510"/>
                </a:cubicBezTo>
                <a:cubicBezTo>
                  <a:pt x="428017" y="1420238"/>
                  <a:pt x="416193" y="1428247"/>
                  <a:pt x="408562" y="1439693"/>
                </a:cubicBezTo>
                <a:cubicBezTo>
                  <a:pt x="402077" y="1449421"/>
                  <a:pt x="397373" y="1460609"/>
                  <a:pt x="389106" y="1468876"/>
                </a:cubicBezTo>
                <a:cubicBezTo>
                  <a:pt x="380839" y="1477143"/>
                  <a:pt x="369651" y="1481847"/>
                  <a:pt x="359923" y="1488332"/>
                </a:cubicBezTo>
                <a:cubicBezTo>
                  <a:pt x="353438" y="1498060"/>
                  <a:pt x="348289" y="1508825"/>
                  <a:pt x="340468" y="1517515"/>
                </a:cubicBezTo>
                <a:cubicBezTo>
                  <a:pt x="318995" y="1541374"/>
                  <a:pt x="291635" y="1559928"/>
                  <a:pt x="272375" y="1585608"/>
                </a:cubicBezTo>
                <a:cubicBezTo>
                  <a:pt x="262647" y="1598578"/>
                  <a:pt x="253963" y="1612401"/>
                  <a:pt x="243192" y="1624519"/>
                </a:cubicBezTo>
                <a:cubicBezTo>
                  <a:pt x="227959" y="1641656"/>
                  <a:pt x="208310" y="1654814"/>
                  <a:pt x="194553" y="1673157"/>
                </a:cubicBezTo>
                <a:cubicBezTo>
                  <a:pt x="184825" y="1686127"/>
                  <a:pt x="176216" y="1700017"/>
                  <a:pt x="165370" y="1712068"/>
                </a:cubicBezTo>
                <a:cubicBezTo>
                  <a:pt x="146964" y="1732519"/>
                  <a:pt x="122266" y="1747541"/>
                  <a:pt x="107004" y="1770434"/>
                </a:cubicBezTo>
                <a:lnTo>
                  <a:pt x="48638" y="1857983"/>
                </a:lnTo>
                <a:cubicBezTo>
                  <a:pt x="42153" y="1867711"/>
                  <a:pt x="32880" y="1876075"/>
                  <a:pt x="29183" y="1887166"/>
                </a:cubicBezTo>
                <a:cubicBezTo>
                  <a:pt x="7435" y="1952410"/>
                  <a:pt x="18900" y="1927190"/>
                  <a:pt x="0" y="1964987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96B791BF-A5BA-3A42-12C1-C2CA56F3278D}"/>
              </a:ext>
            </a:extLst>
          </p:cNvPr>
          <p:cNvSpPr/>
          <p:nvPr/>
        </p:nvSpPr>
        <p:spPr>
          <a:xfrm>
            <a:off x="7530737" y="4251960"/>
            <a:ext cx="1214846" cy="679269"/>
          </a:xfrm>
          <a:custGeom>
            <a:avLst/>
            <a:gdLst>
              <a:gd name="csX0" fmla="*/ 1214846 w 1214846"/>
              <a:gd name="csY0" fmla="*/ 0 h 679269"/>
              <a:gd name="csX1" fmla="*/ 672737 w 1214846"/>
              <a:gd name="csY1" fmla="*/ 13063 h 679269"/>
              <a:gd name="csX2" fmla="*/ 620486 w 1214846"/>
              <a:gd name="csY2" fmla="*/ 19594 h 679269"/>
              <a:gd name="csX3" fmla="*/ 457200 w 1214846"/>
              <a:gd name="csY3" fmla="*/ 32657 h 679269"/>
              <a:gd name="csX4" fmla="*/ 411480 w 1214846"/>
              <a:gd name="csY4" fmla="*/ 39189 h 679269"/>
              <a:gd name="csX5" fmla="*/ 71846 w 1214846"/>
              <a:gd name="csY5" fmla="*/ 45720 h 679269"/>
              <a:gd name="csX6" fmla="*/ 19594 w 1214846"/>
              <a:gd name="csY6" fmla="*/ 78377 h 679269"/>
              <a:gd name="csX7" fmla="*/ 0 w 1214846"/>
              <a:gd name="csY7" fmla="*/ 150223 h 679269"/>
              <a:gd name="csX8" fmla="*/ 13063 w 1214846"/>
              <a:gd name="csY8" fmla="*/ 391886 h 679269"/>
              <a:gd name="csX9" fmla="*/ 19594 w 1214846"/>
              <a:gd name="csY9" fmla="*/ 418011 h 679269"/>
              <a:gd name="csX10" fmla="*/ 32657 w 1214846"/>
              <a:gd name="csY10" fmla="*/ 483326 h 679269"/>
              <a:gd name="csX11" fmla="*/ 39189 w 1214846"/>
              <a:gd name="csY11" fmla="*/ 515983 h 679269"/>
              <a:gd name="csX12" fmla="*/ 52252 w 1214846"/>
              <a:gd name="csY12" fmla="*/ 679269 h 6792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4846" h="679269">
                <a:moveTo>
                  <a:pt x="1214846" y="0"/>
                </a:moveTo>
                <a:cubicBezTo>
                  <a:pt x="1001052" y="30540"/>
                  <a:pt x="1230310" y="-213"/>
                  <a:pt x="672737" y="13063"/>
                </a:cubicBezTo>
                <a:cubicBezTo>
                  <a:pt x="655189" y="13481"/>
                  <a:pt x="637903" y="17417"/>
                  <a:pt x="620486" y="19594"/>
                </a:cubicBezTo>
                <a:cubicBezTo>
                  <a:pt x="546134" y="38183"/>
                  <a:pt x="622811" y="20827"/>
                  <a:pt x="457200" y="32657"/>
                </a:cubicBezTo>
                <a:cubicBezTo>
                  <a:pt x="441844" y="33754"/>
                  <a:pt x="426866" y="38667"/>
                  <a:pt x="411480" y="39189"/>
                </a:cubicBezTo>
                <a:cubicBezTo>
                  <a:pt x="298313" y="43025"/>
                  <a:pt x="185057" y="43543"/>
                  <a:pt x="71846" y="45720"/>
                </a:cubicBezTo>
                <a:cubicBezTo>
                  <a:pt x="25210" y="61265"/>
                  <a:pt x="40295" y="47326"/>
                  <a:pt x="19594" y="78377"/>
                </a:cubicBezTo>
                <a:cubicBezTo>
                  <a:pt x="3022" y="128098"/>
                  <a:pt x="9233" y="104064"/>
                  <a:pt x="0" y="150223"/>
                </a:cubicBezTo>
                <a:cubicBezTo>
                  <a:pt x="2462" y="219143"/>
                  <a:pt x="1339" y="315677"/>
                  <a:pt x="13063" y="391886"/>
                </a:cubicBezTo>
                <a:cubicBezTo>
                  <a:pt x="14428" y="400758"/>
                  <a:pt x="17713" y="409234"/>
                  <a:pt x="19594" y="418011"/>
                </a:cubicBezTo>
                <a:cubicBezTo>
                  <a:pt x="24246" y="439721"/>
                  <a:pt x="28303" y="461554"/>
                  <a:pt x="32657" y="483326"/>
                </a:cubicBezTo>
                <a:lnTo>
                  <a:pt x="39189" y="515983"/>
                </a:lnTo>
                <a:lnTo>
                  <a:pt x="52252" y="679269"/>
                </a:ln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3" name="Freeform 372">
            <a:extLst>
              <a:ext uri="{FF2B5EF4-FFF2-40B4-BE49-F238E27FC236}">
                <a16:creationId xmlns:a16="http://schemas.microsoft.com/office/drawing/2014/main" id="{33CD986F-39F0-0B57-9371-939BF310FF64}"/>
              </a:ext>
            </a:extLst>
          </p:cNvPr>
          <p:cNvSpPr/>
          <p:nvPr/>
        </p:nvSpPr>
        <p:spPr>
          <a:xfrm>
            <a:off x="7818120" y="3468189"/>
            <a:ext cx="1495697" cy="822960"/>
          </a:xfrm>
          <a:custGeom>
            <a:avLst/>
            <a:gdLst>
              <a:gd name="csX0" fmla="*/ 1495697 w 1495697"/>
              <a:gd name="csY0" fmla="*/ 0 h 822960"/>
              <a:gd name="csX1" fmla="*/ 940526 w 1495697"/>
              <a:gd name="csY1" fmla="*/ 13062 h 822960"/>
              <a:gd name="csX2" fmla="*/ 901337 w 1495697"/>
              <a:gd name="csY2" fmla="*/ 19594 h 822960"/>
              <a:gd name="csX3" fmla="*/ 803366 w 1495697"/>
              <a:gd name="csY3" fmla="*/ 26125 h 822960"/>
              <a:gd name="csX4" fmla="*/ 326571 w 1495697"/>
              <a:gd name="csY4" fmla="*/ 32657 h 822960"/>
              <a:gd name="csX5" fmla="*/ 156754 w 1495697"/>
              <a:gd name="csY5" fmla="*/ 45720 h 822960"/>
              <a:gd name="csX6" fmla="*/ 78377 w 1495697"/>
              <a:gd name="csY6" fmla="*/ 39188 h 822960"/>
              <a:gd name="csX7" fmla="*/ 32657 w 1495697"/>
              <a:gd name="csY7" fmla="*/ 45720 h 822960"/>
              <a:gd name="csX8" fmla="*/ 26126 w 1495697"/>
              <a:gd name="csY8" fmla="*/ 111034 h 822960"/>
              <a:gd name="csX9" fmla="*/ 19594 w 1495697"/>
              <a:gd name="csY9" fmla="*/ 150222 h 822960"/>
              <a:gd name="csX10" fmla="*/ 13063 w 1495697"/>
              <a:gd name="csY10" fmla="*/ 333102 h 822960"/>
              <a:gd name="csX11" fmla="*/ 6531 w 1495697"/>
              <a:gd name="csY11" fmla="*/ 372291 h 822960"/>
              <a:gd name="csX12" fmla="*/ 0 w 1495697"/>
              <a:gd name="csY12" fmla="*/ 424542 h 822960"/>
              <a:gd name="csX13" fmla="*/ 6531 w 1495697"/>
              <a:gd name="csY13" fmla="*/ 764177 h 822960"/>
              <a:gd name="csX14" fmla="*/ 13063 w 1495697"/>
              <a:gd name="csY14" fmla="*/ 803365 h 822960"/>
              <a:gd name="csX15" fmla="*/ 19594 w 1495697"/>
              <a:gd name="csY15" fmla="*/ 822960 h 822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95697" h="822960">
                <a:moveTo>
                  <a:pt x="1495697" y="0"/>
                </a:moveTo>
                <a:cubicBezTo>
                  <a:pt x="1283746" y="35323"/>
                  <a:pt x="1509951" y="-336"/>
                  <a:pt x="940526" y="13062"/>
                </a:cubicBezTo>
                <a:cubicBezTo>
                  <a:pt x="927286" y="13374"/>
                  <a:pt x="914521" y="18338"/>
                  <a:pt x="901337" y="19594"/>
                </a:cubicBezTo>
                <a:cubicBezTo>
                  <a:pt x="868755" y="22697"/>
                  <a:pt x="836087" y="25381"/>
                  <a:pt x="803366" y="26125"/>
                </a:cubicBezTo>
                <a:lnTo>
                  <a:pt x="326571" y="32657"/>
                </a:lnTo>
                <a:cubicBezTo>
                  <a:pt x="262228" y="40699"/>
                  <a:pt x="231796" y="45720"/>
                  <a:pt x="156754" y="45720"/>
                </a:cubicBezTo>
                <a:cubicBezTo>
                  <a:pt x="130538" y="45720"/>
                  <a:pt x="104503" y="41365"/>
                  <a:pt x="78377" y="39188"/>
                </a:cubicBezTo>
                <a:cubicBezTo>
                  <a:pt x="63137" y="41365"/>
                  <a:pt x="41712" y="33270"/>
                  <a:pt x="32657" y="45720"/>
                </a:cubicBezTo>
                <a:cubicBezTo>
                  <a:pt x="19788" y="63415"/>
                  <a:pt x="28840" y="89323"/>
                  <a:pt x="26126" y="111034"/>
                </a:cubicBezTo>
                <a:cubicBezTo>
                  <a:pt x="24483" y="124175"/>
                  <a:pt x="21771" y="137159"/>
                  <a:pt x="19594" y="150222"/>
                </a:cubicBezTo>
                <a:cubicBezTo>
                  <a:pt x="17417" y="211182"/>
                  <a:pt x="16645" y="272208"/>
                  <a:pt x="13063" y="333102"/>
                </a:cubicBezTo>
                <a:cubicBezTo>
                  <a:pt x="12285" y="346322"/>
                  <a:pt x="8404" y="359181"/>
                  <a:pt x="6531" y="372291"/>
                </a:cubicBezTo>
                <a:cubicBezTo>
                  <a:pt x="4049" y="389667"/>
                  <a:pt x="2177" y="407125"/>
                  <a:pt x="0" y="424542"/>
                </a:cubicBezTo>
                <a:cubicBezTo>
                  <a:pt x="2177" y="537754"/>
                  <a:pt x="2629" y="651012"/>
                  <a:pt x="6531" y="764177"/>
                </a:cubicBezTo>
                <a:cubicBezTo>
                  <a:pt x="6987" y="777412"/>
                  <a:pt x="10190" y="790437"/>
                  <a:pt x="13063" y="803365"/>
                </a:cubicBezTo>
                <a:cubicBezTo>
                  <a:pt x="14557" y="810086"/>
                  <a:pt x="19594" y="822960"/>
                  <a:pt x="19594" y="82296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4" name="Freeform 373">
            <a:extLst>
              <a:ext uri="{FF2B5EF4-FFF2-40B4-BE49-F238E27FC236}">
                <a16:creationId xmlns:a16="http://schemas.microsoft.com/office/drawing/2014/main" id="{37E279AE-4946-1F7D-28BB-B4B68D918109}"/>
              </a:ext>
            </a:extLst>
          </p:cNvPr>
          <p:cNvSpPr/>
          <p:nvPr/>
        </p:nvSpPr>
        <p:spPr>
          <a:xfrm>
            <a:off x="7837714" y="2658291"/>
            <a:ext cx="0" cy="862149"/>
          </a:xfrm>
          <a:custGeom>
            <a:avLst/>
            <a:gdLst>
              <a:gd name="csX0" fmla="*/ 0 w 0"/>
              <a:gd name="csY0" fmla="*/ 0 h 862149"/>
              <a:gd name="csX1" fmla="*/ 0 w 0"/>
              <a:gd name="csY1" fmla="*/ 862149 h 86214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862149">
                <a:moveTo>
                  <a:pt x="0" y="0"/>
                </a:moveTo>
                <a:lnTo>
                  <a:pt x="0" y="862149"/>
                </a:ln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5D9A3F-0C3C-0DD6-61A3-BA2C61DF81F6}"/>
              </a:ext>
            </a:extLst>
          </p:cNvPr>
          <p:cNvGrpSpPr/>
          <p:nvPr/>
        </p:nvGrpSpPr>
        <p:grpSpPr>
          <a:xfrm>
            <a:off x="1728763" y="954156"/>
            <a:ext cx="8734474" cy="369332"/>
            <a:chOff x="888434" y="954156"/>
            <a:chExt cx="8734474" cy="369332"/>
          </a:xfrm>
        </p:grpSpPr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88FCC7B9-D8A1-1203-0DFB-765DD4E3F8F7}"/>
                </a:ext>
              </a:extLst>
            </p:cNvPr>
            <p:cNvSpPr/>
            <p:nvPr/>
          </p:nvSpPr>
          <p:spPr>
            <a:xfrm>
              <a:off x="211890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F668736-FC05-2DFC-84AA-DC015D633ED2}"/>
                </a:ext>
              </a:extLst>
            </p:cNvPr>
            <p:cNvSpPr txBox="1"/>
            <p:nvPr/>
          </p:nvSpPr>
          <p:spPr>
            <a:xfrm>
              <a:off x="888434" y="954156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1B7A3EF-282E-1194-66FB-E69093DA4B03}"/>
                </a:ext>
              </a:extLst>
            </p:cNvPr>
            <p:cNvSpPr txBox="1"/>
            <p:nvPr/>
          </p:nvSpPr>
          <p:spPr>
            <a:xfrm>
              <a:off x="2659875" y="954156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899E991-06AD-2195-DA8C-3CC7179D474A}"/>
                </a:ext>
              </a:extLst>
            </p:cNvPr>
            <p:cNvSpPr txBox="1"/>
            <p:nvPr/>
          </p:nvSpPr>
          <p:spPr>
            <a:xfrm>
              <a:off x="4868027" y="954156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DC7E93-704C-7B21-7D31-8B3EC7250133}"/>
                </a:ext>
              </a:extLst>
            </p:cNvPr>
            <p:cNvSpPr txBox="1"/>
            <p:nvPr/>
          </p:nvSpPr>
          <p:spPr>
            <a:xfrm>
              <a:off x="8265055" y="954156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472648-3EF6-8CB9-3517-92538028EB45}"/>
                </a:ext>
              </a:extLst>
            </p:cNvPr>
            <p:cNvSpPr txBox="1"/>
            <p:nvPr/>
          </p:nvSpPr>
          <p:spPr>
            <a:xfrm>
              <a:off x="6502330" y="954156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1340E68D-F87C-D79A-352B-8B6BB6C59BD6}"/>
                </a:ext>
              </a:extLst>
            </p:cNvPr>
            <p:cNvSpPr/>
            <p:nvPr/>
          </p:nvSpPr>
          <p:spPr>
            <a:xfrm>
              <a:off x="4327055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563480BF-B7A2-1D74-6C9F-77883A55BA0B}"/>
                </a:ext>
              </a:extLst>
            </p:cNvPr>
            <p:cNvSpPr/>
            <p:nvPr/>
          </p:nvSpPr>
          <p:spPr>
            <a:xfrm>
              <a:off x="5961358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01ADD5C4-0AEA-B125-A9CD-2A5F6E382625}"/>
                </a:ext>
              </a:extLst>
            </p:cNvPr>
            <p:cNvSpPr/>
            <p:nvPr/>
          </p:nvSpPr>
          <p:spPr>
            <a:xfrm>
              <a:off x="7724083" y="978091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49D7C48-102A-02E4-E4D6-3384DB7905E8}"/>
              </a:ext>
            </a:extLst>
          </p:cNvPr>
          <p:cNvSpPr/>
          <p:nvPr/>
        </p:nvSpPr>
        <p:spPr>
          <a:xfrm>
            <a:off x="9105384" y="938648"/>
            <a:ext cx="2244419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14877C-AF08-5B2F-4FF7-14D7412F447D}"/>
              </a:ext>
            </a:extLst>
          </p:cNvPr>
          <p:cNvSpPr/>
          <p:nvPr/>
        </p:nvSpPr>
        <p:spPr>
          <a:xfrm>
            <a:off x="1823241" y="933225"/>
            <a:ext cx="4978445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A2D90A8-DDBF-481A-8EC9-0CB6ACA1C3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5872" y="4085921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68732481"/>
      </p:ext>
    </p:extLst>
  </p:cSld>
  <p:clrMapOvr>
    <a:masterClrMapping/>
  </p:clrMapOvr>
  <p:transition>
    <p:wipe dir="r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08C8D-23F0-5F24-48C4-3C21B523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B7CCC7-3304-1232-D971-4BD413E6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285E0E-E814-1017-EEA1-822D61DB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98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D37C607C-4B62-2A77-E902-FAB968BB2911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5AA7BF9-0D4F-0CD9-3ED7-E0966A13E5A4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A28C60-5EFF-E81E-3403-9EF39A288068}"/>
              </a:ext>
            </a:extLst>
          </p:cNvPr>
          <p:cNvGrpSpPr/>
          <p:nvPr/>
        </p:nvGrpSpPr>
        <p:grpSpPr>
          <a:xfrm>
            <a:off x="888434" y="954156"/>
            <a:ext cx="10415132" cy="369332"/>
            <a:chOff x="670560" y="1010545"/>
            <a:chExt cx="10415132" cy="369332"/>
          </a:xfrm>
        </p:grpSpPr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9DF3A1DE-5488-A742-713F-883736536A79}"/>
                </a:ext>
              </a:extLst>
            </p:cNvPr>
            <p:cNvSpPr/>
            <p:nvPr/>
          </p:nvSpPr>
          <p:spPr>
            <a:xfrm>
              <a:off x="190102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ADCC8B-F9C2-8EAB-E3F3-775242EF9E34}"/>
                </a:ext>
              </a:extLst>
            </p:cNvPr>
            <p:cNvSpPr txBox="1"/>
            <p:nvPr/>
          </p:nvSpPr>
          <p:spPr>
            <a:xfrm>
              <a:off x="670560" y="1010545"/>
              <a:ext cx="126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CFG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A78331D-31C1-6179-4DEC-8C9024DC77DC}"/>
                </a:ext>
              </a:extLst>
            </p:cNvPr>
            <p:cNvSpPr txBox="1"/>
            <p:nvPr/>
          </p:nvSpPr>
          <p:spPr>
            <a:xfrm>
              <a:off x="2442001" y="1010545"/>
              <a:ext cx="17000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B233174-27EB-168B-E2EB-44BDA74591EE}"/>
                </a:ext>
              </a:extLst>
            </p:cNvPr>
            <p:cNvSpPr txBox="1"/>
            <p:nvPr/>
          </p:nvSpPr>
          <p:spPr>
            <a:xfrm>
              <a:off x="4650153" y="1010545"/>
              <a:ext cx="11262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ROBDDs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F8E29A-3452-474C-87BF-49FF310D3178}"/>
                </a:ext>
              </a:extLst>
            </p:cNvPr>
            <p:cNvSpPr txBox="1"/>
            <p:nvPr/>
          </p:nvSpPr>
          <p:spPr>
            <a:xfrm>
              <a:off x="8047181" y="1010545"/>
              <a:ext cx="13578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EAEBF2-7CAA-DD9B-7843-5EFC25DB6C8B}"/>
                </a:ext>
              </a:extLst>
            </p:cNvPr>
            <p:cNvSpPr txBox="1"/>
            <p:nvPr/>
          </p:nvSpPr>
          <p:spPr>
            <a:xfrm>
              <a:off x="6284456" y="1010545"/>
              <a:ext cx="12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trees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F3FBF4BB-BEDF-A7A4-AE3B-2B32773433BC}"/>
                </a:ext>
              </a:extLst>
            </p:cNvPr>
            <p:cNvSpPr/>
            <p:nvPr/>
          </p:nvSpPr>
          <p:spPr>
            <a:xfrm>
              <a:off x="4109181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B26ED3DB-3E71-3A1A-69BF-4DD5D7D081C4}"/>
                </a:ext>
              </a:extLst>
            </p:cNvPr>
            <p:cNvSpPr/>
            <p:nvPr/>
          </p:nvSpPr>
          <p:spPr>
            <a:xfrm>
              <a:off x="5743484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507810E7-A058-3D72-5A7B-9DE6AE713ADD}"/>
                </a:ext>
              </a:extLst>
            </p:cNvPr>
            <p:cNvSpPr/>
            <p:nvPr/>
          </p:nvSpPr>
          <p:spPr>
            <a:xfrm>
              <a:off x="7506209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653BB6DA-B56C-D19F-B0D9-9E947FE6A5C3}"/>
                </a:ext>
              </a:extLst>
            </p:cNvPr>
            <p:cNvSpPr/>
            <p:nvPr/>
          </p:nvSpPr>
          <p:spPr>
            <a:xfrm>
              <a:off x="9372157" y="1034480"/>
              <a:ext cx="573849" cy="3214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6F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6F6F6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50AA97-9BC0-752E-BC82-6E23716C81ED}"/>
                </a:ext>
              </a:extLst>
            </p:cNvPr>
            <p:cNvSpPr txBox="1"/>
            <p:nvPr/>
          </p:nvSpPr>
          <p:spPr>
            <a:xfrm>
              <a:off x="9913133" y="1010545"/>
              <a:ext cx="11725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FBF8DE6-4275-8CD2-7857-A7591A31D37E}"/>
              </a:ext>
            </a:extLst>
          </p:cNvPr>
          <p:cNvSpPr/>
          <p:nvPr/>
        </p:nvSpPr>
        <p:spPr>
          <a:xfrm>
            <a:off x="8297932" y="938648"/>
            <a:ext cx="3051872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9CE40E-0CD6-9D43-6480-E27B461BFD7D}"/>
              </a:ext>
            </a:extLst>
          </p:cNvPr>
          <p:cNvSpPr/>
          <p:nvPr/>
        </p:nvSpPr>
        <p:spPr>
          <a:xfrm>
            <a:off x="888434" y="958526"/>
            <a:ext cx="5105797" cy="424596"/>
          </a:xfrm>
          <a:prstGeom prst="rect">
            <a:avLst/>
          </a:prstGeom>
          <a:solidFill>
            <a:schemeClr val="bg1">
              <a:alpha val="695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7B67569E-BF47-75D6-4B2F-2D941424F486}"/>
                  </a:ext>
                </a:extLst>
              </p:cNvPr>
              <p:cNvSpPr txBox="1"/>
              <p:nvPr/>
            </p:nvSpPr>
            <p:spPr>
              <a:xfrm>
                <a:off x="1910231" y="1827585"/>
                <a:ext cx="3401893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𝑐𝑜𝑛𝑠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zh-CN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acc>
                        <m:accPr>
                          <m:chr m:val="̅"/>
                          <m:ctrlPr>
                            <a:rPr lang="ar-AE" altLang="zh-CN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ar-AE" altLang="zh-CN" b="0" i="1" dirty="0" smtClean="0">
                          <a:solidFill>
                            <a:srgbClr val="62731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i="1" dirty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CN" b="0" i="1" dirty="0" smtClean="0">
                              <a:solidFill>
                                <a:srgbClr val="6273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ar-AE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7B67569E-BF47-75D6-4B2F-2D941424F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231" y="1827585"/>
                <a:ext cx="3401893" cy="369909"/>
              </a:xfrm>
              <a:prstGeom prst="rect">
                <a:avLst/>
              </a:prstGeom>
              <a:blipFill>
                <a:blip r:embed="rId3"/>
                <a:stretch>
                  <a:fillRect t="-10345" r="-1859"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938789C2-9653-24AF-E877-D9BD45923BDF}"/>
              </a:ext>
            </a:extLst>
          </p:cNvPr>
          <p:cNvGrpSpPr/>
          <p:nvPr/>
        </p:nvGrpSpPr>
        <p:grpSpPr>
          <a:xfrm>
            <a:off x="3087625" y="2578495"/>
            <a:ext cx="1047107" cy="2347912"/>
            <a:chOff x="5726224" y="1846398"/>
            <a:chExt cx="1047107" cy="2347912"/>
          </a:xfrm>
        </p:grpSpPr>
        <p:grpSp>
          <p:nvGrpSpPr>
            <p:cNvPr id="54" name="Graphic 18">
              <a:extLst>
                <a:ext uri="{FF2B5EF4-FFF2-40B4-BE49-F238E27FC236}">
                  <a16:creationId xmlns:a16="http://schemas.microsoft.com/office/drawing/2014/main" id="{3F9E925E-A044-9087-8A28-60104913CD80}"/>
                </a:ext>
              </a:extLst>
            </p:cNvPr>
            <p:cNvGrpSpPr/>
            <p:nvPr/>
          </p:nvGrpSpPr>
          <p:grpSpPr>
            <a:xfrm>
              <a:off x="5924984" y="2171581"/>
              <a:ext cx="190192" cy="389096"/>
              <a:chOff x="5924984" y="2171581"/>
              <a:chExt cx="190192" cy="389096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3D704601-E0C8-1562-E6AD-866F0846D787}"/>
                  </a:ext>
                </a:extLst>
              </p:cNvPr>
              <p:cNvSpPr/>
              <p:nvPr/>
            </p:nvSpPr>
            <p:spPr>
              <a:xfrm>
                <a:off x="5950876" y="2171581"/>
                <a:ext cx="164300" cy="337661"/>
              </a:xfrm>
              <a:custGeom>
                <a:avLst/>
                <a:gdLst>
                  <a:gd name="csX0" fmla="*/ 164301 w 164300"/>
                  <a:gd name="csY0" fmla="*/ 0 h 337661"/>
                  <a:gd name="csX1" fmla="*/ 0 w 164300"/>
                  <a:gd name="csY1" fmla="*/ 337661 h 3376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4300" h="337661">
                    <a:moveTo>
                      <a:pt x="164301" y="0"/>
                    </a:moveTo>
                    <a:lnTo>
                      <a:pt x="0" y="337661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667A1C2-E0A1-3614-5152-3B10C4EFC0EB}"/>
                  </a:ext>
                </a:extLst>
              </p:cNvPr>
              <p:cNvSpPr/>
              <p:nvPr/>
            </p:nvSpPr>
            <p:spPr>
              <a:xfrm>
                <a:off x="5924984" y="2475524"/>
                <a:ext cx="68537" cy="85153"/>
              </a:xfrm>
              <a:custGeom>
                <a:avLst/>
                <a:gdLst>
                  <a:gd name="csX0" fmla="*/ 952 w 68537"/>
                  <a:gd name="csY0" fmla="*/ 85153 h 85153"/>
                  <a:gd name="csX1" fmla="*/ 0 w 68537"/>
                  <a:gd name="csY1" fmla="*/ 0 h 85153"/>
                  <a:gd name="csX2" fmla="*/ 25892 w 68537"/>
                  <a:gd name="csY2" fmla="*/ 33718 h 85153"/>
                  <a:gd name="csX3" fmla="*/ 68538 w 68537"/>
                  <a:gd name="csY3" fmla="*/ 33338 h 851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537" h="85153">
                    <a:moveTo>
                      <a:pt x="952" y="85153"/>
                    </a:moveTo>
                    <a:lnTo>
                      <a:pt x="0" y="0"/>
                    </a:lnTo>
                    <a:lnTo>
                      <a:pt x="25892" y="33718"/>
                    </a:lnTo>
                    <a:lnTo>
                      <a:pt x="68538" y="33338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57" name="Graphic 18">
              <a:extLst>
                <a:ext uri="{FF2B5EF4-FFF2-40B4-BE49-F238E27FC236}">
                  <a16:creationId xmlns:a16="http://schemas.microsoft.com/office/drawing/2014/main" id="{BE3029CC-3B30-E275-8260-A93064FDC447}"/>
                </a:ext>
              </a:extLst>
            </p:cNvPr>
            <p:cNvGrpSpPr/>
            <p:nvPr/>
          </p:nvGrpSpPr>
          <p:grpSpPr>
            <a:xfrm>
              <a:off x="6059395" y="1846398"/>
              <a:ext cx="380766" cy="381000"/>
              <a:chOff x="6059395" y="1846398"/>
              <a:chExt cx="380766" cy="381000"/>
            </a:xfrm>
            <a:solidFill>
              <a:srgbClr val="FFFFFF"/>
            </a:solidFill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3C2C80F2-E7B9-C5F2-D7FA-FF828B1462B2}"/>
                  </a:ext>
                </a:extLst>
              </p:cNvPr>
              <p:cNvSpPr/>
              <p:nvPr/>
            </p:nvSpPr>
            <p:spPr>
              <a:xfrm>
                <a:off x="6059395" y="1846398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0BF91CF4-E556-3661-0CEE-A9D675D0C3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8914" y="1936885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60" name="Graphic 18">
              <a:extLst>
                <a:ext uri="{FF2B5EF4-FFF2-40B4-BE49-F238E27FC236}">
                  <a16:creationId xmlns:a16="http://schemas.microsoft.com/office/drawing/2014/main" id="{D4CB5409-CD1A-844E-754D-33A2F470E1A9}"/>
                </a:ext>
              </a:extLst>
            </p:cNvPr>
            <p:cNvGrpSpPr/>
            <p:nvPr/>
          </p:nvGrpSpPr>
          <p:grpSpPr>
            <a:xfrm>
              <a:off x="6051208" y="2905006"/>
              <a:ext cx="377910" cy="180594"/>
              <a:chOff x="6051208" y="2905006"/>
              <a:chExt cx="377910" cy="180594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57EF3724-D78D-666F-D9FA-0D3DFF706A5C}"/>
                  </a:ext>
                </a:extLst>
              </p:cNvPr>
              <p:cNvSpPr/>
              <p:nvPr/>
            </p:nvSpPr>
            <p:spPr>
              <a:xfrm>
                <a:off x="6051208" y="2905006"/>
                <a:ext cx="326221" cy="154304"/>
              </a:xfrm>
              <a:custGeom>
                <a:avLst/>
                <a:gdLst>
                  <a:gd name="csX0" fmla="*/ 0 w 326221"/>
                  <a:gd name="csY0" fmla="*/ 0 h 154304"/>
                  <a:gd name="csX1" fmla="*/ 326221 w 326221"/>
                  <a:gd name="csY1" fmla="*/ 154305 h 1543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26221" h="154304">
                    <a:moveTo>
                      <a:pt x="0" y="0"/>
                    </a:moveTo>
                    <a:lnTo>
                      <a:pt x="326221" y="154305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2593937E-00AA-3210-44CD-C1EFE931F201}"/>
                  </a:ext>
                </a:extLst>
              </p:cNvPr>
              <p:cNvSpPr/>
              <p:nvPr/>
            </p:nvSpPr>
            <p:spPr>
              <a:xfrm>
                <a:off x="6343922" y="3016734"/>
                <a:ext cx="85196" cy="68865"/>
              </a:xfrm>
              <a:custGeom>
                <a:avLst/>
                <a:gdLst>
                  <a:gd name="csX0" fmla="*/ 85196 w 85196"/>
                  <a:gd name="csY0" fmla="*/ 66961 h 68865"/>
                  <a:gd name="csX1" fmla="*/ 0 w 85196"/>
                  <a:gd name="csY1" fmla="*/ 68866 h 68865"/>
                  <a:gd name="csX2" fmla="*/ 33507 w 85196"/>
                  <a:gd name="csY2" fmla="*/ 42577 h 68865"/>
                  <a:gd name="csX3" fmla="*/ 32555 w 85196"/>
                  <a:gd name="csY3" fmla="*/ 0 h 688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196" h="68865">
                    <a:moveTo>
                      <a:pt x="85196" y="66961"/>
                    </a:moveTo>
                    <a:lnTo>
                      <a:pt x="0" y="68866"/>
                    </a:lnTo>
                    <a:lnTo>
                      <a:pt x="33507" y="42577"/>
                    </a:lnTo>
                    <a:lnTo>
                      <a:pt x="325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3" name="Graphic 18">
              <a:extLst>
                <a:ext uri="{FF2B5EF4-FFF2-40B4-BE49-F238E27FC236}">
                  <a16:creationId xmlns:a16="http://schemas.microsoft.com/office/drawing/2014/main" id="{9B5A129A-9FA2-824C-11C3-1176B9600416}"/>
                </a:ext>
              </a:extLst>
            </p:cNvPr>
            <p:cNvGrpSpPr/>
            <p:nvPr/>
          </p:nvGrpSpPr>
          <p:grpSpPr>
            <a:xfrm>
              <a:off x="5726224" y="2579823"/>
              <a:ext cx="380766" cy="381000"/>
              <a:chOff x="5726224" y="2579823"/>
              <a:chExt cx="380766" cy="381000"/>
            </a:xfrm>
            <a:solidFill>
              <a:srgbClr val="FFFFFF"/>
            </a:solidFill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EB65FFC-C7A9-4337-F9D0-64483F9716FE}"/>
                  </a:ext>
                </a:extLst>
              </p:cNvPr>
              <p:cNvSpPr/>
              <p:nvPr/>
            </p:nvSpPr>
            <p:spPr>
              <a:xfrm>
                <a:off x="5726224" y="257982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A03CC91D-CC69-98FA-6F0E-40F3EF88A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5743" y="267031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66" name="Graphic 18">
              <a:extLst>
                <a:ext uri="{FF2B5EF4-FFF2-40B4-BE49-F238E27FC236}">
                  <a16:creationId xmlns:a16="http://schemas.microsoft.com/office/drawing/2014/main" id="{7F8887D8-0007-6156-E085-73480C4C51B1}"/>
                </a:ext>
              </a:extLst>
            </p:cNvPr>
            <p:cNvGrpSpPr/>
            <p:nvPr/>
          </p:nvGrpSpPr>
          <p:grpSpPr>
            <a:xfrm>
              <a:off x="6582948" y="3418023"/>
              <a:ext cx="75962" cy="464534"/>
              <a:chOff x="6582948" y="3418023"/>
              <a:chExt cx="75962" cy="464534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9E126CAF-2E66-D20C-74C3-8B7B23C20F1D}"/>
                  </a:ext>
                </a:extLst>
              </p:cNvPr>
              <p:cNvSpPr/>
              <p:nvPr/>
            </p:nvSpPr>
            <p:spPr>
              <a:xfrm>
                <a:off x="6582948" y="3418023"/>
                <a:ext cx="39980" cy="407670"/>
              </a:xfrm>
              <a:custGeom>
                <a:avLst/>
                <a:gdLst>
                  <a:gd name="csX0" fmla="*/ 0 w 39980"/>
                  <a:gd name="csY0" fmla="*/ 0 h 407670"/>
                  <a:gd name="csX1" fmla="*/ 39980 w 39980"/>
                  <a:gd name="csY1" fmla="*/ 407670 h 4076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9980" h="407670">
                    <a:moveTo>
                      <a:pt x="0" y="0"/>
                    </a:moveTo>
                    <a:lnTo>
                      <a:pt x="39980" y="40767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639AFD6C-9D35-A85B-1DC7-578E90582659}"/>
                  </a:ext>
                </a:extLst>
              </p:cNvPr>
              <p:cNvSpPr/>
              <p:nvPr/>
            </p:nvSpPr>
            <p:spPr>
              <a:xfrm>
                <a:off x="6583138" y="3803023"/>
                <a:ext cx="75772" cy="79533"/>
              </a:xfrm>
              <a:custGeom>
                <a:avLst/>
                <a:gdLst>
                  <a:gd name="csX0" fmla="*/ 45311 w 75772"/>
                  <a:gd name="csY0" fmla="*/ 79534 h 79533"/>
                  <a:gd name="csX1" fmla="*/ 0 w 75772"/>
                  <a:gd name="csY1" fmla="*/ 7429 h 79533"/>
                  <a:gd name="csX2" fmla="*/ 39790 w 75772"/>
                  <a:gd name="csY2" fmla="*/ 22670 h 79533"/>
                  <a:gd name="csX3" fmla="*/ 75772 w 75772"/>
                  <a:gd name="csY3" fmla="*/ 0 h 795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772" h="79533">
                    <a:moveTo>
                      <a:pt x="45311" y="79534"/>
                    </a:moveTo>
                    <a:lnTo>
                      <a:pt x="0" y="7429"/>
                    </a:lnTo>
                    <a:lnTo>
                      <a:pt x="39790" y="22670"/>
                    </a:lnTo>
                    <a:lnTo>
                      <a:pt x="757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0" name="Graphic 18">
              <a:extLst>
                <a:ext uri="{FF2B5EF4-FFF2-40B4-BE49-F238E27FC236}">
                  <a16:creationId xmlns:a16="http://schemas.microsoft.com/office/drawing/2014/main" id="{7BF8BAB9-E257-6098-D9E7-F84AE40C2C46}"/>
                </a:ext>
              </a:extLst>
            </p:cNvPr>
            <p:cNvGrpSpPr/>
            <p:nvPr/>
          </p:nvGrpSpPr>
          <p:grpSpPr>
            <a:xfrm>
              <a:off x="5954969" y="3362206"/>
              <a:ext cx="493377" cy="526065"/>
              <a:chOff x="5954969" y="3362206"/>
              <a:chExt cx="493377" cy="526065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7F99D22A-B83C-C9E1-E85B-5FF87F2DD3AD}"/>
                  </a:ext>
                </a:extLst>
              </p:cNvPr>
              <p:cNvSpPr/>
              <p:nvPr/>
            </p:nvSpPr>
            <p:spPr>
              <a:xfrm>
                <a:off x="5994093" y="3362206"/>
                <a:ext cx="454253" cy="484346"/>
              </a:xfrm>
              <a:custGeom>
                <a:avLst/>
                <a:gdLst>
                  <a:gd name="csX0" fmla="*/ 454254 w 454253"/>
                  <a:gd name="csY0" fmla="*/ 0 h 484346"/>
                  <a:gd name="csX1" fmla="*/ 0 w 454253"/>
                  <a:gd name="csY1" fmla="*/ 484346 h 4843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4253" h="484346">
                    <a:moveTo>
                      <a:pt x="454254" y="0"/>
                    </a:moveTo>
                    <a:lnTo>
                      <a:pt x="0" y="484346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AF7ABDB8-887E-775A-FC84-2F930AE577AA}"/>
                  </a:ext>
                </a:extLst>
              </p:cNvPr>
              <p:cNvSpPr/>
              <p:nvPr/>
            </p:nvSpPr>
            <p:spPr>
              <a:xfrm>
                <a:off x="5954969" y="3806643"/>
                <a:ext cx="79865" cy="81629"/>
              </a:xfrm>
              <a:custGeom>
                <a:avLst/>
                <a:gdLst>
                  <a:gd name="csX0" fmla="*/ 0 w 79865"/>
                  <a:gd name="csY0" fmla="*/ 81629 h 81629"/>
                  <a:gd name="csX1" fmla="*/ 24369 w 79865"/>
                  <a:gd name="csY1" fmla="*/ 0 h 81629"/>
                  <a:gd name="csX2" fmla="*/ 39124 w 79865"/>
                  <a:gd name="csY2" fmla="*/ 39910 h 81629"/>
                  <a:gd name="csX3" fmla="*/ 79866 w 79865"/>
                  <a:gd name="csY3" fmla="*/ 52102 h 816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865" h="81629">
                    <a:moveTo>
                      <a:pt x="0" y="81629"/>
                    </a:moveTo>
                    <a:lnTo>
                      <a:pt x="24369" y="0"/>
                    </a:lnTo>
                    <a:lnTo>
                      <a:pt x="39124" y="39910"/>
                    </a:lnTo>
                    <a:lnTo>
                      <a:pt x="79866" y="52102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3" name="Graphic 18">
              <a:extLst>
                <a:ext uri="{FF2B5EF4-FFF2-40B4-BE49-F238E27FC236}">
                  <a16:creationId xmlns:a16="http://schemas.microsoft.com/office/drawing/2014/main" id="{990C2EFD-810A-659F-AF26-B645E883743E}"/>
                </a:ext>
              </a:extLst>
            </p:cNvPr>
            <p:cNvGrpSpPr/>
            <p:nvPr/>
          </p:nvGrpSpPr>
          <p:grpSpPr>
            <a:xfrm>
              <a:off x="6392565" y="3037023"/>
              <a:ext cx="380766" cy="381000"/>
              <a:chOff x="6392565" y="3037023"/>
              <a:chExt cx="380766" cy="381000"/>
            </a:xfrm>
            <a:solidFill>
              <a:srgbClr val="FFFFFF"/>
            </a:solidFill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73CF7914-D0EC-4355-C4DB-CB942092EB81}"/>
                  </a:ext>
                </a:extLst>
              </p:cNvPr>
              <p:cNvSpPr/>
              <p:nvPr/>
            </p:nvSpPr>
            <p:spPr>
              <a:xfrm>
                <a:off x="6392565" y="3037023"/>
                <a:ext cx="380766" cy="381000"/>
              </a:xfrm>
              <a:prstGeom prst="ellipse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10106888-A312-E769-F43E-FC1D7AA292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2084" y="3127510"/>
                <a:ext cx="361727" cy="238125"/>
              </a:xfrm>
              <a:custGeom>
                <a:avLst/>
                <a:gdLst>
                  <a:gd name="csX0" fmla="*/ 0 w 361727"/>
                  <a:gd name="csY0" fmla="*/ 0 h 238125"/>
                  <a:gd name="csX1" fmla="*/ 361728 w 361727"/>
                  <a:gd name="csY1" fmla="*/ 0 h 238125"/>
                  <a:gd name="csX2" fmla="*/ 361728 w 361727"/>
                  <a:gd name="csY2" fmla="*/ 238125 h 238125"/>
                  <a:gd name="csX3" fmla="*/ 0 w 361727"/>
                  <a:gd name="csY3" fmla="*/ 238125 h 238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727" h="238125">
                    <a:moveTo>
                      <a:pt x="0" y="0"/>
                    </a:moveTo>
                    <a:lnTo>
                      <a:pt x="361728" y="0"/>
                    </a:lnTo>
                    <a:lnTo>
                      <a:pt x="361728" y="238125"/>
                    </a:lnTo>
                    <a:lnTo>
                      <a:pt x="0" y="238125"/>
                    </a:lnTo>
                    <a:close/>
                  </a:path>
                </a:pathLst>
              </a:custGeom>
            </p:spPr>
          </p:pic>
        </p:grpSp>
        <p:grpSp>
          <p:nvGrpSpPr>
            <p:cNvPr id="96" name="Graphic 18">
              <a:extLst>
                <a:ext uri="{FF2B5EF4-FFF2-40B4-BE49-F238E27FC236}">
                  <a16:creationId xmlns:a16="http://schemas.microsoft.com/office/drawing/2014/main" id="{07C65712-E709-B485-96DE-C846A6DB9306}"/>
                </a:ext>
              </a:extLst>
            </p:cNvPr>
            <p:cNvGrpSpPr/>
            <p:nvPr/>
          </p:nvGrpSpPr>
          <p:grpSpPr>
            <a:xfrm>
              <a:off x="6384378" y="2171581"/>
              <a:ext cx="213895" cy="844677"/>
              <a:chOff x="6384378" y="2171581"/>
              <a:chExt cx="213895" cy="844677"/>
            </a:xfrm>
          </p:grpSpPr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1B011AA2-C951-D716-6E97-B3E03B225844}"/>
                  </a:ext>
                </a:extLst>
              </p:cNvPr>
              <p:cNvSpPr/>
              <p:nvPr/>
            </p:nvSpPr>
            <p:spPr>
              <a:xfrm>
                <a:off x="6384378" y="2171581"/>
                <a:ext cx="181054" cy="788955"/>
              </a:xfrm>
              <a:custGeom>
                <a:avLst/>
                <a:gdLst>
                  <a:gd name="csX0" fmla="*/ 0 w 181054"/>
                  <a:gd name="csY0" fmla="*/ 0 h 788955"/>
                  <a:gd name="csX1" fmla="*/ 181054 w 181054"/>
                  <a:gd name="csY1" fmla="*/ 788956 h 788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1054" h="788955">
                    <a:moveTo>
                      <a:pt x="0" y="0"/>
                    </a:moveTo>
                    <a:lnTo>
                      <a:pt x="181054" y="788956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5FC66914-513B-A3DF-D1CA-C96E25F932E7}"/>
                  </a:ext>
                </a:extLst>
              </p:cNvPr>
              <p:cNvSpPr/>
              <p:nvPr/>
            </p:nvSpPr>
            <p:spPr>
              <a:xfrm>
                <a:off x="6524024" y="2933486"/>
                <a:ext cx="74249" cy="82772"/>
              </a:xfrm>
              <a:custGeom>
                <a:avLst/>
                <a:gdLst>
                  <a:gd name="csX0" fmla="*/ 54164 w 74249"/>
                  <a:gd name="csY0" fmla="*/ 82772 h 82772"/>
                  <a:gd name="csX1" fmla="*/ 0 w 74249"/>
                  <a:gd name="csY1" fmla="*/ 17050 h 82772"/>
                  <a:gd name="csX2" fmla="*/ 41408 w 74249"/>
                  <a:gd name="csY2" fmla="*/ 27051 h 82772"/>
                  <a:gd name="csX3" fmla="*/ 74249 w 74249"/>
                  <a:gd name="csY3" fmla="*/ 0 h 827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249" h="82772">
                    <a:moveTo>
                      <a:pt x="54164" y="82772"/>
                    </a:moveTo>
                    <a:lnTo>
                      <a:pt x="0" y="17050"/>
                    </a:lnTo>
                    <a:lnTo>
                      <a:pt x="41408" y="27051"/>
                    </a:lnTo>
                    <a:lnTo>
                      <a:pt x="742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9" name="Graphic 18">
              <a:extLst>
                <a:ext uri="{FF2B5EF4-FFF2-40B4-BE49-F238E27FC236}">
                  <a16:creationId xmlns:a16="http://schemas.microsoft.com/office/drawing/2014/main" id="{AE3A4FE1-A9AC-076B-05E2-EAC1BCBDD0D5}"/>
                </a:ext>
              </a:extLst>
            </p:cNvPr>
            <p:cNvGrpSpPr/>
            <p:nvPr/>
          </p:nvGrpSpPr>
          <p:grpSpPr>
            <a:xfrm>
              <a:off x="5835885" y="2960823"/>
              <a:ext cx="80722" cy="921734"/>
              <a:chOff x="5835885" y="2960823"/>
              <a:chExt cx="80722" cy="921734"/>
            </a:xfrm>
          </p:grpSpPr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E111D4D0-4AAF-C701-CF7E-E9DA9A430123}"/>
                  </a:ext>
                </a:extLst>
              </p:cNvPr>
              <p:cNvSpPr/>
              <p:nvPr/>
            </p:nvSpPr>
            <p:spPr>
              <a:xfrm>
                <a:off x="5873010" y="2960823"/>
                <a:ext cx="43597" cy="864584"/>
              </a:xfrm>
              <a:custGeom>
                <a:avLst/>
                <a:gdLst>
                  <a:gd name="csX0" fmla="*/ 43598 w 43597"/>
                  <a:gd name="csY0" fmla="*/ 0 h 864584"/>
                  <a:gd name="csX1" fmla="*/ 0 w 43597"/>
                  <a:gd name="csY1" fmla="*/ 864584 h 8645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597" h="864584">
                    <a:moveTo>
                      <a:pt x="43598" y="0"/>
                    </a:moveTo>
                    <a:lnTo>
                      <a:pt x="0" y="86458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custDash>
                  <a:ds d="150000" sp="300000"/>
                </a:custDash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B74DC818-A0B7-E550-1E47-7B87FE5095E6}"/>
                  </a:ext>
                </a:extLst>
              </p:cNvPr>
              <p:cNvSpPr/>
              <p:nvPr/>
            </p:nvSpPr>
            <p:spPr>
              <a:xfrm>
                <a:off x="5835885" y="3804547"/>
                <a:ext cx="76058" cy="78009"/>
              </a:xfrm>
              <a:custGeom>
                <a:avLst/>
                <a:gdLst>
                  <a:gd name="csX0" fmla="*/ 34174 w 76058"/>
                  <a:gd name="csY0" fmla="*/ 78010 h 78009"/>
                  <a:gd name="csX1" fmla="*/ 0 w 76058"/>
                  <a:gd name="csY1" fmla="*/ 0 h 78009"/>
                  <a:gd name="csX2" fmla="*/ 37125 w 76058"/>
                  <a:gd name="csY2" fmla="*/ 20860 h 78009"/>
                  <a:gd name="csX3" fmla="*/ 76058 w 76058"/>
                  <a:gd name="csY3" fmla="*/ 3810 h 78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058" h="78009">
                    <a:moveTo>
                      <a:pt x="34174" y="78010"/>
                    </a:moveTo>
                    <a:lnTo>
                      <a:pt x="0" y="0"/>
                    </a:lnTo>
                    <a:lnTo>
                      <a:pt x="37125" y="20860"/>
                    </a:lnTo>
                    <a:lnTo>
                      <a:pt x="76058" y="381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5" name="Graphic 18">
              <a:extLst>
                <a:ext uri="{FF2B5EF4-FFF2-40B4-BE49-F238E27FC236}">
                  <a16:creationId xmlns:a16="http://schemas.microsoft.com/office/drawing/2014/main" id="{6E8F84BB-3833-032D-4695-BD2FA6C41AFF}"/>
                </a:ext>
              </a:extLst>
            </p:cNvPr>
            <p:cNvGrpSpPr/>
            <p:nvPr/>
          </p:nvGrpSpPr>
          <p:grpSpPr>
            <a:xfrm>
              <a:off x="5726224" y="3903798"/>
              <a:ext cx="285574" cy="290512"/>
              <a:chOff x="5726224" y="3903798"/>
              <a:chExt cx="285574" cy="290512"/>
            </a:xfrm>
            <a:solidFill>
              <a:srgbClr val="FFFFFF"/>
            </a:solidFill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16D6F244-6010-3048-468B-1553ADA2D979}"/>
                  </a:ext>
                </a:extLst>
              </p:cNvPr>
              <p:cNvSpPr/>
              <p:nvPr/>
            </p:nvSpPr>
            <p:spPr>
              <a:xfrm>
                <a:off x="5726224" y="3903798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68013C34-C86A-14B6-C55E-C3486CC1A1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5743" y="3937135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08" name="Graphic 18">
              <a:extLst>
                <a:ext uri="{FF2B5EF4-FFF2-40B4-BE49-F238E27FC236}">
                  <a16:creationId xmlns:a16="http://schemas.microsoft.com/office/drawing/2014/main" id="{126F3B5C-5C3C-530D-6513-D10FB5D863C6}"/>
                </a:ext>
              </a:extLst>
            </p:cNvPr>
            <p:cNvGrpSpPr/>
            <p:nvPr/>
          </p:nvGrpSpPr>
          <p:grpSpPr>
            <a:xfrm>
              <a:off x="6487756" y="3903798"/>
              <a:ext cx="285574" cy="290512"/>
              <a:chOff x="6487756" y="3903798"/>
              <a:chExt cx="285574" cy="290512"/>
            </a:xfrm>
            <a:solidFill>
              <a:srgbClr val="FFFFFF"/>
            </a:solidFill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39341FF-1570-9F95-4D71-0D055C781E37}"/>
                  </a:ext>
                </a:extLst>
              </p:cNvPr>
              <p:cNvSpPr/>
              <p:nvPr/>
            </p:nvSpPr>
            <p:spPr>
              <a:xfrm>
                <a:off x="6487756" y="3903798"/>
                <a:ext cx="285574" cy="285750"/>
              </a:xfrm>
              <a:prstGeom prst="rect">
                <a:avLst/>
              </a:prstGeom>
              <a:solidFill>
                <a:srgbClr val="FFFFFF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3C37E662-9CA6-2E2E-D7D6-52EA8E5CB6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97276" y="3937135"/>
                <a:ext cx="266536" cy="257175"/>
              </a:xfrm>
              <a:custGeom>
                <a:avLst/>
                <a:gdLst>
                  <a:gd name="csX0" fmla="*/ 0 w 266536"/>
                  <a:gd name="csY0" fmla="*/ 0 h 257175"/>
                  <a:gd name="csX1" fmla="*/ 266536 w 266536"/>
                  <a:gd name="csY1" fmla="*/ 0 h 257175"/>
                  <a:gd name="csX2" fmla="*/ 266536 w 266536"/>
                  <a:gd name="csY2" fmla="*/ 257175 h 257175"/>
                  <a:gd name="csX3" fmla="*/ 0 w 26653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536" h="257175">
                    <a:moveTo>
                      <a:pt x="0" y="0"/>
                    </a:moveTo>
                    <a:lnTo>
                      <a:pt x="266536" y="0"/>
                    </a:lnTo>
                    <a:lnTo>
                      <a:pt x="266536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283A689A-D8EE-B27E-DC05-BBAD7B06C68A}"/>
              </a:ext>
            </a:extLst>
          </p:cNvPr>
          <p:cNvGrpSpPr/>
          <p:nvPr/>
        </p:nvGrpSpPr>
        <p:grpSpPr>
          <a:xfrm>
            <a:off x="6858048" y="2571446"/>
            <a:ext cx="2627285" cy="2131313"/>
            <a:chOff x="7953706" y="1951173"/>
            <a:chExt cx="2627285" cy="2131313"/>
          </a:xfrm>
        </p:grpSpPr>
        <p:grpSp>
          <p:nvGrpSpPr>
            <p:cNvPr id="111" name="Graphic 18">
              <a:extLst>
                <a:ext uri="{FF2B5EF4-FFF2-40B4-BE49-F238E27FC236}">
                  <a16:creationId xmlns:a16="http://schemas.microsoft.com/office/drawing/2014/main" id="{0E66309C-1758-953C-5775-2C2B1D9DFB65}"/>
                </a:ext>
              </a:extLst>
            </p:cNvPr>
            <p:cNvGrpSpPr/>
            <p:nvPr/>
          </p:nvGrpSpPr>
          <p:grpSpPr>
            <a:xfrm>
              <a:off x="8191685" y="3418023"/>
              <a:ext cx="951915" cy="381000"/>
              <a:chOff x="8191685" y="3418023"/>
              <a:chExt cx="951915" cy="381000"/>
            </a:xfrm>
            <a:solidFill>
              <a:srgbClr val="DAE8FC"/>
            </a:solidFill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53807A1-EE9E-141C-5941-F5B06103F0FF}"/>
                  </a:ext>
                </a:extLst>
              </p:cNvPr>
              <p:cNvSpPr/>
              <p:nvPr/>
            </p:nvSpPr>
            <p:spPr>
              <a:xfrm>
                <a:off x="8191685" y="3418023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7D7FC452-554C-975E-F00C-4C64A6D949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01204" y="3498985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0EAE907-A3BE-F8CA-6413-F3F1D27D8BB1}"/>
                </a:ext>
              </a:extLst>
            </p:cNvPr>
            <p:cNvSpPr/>
            <p:nvPr/>
          </p:nvSpPr>
          <p:spPr>
            <a:xfrm>
              <a:off x="9153119" y="3408498"/>
              <a:ext cx="856723" cy="381000"/>
            </a:xfrm>
            <a:prstGeom prst="rect">
              <a:avLst/>
            </a:prstGeom>
            <a:noFill/>
            <a:ln w="9507" cap="flat">
              <a:noFill/>
              <a:prstDash val="solid"/>
              <a:miter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17" name="Graphic 18">
              <a:extLst>
                <a:ext uri="{FF2B5EF4-FFF2-40B4-BE49-F238E27FC236}">
                  <a16:creationId xmlns:a16="http://schemas.microsoft.com/office/drawing/2014/main" id="{B794B018-794D-FC47-6651-06C0F3272220}"/>
                </a:ext>
              </a:extLst>
            </p:cNvPr>
            <p:cNvGrpSpPr/>
            <p:nvPr/>
          </p:nvGrpSpPr>
          <p:grpSpPr>
            <a:xfrm>
              <a:off x="8924660" y="3017973"/>
              <a:ext cx="76153" cy="369188"/>
              <a:chOff x="8924660" y="3017973"/>
              <a:chExt cx="76153" cy="369188"/>
            </a:xfrm>
          </p:grpSpPr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013DD8A3-0D28-EA56-DB06-AE3B91DA486B}"/>
                  </a:ext>
                </a:extLst>
              </p:cNvPr>
              <p:cNvSpPr/>
              <p:nvPr/>
            </p:nvSpPr>
            <p:spPr>
              <a:xfrm>
                <a:off x="8962736" y="3017973"/>
                <a:ext cx="9519" cy="312038"/>
              </a:xfrm>
              <a:custGeom>
                <a:avLst/>
                <a:gdLst>
                  <a:gd name="csX0" fmla="*/ 0 w 9519"/>
                  <a:gd name="csY0" fmla="*/ 0 h 312038"/>
                  <a:gd name="csX1" fmla="*/ 0 w 9519"/>
                  <a:gd name="csY1" fmla="*/ 312039 h 312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8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B265D6DC-35C6-BD1C-ABC8-D99624F2C01E}"/>
                  </a:ext>
                </a:extLst>
              </p:cNvPr>
              <p:cNvSpPr/>
              <p:nvPr/>
            </p:nvSpPr>
            <p:spPr>
              <a:xfrm>
                <a:off x="8924660" y="3310961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1" name="Graphic 18">
              <a:extLst>
                <a:ext uri="{FF2B5EF4-FFF2-40B4-BE49-F238E27FC236}">
                  <a16:creationId xmlns:a16="http://schemas.microsoft.com/office/drawing/2014/main" id="{B56F6150-1038-1F59-86A5-C1E42CDC0C1E}"/>
                </a:ext>
              </a:extLst>
            </p:cNvPr>
            <p:cNvGrpSpPr/>
            <p:nvPr/>
          </p:nvGrpSpPr>
          <p:grpSpPr>
            <a:xfrm>
              <a:off x="8762834" y="2646498"/>
              <a:ext cx="951915" cy="381000"/>
              <a:chOff x="8762834" y="2646498"/>
              <a:chExt cx="951915" cy="381000"/>
            </a:xfrm>
            <a:solidFill>
              <a:srgbClr val="DAE8FC"/>
            </a:solidFill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9A0FC4A-3010-23D7-111D-855D54D6652B}"/>
                  </a:ext>
                </a:extLst>
              </p:cNvPr>
              <p:cNvSpPr/>
              <p:nvPr/>
            </p:nvSpPr>
            <p:spPr>
              <a:xfrm>
                <a:off x="8762834" y="2646498"/>
                <a:ext cx="951915" cy="381000"/>
              </a:xfrm>
              <a:prstGeom prst="rect">
                <a:avLst/>
              </a:prstGeom>
              <a:solidFill>
                <a:srgbClr val="DAE8FC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7535E9D0-5F0E-97A5-2F85-1D38152C0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72353" y="2727460"/>
                <a:ext cx="932876" cy="257175"/>
              </a:xfrm>
              <a:custGeom>
                <a:avLst/>
                <a:gdLst>
                  <a:gd name="csX0" fmla="*/ 0 w 932876"/>
                  <a:gd name="csY0" fmla="*/ 0 h 257175"/>
                  <a:gd name="csX1" fmla="*/ 932877 w 932876"/>
                  <a:gd name="csY1" fmla="*/ 0 h 257175"/>
                  <a:gd name="csX2" fmla="*/ 932877 w 932876"/>
                  <a:gd name="csY2" fmla="*/ 257175 h 257175"/>
                  <a:gd name="csX3" fmla="*/ 0 w 932876"/>
                  <a:gd name="csY3" fmla="*/ 257175 h 257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876" h="257175">
                    <a:moveTo>
                      <a:pt x="0" y="0"/>
                    </a:moveTo>
                    <a:lnTo>
                      <a:pt x="932877" y="0"/>
                    </a:lnTo>
                    <a:lnTo>
                      <a:pt x="932877" y="257175"/>
                    </a:lnTo>
                    <a:lnTo>
                      <a:pt x="0" y="2571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24" name="Graphic 18">
              <a:extLst>
                <a:ext uri="{FF2B5EF4-FFF2-40B4-BE49-F238E27FC236}">
                  <a16:creationId xmlns:a16="http://schemas.microsoft.com/office/drawing/2014/main" id="{C28DA01C-B0F1-E605-82AF-D1404EBC92E4}"/>
                </a:ext>
              </a:extLst>
            </p:cNvPr>
            <p:cNvGrpSpPr/>
            <p:nvPr/>
          </p:nvGrpSpPr>
          <p:grpSpPr>
            <a:xfrm>
              <a:off x="8629566" y="3799023"/>
              <a:ext cx="76153" cy="283463"/>
              <a:chOff x="8629566" y="3799023"/>
              <a:chExt cx="76153" cy="283463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4CAFC92D-87E2-8DEE-41B3-1EE6630AEE3C}"/>
                  </a:ext>
                </a:extLst>
              </p:cNvPr>
              <p:cNvSpPr/>
              <p:nvPr/>
            </p:nvSpPr>
            <p:spPr>
              <a:xfrm>
                <a:off x="8667642" y="3799023"/>
                <a:ext cx="9519" cy="226313"/>
              </a:xfrm>
              <a:custGeom>
                <a:avLst/>
                <a:gdLst>
                  <a:gd name="csX0" fmla="*/ 0 w 9519"/>
                  <a:gd name="csY0" fmla="*/ 0 h 226313"/>
                  <a:gd name="csX1" fmla="*/ 0 w 9519"/>
                  <a:gd name="csY1" fmla="*/ 226314 h 2263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26313">
                    <a:moveTo>
                      <a:pt x="0" y="0"/>
                    </a:moveTo>
                    <a:lnTo>
                      <a:pt x="0" y="226314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89A21678-6CB2-6919-3C27-EC4083347299}"/>
                  </a:ext>
                </a:extLst>
              </p:cNvPr>
              <p:cNvSpPr/>
              <p:nvPr/>
            </p:nvSpPr>
            <p:spPr>
              <a:xfrm>
                <a:off x="8629566" y="4006286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27" name="Graphic 18">
              <a:extLst>
                <a:ext uri="{FF2B5EF4-FFF2-40B4-BE49-F238E27FC236}">
                  <a16:creationId xmlns:a16="http://schemas.microsoft.com/office/drawing/2014/main" id="{7996D71A-38ED-D35D-1EEE-9064BA2279F6}"/>
                </a:ext>
              </a:extLst>
            </p:cNvPr>
            <p:cNvGrpSpPr/>
            <p:nvPr/>
          </p:nvGrpSpPr>
          <p:grpSpPr>
            <a:xfrm>
              <a:off x="9174442" y="3575185"/>
              <a:ext cx="264251" cy="76200"/>
              <a:chOff x="9174442" y="3575185"/>
              <a:chExt cx="264251" cy="76200"/>
            </a:xfrm>
          </p:grpSpPr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C5D88F4E-A502-2E74-1650-A994B3DB5857}"/>
                  </a:ext>
                </a:extLst>
              </p:cNvPr>
              <p:cNvSpPr/>
              <p:nvPr/>
            </p:nvSpPr>
            <p:spPr>
              <a:xfrm>
                <a:off x="9231557" y="3613285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69BD6121-9553-D0E8-8351-C2B694F45283}"/>
                  </a:ext>
                </a:extLst>
              </p:cNvPr>
              <p:cNvSpPr/>
              <p:nvPr/>
            </p:nvSpPr>
            <p:spPr>
              <a:xfrm>
                <a:off x="9174442" y="3575185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0" name="Graphic 18">
              <a:extLst>
                <a:ext uri="{FF2B5EF4-FFF2-40B4-BE49-F238E27FC236}">
                  <a16:creationId xmlns:a16="http://schemas.microsoft.com/office/drawing/2014/main" id="{66B514CD-F248-F4FE-560B-FC26AEED3941}"/>
                </a:ext>
              </a:extLst>
            </p:cNvPr>
            <p:cNvGrpSpPr/>
            <p:nvPr/>
          </p:nvGrpSpPr>
          <p:grpSpPr>
            <a:xfrm>
              <a:off x="8106012" y="3160848"/>
              <a:ext cx="285574" cy="285750"/>
              <a:chOff x="8106012" y="3160848"/>
              <a:chExt cx="285574" cy="285750"/>
            </a:xfrm>
            <a:noFill/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D1A0E49E-B5DC-07C1-D115-FBA7BC2B8FB7}"/>
                  </a:ext>
                </a:extLst>
              </p:cNvPr>
              <p:cNvSpPr/>
              <p:nvPr/>
            </p:nvSpPr>
            <p:spPr>
              <a:xfrm>
                <a:off x="8106012" y="316084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254241EB-80EE-8F4B-2568-7F3A67390E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1204" y="3217998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3" name="Graphic 18">
              <a:extLst>
                <a:ext uri="{FF2B5EF4-FFF2-40B4-BE49-F238E27FC236}">
                  <a16:creationId xmlns:a16="http://schemas.microsoft.com/office/drawing/2014/main" id="{D3DACA34-5D45-AC55-54B0-1D01A6259426}"/>
                </a:ext>
              </a:extLst>
            </p:cNvPr>
            <p:cNvGrpSpPr/>
            <p:nvPr/>
          </p:nvGrpSpPr>
          <p:grpSpPr>
            <a:xfrm>
              <a:off x="8343991" y="3037023"/>
              <a:ext cx="76153" cy="350138"/>
              <a:chOff x="8343991" y="3037023"/>
              <a:chExt cx="76153" cy="350138"/>
            </a:xfrm>
          </p:grpSpPr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F2E6CDF6-B8D2-A9F4-1A62-0A393C3655DF}"/>
                  </a:ext>
                </a:extLst>
              </p:cNvPr>
              <p:cNvSpPr/>
              <p:nvPr/>
            </p:nvSpPr>
            <p:spPr>
              <a:xfrm>
                <a:off x="8382068" y="3037023"/>
                <a:ext cx="9519" cy="292988"/>
              </a:xfrm>
              <a:custGeom>
                <a:avLst/>
                <a:gdLst>
                  <a:gd name="csX0" fmla="*/ 0 w 9519"/>
                  <a:gd name="csY0" fmla="*/ 0 h 292988"/>
                  <a:gd name="csX1" fmla="*/ 0 w 9519"/>
                  <a:gd name="csY1" fmla="*/ 292989 h 2929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8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7CE9CE42-E231-4193-45A1-AFF22FA6E592}"/>
                  </a:ext>
                </a:extLst>
              </p:cNvPr>
              <p:cNvSpPr/>
              <p:nvPr/>
            </p:nvSpPr>
            <p:spPr>
              <a:xfrm>
                <a:off x="8343991" y="3310961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36" name="Graphic 18">
              <a:extLst>
                <a:ext uri="{FF2B5EF4-FFF2-40B4-BE49-F238E27FC236}">
                  <a16:creationId xmlns:a16="http://schemas.microsoft.com/office/drawing/2014/main" id="{E8BCA221-5B70-FE7A-18BA-4A3ECA466B44}"/>
                </a:ext>
              </a:extLst>
            </p:cNvPr>
            <p:cNvGrpSpPr/>
            <p:nvPr/>
          </p:nvGrpSpPr>
          <p:grpSpPr>
            <a:xfrm>
              <a:off x="8934179" y="3160848"/>
              <a:ext cx="285574" cy="285750"/>
              <a:chOff x="8934179" y="3160848"/>
              <a:chExt cx="285574" cy="285750"/>
            </a:xfrm>
            <a:noFill/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3344B61-C341-8916-7310-DE0424094159}"/>
                  </a:ext>
                </a:extLst>
              </p:cNvPr>
              <p:cNvSpPr/>
              <p:nvPr/>
            </p:nvSpPr>
            <p:spPr>
              <a:xfrm>
                <a:off x="8934179" y="3160848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8" name="Picture 137">
                <a:extLst>
                  <a:ext uri="{FF2B5EF4-FFF2-40B4-BE49-F238E27FC236}">
                    <a16:creationId xmlns:a16="http://schemas.microsoft.com/office/drawing/2014/main" id="{538AE3FF-53BE-6443-BE2F-9D74577F5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34130" y="3217998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9" name="Graphic 18">
              <a:extLst>
                <a:ext uri="{FF2B5EF4-FFF2-40B4-BE49-F238E27FC236}">
                  <a16:creationId xmlns:a16="http://schemas.microsoft.com/office/drawing/2014/main" id="{DAD82C81-A0E9-3CE3-9EE9-CAB54D5F6EF8}"/>
                </a:ext>
              </a:extLst>
            </p:cNvPr>
            <p:cNvGrpSpPr/>
            <p:nvPr/>
          </p:nvGrpSpPr>
          <p:grpSpPr>
            <a:xfrm>
              <a:off x="9495809" y="2246448"/>
              <a:ext cx="76153" cy="369189"/>
              <a:chOff x="9495809" y="2246448"/>
              <a:chExt cx="76153" cy="369189"/>
            </a:xfrm>
          </p:grpSpPr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AE6A7119-6ADB-3333-EE43-463876827164}"/>
                  </a:ext>
                </a:extLst>
              </p:cNvPr>
              <p:cNvSpPr/>
              <p:nvPr/>
            </p:nvSpPr>
            <p:spPr>
              <a:xfrm>
                <a:off x="9533885" y="2246448"/>
                <a:ext cx="9519" cy="312039"/>
              </a:xfrm>
              <a:custGeom>
                <a:avLst/>
                <a:gdLst>
                  <a:gd name="csX0" fmla="*/ 0 w 9519"/>
                  <a:gd name="csY0" fmla="*/ 0 h 312039"/>
                  <a:gd name="csX1" fmla="*/ 0 w 9519"/>
                  <a:gd name="csY1" fmla="*/ 312039 h 312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312039">
                    <a:moveTo>
                      <a:pt x="0" y="0"/>
                    </a:moveTo>
                    <a:lnTo>
                      <a:pt x="0" y="31203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DF524F29-CD39-2C5B-D51B-31CB29757C18}"/>
                  </a:ext>
                </a:extLst>
              </p:cNvPr>
              <p:cNvSpPr/>
              <p:nvPr/>
            </p:nvSpPr>
            <p:spPr>
              <a:xfrm>
                <a:off x="9495809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2" name="Graphic 18">
              <a:extLst>
                <a:ext uri="{FF2B5EF4-FFF2-40B4-BE49-F238E27FC236}">
                  <a16:creationId xmlns:a16="http://schemas.microsoft.com/office/drawing/2014/main" id="{CBE33E51-2A84-96AB-EEB0-364D7FA2E299}"/>
                </a:ext>
              </a:extLst>
            </p:cNvPr>
            <p:cNvGrpSpPr/>
            <p:nvPr/>
          </p:nvGrpSpPr>
          <p:grpSpPr>
            <a:xfrm>
              <a:off x="9745591" y="2803660"/>
              <a:ext cx="264251" cy="76200"/>
              <a:chOff x="9745591" y="2803660"/>
              <a:chExt cx="264251" cy="76200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87A6868F-6914-8866-4BA5-65BDDC150A1D}"/>
                  </a:ext>
                </a:extLst>
              </p:cNvPr>
              <p:cNvSpPr/>
              <p:nvPr/>
            </p:nvSpPr>
            <p:spPr>
              <a:xfrm>
                <a:off x="9802706" y="2841760"/>
                <a:ext cx="207136" cy="9525"/>
              </a:xfrm>
              <a:custGeom>
                <a:avLst/>
                <a:gdLst>
                  <a:gd name="csX0" fmla="*/ 207137 w 207136"/>
                  <a:gd name="csY0" fmla="*/ 0 h 9525"/>
                  <a:gd name="csX1" fmla="*/ 0 w 207136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136" h="9525">
                    <a:moveTo>
                      <a:pt x="2071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75BF175A-848F-E841-2B6F-DCB62ED4E784}"/>
                  </a:ext>
                </a:extLst>
              </p:cNvPr>
              <p:cNvSpPr/>
              <p:nvPr/>
            </p:nvSpPr>
            <p:spPr>
              <a:xfrm>
                <a:off x="9745591" y="2803660"/>
                <a:ext cx="76153" cy="76200"/>
              </a:xfrm>
              <a:custGeom>
                <a:avLst/>
                <a:gdLst>
                  <a:gd name="csX0" fmla="*/ 0 w 76153"/>
                  <a:gd name="csY0" fmla="*/ 38100 h 76200"/>
                  <a:gd name="csX1" fmla="*/ 76153 w 76153"/>
                  <a:gd name="csY1" fmla="*/ 0 h 76200"/>
                  <a:gd name="csX2" fmla="*/ 57115 w 76153"/>
                  <a:gd name="csY2" fmla="*/ 38100 h 76200"/>
                  <a:gd name="csX3" fmla="*/ 76153 w 76153"/>
                  <a:gd name="csY3" fmla="*/ 7620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0" y="38100"/>
                    </a:moveTo>
                    <a:lnTo>
                      <a:pt x="76153" y="0"/>
                    </a:lnTo>
                    <a:lnTo>
                      <a:pt x="57115" y="38100"/>
                    </a:lnTo>
                    <a:lnTo>
                      <a:pt x="76153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0" name="Graphic 18">
              <a:extLst>
                <a:ext uri="{FF2B5EF4-FFF2-40B4-BE49-F238E27FC236}">
                  <a16:creationId xmlns:a16="http://schemas.microsoft.com/office/drawing/2014/main" id="{068ED6D8-5AC5-C03F-085F-DC8C8905B541}"/>
                </a:ext>
              </a:extLst>
            </p:cNvPr>
            <p:cNvGrpSpPr/>
            <p:nvPr/>
          </p:nvGrpSpPr>
          <p:grpSpPr>
            <a:xfrm>
              <a:off x="8677162" y="2389323"/>
              <a:ext cx="285574" cy="285750"/>
              <a:chOff x="8677162" y="2389323"/>
              <a:chExt cx="285574" cy="285750"/>
            </a:xfrm>
            <a:noFill/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56925DF8-BE3A-5C65-F320-EB387A3F0F1D}"/>
                  </a:ext>
                </a:extLst>
              </p:cNvPr>
              <p:cNvSpPr/>
              <p:nvPr/>
            </p:nvSpPr>
            <p:spPr>
              <a:xfrm>
                <a:off x="8677162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12BEE064-7A8B-72EE-69A2-483D611E41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72353" y="2446473"/>
                <a:ext cx="95191" cy="209550"/>
              </a:xfrm>
              <a:custGeom>
                <a:avLst/>
                <a:gdLst>
                  <a:gd name="csX0" fmla="*/ 0 w 95191"/>
                  <a:gd name="csY0" fmla="*/ 0 h 209550"/>
                  <a:gd name="csX1" fmla="*/ 95192 w 95191"/>
                  <a:gd name="csY1" fmla="*/ 0 h 209550"/>
                  <a:gd name="csX2" fmla="*/ 95192 w 95191"/>
                  <a:gd name="csY2" fmla="*/ 209550 h 209550"/>
                  <a:gd name="csX3" fmla="*/ 0 w 95191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191" h="209550">
                    <a:moveTo>
                      <a:pt x="0" y="0"/>
                    </a:moveTo>
                    <a:lnTo>
                      <a:pt x="95192" y="0"/>
                    </a:lnTo>
                    <a:lnTo>
                      <a:pt x="9519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Graphic 18">
              <a:extLst>
                <a:ext uri="{FF2B5EF4-FFF2-40B4-BE49-F238E27FC236}">
                  <a16:creationId xmlns:a16="http://schemas.microsoft.com/office/drawing/2014/main" id="{AB0899F0-70C3-1870-031D-5F535FF850D5}"/>
                </a:ext>
              </a:extLst>
            </p:cNvPr>
            <p:cNvGrpSpPr/>
            <p:nvPr/>
          </p:nvGrpSpPr>
          <p:grpSpPr>
            <a:xfrm>
              <a:off x="8915140" y="2265498"/>
              <a:ext cx="76153" cy="350139"/>
              <a:chOff x="8915140" y="2265498"/>
              <a:chExt cx="76153" cy="350139"/>
            </a:xfrm>
          </p:grpSpPr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2959B36C-EA7C-19F3-BF59-CFEBE9B03D3B}"/>
                  </a:ext>
                </a:extLst>
              </p:cNvPr>
              <p:cNvSpPr/>
              <p:nvPr/>
            </p:nvSpPr>
            <p:spPr>
              <a:xfrm>
                <a:off x="8953217" y="2265498"/>
                <a:ext cx="9519" cy="292989"/>
              </a:xfrm>
              <a:custGeom>
                <a:avLst/>
                <a:gdLst>
                  <a:gd name="csX0" fmla="*/ 0 w 9519"/>
                  <a:gd name="csY0" fmla="*/ 0 h 292989"/>
                  <a:gd name="csX1" fmla="*/ 0 w 9519"/>
                  <a:gd name="csY1" fmla="*/ 292989 h 292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19" h="292989">
                    <a:moveTo>
                      <a:pt x="0" y="0"/>
                    </a:moveTo>
                    <a:lnTo>
                      <a:pt x="0" y="292989"/>
                    </a:lnTo>
                  </a:path>
                </a:pathLst>
              </a:custGeom>
              <a:noFill/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818EB388-9DC7-4B2C-2E47-FFBB7E64C310}"/>
                  </a:ext>
                </a:extLst>
              </p:cNvPr>
              <p:cNvSpPr/>
              <p:nvPr/>
            </p:nvSpPr>
            <p:spPr>
              <a:xfrm>
                <a:off x="8915140" y="2539437"/>
                <a:ext cx="76153" cy="76200"/>
              </a:xfrm>
              <a:custGeom>
                <a:avLst/>
                <a:gdLst>
                  <a:gd name="csX0" fmla="*/ 38077 w 76153"/>
                  <a:gd name="csY0" fmla="*/ 76200 h 76200"/>
                  <a:gd name="csX1" fmla="*/ 0 w 76153"/>
                  <a:gd name="csY1" fmla="*/ 0 h 76200"/>
                  <a:gd name="csX2" fmla="*/ 38077 w 76153"/>
                  <a:gd name="csY2" fmla="*/ 19050 h 76200"/>
                  <a:gd name="csX3" fmla="*/ 76153 w 76153"/>
                  <a:gd name="csY3" fmla="*/ 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153" h="76200">
                    <a:moveTo>
                      <a:pt x="38077" y="76200"/>
                    </a:moveTo>
                    <a:lnTo>
                      <a:pt x="0" y="0"/>
                    </a:lnTo>
                    <a:lnTo>
                      <a:pt x="38077" y="19050"/>
                    </a:lnTo>
                    <a:lnTo>
                      <a:pt x="761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15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8" name="Graphic 18">
              <a:extLst>
                <a:ext uri="{FF2B5EF4-FFF2-40B4-BE49-F238E27FC236}">
                  <a16:creationId xmlns:a16="http://schemas.microsoft.com/office/drawing/2014/main" id="{15FADCEE-4C71-02D3-E4AD-73887192DB4D}"/>
                </a:ext>
              </a:extLst>
            </p:cNvPr>
            <p:cNvGrpSpPr/>
            <p:nvPr/>
          </p:nvGrpSpPr>
          <p:grpSpPr>
            <a:xfrm>
              <a:off x="9505328" y="2389323"/>
              <a:ext cx="285574" cy="285750"/>
              <a:chOff x="9505328" y="2389323"/>
              <a:chExt cx="285574" cy="285750"/>
            </a:xfrm>
            <a:noFill/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77AFB748-3D2A-3C3F-602A-FC136B821A2D}"/>
                  </a:ext>
                </a:extLst>
              </p:cNvPr>
              <p:cNvSpPr/>
              <p:nvPr/>
            </p:nvSpPr>
            <p:spPr>
              <a:xfrm>
                <a:off x="9505328" y="2389323"/>
                <a:ext cx="285574" cy="28575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394D3E04-1009-8B30-11B4-6B74D286C6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05279" y="2446473"/>
                <a:ext cx="85672" cy="209550"/>
              </a:xfrm>
              <a:custGeom>
                <a:avLst/>
                <a:gdLst>
                  <a:gd name="csX0" fmla="*/ 0 w 85672"/>
                  <a:gd name="csY0" fmla="*/ 0 h 209550"/>
                  <a:gd name="csX1" fmla="*/ 85672 w 85672"/>
                  <a:gd name="csY1" fmla="*/ 0 h 209550"/>
                  <a:gd name="csX2" fmla="*/ 85672 w 85672"/>
                  <a:gd name="csY2" fmla="*/ 209550 h 209550"/>
                  <a:gd name="csX3" fmla="*/ 0 w 85672"/>
                  <a:gd name="csY3" fmla="*/ 209550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672" h="209550">
                    <a:moveTo>
                      <a:pt x="0" y="0"/>
                    </a:moveTo>
                    <a:lnTo>
                      <a:pt x="85672" y="0"/>
                    </a:lnTo>
                    <a:lnTo>
                      <a:pt x="85672" y="209550"/>
                    </a:lnTo>
                    <a:lnTo>
                      <a:pt x="0" y="209550"/>
                    </a:lnTo>
                    <a:close/>
                  </a:path>
                </a:pathLst>
              </a:custGeom>
            </p:spPr>
          </p:pic>
        </p:grpSp>
        <p:grpSp>
          <p:nvGrpSpPr>
            <p:cNvPr id="171" name="Graphic 18">
              <a:extLst>
                <a:ext uri="{FF2B5EF4-FFF2-40B4-BE49-F238E27FC236}">
                  <a16:creationId xmlns:a16="http://schemas.microsoft.com/office/drawing/2014/main" id="{58581113-B6E1-9708-B054-BCE451FA22C8}"/>
                </a:ext>
              </a:extLst>
            </p:cNvPr>
            <p:cNvGrpSpPr/>
            <p:nvPr/>
          </p:nvGrpSpPr>
          <p:grpSpPr>
            <a:xfrm>
              <a:off x="7953706" y="2713173"/>
              <a:ext cx="856723" cy="390525"/>
              <a:chOff x="7953706" y="2713173"/>
              <a:chExt cx="856723" cy="390525"/>
            </a:xfrm>
            <a:noFill/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DE293818-B310-2A95-2082-78A2F71C2753}"/>
                  </a:ext>
                </a:extLst>
              </p:cNvPr>
              <p:cNvSpPr/>
              <p:nvPr/>
            </p:nvSpPr>
            <p:spPr>
              <a:xfrm>
                <a:off x="7953706" y="2713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76261C01-B05D-60DD-304A-1D00204EEB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82117" y="2770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4" name="Graphic 18">
              <a:extLst>
                <a:ext uri="{FF2B5EF4-FFF2-40B4-BE49-F238E27FC236}">
                  <a16:creationId xmlns:a16="http://schemas.microsoft.com/office/drawing/2014/main" id="{03F77230-513E-801C-559F-2414DA6641EB}"/>
                </a:ext>
              </a:extLst>
            </p:cNvPr>
            <p:cNvGrpSpPr/>
            <p:nvPr/>
          </p:nvGrpSpPr>
          <p:grpSpPr>
            <a:xfrm>
              <a:off x="9724268" y="2627448"/>
              <a:ext cx="856723" cy="390525"/>
              <a:chOff x="9724268" y="2627448"/>
              <a:chExt cx="856723" cy="390525"/>
            </a:xfrm>
            <a:noFill/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D1D80396-4CCD-074A-D404-28C85342FC3D}"/>
                  </a:ext>
                </a:extLst>
              </p:cNvPr>
              <p:cNvSpPr/>
              <p:nvPr/>
            </p:nvSpPr>
            <p:spPr>
              <a:xfrm>
                <a:off x="9724268" y="2627448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5F79B0D8-4119-84B1-0542-FDBBAD9798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52679" y="2684598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Graphic 18">
              <a:extLst>
                <a:ext uri="{FF2B5EF4-FFF2-40B4-BE49-F238E27FC236}">
                  <a16:creationId xmlns:a16="http://schemas.microsoft.com/office/drawing/2014/main" id="{7AC4B947-29EA-EF19-6278-AC476F18B132}"/>
                </a:ext>
              </a:extLst>
            </p:cNvPr>
            <p:cNvGrpSpPr/>
            <p:nvPr/>
          </p:nvGrpSpPr>
          <p:grpSpPr>
            <a:xfrm>
              <a:off x="8524855" y="1951173"/>
              <a:ext cx="856723" cy="390525"/>
              <a:chOff x="8524855" y="1951173"/>
              <a:chExt cx="856723" cy="390525"/>
            </a:xfrm>
            <a:no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0EB217B-AA72-8D03-935B-4A9C74A43155}"/>
                  </a:ext>
                </a:extLst>
              </p:cNvPr>
              <p:cNvSpPr/>
              <p:nvPr/>
            </p:nvSpPr>
            <p:spPr>
              <a:xfrm>
                <a:off x="8524855" y="1951173"/>
                <a:ext cx="856723" cy="381000"/>
              </a:xfrm>
              <a:prstGeom prst="rect">
                <a:avLst/>
              </a:prstGeom>
              <a:noFill/>
              <a:ln w="95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C8709D28-AE42-053B-CA64-A51D48ECFF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53266" y="2008323"/>
                <a:ext cx="199902" cy="333375"/>
              </a:xfrm>
              <a:custGeom>
                <a:avLst/>
                <a:gdLst>
                  <a:gd name="csX0" fmla="*/ 0 w 199902"/>
                  <a:gd name="csY0" fmla="*/ 0 h 333375"/>
                  <a:gd name="csX1" fmla="*/ 199902 w 199902"/>
                  <a:gd name="csY1" fmla="*/ 0 h 333375"/>
                  <a:gd name="csX2" fmla="*/ 199902 w 199902"/>
                  <a:gd name="csY2" fmla="*/ 333375 h 333375"/>
                  <a:gd name="csX3" fmla="*/ 0 w 199902"/>
                  <a:gd name="csY3" fmla="*/ 333375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9902" h="333375">
                    <a:moveTo>
                      <a:pt x="0" y="0"/>
                    </a:moveTo>
                    <a:lnTo>
                      <a:pt x="199902" y="0"/>
                    </a:lnTo>
                    <a:lnTo>
                      <a:pt x="199902" y="333375"/>
                    </a:lnTo>
                    <a:lnTo>
                      <a:pt x="0" y="333375"/>
                    </a:lnTo>
                    <a:close/>
                  </a:path>
                </a:pathLst>
              </a:custGeom>
            </p:spPr>
          </p:pic>
        </p:grpSp>
        <p:pic>
          <p:nvPicPr>
            <p:cNvPr id="356" name="Picture 355">
              <a:extLst>
                <a:ext uri="{FF2B5EF4-FFF2-40B4-BE49-F238E27FC236}">
                  <a16:creationId xmlns:a16="http://schemas.microsoft.com/office/drawing/2014/main" id="{2D61A048-487B-8088-7336-F49F73AB1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486326" y="2014848"/>
              <a:ext cx="106950" cy="306144"/>
            </a:xfrm>
            <a:custGeom>
              <a:avLst/>
              <a:gdLst>
                <a:gd name="csX0" fmla="*/ 0 w 104619"/>
                <a:gd name="csY0" fmla="*/ 0 h 299472"/>
                <a:gd name="csX1" fmla="*/ 104619 w 104619"/>
                <a:gd name="csY1" fmla="*/ 0 h 299472"/>
                <a:gd name="csX2" fmla="*/ 104619 w 104619"/>
                <a:gd name="csY2" fmla="*/ 299472 h 299472"/>
                <a:gd name="csX3" fmla="*/ 0 w 104619"/>
                <a:gd name="csY3" fmla="*/ 299472 h 299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619" h="299472">
                  <a:moveTo>
                    <a:pt x="0" y="0"/>
                  </a:moveTo>
                  <a:lnTo>
                    <a:pt x="104619" y="0"/>
                  </a:lnTo>
                  <a:lnTo>
                    <a:pt x="104619" y="299472"/>
                  </a:lnTo>
                  <a:lnTo>
                    <a:pt x="0" y="299472"/>
                  </a:lnTo>
                  <a:close/>
                </a:path>
              </a:pathLst>
            </a:custGeom>
          </p:spPr>
        </p:pic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DC216D29-6288-3FC2-CAC9-19836BEBABB7}"/>
              </a:ext>
            </a:extLst>
          </p:cNvPr>
          <p:cNvSpPr/>
          <p:nvPr/>
        </p:nvSpPr>
        <p:spPr>
          <a:xfrm>
            <a:off x="3584448" y="2757830"/>
            <a:ext cx="424282" cy="2011680"/>
          </a:xfrm>
          <a:custGeom>
            <a:avLst/>
            <a:gdLst>
              <a:gd name="csX0" fmla="*/ 0 w 424282"/>
              <a:gd name="csY0" fmla="*/ 0 h 2011680"/>
              <a:gd name="csX1" fmla="*/ 7315 w 424282"/>
              <a:gd name="csY1" fmla="*/ 43892 h 2011680"/>
              <a:gd name="csX2" fmla="*/ 21946 w 424282"/>
              <a:gd name="csY2" fmla="*/ 80468 h 2011680"/>
              <a:gd name="csX3" fmla="*/ 51206 w 424282"/>
              <a:gd name="csY3" fmla="*/ 138989 h 2011680"/>
              <a:gd name="csX4" fmla="*/ 65837 w 424282"/>
              <a:gd name="csY4" fmla="*/ 168250 h 2011680"/>
              <a:gd name="csX5" fmla="*/ 102413 w 424282"/>
              <a:gd name="csY5" fmla="*/ 256032 h 2011680"/>
              <a:gd name="csX6" fmla="*/ 124358 w 424282"/>
              <a:gd name="csY6" fmla="*/ 307239 h 2011680"/>
              <a:gd name="csX7" fmla="*/ 138989 w 424282"/>
              <a:gd name="csY7" fmla="*/ 336500 h 2011680"/>
              <a:gd name="csX8" fmla="*/ 153619 w 424282"/>
              <a:gd name="csY8" fmla="*/ 387706 h 2011680"/>
              <a:gd name="csX9" fmla="*/ 168250 w 424282"/>
              <a:gd name="csY9" fmla="*/ 431597 h 2011680"/>
              <a:gd name="csX10" fmla="*/ 182880 w 424282"/>
              <a:gd name="csY10" fmla="*/ 482804 h 2011680"/>
              <a:gd name="csX11" fmla="*/ 197510 w 424282"/>
              <a:gd name="csY11" fmla="*/ 512064 h 2011680"/>
              <a:gd name="csX12" fmla="*/ 204826 w 424282"/>
              <a:gd name="csY12" fmla="*/ 555956 h 2011680"/>
              <a:gd name="csX13" fmla="*/ 226771 w 424282"/>
              <a:gd name="csY13" fmla="*/ 614477 h 2011680"/>
              <a:gd name="csX14" fmla="*/ 234086 w 424282"/>
              <a:gd name="csY14" fmla="*/ 643738 h 2011680"/>
              <a:gd name="csX15" fmla="*/ 256032 w 424282"/>
              <a:gd name="csY15" fmla="*/ 709575 h 2011680"/>
              <a:gd name="csX16" fmla="*/ 270662 w 424282"/>
              <a:gd name="csY16" fmla="*/ 760781 h 2011680"/>
              <a:gd name="csX17" fmla="*/ 285293 w 424282"/>
              <a:gd name="csY17" fmla="*/ 797357 h 2011680"/>
              <a:gd name="csX18" fmla="*/ 292608 w 424282"/>
              <a:gd name="csY18" fmla="*/ 819303 h 2011680"/>
              <a:gd name="csX19" fmla="*/ 307238 w 424282"/>
              <a:gd name="csY19" fmla="*/ 855879 h 2011680"/>
              <a:gd name="csX20" fmla="*/ 314554 w 424282"/>
              <a:gd name="csY20" fmla="*/ 885140 h 2011680"/>
              <a:gd name="csX21" fmla="*/ 329184 w 424282"/>
              <a:gd name="csY21" fmla="*/ 921716 h 2011680"/>
              <a:gd name="csX22" fmla="*/ 336499 w 424282"/>
              <a:gd name="csY22" fmla="*/ 958292 h 2011680"/>
              <a:gd name="csX23" fmla="*/ 343814 w 424282"/>
              <a:gd name="csY23" fmla="*/ 980237 h 2011680"/>
              <a:gd name="csX24" fmla="*/ 351130 w 424282"/>
              <a:gd name="csY24" fmla="*/ 1009498 h 2011680"/>
              <a:gd name="csX25" fmla="*/ 373075 w 424282"/>
              <a:gd name="csY25" fmla="*/ 1104596 h 2011680"/>
              <a:gd name="csX26" fmla="*/ 380390 w 424282"/>
              <a:gd name="csY26" fmla="*/ 1126541 h 2011680"/>
              <a:gd name="csX27" fmla="*/ 402336 w 424282"/>
              <a:gd name="csY27" fmla="*/ 1207008 h 2011680"/>
              <a:gd name="csX28" fmla="*/ 395021 w 424282"/>
              <a:gd name="csY28" fmla="*/ 1675181 h 2011680"/>
              <a:gd name="csX29" fmla="*/ 409651 w 424282"/>
              <a:gd name="csY29" fmla="*/ 1719072 h 2011680"/>
              <a:gd name="csX30" fmla="*/ 424282 w 424282"/>
              <a:gd name="csY30" fmla="*/ 1784909 h 2011680"/>
              <a:gd name="csX31" fmla="*/ 416966 w 424282"/>
              <a:gd name="csY31" fmla="*/ 1880007 h 2011680"/>
              <a:gd name="csX32" fmla="*/ 409651 w 424282"/>
              <a:gd name="csY32" fmla="*/ 2004365 h 2011680"/>
              <a:gd name="csX33" fmla="*/ 402336 w 424282"/>
              <a:gd name="csY33" fmla="*/ 2011680 h 2011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424282" h="2011680">
                <a:moveTo>
                  <a:pt x="0" y="0"/>
                </a:moveTo>
                <a:cubicBezTo>
                  <a:pt x="2438" y="14631"/>
                  <a:pt x="3412" y="29582"/>
                  <a:pt x="7315" y="43892"/>
                </a:cubicBezTo>
                <a:cubicBezTo>
                  <a:pt x="10770" y="56561"/>
                  <a:pt x="16443" y="68545"/>
                  <a:pt x="21946" y="80468"/>
                </a:cubicBezTo>
                <a:cubicBezTo>
                  <a:pt x="31085" y="100270"/>
                  <a:pt x="41453" y="119482"/>
                  <a:pt x="51206" y="138989"/>
                </a:cubicBezTo>
                <a:cubicBezTo>
                  <a:pt x="56083" y="148743"/>
                  <a:pt x="61643" y="158184"/>
                  <a:pt x="65837" y="168250"/>
                </a:cubicBezTo>
                <a:cubicBezTo>
                  <a:pt x="78029" y="197511"/>
                  <a:pt x="90112" y="226817"/>
                  <a:pt x="102413" y="256032"/>
                </a:cubicBezTo>
                <a:cubicBezTo>
                  <a:pt x="109619" y="273147"/>
                  <a:pt x="116053" y="290629"/>
                  <a:pt x="124358" y="307239"/>
                </a:cubicBezTo>
                <a:cubicBezTo>
                  <a:pt x="129235" y="316993"/>
                  <a:pt x="134693" y="326477"/>
                  <a:pt x="138989" y="336500"/>
                </a:cubicBezTo>
                <a:cubicBezTo>
                  <a:pt x="147184" y="355621"/>
                  <a:pt x="147432" y="367082"/>
                  <a:pt x="153619" y="387706"/>
                </a:cubicBezTo>
                <a:cubicBezTo>
                  <a:pt x="158050" y="402477"/>
                  <a:pt x="164013" y="416769"/>
                  <a:pt x="168250" y="431597"/>
                </a:cubicBezTo>
                <a:cubicBezTo>
                  <a:pt x="173127" y="448666"/>
                  <a:pt x="176814" y="466121"/>
                  <a:pt x="182880" y="482804"/>
                </a:cubicBezTo>
                <a:cubicBezTo>
                  <a:pt x="186606" y="493052"/>
                  <a:pt x="192633" y="502311"/>
                  <a:pt x="197510" y="512064"/>
                </a:cubicBezTo>
                <a:cubicBezTo>
                  <a:pt x="199949" y="526695"/>
                  <a:pt x="201608" y="541477"/>
                  <a:pt x="204826" y="555956"/>
                </a:cubicBezTo>
                <a:cubicBezTo>
                  <a:pt x="208250" y="571364"/>
                  <a:pt x="222975" y="603088"/>
                  <a:pt x="226771" y="614477"/>
                </a:cubicBezTo>
                <a:cubicBezTo>
                  <a:pt x="229950" y="624015"/>
                  <a:pt x="231129" y="634129"/>
                  <a:pt x="234086" y="643738"/>
                </a:cubicBezTo>
                <a:cubicBezTo>
                  <a:pt x="240889" y="665848"/>
                  <a:pt x="249677" y="687332"/>
                  <a:pt x="256032" y="709575"/>
                </a:cubicBezTo>
                <a:cubicBezTo>
                  <a:pt x="260909" y="726644"/>
                  <a:pt x="265048" y="743940"/>
                  <a:pt x="270662" y="760781"/>
                </a:cubicBezTo>
                <a:cubicBezTo>
                  <a:pt x="274815" y="773238"/>
                  <a:pt x="280682" y="785062"/>
                  <a:pt x="285293" y="797357"/>
                </a:cubicBezTo>
                <a:cubicBezTo>
                  <a:pt x="288001" y="804577"/>
                  <a:pt x="289901" y="812083"/>
                  <a:pt x="292608" y="819303"/>
                </a:cubicBezTo>
                <a:cubicBezTo>
                  <a:pt x="297219" y="831598"/>
                  <a:pt x="303086" y="843422"/>
                  <a:pt x="307238" y="855879"/>
                </a:cubicBezTo>
                <a:cubicBezTo>
                  <a:pt x="310417" y="865417"/>
                  <a:pt x="311375" y="875602"/>
                  <a:pt x="314554" y="885140"/>
                </a:cubicBezTo>
                <a:cubicBezTo>
                  <a:pt x="318706" y="897597"/>
                  <a:pt x="325411" y="909139"/>
                  <a:pt x="329184" y="921716"/>
                </a:cubicBezTo>
                <a:cubicBezTo>
                  <a:pt x="332757" y="933625"/>
                  <a:pt x="333483" y="946230"/>
                  <a:pt x="336499" y="958292"/>
                </a:cubicBezTo>
                <a:cubicBezTo>
                  <a:pt x="338369" y="965772"/>
                  <a:pt x="341696" y="972823"/>
                  <a:pt x="343814" y="980237"/>
                </a:cubicBezTo>
                <a:cubicBezTo>
                  <a:pt x="346576" y="989904"/>
                  <a:pt x="348949" y="999684"/>
                  <a:pt x="351130" y="1009498"/>
                </a:cubicBezTo>
                <a:cubicBezTo>
                  <a:pt x="358868" y="1044318"/>
                  <a:pt x="361123" y="1068739"/>
                  <a:pt x="373075" y="1104596"/>
                </a:cubicBezTo>
                <a:cubicBezTo>
                  <a:pt x="375513" y="1111911"/>
                  <a:pt x="378361" y="1119102"/>
                  <a:pt x="380390" y="1126541"/>
                </a:cubicBezTo>
                <a:cubicBezTo>
                  <a:pt x="405141" y="1217294"/>
                  <a:pt x="385499" y="1156496"/>
                  <a:pt x="402336" y="1207008"/>
                </a:cubicBezTo>
                <a:cubicBezTo>
                  <a:pt x="394162" y="1374576"/>
                  <a:pt x="378204" y="1512609"/>
                  <a:pt x="395021" y="1675181"/>
                </a:cubicBezTo>
                <a:cubicBezTo>
                  <a:pt x="396608" y="1690521"/>
                  <a:pt x="406627" y="1703950"/>
                  <a:pt x="409651" y="1719072"/>
                </a:cubicBezTo>
                <a:cubicBezTo>
                  <a:pt x="418938" y="1765507"/>
                  <a:pt x="413950" y="1743586"/>
                  <a:pt x="424282" y="1784909"/>
                </a:cubicBezTo>
                <a:cubicBezTo>
                  <a:pt x="421843" y="1816608"/>
                  <a:pt x="419081" y="1848284"/>
                  <a:pt x="416966" y="1880007"/>
                </a:cubicBezTo>
                <a:cubicBezTo>
                  <a:pt x="414204" y="1921439"/>
                  <a:pt x="414236" y="1963095"/>
                  <a:pt x="409651" y="2004365"/>
                </a:cubicBezTo>
                <a:cubicBezTo>
                  <a:pt x="409270" y="2007792"/>
                  <a:pt x="404774" y="2009242"/>
                  <a:pt x="402336" y="2011680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04090AB-A804-2E36-ACE8-4B861AF22614}"/>
              </a:ext>
            </a:extLst>
          </p:cNvPr>
          <p:cNvSpPr/>
          <p:nvPr/>
        </p:nvSpPr>
        <p:spPr>
          <a:xfrm>
            <a:off x="7263994" y="3474720"/>
            <a:ext cx="314553" cy="1280160"/>
          </a:xfrm>
          <a:custGeom>
            <a:avLst/>
            <a:gdLst>
              <a:gd name="csX0" fmla="*/ 0 w 314553"/>
              <a:gd name="csY0" fmla="*/ 0 h 1280160"/>
              <a:gd name="csX1" fmla="*/ 7315 w 314553"/>
              <a:gd name="csY1" fmla="*/ 687629 h 1280160"/>
              <a:gd name="csX2" fmla="*/ 14630 w 314553"/>
              <a:gd name="csY2" fmla="*/ 753466 h 1280160"/>
              <a:gd name="csX3" fmla="*/ 36576 w 314553"/>
              <a:gd name="csY3" fmla="*/ 841248 h 1280160"/>
              <a:gd name="csX4" fmla="*/ 131673 w 314553"/>
              <a:gd name="csY4" fmla="*/ 833933 h 1280160"/>
              <a:gd name="csX5" fmla="*/ 168249 w 314553"/>
              <a:gd name="csY5" fmla="*/ 826618 h 1280160"/>
              <a:gd name="csX6" fmla="*/ 212140 w 314553"/>
              <a:gd name="csY6" fmla="*/ 819302 h 1280160"/>
              <a:gd name="csX7" fmla="*/ 234086 w 314553"/>
              <a:gd name="csY7" fmla="*/ 811987 h 1280160"/>
              <a:gd name="csX8" fmla="*/ 285292 w 314553"/>
              <a:gd name="csY8" fmla="*/ 797357 h 1280160"/>
              <a:gd name="csX9" fmla="*/ 299923 w 314553"/>
              <a:gd name="csY9" fmla="*/ 1192378 h 1280160"/>
              <a:gd name="csX10" fmla="*/ 314553 w 314553"/>
              <a:gd name="csY10" fmla="*/ 1236269 h 1280160"/>
              <a:gd name="csX11" fmla="*/ 314553 w 314553"/>
              <a:gd name="csY11" fmla="*/ 1280160 h 1280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4553" h="1280160">
                <a:moveTo>
                  <a:pt x="0" y="0"/>
                </a:moveTo>
                <a:cubicBezTo>
                  <a:pt x="2438" y="229210"/>
                  <a:pt x="2865" y="458450"/>
                  <a:pt x="7315" y="687629"/>
                </a:cubicBezTo>
                <a:cubicBezTo>
                  <a:pt x="7744" y="709706"/>
                  <a:pt x="11507" y="731607"/>
                  <a:pt x="14630" y="753466"/>
                </a:cubicBezTo>
                <a:cubicBezTo>
                  <a:pt x="18903" y="783380"/>
                  <a:pt x="27047" y="812664"/>
                  <a:pt x="36576" y="841248"/>
                </a:cubicBezTo>
                <a:cubicBezTo>
                  <a:pt x="68275" y="838810"/>
                  <a:pt x="100075" y="837444"/>
                  <a:pt x="131673" y="833933"/>
                </a:cubicBezTo>
                <a:cubicBezTo>
                  <a:pt x="144030" y="832560"/>
                  <a:pt x="156016" y="828842"/>
                  <a:pt x="168249" y="826618"/>
                </a:cubicBezTo>
                <a:cubicBezTo>
                  <a:pt x="182842" y="823965"/>
                  <a:pt x="197661" y="822520"/>
                  <a:pt x="212140" y="819302"/>
                </a:cubicBezTo>
                <a:cubicBezTo>
                  <a:pt x="219667" y="817629"/>
                  <a:pt x="226672" y="814105"/>
                  <a:pt x="234086" y="811987"/>
                </a:cubicBezTo>
                <a:cubicBezTo>
                  <a:pt x="298375" y="793619"/>
                  <a:pt x="232682" y="814894"/>
                  <a:pt x="285292" y="797357"/>
                </a:cubicBezTo>
                <a:cubicBezTo>
                  <a:pt x="332872" y="940077"/>
                  <a:pt x="277525" y="766803"/>
                  <a:pt x="299923" y="1192378"/>
                </a:cubicBezTo>
                <a:cubicBezTo>
                  <a:pt x="300734" y="1207778"/>
                  <a:pt x="314553" y="1220847"/>
                  <a:pt x="314553" y="1236269"/>
                </a:cubicBezTo>
                <a:lnTo>
                  <a:pt x="314553" y="1280160"/>
                </a:ln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98038A3-D1D0-6558-C93B-11A93B7E35D9}"/>
              </a:ext>
            </a:extLst>
          </p:cNvPr>
          <p:cNvSpPr/>
          <p:nvPr/>
        </p:nvSpPr>
        <p:spPr>
          <a:xfrm>
            <a:off x="7456842" y="4279392"/>
            <a:ext cx="1233616" cy="26500"/>
          </a:xfrm>
          <a:custGeom>
            <a:avLst/>
            <a:gdLst>
              <a:gd name="csX0" fmla="*/ 1233616 w 1233616"/>
              <a:gd name="csY0" fmla="*/ 0 h 26500"/>
              <a:gd name="csX1" fmla="*/ 282640 w 1233616"/>
              <a:gd name="csY1" fmla="*/ 14630 h 26500"/>
              <a:gd name="csX2" fmla="*/ 55868 w 1233616"/>
              <a:gd name="csY2" fmla="*/ 21946 h 26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3616" h="26500">
                <a:moveTo>
                  <a:pt x="1233616" y="0"/>
                </a:moveTo>
                <a:cubicBezTo>
                  <a:pt x="889912" y="57281"/>
                  <a:pt x="1236241" y="1915"/>
                  <a:pt x="282640" y="14630"/>
                </a:cubicBezTo>
                <a:cubicBezTo>
                  <a:pt x="-301183" y="22415"/>
                  <a:pt x="229190" y="21946"/>
                  <a:pt x="55868" y="21946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5AE7006-FCB3-B81E-3529-B8781CAB260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5872" y="4085921"/>
            <a:ext cx="199902" cy="333375"/>
          </a:xfrm>
          <a:custGeom>
            <a:avLst/>
            <a:gdLst>
              <a:gd name="csX0" fmla="*/ 0 w 199902"/>
              <a:gd name="csY0" fmla="*/ 0 h 333375"/>
              <a:gd name="csX1" fmla="*/ 199902 w 199902"/>
              <a:gd name="csY1" fmla="*/ 0 h 333375"/>
              <a:gd name="csX2" fmla="*/ 199902 w 199902"/>
              <a:gd name="csY2" fmla="*/ 333375 h 333375"/>
              <a:gd name="csX3" fmla="*/ 0 w 199902"/>
              <a:gd name="csY3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9902" h="333375">
                <a:moveTo>
                  <a:pt x="0" y="0"/>
                </a:moveTo>
                <a:lnTo>
                  <a:pt x="199902" y="0"/>
                </a:lnTo>
                <a:lnTo>
                  <a:pt x="199902" y="333375"/>
                </a:lnTo>
                <a:lnTo>
                  <a:pt x="0" y="333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26338"/>
      </p:ext>
    </p:extLst>
  </p:cSld>
  <p:clrMapOvr>
    <a:masterClrMapping/>
  </p:clrMapOvr>
  <p:transition>
    <p:wipe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65F01-D776-8ED4-6DF2-1220FFAB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49B983-4041-14F0-6D5F-AC35B272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A1E351-7A4C-7CCA-BC12-F74A76B5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99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A7C4F896-E3F9-BA75-5ED4-35F19AF737AF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6B33B66-F87A-2982-127E-28A2E2663EF6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E21E05DB-8A3F-5600-4ABA-5785413AB742}"/>
              </a:ext>
            </a:extLst>
          </p:cNvPr>
          <p:cNvGrpSpPr/>
          <p:nvPr/>
        </p:nvGrpSpPr>
        <p:grpSpPr>
          <a:xfrm>
            <a:off x="760583" y="2052503"/>
            <a:ext cx="3569444" cy="3174627"/>
            <a:chOff x="1015765" y="1766537"/>
            <a:chExt cx="3569444" cy="3174627"/>
          </a:xfrm>
        </p:grpSpPr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C47F17C3-590B-65BB-F07D-2A5DB3E3D86C}"/>
                </a:ext>
              </a:extLst>
            </p:cNvPr>
            <p:cNvGrpSpPr/>
            <p:nvPr/>
          </p:nvGrpSpPr>
          <p:grpSpPr>
            <a:xfrm>
              <a:off x="2436819" y="2049519"/>
              <a:ext cx="636025" cy="283810"/>
              <a:chOff x="2436819" y="2049519"/>
              <a:chExt cx="636025" cy="283810"/>
            </a:xfrm>
          </p:grpSpPr>
          <p:grpSp>
            <p:nvGrpSpPr>
              <p:cNvPr id="9" name="Graphic 4">
                <a:extLst>
                  <a:ext uri="{FF2B5EF4-FFF2-40B4-BE49-F238E27FC236}">
                    <a16:creationId xmlns:a16="http://schemas.microsoft.com/office/drawing/2014/main" id="{EC62F6E1-447A-C39F-FBB6-0A675E0BA275}"/>
                  </a:ext>
                </a:extLst>
              </p:cNvPr>
              <p:cNvGrpSpPr/>
              <p:nvPr/>
            </p:nvGrpSpPr>
            <p:grpSpPr>
              <a:xfrm>
                <a:off x="2436819" y="2049519"/>
                <a:ext cx="636025" cy="283810"/>
                <a:chOff x="2436819" y="2049519"/>
                <a:chExt cx="636025" cy="283810"/>
              </a:xfrm>
            </p:grpSpPr>
            <p:sp>
              <p:nvSpPr>
                <p:cNvPr id="10" name="Freeform 9">
                  <a:extLst>
                    <a:ext uri="{FF2B5EF4-FFF2-40B4-BE49-F238E27FC236}">
                      <a16:creationId xmlns:a16="http://schemas.microsoft.com/office/drawing/2014/main" id="{035E26C6-F63F-031D-53EE-D5AFEE73EC98}"/>
                    </a:ext>
                  </a:extLst>
                </p:cNvPr>
                <p:cNvSpPr/>
                <p:nvPr/>
              </p:nvSpPr>
              <p:spPr>
                <a:xfrm>
                  <a:off x="2436819" y="2049519"/>
                  <a:ext cx="590452" cy="260186"/>
                </a:xfrm>
                <a:custGeom>
                  <a:avLst/>
                  <a:gdLst>
                    <a:gd name="csX0" fmla="*/ 0 w 590452"/>
                    <a:gd name="csY0" fmla="*/ 0 h 260186"/>
                    <a:gd name="csX1" fmla="*/ 590453 w 590452"/>
                    <a:gd name="csY1" fmla="*/ 260187 h 2601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90452" h="260186">
                      <a:moveTo>
                        <a:pt x="0" y="0"/>
                      </a:moveTo>
                      <a:lnTo>
                        <a:pt x="590453" y="260187"/>
                      </a:lnTo>
                    </a:path>
                  </a:pathLst>
                </a:custGeom>
                <a:noFill/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1" name="Freeform 10">
                  <a:extLst>
                    <a:ext uri="{FF2B5EF4-FFF2-40B4-BE49-F238E27FC236}">
                      <a16:creationId xmlns:a16="http://schemas.microsoft.com/office/drawing/2014/main" id="{CB5280D5-8ADB-E462-22AA-11FA207E4963}"/>
                    </a:ext>
                  </a:extLst>
                </p:cNvPr>
                <p:cNvSpPr/>
                <p:nvPr/>
              </p:nvSpPr>
              <p:spPr>
                <a:xfrm>
                  <a:off x="2998716" y="2272737"/>
                  <a:ext cx="74128" cy="60591"/>
                </a:xfrm>
                <a:custGeom>
                  <a:avLst/>
                  <a:gdLst>
                    <a:gd name="csX0" fmla="*/ 74128 w 74128"/>
                    <a:gd name="csY0" fmla="*/ 57110 h 60591"/>
                    <a:gd name="csX1" fmla="*/ 0 w 74128"/>
                    <a:gd name="csY1" fmla="*/ 60591 h 60591"/>
                    <a:gd name="csX2" fmla="*/ 28556 w 74128"/>
                    <a:gd name="csY2" fmla="*/ 36968 h 60591"/>
                    <a:gd name="csX3" fmla="*/ 26812 w 74128"/>
                    <a:gd name="csY3" fmla="*/ 0 h 605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128" h="60591">
                      <a:moveTo>
                        <a:pt x="74128" y="57110"/>
                      </a:moveTo>
                      <a:lnTo>
                        <a:pt x="0" y="60591"/>
                      </a:lnTo>
                      <a:lnTo>
                        <a:pt x="28556" y="36968"/>
                      </a:lnTo>
                      <a:lnTo>
                        <a:pt x="268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D4B9C718-BAB9-ABAE-7C98-FCDEACBA4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5219" y="2093947"/>
                <a:ext cx="74709" cy="180282"/>
              </a:xfrm>
              <a:custGeom>
                <a:avLst/>
                <a:gdLst>
                  <a:gd name="csX0" fmla="*/ 0 w 74709"/>
                  <a:gd name="csY0" fmla="*/ 0 h 180282"/>
                  <a:gd name="csX1" fmla="*/ 74709 w 74709"/>
                  <a:gd name="csY1" fmla="*/ 0 h 180282"/>
                  <a:gd name="csX2" fmla="*/ 74709 w 74709"/>
                  <a:gd name="csY2" fmla="*/ 180282 h 180282"/>
                  <a:gd name="csX3" fmla="*/ 0 w 74709"/>
                  <a:gd name="csY3" fmla="*/ 180282 h 180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80282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80282"/>
                    </a:lnTo>
                    <a:lnTo>
                      <a:pt x="0" y="180282"/>
                    </a:lnTo>
                    <a:close/>
                  </a:path>
                </a:pathLst>
              </a:custGeom>
            </p:spPr>
          </p:pic>
        </p:grpSp>
        <p:grpSp>
          <p:nvGrpSpPr>
            <p:cNvPr id="13" name="Graphic 4">
              <a:extLst>
                <a:ext uri="{FF2B5EF4-FFF2-40B4-BE49-F238E27FC236}">
                  <a16:creationId xmlns:a16="http://schemas.microsoft.com/office/drawing/2014/main" id="{A0966FD9-81BB-D6A8-BE39-ED8D646C49AB}"/>
                </a:ext>
              </a:extLst>
            </p:cNvPr>
            <p:cNvGrpSpPr/>
            <p:nvPr/>
          </p:nvGrpSpPr>
          <p:grpSpPr>
            <a:xfrm>
              <a:off x="2319442" y="2098091"/>
              <a:ext cx="350967" cy="1995871"/>
              <a:chOff x="2319442" y="2098091"/>
              <a:chExt cx="350967" cy="1995871"/>
            </a:xfrm>
          </p:grpSpPr>
          <p:grpSp>
            <p:nvGrpSpPr>
              <p:cNvPr id="14" name="Graphic 4">
                <a:extLst>
                  <a:ext uri="{FF2B5EF4-FFF2-40B4-BE49-F238E27FC236}">
                    <a16:creationId xmlns:a16="http://schemas.microsoft.com/office/drawing/2014/main" id="{93F4821C-3CCB-4BBD-B560-55D6E0CCE788}"/>
                  </a:ext>
                </a:extLst>
              </p:cNvPr>
              <p:cNvGrpSpPr/>
              <p:nvPr/>
            </p:nvGrpSpPr>
            <p:grpSpPr>
              <a:xfrm>
                <a:off x="2319442" y="2098091"/>
                <a:ext cx="350967" cy="1995871"/>
                <a:chOff x="2319442" y="2098091"/>
                <a:chExt cx="350967" cy="1995871"/>
              </a:xfrm>
            </p:grpSpPr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320FE99B-88E2-210C-5CFE-C02D93B68A46}"/>
                    </a:ext>
                  </a:extLst>
                </p:cNvPr>
                <p:cNvSpPr/>
                <p:nvPr/>
              </p:nvSpPr>
              <p:spPr>
                <a:xfrm>
                  <a:off x="2319442" y="2098091"/>
                  <a:ext cx="320918" cy="1946801"/>
                </a:xfrm>
                <a:custGeom>
                  <a:avLst/>
                  <a:gdLst>
                    <a:gd name="csX0" fmla="*/ 0 w 320918"/>
                    <a:gd name="csY0" fmla="*/ 0 h 1946801"/>
                    <a:gd name="csX1" fmla="*/ 320918 w 320918"/>
                    <a:gd name="csY1" fmla="*/ 1946801 h 19468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20918" h="1946801">
                      <a:moveTo>
                        <a:pt x="0" y="0"/>
                      </a:moveTo>
                      <a:lnTo>
                        <a:pt x="320918" y="1946801"/>
                      </a:lnTo>
                    </a:path>
                  </a:pathLst>
                </a:custGeom>
                <a:noFill/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6C152D18-3778-586D-A7BF-355D9E0620FB}"/>
                    </a:ext>
                  </a:extLst>
                </p:cNvPr>
                <p:cNvSpPr/>
                <p:nvPr/>
              </p:nvSpPr>
              <p:spPr>
                <a:xfrm>
                  <a:off x="2604915" y="4023176"/>
                  <a:ext cx="65495" cy="70786"/>
                </a:xfrm>
                <a:custGeom>
                  <a:avLst/>
                  <a:gdLst>
                    <a:gd name="csX0" fmla="*/ 43580 w 65495"/>
                    <a:gd name="csY0" fmla="*/ 70787 h 70786"/>
                    <a:gd name="csX1" fmla="*/ 0 w 65495"/>
                    <a:gd name="csY1" fmla="*/ 10775 h 70786"/>
                    <a:gd name="csX2" fmla="*/ 35445 w 65495"/>
                    <a:gd name="csY2" fmla="*/ 21717 h 70786"/>
                    <a:gd name="csX3" fmla="*/ 65495 w 65495"/>
                    <a:gd name="csY3" fmla="*/ 0 h 707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5495" h="70786">
                      <a:moveTo>
                        <a:pt x="43580" y="70787"/>
                      </a:moveTo>
                      <a:lnTo>
                        <a:pt x="0" y="10775"/>
                      </a:lnTo>
                      <a:lnTo>
                        <a:pt x="35445" y="21717"/>
                      </a:lnTo>
                      <a:lnTo>
                        <a:pt x="6549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2F70168B-0EE8-3310-0385-F49707945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9392" y="3030586"/>
                <a:ext cx="74709" cy="180282"/>
              </a:xfrm>
              <a:custGeom>
                <a:avLst/>
                <a:gdLst>
                  <a:gd name="csX0" fmla="*/ 0 w 74709"/>
                  <a:gd name="csY0" fmla="*/ 0 h 180282"/>
                  <a:gd name="csX1" fmla="*/ 74709 w 74709"/>
                  <a:gd name="csY1" fmla="*/ 0 h 180282"/>
                  <a:gd name="csX2" fmla="*/ 74709 w 74709"/>
                  <a:gd name="csY2" fmla="*/ 180282 h 180282"/>
                  <a:gd name="csX3" fmla="*/ 0 w 74709"/>
                  <a:gd name="csY3" fmla="*/ 180282 h 180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80282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80282"/>
                    </a:lnTo>
                    <a:lnTo>
                      <a:pt x="0" y="18028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" name="Graphic 4">
              <a:extLst>
                <a:ext uri="{FF2B5EF4-FFF2-40B4-BE49-F238E27FC236}">
                  <a16:creationId xmlns:a16="http://schemas.microsoft.com/office/drawing/2014/main" id="{B26F1F4E-4DD0-BF56-5781-17228B131BA3}"/>
                </a:ext>
              </a:extLst>
            </p:cNvPr>
            <p:cNvGrpSpPr/>
            <p:nvPr/>
          </p:nvGrpSpPr>
          <p:grpSpPr>
            <a:xfrm>
              <a:off x="2153422" y="1766537"/>
              <a:ext cx="332041" cy="331553"/>
              <a:chOff x="2153422" y="1766537"/>
              <a:chExt cx="332041" cy="331553"/>
            </a:xfrm>
            <a:solidFill>
              <a:srgbClr val="FFFFFF"/>
            </a:solidFill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40A368-45EB-2259-74C5-31EC580E0151}"/>
                  </a:ext>
                </a:extLst>
              </p:cNvPr>
              <p:cNvSpPr/>
              <p:nvPr/>
            </p:nvSpPr>
            <p:spPr>
              <a:xfrm>
                <a:off x="2153422" y="1766537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11BB2EF-B005-9235-7F31-FE68A5B799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1308" y="1836993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21" name="Graphic 4">
              <a:extLst>
                <a:ext uri="{FF2B5EF4-FFF2-40B4-BE49-F238E27FC236}">
                  <a16:creationId xmlns:a16="http://schemas.microsoft.com/office/drawing/2014/main" id="{930117BD-4F50-245A-C23C-18345F844C13}"/>
                </a:ext>
              </a:extLst>
            </p:cNvPr>
            <p:cNvGrpSpPr/>
            <p:nvPr/>
          </p:nvGrpSpPr>
          <p:grpSpPr>
            <a:xfrm>
              <a:off x="3324615" y="2571716"/>
              <a:ext cx="377530" cy="818855"/>
              <a:chOff x="3324615" y="2571716"/>
              <a:chExt cx="377530" cy="818855"/>
            </a:xfrm>
          </p:grpSpPr>
          <p:grpSp>
            <p:nvGrpSpPr>
              <p:cNvPr id="22" name="Graphic 4">
                <a:extLst>
                  <a:ext uri="{FF2B5EF4-FFF2-40B4-BE49-F238E27FC236}">
                    <a16:creationId xmlns:a16="http://schemas.microsoft.com/office/drawing/2014/main" id="{A9096136-5FF3-D690-F322-7000A793C8F5}"/>
                  </a:ext>
                </a:extLst>
              </p:cNvPr>
              <p:cNvGrpSpPr/>
              <p:nvPr/>
            </p:nvGrpSpPr>
            <p:grpSpPr>
              <a:xfrm>
                <a:off x="3324615" y="2571716"/>
                <a:ext cx="377530" cy="818855"/>
                <a:chOff x="3324615" y="2571716"/>
                <a:chExt cx="377530" cy="818855"/>
              </a:xfrm>
            </p:grpSpPr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887DF585-E770-0BA0-1436-73676B8A1441}"/>
                    </a:ext>
                  </a:extLst>
                </p:cNvPr>
                <p:cNvSpPr/>
                <p:nvPr/>
              </p:nvSpPr>
              <p:spPr>
                <a:xfrm>
                  <a:off x="3324615" y="2571716"/>
                  <a:ext cx="354288" cy="773597"/>
                </a:xfrm>
                <a:custGeom>
                  <a:avLst/>
                  <a:gdLst>
                    <a:gd name="csX0" fmla="*/ 0 w 354288"/>
                    <a:gd name="csY0" fmla="*/ 0 h 773597"/>
                    <a:gd name="csX1" fmla="*/ 354288 w 354288"/>
                    <a:gd name="csY1" fmla="*/ 773598 h 7735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54288" h="773597">
                      <a:moveTo>
                        <a:pt x="0" y="0"/>
                      </a:moveTo>
                      <a:lnTo>
                        <a:pt x="354288" y="773598"/>
                      </a:lnTo>
                    </a:path>
                  </a:pathLst>
                </a:custGeom>
                <a:noFill/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EC81202A-7C62-E020-7448-7F02A8A1AE30}"/>
                    </a:ext>
                  </a:extLst>
                </p:cNvPr>
                <p:cNvSpPr/>
                <p:nvPr/>
              </p:nvSpPr>
              <p:spPr>
                <a:xfrm>
                  <a:off x="3641798" y="3316469"/>
                  <a:ext cx="60348" cy="74102"/>
                </a:xfrm>
                <a:custGeom>
                  <a:avLst/>
                  <a:gdLst>
                    <a:gd name="csX0" fmla="*/ 57775 w 60348"/>
                    <a:gd name="csY0" fmla="*/ 74102 h 74102"/>
                    <a:gd name="csX1" fmla="*/ 0 w 60348"/>
                    <a:gd name="csY1" fmla="*/ 27519 h 74102"/>
                    <a:gd name="csX2" fmla="*/ 37106 w 60348"/>
                    <a:gd name="csY2" fmla="*/ 28845 h 74102"/>
                    <a:gd name="csX3" fmla="*/ 60348 w 60348"/>
                    <a:gd name="csY3" fmla="*/ 0 h 741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0348" h="74102">
                      <a:moveTo>
                        <a:pt x="57775" y="74102"/>
                      </a:moveTo>
                      <a:lnTo>
                        <a:pt x="0" y="27519"/>
                      </a:lnTo>
                      <a:lnTo>
                        <a:pt x="37106" y="28845"/>
                      </a:lnTo>
                      <a:lnTo>
                        <a:pt x="6034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60CFC82-442B-6829-590E-71FE87D6FA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10614" y="2864809"/>
                <a:ext cx="74709" cy="180282"/>
              </a:xfrm>
              <a:custGeom>
                <a:avLst/>
                <a:gdLst>
                  <a:gd name="csX0" fmla="*/ 0 w 74709"/>
                  <a:gd name="csY0" fmla="*/ 0 h 180282"/>
                  <a:gd name="csX1" fmla="*/ 74709 w 74709"/>
                  <a:gd name="csY1" fmla="*/ 0 h 180282"/>
                  <a:gd name="csX2" fmla="*/ 74709 w 74709"/>
                  <a:gd name="csY2" fmla="*/ 180282 h 180282"/>
                  <a:gd name="csX3" fmla="*/ 0 w 74709"/>
                  <a:gd name="csY3" fmla="*/ 180282 h 180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80282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80282"/>
                    </a:lnTo>
                    <a:lnTo>
                      <a:pt x="0" y="180282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Graphic 4">
              <a:extLst>
                <a:ext uri="{FF2B5EF4-FFF2-40B4-BE49-F238E27FC236}">
                  <a16:creationId xmlns:a16="http://schemas.microsoft.com/office/drawing/2014/main" id="{6A1AFC4A-E66D-8BAA-C656-C64384C1D3F6}"/>
                </a:ext>
              </a:extLst>
            </p:cNvPr>
            <p:cNvGrpSpPr/>
            <p:nvPr/>
          </p:nvGrpSpPr>
          <p:grpSpPr>
            <a:xfrm>
              <a:off x="3027023" y="2623604"/>
              <a:ext cx="126258" cy="406402"/>
              <a:chOff x="3027023" y="2623604"/>
              <a:chExt cx="126258" cy="406402"/>
            </a:xfrm>
          </p:grpSpPr>
          <p:grpSp>
            <p:nvGrpSpPr>
              <p:cNvPr id="27" name="Graphic 4">
                <a:extLst>
                  <a:ext uri="{FF2B5EF4-FFF2-40B4-BE49-F238E27FC236}">
                    <a16:creationId xmlns:a16="http://schemas.microsoft.com/office/drawing/2014/main" id="{02D4F800-E1EB-ADE3-7AED-AF38C153FF9D}"/>
                  </a:ext>
                </a:extLst>
              </p:cNvPr>
              <p:cNvGrpSpPr/>
              <p:nvPr/>
            </p:nvGrpSpPr>
            <p:grpSpPr>
              <a:xfrm>
                <a:off x="3027023" y="2623604"/>
                <a:ext cx="120447" cy="406402"/>
                <a:chOff x="3027023" y="2623604"/>
                <a:chExt cx="120447" cy="406402"/>
              </a:xfrm>
            </p:grpSpPr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190BAD49-6D2D-F0E0-4378-8AB433240FF8}"/>
                    </a:ext>
                  </a:extLst>
                </p:cNvPr>
                <p:cNvSpPr/>
                <p:nvPr/>
              </p:nvSpPr>
              <p:spPr>
                <a:xfrm>
                  <a:off x="3054997" y="2623604"/>
                  <a:ext cx="92473" cy="358243"/>
                </a:xfrm>
                <a:custGeom>
                  <a:avLst/>
                  <a:gdLst>
                    <a:gd name="csX0" fmla="*/ 92473 w 92473"/>
                    <a:gd name="csY0" fmla="*/ 0 h 358243"/>
                    <a:gd name="csX1" fmla="*/ 0 w 92473"/>
                    <a:gd name="csY1" fmla="*/ 358244 h 35824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2473" h="358243">
                      <a:moveTo>
                        <a:pt x="92473" y="0"/>
                      </a:moveTo>
                      <a:lnTo>
                        <a:pt x="0" y="358244"/>
                      </a:lnTo>
                    </a:path>
                  </a:pathLst>
                </a:custGeom>
                <a:noFill/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01767933-E3B3-0AC5-436C-3B9B0661C703}"/>
                    </a:ext>
                  </a:extLst>
                </p:cNvPr>
                <p:cNvSpPr/>
                <p:nvPr/>
              </p:nvSpPr>
              <p:spPr>
                <a:xfrm>
                  <a:off x="3027023" y="2957562"/>
                  <a:ext cx="64333" cy="72444"/>
                </a:xfrm>
                <a:custGeom>
                  <a:avLst/>
                  <a:gdLst>
                    <a:gd name="csX0" fmla="*/ 15606 w 64333"/>
                    <a:gd name="csY0" fmla="*/ 72444 h 72444"/>
                    <a:gd name="csX1" fmla="*/ 0 w 64333"/>
                    <a:gd name="csY1" fmla="*/ 0 h 72444"/>
                    <a:gd name="csX2" fmla="*/ 27975 w 64333"/>
                    <a:gd name="csY2" fmla="*/ 24286 h 72444"/>
                    <a:gd name="csX3" fmla="*/ 64333 w 64333"/>
                    <a:gd name="csY3" fmla="*/ 16578 h 724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4333" h="72444">
                      <a:moveTo>
                        <a:pt x="15606" y="72444"/>
                      </a:moveTo>
                      <a:lnTo>
                        <a:pt x="0" y="0"/>
                      </a:lnTo>
                      <a:lnTo>
                        <a:pt x="27975" y="24286"/>
                      </a:lnTo>
                      <a:lnTo>
                        <a:pt x="64333" y="165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9D54206C-DC5C-A25D-A3F7-2485DCD842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78572" y="2707321"/>
                <a:ext cx="74709" cy="171993"/>
              </a:xfrm>
              <a:custGeom>
                <a:avLst/>
                <a:gdLst>
                  <a:gd name="csX0" fmla="*/ 0 w 74709"/>
                  <a:gd name="csY0" fmla="*/ 0 h 171993"/>
                  <a:gd name="csX1" fmla="*/ 74709 w 74709"/>
                  <a:gd name="csY1" fmla="*/ 0 h 171993"/>
                  <a:gd name="csX2" fmla="*/ 74709 w 74709"/>
                  <a:gd name="csY2" fmla="*/ 171994 h 171993"/>
                  <a:gd name="csX3" fmla="*/ 0 w 74709"/>
                  <a:gd name="csY3" fmla="*/ 171994 h 1719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71993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71994"/>
                    </a:lnTo>
                    <a:lnTo>
                      <a:pt x="0" y="171994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Graphic 4">
              <a:extLst>
                <a:ext uri="{FF2B5EF4-FFF2-40B4-BE49-F238E27FC236}">
                  <a16:creationId xmlns:a16="http://schemas.microsoft.com/office/drawing/2014/main" id="{B5279767-D8B9-8674-5CB0-2ACA5EACF9CA}"/>
                </a:ext>
              </a:extLst>
            </p:cNvPr>
            <p:cNvGrpSpPr/>
            <p:nvPr/>
          </p:nvGrpSpPr>
          <p:grpSpPr>
            <a:xfrm>
              <a:off x="3041217" y="2288735"/>
              <a:ext cx="332041" cy="331553"/>
              <a:chOff x="3041217" y="2288735"/>
              <a:chExt cx="332041" cy="331553"/>
            </a:xfrm>
            <a:solidFill>
              <a:srgbClr val="FFFFFF"/>
            </a:solidFill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022B94D-C720-293A-4264-97C998A2882B}"/>
                  </a:ext>
                </a:extLst>
              </p:cNvPr>
              <p:cNvSpPr/>
              <p:nvPr/>
            </p:nvSpPr>
            <p:spPr>
              <a:xfrm>
                <a:off x="3041217" y="2288735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5DB32DE0-76F9-C0C4-0B12-5BDDD28FB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49519" y="2359190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36" name="Graphic 4">
              <a:extLst>
                <a:ext uri="{FF2B5EF4-FFF2-40B4-BE49-F238E27FC236}">
                  <a16:creationId xmlns:a16="http://schemas.microsoft.com/office/drawing/2014/main" id="{A12BEA42-5F4D-30BE-3200-CD4326624DBA}"/>
                </a:ext>
              </a:extLst>
            </p:cNvPr>
            <p:cNvGrpSpPr/>
            <p:nvPr/>
          </p:nvGrpSpPr>
          <p:grpSpPr>
            <a:xfrm>
              <a:off x="2768860" y="4395262"/>
              <a:ext cx="523131" cy="291850"/>
              <a:chOff x="2768860" y="4395262"/>
              <a:chExt cx="523131" cy="291850"/>
            </a:xfrm>
          </p:grpSpPr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88576C3F-DA33-DBC5-5650-5D0ED1BFA57F}"/>
                  </a:ext>
                </a:extLst>
              </p:cNvPr>
              <p:cNvSpPr/>
              <p:nvPr/>
            </p:nvSpPr>
            <p:spPr>
              <a:xfrm>
                <a:off x="2768860" y="4395262"/>
                <a:ext cx="479633" cy="267563"/>
              </a:xfrm>
              <a:custGeom>
                <a:avLst/>
                <a:gdLst>
                  <a:gd name="csX0" fmla="*/ 0 w 479633"/>
                  <a:gd name="csY0" fmla="*/ 0 h 267563"/>
                  <a:gd name="csX1" fmla="*/ 479634 w 479633"/>
                  <a:gd name="csY1" fmla="*/ 267564 h 267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79633" h="267563">
                    <a:moveTo>
                      <a:pt x="0" y="0"/>
                    </a:moveTo>
                    <a:lnTo>
                      <a:pt x="479634" y="267564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7CD71301-F60D-6879-7EAF-B1FEE45C3FD6}"/>
                  </a:ext>
                </a:extLst>
              </p:cNvPr>
              <p:cNvSpPr/>
              <p:nvPr/>
            </p:nvSpPr>
            <p:spPr>
              <a:xfrm>
                <a:off x="3217780" y="4625858"/>
                <a:ext cx="74211" cy="61254"/>
              </a:xfrm>
              <a:custGeom>
                <a:avLst/>
                <a:gdLst>
                  <a:gd name="csX0" fmla="*/ 74211 w 74211"/>
                  <a:gd name="csY0" fmla="*/ 61255 h 61254"/>
                  <a:gd name="csX1" fmla="*/ 0 w 74211"/>
                  <a:gd name="csY1" fmla="*/ 57856 h 61254"/>
                  <a:gd name="csX2" fmla="*/ 30714 w 74211"/>
                  <a:gd name="csY2" fmla="*/ 36968 h 61254"/>
                  <a:gd name="csX3" fmla="*/ 32457 w 74211"/>
                  <a:gd name="csY3" fmla="*/ 0 h 612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211" h="61254">
                    <a:moveTo>
                      <a:pt x="74211" y="61255"/>
                    </a:moveTo>
                    <a:lnTo>
                      <a:pt x="0" y="57856"/>
                    </a:lnTo>
                    <a:lnTo>
                      <a:pt x="30714" y="36968"/>
                    </a:lnTo>
                    <a:lnTo>
                      <a:pt x="3245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97D5D8D2-FA37-C851-387A-B398DD14822E}"/>
                </a:ext>
              </a:extLst>
            </p:cNvPr>
            <p:cNvGrpSpPr/>
            <p:nvPr/>
          </p:nvGrpSpPr>
          <p:grpSpPr>
            <a:xfrm>
              <a:off x="2485463" y="4112281"/>
              <a:ext cx="332041" cy="331553"/>
              <a:chOff x="2485463" y="4112281"/>
              <a:chExt cx="332041" cy="331553"/>
            </a:xfrm>
            <a:solidFill>
              <a:srgbClr val="FFFFFF"/>
            </a:solidFill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01A61F2-8EFC-FA5D-2166-0BA2478BD9A6}"/>
                  </a:ext>
                </a:extLst>
              </p:cNvPr>
              <p:cNvSpPr/>
              <p:nvPr/>
            </p:nvSpPr>
            <p:spPr>
              <a:xfrm>
                <a:off x="2485463" y="4112281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453024AE-340B-C83E-4635-704DAEF539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93349" y="4182736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42" name="Graphic 4">
              <a:extLst>
                <a:ext uri="{FF2B5EF4-FFF2-40B4-BE49-F238E27FC236}">
                  <a16:creationId xmlns:a16="http://schemas.microsoft.com/office/drawing/2014/main" id="{D79E2EBB-C88D-F14D-CD8A-351311501A5A}"/>
                </a:ext>
              </a:extLst>
            </p:cNvPr>
            <p:cNvGrpSpPr/>
            <p:nvPr/>
          </p:nvGrpSpPr>
          <p:grpSpPr>
            <a:xfrm>
              <a:off x="3522512" y="3714416"/>
              <a:ext cx="265799" cy="878700"/>
              <a:chOff x="3522512" y="3714416"/>
              <a:chExt cx="265799" cy="878700"/>
            </a:xfrm>
          </p:grpSpPr>
          <p:grpSp>
            <p:nvGrpSpPr>
              <p:cNvPr id="43" name="Graphic 4">
                <a:extLst>
                  <a:ext uri="{FF2B5EF4-FFF2-40B4-BE49-F238E27FC236}">
                    <a16:creationId xmlns:a16="http://schemas.microsoft.com/office/drawing/2014/main" id="{C75B9EB5-78EA-AD64-BC9D-B759B7758427}"/>
                  </a:ext>
                </a:extLst>
              </p:cNvPr>
              <p:cNvGrpSpPr/>
              <p:nvPr/>
            </p:nvGrpSpPr>
            <p:grpSpPr>
              <a:xfrm>
                <a:off x="3522512" y="3714416"/>
                <a:ext cx="265799" cy="878700"/>
                <a:chOff x="3522512" y="3714416"/>
                <a:chExt cx="265799" cy="878700"/>
              </a:xfrm>
            </p:grpSpPr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6854E2AB-E12F-1CA9-D3A9-A5247BF770FD}"/>
                    </a:ext>
                  </a:extLst>
                </p:cNvPr>
                <p:cNvSpPr/>
                <p:nvPr/>
              </p:nvSpPr>
              <p:spPr>
                <a:xfrm>
                  <a:off x="3549822" y="3714416"/>
                  <a:ext cx="238488" cy="830873"/>
                </a:xfrm>
                <a:custGeom>
                  <a:avLst/>
                  <a:gdLst>
                    <a:gd name="csX0" fmla="*/ 238489 w 238488"/>
                    <a:gd name="csY0" fmla="*/ 0 h 830873"/>
                    <a:gd name="csX1" fmla="*/ 0 w 238488"/>
                    <a:gd name="csY1" fmla="*/ 830874 h 8308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38488" h="830873">
                      <a:moveTo>
                        <a:pt x="238489" y="0"/>
                      </a:moveTo>
                      <a:lnTo>
                        <a:pt x="0" y="830874"/>
                      </a:lnTo>
                    </a:path>
                  </a:pathLst>
                </a:custGeom>
                <a:noFill/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B8AB214D-8955-8D5D-9C24-86A0FD746051}"/>
                    </a:ext>
                  </a:extLst>
                </p:cNvPr>
                <p:cNvSpPr/>
                <p:nvPr/>
              </p:nvSpPr>
              <p:spPr>
                <a:xfrm>
                  <a:off x="3522512" y="4520258"/>
                  <a:ext cx="63834" cy="72859"/>
                </a:xfrm>
                <a:custGeom>
                  <a:avLst/>
                  <a:gdLst>
                    <a:gd name="csX0" fmla="*/ 13614 w 63834"/>
                    <a:gd name="csY0" fmla="*/ 72859 h 72859"/>
                    <a:gd name="csX1" fmla="*/ 0 w 63834"/>
                    <a:gd name="csY1" fmla="*/ 0 h 72859"/>
                    <a:gd name="csX2" fmla="*/ 27310 w 63834"/>
                    <a:gd name="csY2" fmla="*/ 25032 h 72859"/>
                    <a:gd name="csX3" fmla="*/ 63835 w 63834"/>
                    <a:gd name="csY3" fmla="*/ 18236 h 728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3834" h="72859">
                      <a:moveTo>
                        <a:pt x="13614" y="72859"/>
                      </a:moveTo>
                      <a:lnTo>
                        <a:pt x="0" y="0"/>
                      </a:lnTo>
                      <a:lnTo>
                        <a:pt x="27310" y="25032"/>
                      </a:lnTo>
                      <a:lnTo>
                        <a:pt x="63835" y="182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CBC7AB1B-0B45-EF33-7A95-46C6C2CE94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18140" y="4116425"/>
                <a:ext cx="74709" cy="171993"/>
              </a:xfrm>
              <a:custGeom>
                <a:avLst/>
                <a:gdLst>
                  <a:gd name="csX0" fmla="*/ 0 w 74709"/>
                  <a:gd name="csY0" fmla="*/ 0 h 171993"/>
                  <a:gd name="csX1" fmla="*/ 74709 w 74709"/>
                  <a:gd name="csY1" fmla="*/ 0 h 171993"/>
                  <a:gd name="csX2" fmla="*/ 74709 w 74709"/>
                  <a:gd name="csY2" fmla="*/ 171994 h 171993"/>
                  <a:gd name="csX3" fmla="*/ 0 w 74709"/>
                  <a:gd name="csY3" fmla="*/ 171994 h 1719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71993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71994"/>
                    </a:lnTo>
                    <a:lnTo>
                      <a:pt x="0" y="171994"/>
                    </a:lnTo>
                    <a:close/>
                  </a:path>
                </a:pathLst>
              </a:custGeom>
            </p:spPr>
          </p:pic>
        </p:grpSp>
        <p:grpSp>
          <p:nvGrpSpPr>
            <p:cNvPr id="47" name="Graphic 4">
              <a:extLst>
                <a:ext uri="{FF2B5EF4-FFF2-40B4-BE49-F238E27FC236}">
                  <a16:creationId xmlns:a16="http://schemas.microsoft.com/office/drawing/2014/main" id="{77EB3585-0E91-5E61-22E5-B351F98B2919}"/>
                </a:ext>
              </a:extLst>
            </p:cNvPr>
            <p:cNvGrpSpPr/>
            <p:nvPr/>
          </p:nvGrpSpPr>
          <p:grpSpPr>
            <a:xfrm>
              <a:off x="3622290" y="3382862"/>
              <a:ext cx="332041" cy="331553"/>
              <a:chOff x="3622290" y="3382862"/>
              <a:chExt cx="332041" cy="331553"/>
            </a:xfrm>
            <a:solidFill>
              <a:srgbClr val="FFFFFF"/>
            </a:solidFill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2AE0FED-9192-84B7-FE26-A9BB3BD5F3CB}"/>
                  </a:ext>
                </a:extLst>
              </p:cNvPr>
              <p:cNvSpPr/>
              <p:nvPr/>
            </p:nvSpPr>
            <p:spPr>
              <a:xfrm>
                <a:off x="3622290" y="3382862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746A0F52-76CC-7089-539E-121EFD49A9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30591" y="3453317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56" name="Graphic 4">
              <a:extLst>
                <a:ext uri="{FF2B5EF4-FFF2-40B4-BE49-F238E27FC236}">
                  <a16:creationId xmlns:a16="http://schemas.microsoft.com/office/drawing/2014/main" id="{B485960A-C06F-50BA-8A90-ABCE3AF58343}"/>
                </a:ext>
              </a:extLst>
            </p:cNvPr>
            <p:cNvGrpSpPr/>
            <p:nvPr/>
          </p:nvGrpSpPr>
          <p:grpSpPr>
            <a:xfrm>
              <a:off x="2785130" y="3665843"/>
              <a:ext cx="885803" cy="486057"/>
              <a:chOff x="2785130" y="3665843"/>
              <a:chExt cx="885803" cy="486057"/>
            </a:xfrm>
          </p:grpSpPr>
          <p:grpSp>
            <p:nvGrpSpPr>
              <p:cNvPr id="57" name="Graphic 4">
                <a:extLst>
                  <a:ext uri="{FF2B5EF4-FFF2-40B4-BE49-F238E27FC236}">
                    <a16:creationId xmlns:a16="http://schemas.microsoft.com/office/drawing/2014/main" id="{5D4F00C2-245C-714B-1B06-720E9AC80AA4}"/>
                  </a:ext>
                </a:extLst>
              </p:cNvPr>
              <p:cNvGrpSpPr/>
              <p:nvPr/>
            </p:nvGrpSpPr>
            <p:grpSpPr>
              <a:xfrm>
                <a:off x="2785130" y="3665843"/>
                <a:ext cx="885803" cy="486057"/>
                <a:chOff x="2785130" y="3665843"/>
                <a:chExt cx="885803" cy="486057"/>
              </a:xfrm>
            </p:grpSpPr>
            <p:sp>
              <p:nvSpPr>
                <p:cNvPr id="58" name="Freeform 57">
                  <a:extLst>
                    <a:ext uri="{FF2B5EF4-FFF2-40B4-BE49-F238E27FC236}">
                      <a16:creationId xmlns:a16="http://schemas.microsoft.com/office/drawing/2014/main" id="{0EF7A1A5-93EC-6628-66A3-A9A998E7D1BE}"/>
                    </a:ext>
                  </a:extLst>
                </p:cNvPr>
                <p:cNvSpPr/>
                <p:nvPr/>
              </p:nvSpPr>
              <p:spPr>
                <a:xfrm>
                  <a:off x="2828794" y="3665843"/>
                  <a:ext cx="842140" cy="462103"/>
                </a:xfrm>
                <a:custGeom>
                  <a:avLst/>
                  <a:gdLst>
                    <a:gd name="csX0" fmla="*/ 842140 w 842140"/>
                    <a:gd name="csY0" fmla="*/ 0 h 462103"/>
                    <a:gd name="csX1" fmla="*/ 0 w 842140"/>
                    <a:gd name="csY1" fmla="*/ 462103 h 4621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42140" h="462103">
                      <a:moveTo>
                        <a:pt x="842140" y="0"/>
                      </a:moveTo>
                      <a:lnTo>
                        <a:pt x="0" y="462103"/>
                      </a:lnTo>
                    </a:path>
                  </a:pathLst>
                </a:custGeom>
                <a:noFill/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59" name="Freeform 58">
                  <a:extLst>
                    <a:ext uri="{FF2B5EF4-FFF2-40B4-BE49-F238E27FC236}">
                      <a16:creationId xmlns:a16="http://schemas.microsoft.com/office/drawing/2014/main" id="{FF0D3CC1-2ED7-FC2E-6A8F-CD84452F2452}"/>
                    </a:ext>
                  </a:extLst>
                </p:cNvPr>
                <p:cNvSpPr/>
                <p:nvPr/>
              </p:nvSpPr>
              <p:spPr>
                <a:xfrm>
                  <a:off x="2785130" y="4090896"/>
                  <a:ext cx="74211" cy="61005"/>
                </a:xfrm>
                <a:custGeom>
                  <a:avLst/>
                  <a:gdLst>
                    <a:gd name="csX0" fmla="*/ 0 w 74211"/>
                    <a:gd name="csY0" fmla="*/ 61006 h 61005"/>
                    <a:gd name="csX1" fmla="*/ 42252 w 74211"/>
                    <a:gd name="csY1" fmla="*/ 0 h 61005"/>
                    <a:gd name="csX2" fmla="*/ 43664 w 74211"/>
                    <a:gd name="csY2" fmla="*/ 37051 h 61005"/>
                    <a:gd name="csX3" fmla="*/ 74211 w 74211"/>
                    <a:gd name="csY3" fmla="*/ 58105 h 610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211" h="61005">
                      <a:moveTo>
                        <a:pt x="0" y="61006"/>
                      </a:moveTo>
                      <a:lnTo>
                        <a:pt x="42252" y="0"/>
                      </a:lnTo>
                      <a:lnTo>
                        <a:pt x="43664" y="37051"/>
                      </a:lnTo>
                      <a:lnTo>
                        <a:pt x="74211" y="581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838B5973-D26E-D537-3593-F7AE59C000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78185" y="3851182"/>
                <a:ext cx="74709" cy="171993"/>
              </a:xfrm>
              <a:custGeom>
                <a:avLst/>
                <a:gdLst>
                  <a:gd name="csX0" fmla="*/ 0 w 74709"/>
                  <a:gd name="csY0" fmla="*/ 0 h 171993"/>
                  <a:gd name="csX1" fmla="*/ 74709 w 74709"/>
                  <a:gd name="csY1" fmla="*/ 0 h 171993"/>
                  <a:gd name="csX2" fmla="*/ 74709 w 74709"/>
                  <a:gd name="csY2" fmla="*/ 171994 h 171993"/>
                  <a:gd name="csX3" fmla="*/ 0 w 74709"/>
                  <a:gd name="csY3" fmla="*/ 171994 h 1719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71993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71994"/>
                    </a:lnTo>
                    <a:lnTo>
                      <a:pt x="0" y="171994"/>
                    </a:lnTo>
                    <a:close/>
                  </a:path>
                </a:pathLst>
              </a:custGeom>
            </p:spPr>
          </p:pic>
        </p:grpSp>
        <p:grpSp>
          <p:nvGrpSpPr>
            <p:cNvPr id="112" name="Graphic 4">
              <a:extLst>
                <a:ext uri="{FF2B5EF4-FFF2-40B4-BE49-F238E27FC236}">
                  <a16:creationId xmlns:a16="http://schemas.microsoft.com/office/drawing/2014/main" id="{5746CC7F-8547-6FD9-D0B8-72E5BF89DF52}"/>
                </a:ext>
              </a:extLst>
            </p:cNvPr>
            <p:cNvGrpSpPr/>
            <p:nvPr/>
          </p:nvGrpSpPr>
          <p:grpSpPr>
            <a:xfrm>
              <a:off x="2485463" y="1766537"/>
              <a:ext cx="664082" cy="343987"/>
              <a:chOff x="2485463" y="1766537"/>
              <a:chExt cx="664082" cy="343987"/>
            </a:xfrm>
            <a:noFill/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9213D021-5A58-65D2-7ECB-083BBF758910}"/>
                  </a:ext>
                </a:extLst>
              </p:cNvPr>
              <p:cNvSpPr/>
              <p:nvPr/>
            </p:nvSpPr>
            <p:spPr>
              <a:xfrm>
                <a:off x="2485463" y="1766537"/>
                <a:ext cx="664082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E8467684-3E0F-B441-A1EA-15288D0902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68058" y="1807982"/>
                <a:ext cx="498062" cy="302542"/>
              </a:xfrm>
              <a:custGeom>
                <a:avLst/>
                <a:gdLst>
                  <a:gd name="csX0" fmla="*/ 0 w 498062"/>
                  <a:gd name="csY0" fmla="*/ 0 h 302542"/>
                  <a:gd name="csX1" fmla="*/ 498062 w 498062"/>
                  <a:gd name="csY1" fmla="*/ 0 h 302542"/>
                  <a:gd name="csX2" fmla="*/ 498062 w 498062"/>
                  <a:gd name="csY2" fmla="*/ 302543 h 302542"/>
                  <a:gd name="csX3" fmla="*/ 0 w 498062"/>
                  <a:gd name="csY3" fmla="*/ 302543 h 302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98062" h="302542">
                    <a:moveTo>
                      <a:pt x="0" y="0"/>
                    </a:moveTo>
                    <a:lnTo>
                      <a:pt x="498062" y="0"/>
                    </a:lnTo>
                    <a:lnTo>
                      <a:pt x="498062" y="302543"/>
                    </a:lnTo>
                    <a:lnTo>
                      <a:pt x="0" y="302543"/>
                    </a:lnTo>
                    <a:close/>
                  </a:path>
                </a:pathLst>
              </a:custGeom>
            </p:spPr>
          </p:pic>
        </p:grpSp>
        <p:grpSp>
          <p:nvGrpSpPr>
            <p:cNvPr id="115" name="Graphic 4">
              <a:extLst>
                <a:ext uri="{FF2B5EF4-FFF2-40B4-BE49-F238E27FC236}">
                  <a16:creationId xmlns:a16="http://schemas.microsoft.com/office/drawing/2014/main" id="{F26D1BA7-4467-91C7-FBC1-5E0539D7237B}"/>
                </a:ext>
              </a:extLst>
            </p:cNvPr>
            <p:cNvGrpSpPr/>
            <p:nvPr/>
          </p:nvGrpSpPr>
          <p:grpSpPr>
            <a:xfrm>
              <a:off x="3921127" y="3382862"/>
              <a:ext cx="664082" cy="343987"/>
              <a:chOff x="3921127" y="3382862"/>
              <a:chExt cx="664082" cy="343987"/>
            </a:xfrm>
            <a:noFill/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715BB24-D68A-B2BC-A5D3-1D239B4C12E5}"/>
                  </a:ext>
                </a:extLst>
              </p:cNvPr>
              <p:cNvSpPr/>
              <p:nvPr/>
            </p:nvSpPr>
            <p:spPr>
              <a:xfrm>
                <a:off x="3921127" y="3382862"/>
                <a:ext cx="664082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A71C576C-99C8-8019-91C9-1CE909A87C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04138" y="3424307"/>
                <a:ext cx="498062" cy="302542"/>
              </a:xfrm>
              <a:custGeom>
                <a:avLst/>
                <a:gdLst>
                  <a:gd name="csX0" fmla="*/ 0 w 498062"/>
                  <a:gd name="csY0" fmla="*/ 0 h 302542"/>
                  <a:gd name="csX1" fmla="*/ 498062 w 498062"/>
                  <a:gd name="csY1" fmla="*/ 0 h 302542"/>
                  <a:gd name="csX2" fmla="*/ 498062 w 498062"/>
                  <a:gd name="csY2" fmla="*/ 302543 h 302542"/>
                  <a:gd name="csX3" fmla="*/ 0 w 498062"/>
                  <a:gd name="csY3" fmla="*/ 302543 h 302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98062" h="302542">
                    <a:moveTo>
                      <a:pt x="0" y="0"/>
                    </a:moveTo>
                    <a:lnTo>
                      <a:pt x="498062" y="0"/>
                    </a:lnTo>
                    <a:lnTo>
                      <a:pt x="498062" y="302543"/>
                    </a:lnTo>
                    <a:lnTo>
                      <a:pt x="0" y="302543"/>
                    </a:lnTo>
                    <a:close/>
                  </a:path>
                </a:pathLst>
              </a:custGeom>
            </p:spPr>
          </p:pic>
        </p:grpSp>
        <p:grpSp>
          <p:nvGrpSpPr>
            <p:cNvPr id="118" name="Graphic 4">
              <a:extLst>
                <a:ext uri="{FF2B5EF4-FFF2-40B4-BE49-F238E27FC236}">
                  <a16:creationId xmlns:a16="http://schemas.microsoft.com/office/drawing/2014/main" id="{E3ADFBAA-05A7-DB58-EE1A-3F0924CC695F}"/>
                </a:ext>
              </a:extLst>
            </p:cNvPr>
            <p:cNvGrpSpPr/>
            <p:nvPr/>
          </p:nvGrpSpPr>
          <p:grpSpPr>
            <a:xfrm>
              <a:off x="1015765" y="4137147"/>
              <a:ext cx="1743217" cy="343987"/>
              <a:chOff x="1015765" y="4137147"/>
              <a:chExt cx="1743217" cy="343987"/>
            </a:xfrm>
            <a:noFill/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70617C7D-8F66-CAC7-B081-EF99C9956D70}"/>
                  </a:ext>
                </a:extLst>
              </p:cNvPr>
              <p:cNvSpPr/>
              <p:nvPr/>
            </p:nvSpPr>
            <p:spPr>
              <a:xfrm>
                <a:off x="1015765" y="4137147"/>
                <a:ext cx="1743217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6104076B-D1AA-EEDD-5ACF-71AE2085F1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51956" y="4178591"/>
                <a:ext cx="1070833" cy="302542"/>
              </a:xfrm>
              <a:custGeom>
                <a:avLst/>
                <a:gdLst>
                  <a:gd name="csX0" fmla="*/ 0 w 1070833"/>
                  <a:gd name="csY0" fmla="*/ 0 h 302542"/>
                  <a:gd name="csX1" fmla="*/ 1070834 w 1070833"/>
                  <a:gd name="csY1" fmla="*/ 0 h 302542"/>
                  <a:gd name="csX2" fmla="*/ 1070834 w 1070833"/>
                  <a:gd name="csY2" fmla="*/ 302543 h 302542"/>
                  <a:gd name="csX3" fmla="*/ 0 w 1070833"/>
                  <a:gd name="csY3" fmla="*/ 302543 h 302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70833" h="302542">
                    <a:moveTo>
                      <a:pt x="0" y="0"/>
                    </a:moveTo>
                    <a:lnTo>
                      <a:pt x="1070834" y="0"/>
                    </a:lnTo>
                    <a:lnTo>
                      <a:pt x="1070834" y="302543"/>
                    </a:lnTo>
                    <a:lnTo>
                      <a:pt x="0" y="302543"/>
                    </a:lnTo>
                    <a:close/>
                  </a:path>
                </a:pathLst>
              </a:custGeom>
            </p:spPr>
          </p:pic>
        </p:grpSp>
        <p:grpSp>
          <p:nvGrpSpPr>
            <p:cNvPr id="127" name="Graphic 4">
              <a:extLst>
                <a:ext uri="{FF2B5EF4-FFF2-40B4-BE49-F238E27FC236}">
                  <a16:creationId xmlns:a16="http://schemas.microsoft.com/office/drawing/2014/main" id="{69E12963-594E-8C31-6AE3-6F22C7B0D60F}"/>
                </a:ext>
              </a:extLst>
            </p:cNvPr>
            <p:cNvGrpSpPr/>
            <p:nvPr/>
          </p:nvGrpSpPr>
          <p:grpSpPr>
            <a:xfrm>
              <a:off x="3137593" y="3283396"/>
              <a:ext cx="464442" cy="213852"/>
              <a:chOff x="3137593" y="3283396"/>
              <a:chExt cx="464442" cy="213852"/>
            </a:xfrm>
          </p:grpSpPr>
          <p:grpSp>
            <p:nvGrpSpPr>
              <p:cNvPr id="128" name="Graphic 4">
                <a:extLst>
                  <a:ext uri="{FF2B5EF4-FFF2-40B4-BE49-F238E27FC236}">
                    <a16:creationId xmlns:a16="http://schemas.microsoft.com/office/drawing/2014/main" id="{D022339D-0717-5467-5289-510168033BC0}"/>
                  </a:ext>
                </a:extLst>
              </p:cNvPr>
              <p:cNvGrpSpPr/>
              <p:nvPr/>
            </p:nvGrpSpPr>
            <p:grpSpPr>
              <a:xfrm>
                <a:off x="3137593" y="3283396"/>
                <a:ext cx="464442" cy="213852"/>
                <a:chOff x="3137593" y="3283396"/>
                <a:chExt cx="464442" cy="213852"/>
              </a:xfrm>
            </p:grpSpPr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FB3D5FE0-86FD-6B77-6ED7-869B0AA402D8}"/>
                    </a:ext>
                  </a:extLst>
                </p:cNvPr>
                <p:cNvSpPr/>
                <p:nvPr/>
              </p:nvSpPr>
              <p:spPr>
                <a:xfrm>
                  <a:off x="3137593" y="3283396"/>
                  <a:ext cx="419119" cy="190560"/>
                </a:xfrm>
                <a:custGeom>
                  <a:avLst/>
                  <a:gdLst>
                    <a:gd name="csX0" fmla="*/ 0 w 419119"/>
                    <a:gd name="csY0" fmla="*/ 0 h 190560"/>
                    <a:gd name="csX1" fmla="*/ 419119 w 419119"/>
                    <a:gd name="csY1" fmla="*/ 190561 h 1905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19119" h="190560">
                      <a:moveTo>
                        <a:pt x="0" y="0"/>
                      </a:moveTo>
                      <a:lnTo>
                        <a:pt x="419119" y="190561"/>
                      </a:lnTo>
                    </a:path>
                  </a:pathLst>
                </a:custGeom>
                <a:noFill/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30" name="Freeform 129">
                  <a:extLst>
                    <a:ext uri="{FF2B5EF4-FFF2-40B4-BE49-F238E27FC236}">
                      <a16:creationId xmlns:a16="http://schemas.microsoft.com/office/drawing/2014/main" id="{4CF51AF6-E80D-7CBF-3442-1B59559BBDD5}"/>
                    </a:ext>
                  </a:extLst>
                </p:cNvPr>
                <p:cNvSpPr/>
                <p:nvPr/>
              </p:nvSpPr>
              <p:spPr>
                <a:xfrm>
                  <a:off x="3527907" y="3436906"/>
                  <a:ext cx="74128" cy="60342"/>
                </a:xfrm>
                <a:custGeom>
                  <a:avLst/>
                  <a:gdLst>
                    <a:gd name="csX0" fmla="*/ 74128 w 74128"/>
                    <a:gd name="csY0" fmla="*/ 57607 h 60342"/>
                    <a:gd name="csX1" fmla="*/ 0 w 74128"/>
                    <a:gd name="csY1" fmla="*/ 60343 h 60342"/>
                    <a:gd name="csX2" fmla="*/ 28805 w 74128"/>
                    <a:gd name="csY2" fmla="*/ 37051 h 60342"/>
                    <a:gd name="csX3" fmla="*/ 27476 w 74128"/>
                    <a:gd name="csY3" fmla="*/ 0 h 603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128" h="60342">
                      <a:moveTo>
                        <a:pt x="74128" y="57607"/>
                      </a:moveTo>
                      <a:lnTo>
                        <a:pt x="0" y="60343"/>
                      </a:lnTo>
                      <a:lnTo>
                        <a:pt x="28805" y="37051"/>
                      </a:lnTo>
                      <a:lnTo>
                        <a:pt x="2747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3880D765-4E07-67F9-EE88-C95F534714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94399" y="3295829"/>
                <a:ext cx="74709" cy="171993"/>
              </a:xfrm>
              <a:custGeom>
                <a:avLst/>
                <a:gdLst>
                  <a:gd name="csX0" fmla="*/ 0 w 74709"/>
                  <a:gd name="csY0" fmla="*/ 0 h 171993"/>
                  <a:gd name="csX1" fmla="*/ 74709 w 74709"/>
                  <a:gd name="csY1" fmla="*/ 0 h 171993"/>
                  <a:gd name="csX2" fmla="*/ 74709 w 74709"/>
                  <a:gd name="csY2" fmla="*/ 171994 h 171993"/>
                  <a:gd name="csX3" fmla="*/ 0 w 74709"/>
                  <a:gd name="csY3" fmla="*/ 171994 h 1719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71993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71994"/>
                    </a:lnTo>
                    <a:lnTo>
                      <a:pt x="0" y="171994"/>
                    </a:lnTo>
                    <a:close/>
                  </a:path>
                </a:pathLst>
              </a:custGeom>
            </p:spPr>
          </p:pic>
        </p:grpSp>
        <p:grpSp>
          <p:nvGrpSpPr>
            <p:cNvPr id="132" name="Graphic 4">
              <a:extLst>
                <a:ext uri="{FF2B5EF4-FFF2-40B4-BE49-F238E27FC236}">
                  <a16:creationId xmlns:a16="http://schemas.microsoft.com/office/drawing/2014/main" id="{5D63A97E-B86A-C36A-8314-8B5799FC0458}"/>
                </a:ext>
              </a:extLst>
            </p:cNvPr>
            <p:cNvGrpSpPr/>
            <p:nvPr/>
          </p:nvGrpSpPr>
          <p:grpSpPr>
            <a:xfrm>
              <a:off x="2817505" y="3051308"/>
              <a:ext cx="332041" cy="331553"/>
              <a:chOff x="2817505" y="3051308"/>
              <a:chExt cx="332041" cy="331553"/>
            </a:xfrm>
            <a:solidFill>
              <a:srgbClr val="FFFFFF"/>
            </a:solidFill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A21E47AE-BA8B-1187-A116-E2550ADBF17E}"/>
                  </a:ext>
                </a:extLst>
              </p:cNvPr>
              <p:cNvSpPr/>
              <p:nvPr/>
            </p:nvSpPr>
            <p:spPr>
              <a:xfrm>
                <a:off x="2817505" y="3051308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83564E32-FE72-62F8-1A14-8EFDAEF430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25391" y="3121764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135" name="Graphic 4">
              <a:extLst>
                <a:ext uri="{FF2B5EF4-FFF2-40B4-BE49-F238E27FC236}">
                  <a16:creationId xmlns:a16="http://schemas.microsoft.com/office/drawing/2014/main" id="{89F34540-00EC-E4B7-26C0-C31F2B707093}"/>
                </a:ext>
              </a:extLst>
            </p:cNvPr>
            <p:cNvGrpSpPr/>
            <p:nvPr/>
          </p:nvGrpSpPr>
          <p:grpSpPr>
            <a:xfrm>
              <a:off x="3290249" y="4609611"/>
              <a:ext cx="332041" cy="331553"/>
              <a:chOff x="3290249" y="4609611"/>
              <a:chExt cx="332041" cy="331553"/>
            </a:xfrm>
            <a:solidFill>
              <a:srgbClr val="FFFFFF"/>
            </a:solidFill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02212349-4D7F-7721-93D8-14BA53E02306}"/>
                  </a:ext>
                </a:extLst>
              </p:cNvPr>
              <p:cNvSpPr/>
              <p:nvPr/>
            </p:nvSpPr>
            <p:spPr>
              <a:xfrm>
                <a:off x="3290249" y="4609611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67244FF0-FD47-809D-443A-7916682A76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98550" y="4680067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138" name="Graphic 4">
              <a:extLst>
                <a:ext uri="{FF2B5EF4-FFF2-40B4-BE49-F238E27FC236}">
                  <a16:creationId xmlns:a16="http://schemas.microsoft.com/office/drawing/2014/main" id="{AADB0DA4-F0C4-30FA-E6CD-10D9B44A5C2E}"/>
                </a:ext>
              </a:extLst>
            </p:cNvPr>
            <p:cNvGrpSpPr/>
            <p:nvPr/>
          </p:nvGrpSpPr>
          <p:grpSpPr>
            <a:xfrm>
              <a:off x="2703863" y="3379547"/>
              <a:ext cx="221222" cy="728175"/>
              <a:chOff x="2703863" y="3379547"/>
              <a:chExt cx="221222" cy="728175"/>
            </a:xfrm>
          </p:grpSpPr>
          <p:grpSp>
            <p:nvGrpSpPr>
              <p:cNvPr id="139" name="Graphic 4">
                <a:extLst>
                  <a:ext uri="{FF2B5EF4-FFF2-40B4-BE49-F238E27FC236}">
                    <a16:creationId xmlns:a16="http://schemas.microsoft.com/office/drawing/2014/main" id="{234ACEC5-FB7E-F191-99F5-342D028FE073}"/>
                  </a:ext>
                </a:extLst>
              </p:cNvPr>
              <p:cNvGrpSpPr/>
              <p:nvPr/>
            </p:nvGrpSpPr>
            <p:grpSpPr>
              <a:xfrm>
                <a:off x="2703863" y="3379547"/>
                <a:ext cx="221222" cy="728175"/>
                <a:chOff x="2703863" y="3379547"/>
                <a:chExt cx="221222" cy="728175"/>
              </a:xfrm>
            </p:grpSpPr>
            <p:sp>
              <p:nvSpPr>
                <p:cNvPr id="140" name="Freeform 139">
                  <a:extLst>
                    <a:ext uri="{FF2B5EF4-FFF2-40B4-BE49-F238E27FC236}">
                      <a16:creationId xmlns:a16="http://schemas.microsoft.com/office/drawing/2014/main" id="{1AF20ABC-C153-B152-AF5F-DB1CFB7FEC10}"/>
                    </a:ext>
                  </a:extLst>
                </p:cNvPr>
                <p:cNvSpPr/>
                <p:nvPr/>
              </p:nvSpPr>
              <p:spPr>
                <a:xfrm>
                  <a:off x="2731257" y="3379547"/>
                  <a:ext cx="193829" cy="680348"/>
                </a:xfrm>
                <a:custGeom>
                  <a:avLst/>
                  <a:gdLst>
                    <a:gd name="csX0" fmla="*/ 193829 w 193829"/>
                    <a:gd name="csY0" fmla="*/ 0 h 680348"/>
                    <a:gd name="csX1" fmla="*/ 0 w 193829"/>
                    <a:gd name="csY1" fmla="*/ 680348 h 6803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93829" h="680348">
                      <a:moveTo>
                        <a:pt x="193829" y="0"/>
                      </a:moveTo>
                      <a:lnTo>
                        <a:pt x="0" y="680348"/>
                      </a:lnTo>
                    </a:path>
                  </a:pathLst>
                </a:custGeom>
                <a:noFill/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41" name="Freeform 140">
                  <a:extLst>
                    <a:ext uri="{FF2B5EF4-FFF2-40B4-BE49-F238E27FC236}">
                      <a16:creationId xmlns:a16="http://schemas.microsoft.com/office/drawing/2014/main" id="{E5E69FAB-60B6-6B66-BFC5-ED7799CB45BB}"/>
                    </a:ext>
                  </a:extLst>
                </p:cNvPr>
                <p:cNvSpPr/>
                <p:nvPr/>
              </p:nvSpPr>
              <p:spPr>
                <a:xfrm>
                  <a:off x="2703863" y="4034863"/>
                  <a:ext cx="63917" cy="72859"/>
                </a:xfrm>
                <a:custGeom>
                  <a:avLst/>
                  <a:gdLst>
                    <a:gd name="csX0" fmla="*/ 13780 w 63917"/>
                    <a:gd name="csY0" fmla="*/ 72859 h 72859"/>
                    <a:gd name="csX1" fmla="*/ 0 w 63917"/>
                    <a:gd name="csY1" fmla="*/ 0 h 72859"/>
                    <a:gd name="csX2" fmla="*/ 27393 w 63917"/>
                    <a:gd name="csY2" fmla="*/ 25032 h 72859"/>
                    <a:gd name="csX3" fmla="*/ 63918 w 63917"/>
                    <a:gd name="csY3" fmla="*/ 18153 h 728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3917" h="72859">
                      <a:moveTo>
                        <a:pt x="13780" y="72859"/>
                      </a:moveTo>
                      <a:lnTo>
                        <a:pt x="0" y="0"/>
                      </a:lnTo>
                      <a:lnTo>
                        <a:pt x="27393" y="25032"/>
                      </a:lnTo>
                      <a:lnTo>
                        <a:pt x="63918" y="181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59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pic>
            <p:nvPicPr>
              <p:cNvPr id="142" name="Picture 141">
                <a:extLst>
                  <a:ext uri="{FF2B5EF4-FFF2-40B4-BE49-F238E27FC236}">
                    <a16:creationId xmlns:a16="http://schemas.microsoft.com/office/drawing/2014/main" id="{3D8427B5-ED53-45DA-0FEF-0D0E4EE471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04638" y="3585939"/>
                <a:ext cx="74709" cy="171993"/>
              </a:xfrm>
              <a:custGeom>
                <a:avLst/>
                <a:gdLst>
                  <a:gd name="csX0" fmla="*/ 0 w 74709"/>
                  <a:gd name="csY0" fmla="*/ 0 h 171993"/>
                  <a:gd name="csX1" fmla="*/ 74709 w 74709"/>
                  <a:gd name="csY1" fmla="*/ 0 h 171993"/>
                  <a:gd name="csX2" fmla="*/ 74709 w 74709"/>
                  <a:gd name="csY2" fmla="*/ 171994 h 171993"/>
                  <a:gd name="csX3" fmla="*/ 0 w 74709"/>
                  <a:gd name="csY3" fmla="*/ 171994 h 1719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71993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71994"/>
                    </a:lnTo>
                    <a:lnTo>
                      <a:pt x="0" y="171994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3358201-C895-620F-69CC-C1AA88799AE8}"/>
              </a:ext>
            </a:extLst>
          </p:cNvPr>
          <p:cNvGrpSpPr/>
          <p:nvPr/>
        </p:nvGrpSpPr>
        <p:grpSpPr>
          <a:xfrm>
            <a:off x="9037613" y="2616693"/>
            <a:ext cx="1436079" cy="1624613"/>
            <a:chOff x="4975359" y="2844087"/>
            <a:chExt cx="1436079" cy="1624613"/>
          </a:xfrm>
        </p:grpSpPr>
        <p:grpSp>
          <p:nvGrpSpPr>
            <p:cNvPr id="143" name="Graphic 4">
              <a:extLst>
                <a:ext uri="{FF2B5EF4-FFF2-40B4-BE49-F238E27FC236}">
                  <a16:creationId xmlns:a16="http://schemas.microsoft.com/office/drawing/2014/main" id="{594AC55D-53E5-7079-EE90-A02594AB83F4}"/>
                </a:ext>
              </a:extLst>
            </p:cNvPr>
            <p:cNvGrpSpPr/>
            <p:nvPr/>
          </p:nvGrpSpPr>
          <p:grpSpPr>
            <a:xfrm>
              <a:off x="5511855" y="3156411"/>
              <a:ext cx="231847" cy="366615"/>
              <a:chOff x="5511855" y="3156411"/>
              <a:chExt cx="231847" cy="366615"/>
            </a:xfrm>
          </p:grpSpPr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2BB80F97-D41B-79D7-D94E-CF75209D5915}"/>
                  </a:ext>
                </a:extLst>
              </p:cNvPr>
              <p:cNvSpPr/>
              <p:nvPr/>
            </p:nvSpPr>
            <p:spPr>
              <a:xfrm>
                <a:off x="5538502" y="3156411"/>
                <a:ext cx="205201" cy="324591"/>
              </a:xfrm>
              <a:custGeom>
                <a:avLst/>
                <a:gdLst>
                  <a:gd name="csX0" fmla="*/ 205201 w 205201"/>
                  <a:gd name="csY0" fmla="*/ 0 h 324591"/>
                  <a:gd name="csX1" fmla="*/ 0 w 205201"/>
                  <a:gd name="csY1" fmla="*/ 324591 h 3245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5201" h="324591">
                    <a:moveTo>
                      <a:pt x="205201" y="0"/>
                    </a:moveTo>
                    <a:lnTo>
                      <a:pt x="0" y="324591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2C7BDD9A-8732-ABFB-CF89-F1B905799030}"/>
                  </a:ext>
                </a:extLst>
              </p:cNvPr>
              <p:cNvSpPr/>
              <p:nvPr/>
            </p:nvSpPr>
            <p:spPr>
              <a:xfrm>
                <a:off x="5511855" y="3449256"/>
                <a:ext cx="63585" cy="73770"/>
              </a:xfrm>
              <a:custGeom>
                <a:avLst/>
                <a:gdLst>
                  <a:gd name="csX0" fmla="*/ 0 w 63585"/>
                  <a:gd name="csY0" fmla="*/ 73771 h 73770"/>
                  <a:gd name="csX1" fmla="*/ 7388 w 63585"/>
                  <a:gd name="csY1" fmla="*/ 0 h 73770"/>
                  <a:gd name="csX2" fmla="*/ 26647 w 63585"/>
                  <a:gd name="csY2" fmla="*/ 31746 h 73770"/>
                  <a:gd name="csX3" fmla="*/ 63586 w 63585"/>
                  <a:gd name="csY3" fmla="*/ 35393 h 737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585" h="73770">
                    <a:moveTo>
                      <a:pt x="0" y="73771"/>
                    </a:moveTo>
                    <a:lnTo>
                      <a:pt x="7388" y="0"/>
                    </a:lnTo>
                    <a:lnTo>
                      <a:pt x="26647" y="31746"/>
                    </a:lnTo>
                    <a:lnTo>
                      <a:pt x="63586" y="35393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6" name="Graphic 4">
              <a:extLst>
                <a:ext uri="{FF2B5EF4-FFF2-40B4-BE49-F238E27FC236}">
                  <a16:creationId xmlns:a16="http://schemas.microsoft.com/office/drawing/2014/main" id="{1B75406A-B99C-F5AA-58CB-5556B2806322}"/>
                </a:ext>
              </a:extLst>
            </p:cNvPr>
            <p:cNvGrpSpPr/>
            <p:nvPr/>
          </p:nvGrpSpPr>
          <p:grpSpPr>
            <a:xfrm>
              <a:off x="5797162" y="3175641"/>
              <a:ext cx="66408" cy="321275"/>
              <a:chOff x="5797162" y="3175641"/>
              <a:chExt cx="66408" cy="321275"/>
            </a:xfrm>
          </p:grpSpPr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B115559E-8FE8-A111-CB56-701262023408}"/>
                  </a:ext>
                </a:extLst>
              </p:cNvPr>
              <p:cNvSpPr/>
              <p:nvPr/>
            </p:nvSpPr>
            <p:spPr>
              <a:xfrm>
                <a:off x="5830366" y="3175641"/>
                <a:ext cx="8301" cy="271542"/>
              </a:xfrm>
              <a:custGeom>
                <a:avLst/>
                <a:gdLst>
                  <a:gd name="csX0" fmla="*/ 0 w 8301"/>
                  <a:gd name="csY0" fmla="*/ 0 h 271542"/>
                  <a:gd name="csX1" fmla="*/ 0 w 8301"/>
                  <a:gd name="csY1" fmla="*/ 271543 h 271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301" h="271542">
                    <a:moveTo>
                      <a:pt x="0" y="0"/>
                    </a:moveTo>
                    <a:lnTo>
                      <a:pt x="0" y="271543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9DB3C3A1-C93B-0405-21D7-F7ACBF249DEF}"/>
                  </a:ext>
                </a:extLst>
              </p:cNvPr>
              <p:cNvSpPr/>
              <p:nvPr/>
            </p:nvSpPr>
            <p:spPr>
              <a:xfrm>
                <a:off x="5797162" y="3430606"/>
                <a:ext cx="66408" cy="66310"/>
              </a:xfrm>
              <a:custGeom>
                <a:avLst/>
                <a:gdLst>
                  <a:gd name="csX0" fmla="*/ 33204 w 66408"/>
                  <a:gd name="csY0" fmla="*/ 66311 h 66310"/>
                  <a:gd name="csX1" fmla="*/ 0 w 66408"/>
                  <a:gd name="csY1" fmla="*/ 0 h 66310"/>
                  <a:gd name="csX2" fmla="*/ 33204 w 66408"/>
                  <a:gd name="csY2" fmla="*/ 16578 h 66310"/>
                  <a:gd name="csX3" fmla="*/ 66408 w 66408"/>
                  <a:gd name="csY3" fmla="*/ 0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08" h="66310">
                    <a:moveTo>
                      <a:pt x="33204" y="66311"/>
                    </a:moveTo>
                    <a:lnTo>
                      <a:pt x="0" y="0"/>
                    </a:lnTo>
                    <a:lnTo>
                      <a:pt x="33204" y="16578"/>
                    </a:lnTo>
                    <a:lnTo>
                      <a:pt x="664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49" name="Graphic 4">
              <a:extLst>
                <a:ext uri="{FF2B5EF4-FFF2-40B4-BE49-F238E27FC236}">
                  <a16:creationId xmlns:a16="http://schemas.microsoft.com/office/drawing/2014/main" id="{710FA03C-D0C4-81F7-3D18-C354768AEC9D}"/>
                </a:ext>
              </a:extLst>
            </p:cNvPr>
            <p:cNvGrpSpPr/>
            <p:nvPr/>
          </p:nvGrpSpPr>
          <p:grpSpPr>
            <a:xfrm>
              <a:off x="5924334" y="3163705"/>
              <a:ext cx="228029" cy="352773"/>
              <a:chOff x="5924334" y="3163705"/>
              <a:chExt cx="228029" cy="352773"/>
            </a:xfrm>
          </p:grpSpPr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BBA1DA1A-F0F4-5A2B-F333-7BEE9CB4D82A}"/>
                  </a:ext>
                </a:extLst>
              </p:cNvPr>
              <p:cNvSpPr/>
              <p:nvPr/>
            </p:nvSpPr>
            <p:spPr>
              <a:xfrm>
                <a:off x="5924334" y="3163705"/>
                <a:ext cx="200968" cy="310997"/>
              </a:xfrm>
              <a:custGeom>
                <a:avLst/>
                <a:gdLst>
                  <a:gd name="csX0" fmla="*/ 0 w 200968"/>
                  <a:gd name="csY0" fmla="*/ 0 h 310997"/>
                  <a:gd name="csX1" fmla="*/ 200968 w 200968"/>
                  <a:gd name="csY1" fmla="*/ 310998 h 310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0968" h="310997">
                    <a:moveTo>
                      <a:pt x="0" y="0"/>
                    </a:moveTo>
                    <a:lnTo>
                      <a:pt x="200968" y="310998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73EAC33E-0186-9FBB-D4E2-7334C26C2BF5}"/>
                  </a:ext>
                </a:extLst>
              </p:cNvPr>
              <p:cNvSpPr/>
              <p:nvPr/>
            </p:nvSpPr>
            <p:spPr>
              <a:xfrm>
                <a:off x="6088445" y="3442791"/>
                <a:ext cx="63917" cy="73687"/>
              </a:xfrm>
              <a:custGeom>
                <a:avLst/>
                <a:gdLst>
                  <a:gd name="csX0" fmla="*/ 63918 w 63917"/>
                  <a:gd name="csY0" fmla="*/ 73688 h 73687"/>
                  <a:gd name="csX1" fmla="*/ 0 w 63917"/>
                  <a:gd name="csY1" fmla="*/ 35974 h 73687"/>
                  <a:gd name="csX2" fmla="*/ 36857 w 63917"/>
                  <a:gd name="csY2" fmla="*/ 31912 h 73687"/>
                  <a:gd name="csX3" fmla="*/ 55783 w 63917"/>
                  <a:gd name="csY3" fmla="*/ 0 h 736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917" h="73687">
                    <a:moveTo>
                      <a:pt x="63918" y="73688"/>
                    </a:moveTo>
                    <a:lnTo>
                      <a:pt x="0" y="35974"/>
                    </a:lnTo>
                    <a:lnTo>
                      <a:pt x="36857" y="31912"/>
                    </a:lnTo>
                    <a:lnTo>
                      <a:pt x="5578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2" name="Graphic 4">
              <a:extLst>
                <a:ext uri="{FF2B5EF4-FFF2-40B4-BE49-F238E27FC236}">
                  <a16:creationId xmlns:a16="http://schemas.microsoft.com/office/drawing/2014/main" id="{7DB0F380-0337-14EF-DAA0-43C2B177A2FC}"/>
                </a:ext>
              </a:extLst>
            </p:cNvPr>
            <p:cNvGrpSpPr/>
            <p:nvPr/>
          </p:nvGrpSpPr>
          <p:grpSpPr>
            <a:xfrm>
              <a:off x="5664345" y="2844087"/>
              <a:ext cx="332041" cy="331553"/>
              <a:chOff x="5664345" y="2844087"/>
              <a:chExt cx="332041" cy="331553"/>
            </a:xfrm>
            <a:solidFill>
              <a:srgbClr val="FFFFFF"/>
            </a:solidFill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52AC47DB-AE8B-4EA6-8574-A481ED4E1997}"/>
                  </a:ext>
                </a:extLst>
              </p:cNvPr>
              <p:cNvSpPr/>
              <p:nvPr/>
            </p:nvSpPr>
            <p:spPr>
              <a:xfrm>
                <a:off x="5664345" y="2844087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D05B7DDF-809F-5197-A59E-56CB27135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2646" y="2914542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155" name="Graphic 4">
              <a:extLst>
                <a:ext uri="{FF2B5EF4-FFF2-40B4-BE49-F238E27FC236}">
                  <a16:creationId xmlns:a16="http://schemas.microsoft.com/office/drawing/2014/main" id="{B1A6FC3B-90D5-941F-BB0A-9751460D5731}"/>
                </a:ext>
              </a:extLst>
            </p:cNvPr>
            <p:cNvGrpSpPr/>
            <p:nvPr/>
          </p:nvGrpSpPr>
          <p:grpSpPr>
            <a:xfrm>
              <a:off x="5204883" y="3830460"/>
              <a:ext cx="138378" cy="292844"/>
              <a:chOff x="5204883" y="3830460"/>
              <a:chExt cx="138378" cy="292844"/>
            </a:xfrm>
          </p:grpSpPr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04CE5D14-30A3-5464-7545-46BC69933029}"/>
                  </a:ext>
                </a:extLst>
              </p:cNvPr>
              <p:cNvSpPr/>
              <p:nvPr/>
            </p:nvSpPr>
            <p:spPr>
              <a:xfrm>
                <a:off x="5227960" y="3830460"/>
                <a:ext cx="115301" cy="247753"/>
              </a:xfrm>
              <a:custGeom>
                <a:avLst/>
                <a:gdLst>
                  <a:gd name="csX0" fmla="*/ 115302 w 115301"/>
                  <a:gd name="csY0" fmla="*/ 0 h 247753"/>
                  <a:gd name="csX1" fmla="*/ 0 w 115301"/>
                  <a:gd name="csY1" fmla="*/ 247754 h 2477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5301" h="247753">
                    <a:moveTo>
                      <a:pt x="115302" y="0"/>
                    </a:moveTo>
                    <a:lnTo>
                      <a:pt x="0" y="247754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05E3E983-2731-354E-40A7-B75EE6B7699D}"/>
                  </a:ext>
                </a:extLst>
              </p:cNvPr>
              <p:cNvSpPr/>
              <p:nvPr/>
            </p:nvSpPr>
            <p:spPr>
              <a:xfrm>
                <a:off x="5204883" y="4049203"/>
                <a:ext cx="60182" cy="74102"/>
              </a:xfrm>
              <a:custGeom>
                <a:avLst/>
                <a:gdLst>
                  <a:gd name="csX0" fmla="*/ 2075 w 60182"/>
                  <a:gd name="csY0" fmla="*/ 74102 h 74102"/>
                  <a:gd name="csX1" fmla="*/ 0 w 60182"/>
                  <a:gd name="csY1" fmla="*/ 0 h 74102"/>
                  <a:gd name="csX2" fmla="*/ 23077 w 60182"/>
                  <a:gd name="csY2" fmla="*/ 29011 h 74102"/>
                  <a:gd name="csX3" fmla="*/ 60183 w 60182"/>
                  <a:gd name="csY3" fmla="*/ 27933 h 74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182" h="74102">
                    <a:moveTo>
                      <a:pt x="2075" y="74102"/>
                    </a:moveTo>
                    <a:lnTo>
                      <a:pt x="0" y="0"/>
                    </a:lnTo>
                    <a:lnTo>
                      <a:pt x="23077" y="29011"/>
                    </a:lnTo>
                    <a:lnTo>
                      <a:pt x="60183" y="27933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58" name="Graphic 4">
              <a:extLst>
                <a:ext uri="{FF2B5EF4-FFF2-40B4-BE49-F238E27FC236}">
                  <a16:creationId xmlns:a16="http://schemas.microsoft.com/office/drawing/2014/main" id="{026E3AE8-6E1D-A39D-B3A4-11028C20C359}"/>
                </a:ext>
              </a:extLst>
            </p:cNvPr>
            <p:cNvGrpSpPr/>
            <p:nvPr/>
          </p:nvGrpSpPr>
          <p:grpSpPr>
            <a:xfrm>
              <a:off x="5505629" y="3834107"/>
              <a:ext cx="125013" cy="295745"/>
              <a:chOff x="5505629" y="3834107"/>
              <a:chExt cx="125013" cy="295745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7CA45B0F-9AE6-97E1-CB60-9E16CB0F158E}"/>
                  </a:ext>
                </a:extLst>
              </p:cNvPr>
              <p:cNvSpPr/>
              <p:nvPr/>
            </p:nvSpPr>
            <p:spPr>
              <a:xfrm>
                <a:off x="5505629" y="3834107"/>
                <a:ext cx="100359" cy="249659"/>
              </a:xfrm>
              <a:custGeom>
                <a:avLst/>
                <a:gdLst>
                  <a:gd name="csX0" fmla="*/ 0 w 100359"/>
                  <a:gd name="csY0" fmla="*/ 0 h 249659"/>
                  <a:gd name="csX1" fmla="*/ 100359 w 100359"/>
                  <a:gd name="csY1" fmla="*/ 249660 h 2496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0359" h="249659">
                    <a:moveTo>
                      <a:pt x="0" y="0"/>
                    </a:moveTo>
                    <a:lnTo>
                      <a:pt x="100359" y="249660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9541B702-8D82-F92A-3720-395EB8A6B8BF}"/>
                  </a:ext>
                </a:extLst>
              </p:cNvPr>
              <p:cNvSpPr/>
              <p:nvPr/>
            </p:nvSpPr>
            <p:spPr>
              <a:xfrm>
                <a:off x="5568966" y="4055999"/>
                <a:ext cx="61676" cy="73853"/>
              </a:xfrm>
              <a:custGeom>
                <a:avLst/>
                <a:gdLst>
                  <a:gd name="csX0" fmla="*/ 55617 w 61676"/>
                  <a:gd name="csY0" fmla="*/ 73854 h 73853"/>
                  <a:gd name="csX1" fmla="*/ 0 w 61676"/>
                  <a:gd name="csY1" fmla="*/ 24701 h 73853"/>
                  <a:gd name="csX2" fmla="*/ 37022 w 61676"/>
                  <a:gd name="csY2" fmla="*/ 27768 h 73853"/>
                  <a:gd name="csX3" fmla="*/ 61677 w 61676"/>
                  <a:gd name="csY3" fmla="*/ 0 h 738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676" h="73853">
                    <a:moveTo>
                      <a:pt x="55617" y="73854"/>
                    </a:moveTo>
                    <a:lnTo>
                      <a:pt x="0" y="24701"/>
                    </a:lnTo>
                    <a:lnTo>
                      <a:pt x="37022" y="27768"/>
                    </a:lnTo>
                    <a:lnTo>
                      <a:pt x="6167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61" name="Graphic 4">
              <a:extLst>
                <a:ext uri="{FF2B5EF4-FFF2-40B4-BE49-F238E27FC236}">
                  <a16:creationId xmlns:a16="http://schemas.microsoft.com/office/drawing/2014/main" id="{8E2FE830-8E39-70CC-8E13-4812A01923C1}"/>
                </a:ext>
              </a:extLst>
            </p:cNvPr>
            <p:cNvGrpSpPr/>
            <p:nvPr/>
          </p:nvGrpSpPr>
          <p:grpSpPr>
            <a:xfrm>
              <a:off x="5249293" y="3515484"/>
              <a:ext cx="332041" cy="331553"/>
              <a:chOff x="5249293" y="3515484"/>
              <a:chExt cx="332041" cy="331553"/>
            </a:xfrm>
            <a:solidFill>
              <a:srgbClr val="FFFFFF"/>
            </a:solidFill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D61434B5-A047-1743-30E4-76FE110FD326}"/>
                  </a:ext>
                </a:extLst>
              </p:cNvPr>
              <p:cNvSpPr/>
              <p:nvPr/>
            </p:nvSpPr>
            <p:spPr>
              <a:xfrm>
                <a:off x="5249293" y="3515484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3" name="Picture 162">
                <a:extLst>
                  <a:ext uri="{FF2B5EF4-FFF2-40B4-BE49-F238E27FC236}">
                    <a16:creationId xmlns:a16="http://schemas.microsoft.com/office/drawing/2014/main" id="{F6AB45C7-FB76-B12C-D4C1-2ACA131150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57594" y="3585939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164" name="Graphic 4">
              <a:extLst>
                <a:ext uri="{FF2B5EF4-FFF2-40B4-BE49-F238E27FC236}">
                  <a16:creationId xmlns:a16="http://schemas.microsoft.com/office/drawing/2014/main" id="{9B6B4191-36FB-C66B-EF42-DC590FF0C4AA}"/>
                </a:ext>
              </a:extLst>
            </p:cNvPr>
            <p:cNvGrpSpPr/>
            <p:nvPr/>
          </p:nvGrpSpPr>
          <p:grpSpPr>
            <a:xfrm>
              <a:off x="5664345" y="3515484"/>
              <a:ext cx="332041" cy="331553"/>
              <a:chOff x="5664345" y="3515484"/>
              <a:chExt cx="332041" cy="331553"/>
            </a:xfrm>
            <a:solidFill>
              <a:srgbClr val="FFFFFF"/>
            </a:solidFill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1A264852-5D0A-EF9F-8684-88A12082E28A}"/>
                  </a:ext>
                </a:extLst>
              </p:cNvPr>
              <p:cNvSpPr/>
              <p:nvPr/>
            </p:nvSpPr>
            <p:spPr>
              <a:xfrm>
                <a:off x="5664345" y="3515484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6" name="Picture 165">
                <a:extLst>
                  <a:ext uri="{FF2B5EF4-FFF2-40B4-BE49-F238E27FC236}">
                    <a16:creationId xmlns:a16="http://schemas.microsoft.com/office/drawing/2014/main" id="{E5DF13C8-22FC-ABFB-D2A3-1B430CAD09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72646" y="3585939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167" name="Graphic 4">
              <a:extLst>
                <a:ext uri="{FF2B5EF4-FFF2-40B4-BE49-F238E27FC236}">
                  <a16:creationId xmlns:a16="http://schemas.microsoft.com/office/drawing/2014/main" id="{88BF1F49-8874-9045-296A-D265636744E4}"/>
                </a:ext>
              </a:extLst>
            </p:cNvPr>
            <p:cNvGrpSpPr/>
            <p:nvPr/>
          </p:nvGrpSpPr>
          <p:grpSpPr>
            <a:xfrm>
              <a:off x="6079397" y="3515484"/>
              <a:ext cx="332041" cy="331553"/>
              <a:chOff x="6079397" y="3515484"/>
              <a:chExt cx="332041" cy="331553"/>
            </a:xfrm>
            <a:solidFill>
              <a:srgbClr val="FFFFFF"/>
            </a:solidFill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063168CD-7064-DD77-F1D7-EE4099791C7F}"/>
                  </a:ext>
                </a:extLst>
              </p:cNvPr>
              <p:cNvSpPr/>
              <p:nvPr/>
            </p:nvSpPr>
            <p:spPr>
              <a:xfrm>
                <a:off x="6079397" y="3515484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5A44B78F-3E63-1B1A-08E8-F0D81AF6C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87698" y="3585939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170" name="Graphic 4">
              <a:extLst>
                <a:ext uri="{FF2B5EF4-FFF2-40B4-BE49-F238E27FC236}">
                  <a16:creationId xmlns:a16="http://schemas.microsoft.com/office/drawing/2014/main" id="{D8E5BD1F-5B48-D7AC-6FF0-4852DA699EAB}"/>
                </a:ext>
              </a:extLst>
            </p:cNvPr>
            <p:cNvGrpSpPr/>
            <p:nvPr/>
          </p:nvGrpSpPr>
          <p:grpSpPr>
            <a:xfrm>
              <a:off x="4975359" y="4137147"/>
              <a:ext cx="332041" cy="331553"/>
              <a:chOff x="4975359" y="4137147"/>
              <a:chExt cx="332041" cy="331553"/>
            </a:xfrm>
            <a:solidFill>
              <a:srgbClr val="FFFFFF"/>
            </a:solidFill>
          </p:grpSpPr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A3558A30-FFCF-C16E-3D0E-3D898DE3A3E5}"/>
                  </a:ext>
                </a:extLst>
              </p:cNvPr>
              <p:cNvSpPr/>
              <p:nvPr/>
            </p:nvSpPr>
            <p:spPr>
              <a:xfrm>
                <a:off x="4975359" y="4137147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2" name="Picture 171">
                <a:extLst>
                  <a:ext uri="{FF2B5EF4-FFF2-40B4-BE49-F238E27FC236}">
                    <a16:creationId xmlns:a16="http://schemas.microsoft.com/office/drawing/2014/main" id="{1E483AB4-7703-DAFF-D9B2-607802B7D8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83660" y="4207602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  <p:grpSp>
          <p:nvGrpSpPr>
            <p:cNvPr id="173" name="Graphic 4">
              <a:extLst>
                <a:ext uri="{FF2B5EF4-FFF2-40B4-BE49-F238E27FC236}">
                  <a16:creationId xmlns:a16="http://schemas.microsoft.com/office/drawing/2014/main" id="{C8900F94-E1EE-D926-1B92-CF32FC4C769C}"/>
                </a:ext>
              </a:extLst>
            </p:cNvPr>
            <p:cNvGrpSpPr/>
            <p:nvPr/>
          </p:nvGrpSpPr>
          <p:grpSpPr>
            <a:xfrm>
              <a:off x="5523227" y="4137147"/>
              <a:ext cx="332041" cy="331553"/>
              <a:chOff x="5523227" y="4137147"/>
              <a:chExt cx="332041" cy="331553"/>
            </a:xfrm>
            <a:solidFill>
              <a:srgbClr val="FFFFFF"/>
            </a:solidFill>
          </p:grpSpPr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9CF03239-663D-60EA-2298-6307B2C8E52E}"/>
                  </a:ext>
                </a:extLst>
              </p:cNvPr>
              <p:cNvSpPr/>
              <p:nvPr/>
            </p:nvSpPr>
            <p:spPr>
              <a:xfrm>
                <a:off x="5523227" y="4137147"/>
                <a:ext cx="332041" cy="331553"/>
              </a:xfrm>
              <a:prstGeom prst="ellipse">
                <a:avLst/>
              </a:prstGeom>
              <a:solidFill>
                <a:srgbClr val="FFFFFF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E94321FD-2431-BA74-58EC-1CA862B5A7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31529" y="4207602"/>
                <a:ext cx="315439" cy="240376"/>
              </a:xfrm>
              <a:custGeom>
                <a:avLst/>
                <a:gdLst>
                  <a:gd name="csX0" fmla="*/ 0 w 315439"/>
                  <a:gd name="csY0" fmla="*/ 0 h 240376"/>
                  <a:gd name="csX1" fmla="*/ 315439 w 315439"/>
                  <a:gd name="csY1" fmla="*/ 0 h 240376"/>
                  <a:gd name="csX2" fmla="*/ 315439 w 315439"/>
                  <a:gd name="csY2" fmla="*/ 240377 h 240376"/>
                  <a:gd name="csX3" fmla="*/ 0 w 315439"/>
                  <a:gd name="csY3" fmla="*/ 240377 h 240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5439" h="240376">
                    <a:moveTo>
                      <a:pt x="0" y="0"/>
                    </a:moveTo>
                    <a:lnTo>
                      <a:pt x="315439" y="0"/>
                    </a:lnTo>
                    <a:lnTo>
                      <a:pt x="315439" y="240377"/>
                    </a:lnTo>
                    <a:lnTo>
                      <a:pt x="0" y="24037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A1FBBD2-FC53-75B5-7436-4C335EE59F2C}"/>
              </a:ext>
            </a:extLst>
          </p:cNvPr>
          <p:cNvGrpSpPr/>
          <p:nvPr/>
        </p:nvGrpSpPr>
        <p:grpSpPr>
          <a:xfrm>
            <a:off x="3394928" y="2027637"/>
            <a:ext cx="5395673" cy="3240938"/>
            <a:chOff x="5780560" y="1783115"/>
            <a:chExt cx="5395673" cy="3240938"/>
          </a:xfrm>
        </p:grpSpPr>
        <p:grpSp>
          <p:nvGrpSpPr>
            <p:cNvPr id="124" name="Graphic 4">
              <a:extLst>
                <a:ext uri="{FF2B5EF4-FFF2-40B4-BE49-F238E27FC236}">
                  <a16:creationId xmlns:a16="http://schemas.microsoft.com/office/drawing/2014/main" id="{46D601DB-D441-B2BF-B804-55D6DADAACD5}"/>
                </a:ext>
              </a:extLst>
            </p:cNvPr>
            <p:cNvGrpSpPr/>
            <p:nvPr/>
          </p:nvGrpSpPr>
          <p:grpSpPr>
            <a:xfrm>
              <a:off x="5780560" y="4692500"/>
              <a:ext cx="5395673" cy="331553"/>
              <a:chOff x="5780560" y="4692500"/>
              <a:chExt cx="5395673" cy="331553"/>
            </a:xfrm>
            <a:noFill/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8950E544-11B6-B1F1-AB78-DFA74A8269AB}"/>
                  </a:ext>
                </a:extLst>
              </p:cNvPr>
              <p:cNvSpPr/>
              <p:nvPr/>
            </p:nvSpPr>
            <p:spPr>
              <a:xfrm>
                <a:off x="5780560" y="4692500"/>
                <a:ext cx="5395673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C4467BF7-641C-5446-264B-AB3BAEF65B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34016" y="4754666"/>
                <a:ext cx="2888760" cy="261098"/>
              </a:xfrm>
              <a:custGeom>
                <a:avLst/>
                <a:gdLst>
                  <a:gd name="csX0" fmla="*/ 0 w 2888760"/>
                  <a:gd name="csY0" fmla="*/ 0 h 261098"/>
                  <a:gd name="csX1" fmla="*/ 2888761 w 2888760"/>
                  <a:gd name="csY1" fmla="*/ 0 h 261098"/>
                  <a:gd name="csX2" fmla="*/ 2888761 w 2888760"/>
                  <a:gd name="csY2" fmla="*/ 261099 h 261098"/>
                  <a:gd name="csX3" fmla="*/ 0 w 2888760"/>
                  <a:gd name="csY3" fmla="*/ 261099 h 2610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88760" h="261098">
                    <a:moveTo>
                      <a:pt x="0" y="0"/>
                    </a:moveTo>
                    <a:lnTo>
                      <a:pt x="2888761" y="0"/>
                    </a:lnTo>
                    <a:lnTo>
                      <a:pt x="2888761" y="261099"/>
                    </a:lnTo>
                    <a:lnTo>
                      <a:pt x="0" y="261099"/>
                    </a:lnTo>
                    <a:close/>
                  </a:path>
                </a:pathLst>
              </a:custGeom>
            </p:spPr>
          </p:pic>
        </p:grpSp>
        <p:grpSp>
          <p:nvGrpSpPr>
            <p:cNvPr id="50" name="Graphic 4">
              <a:extLst>
                <a:ext uri="{FF2B5EF4-FFF2-40B4-BE49-F238E27FC236}">
                  <a16:creationId xmlns:a16="http://schemas.microsoft.com/office/drawing/2014/main" id="{7D3F4334-0479-3C8B-C0AB-BF73D7067374}"/>
                </a:ext>
              </a:extLst>
            </p:cNvPr>
            <p:cNvGrpSpPr/>
            <p:nvPr/>
          </p:nvGrpSpPr>
          <p:grpSpPr>
            <a:xfrm>
              <a:off x="7930528" y="3739283"/>
              <a:ext cx="830103" cy="331553"/>
              <a:chOff x="7930528" y="3739283"/>
              <a:chExt cx="830103" cy="331553"/>
            </a:xfrm>
            <a:solidFill>
              <a:srgbClr val="DAE8FC"/>
            </a:solidFill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FC58935-A5B6-9635-BBC6-327570D77068}"/>
                  </a:ext>
                </a:extLst>
              </p:cNvPr>
              <p:cNvSpPr/>
              <p:nvPr/>
            </p:nvSpPr>
            <p:spPr>
              <a:xfrm>
                <a:off x="7930528" y="3739283"/>
                <a:ext cx="830103" cy="331553"/>
              </a:xfrm>
              <a:prstGeom prst="rect">
                <a:avLst/>
              </a:prstGeom>
              <a:solidFill>
                <a:srgbClr val="DAE8FC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6EC8DF4A-3C7E-16DC-09CF-E0BEA28EAF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38829" y="3809738"/>
                <a:ext cx="813501" cy="223798"/>
              </a:xfrm>
              <a:custGeom>
                <a:avLst/>
                <a:gdLst>
                  <a:gd name="csX0" fmla="*/ 0 w 813501"/>
                  <a:gd name="csY0" fmla="*/ 0 h 223798"/>
                  <a:gd name="csX1" fmla="*/ 813502 w 813501"/>
                  <a:gd name="csY1" fmla="*/ 0 h 223798"/>
                  <a:gd name="csX2" fmla="*/ 813502 w 813501"/>
                  <a:gd name="csY2" fmla="*/ 223799 h 223798"/>
                  <a:gd name="csX3" fmla="*/ 0 w 813501"/>
                  <a:gd name="csY3" fmla="*/ 223799 h 2237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13501" h="223798">
                    <a:moveTo>
                      <a:pt x="0" y="0"/>
                    </a:moveTo>
                    <a:lnTo>
                      <a:pt x="813502" y="0"/>
                    </a:lnTo>
                    <a:lnTo>
                      <a:pt x="813502" y="223799"/>
                    </a:lnTo>
                    <a:lnTo>
                      <a:pt x="0" y="223799"/>
                    </a:lnTo>
                    <a:close/>
                  </a:path>
                </a:pathLst>
              </a:custGeom>
            </p:spPr>
          </p:pic>
        </p:grpSp>
        <p:grpSp>
          <p:nvGrpSpPr>
            <p:cNvPr id="53" name="Graphic 4">
              <a:extLst>
                <a:ext uri="{FF2B5EF4-FFF2-40B4-BE49-F238E27FC236}">
                  <a16:creationId xmlns:a16="http://schemas.microsoft.com/office/drawing/2014/main" id="{33C0AC53-633C-824C-F74C-2420345A04B8}"/>
                </a:ext>
              </a:extLst>
            </p:cNvPr>
            <p:cNvGrpSpPr/>
            <p:nvPr/>
          </p:nvGrpSpPr>
          <p:grpSpPr>
            <a:xfrm>
              <a:off x="8976459" y="3730994"/>
              <a:ext cx="332041" cy="331553"/>
              <a:chOff x="8976459" y="3730994"/>
              <a:chExt cx="332041" cy="331553"/>
            </a:xfrm>
            <a:noFill/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103C7C1-7C51-7043-662B-49226A2A5775}"/>
                  </a:ext>
                </a:extLst>
              </p:cNvPr>
              <p:cNvSpPr/>
              <p:nvPr/>
            </p:nvSpPr>
            <p:spPr>
              <a:xfrm>
                <a:off x="8976459" y="3730994"/>
                <a:ext cx="332041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759CF7B7-B837-B08D-0573-94BF2940C5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055319" y="3793160"/>
                <a:ext cx="174321" cy="261098"/>
              </a:xfrm>
              <a:custGeom>
                <a:avLst/>
                <a:gdLst>
                  <a:gd name="csX0" fmla="*/ 0 w 174321"/>
                  <a:gd name="csY0" fmla="*/ 0 h 261098"/>
                  <a:gd name="csX1" fmla="*/ 174322 w 174321"/>
                  <a:gd name="csY1" fmla="*/ 0 h 261098"/>
                  <a:gd name="csX2" fmla="*/ 174322 w 174321"/>
                  <a:gd name="csY2" fmla="*/ 261099 h 261098"/>
                  <a:gd name="csX3" fmla="*/ 0 w 174321"/>
                  <a:gd name="csY3" fmla="*/ 261099 h 2610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4321" h="261098">
                    <a:moveTo>
                      <a:pt x="0" y="0"/>
                    </a:moveTo>
                    <a:lnTo>
                      <a:pt x="174322" y="0"/>
                    </a:lnTo>
                    <a:lnTo>
                      <a:pt x="174322" y="261099"/>
                    </a:lnTo>
                    <a:lnTo>
                      <a:pt x="0" y="261099"/>
                    </a:lnTo>
                    <a:close/>
                  </a:path>
                </a:pathLst>
              </a:custGeom>
            </p:spPr>
          </p:pic>
        </p:grpSp>
        <p:grpSp>
          <p:nvGrpSpPr>
            <p:cNvPr id="64" name="Graphic 4">
              <a:extLst>
                <a:ext uri="{FF2B5EF4-FFF2-40B4-BE49-F238E27FC236}">
                  <a16:creationId xmlns:a16="http://schemas.microsoft.com/office/drawing/2014/main" id="{CFC296D2-C585-1423-B3DE-A9A8F078BC5B}"/>
                </a:ext>
              </a:extLst>
            </p:cNvPr>
            <p:cNvGrpSpPr/>
            <p:nvPr/>
          </p:nvGrpSpPr>
          <p:grpSpPr>
            <a:xfrm>
              <a:off x="8569708" y="3391151"/>
              <a:ext cx="66408" cy="321275"/>
              <a:chOff x="8569708" y="3391151"/>
              <a:chExt cx="66408" cy="321275"/>
            </a:xfrm>
          </p:grpSpPr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B6886A1A-8A0A-3256-EC6B-356650B4B365}"/>
                  </a:ext>
                </a:extLst>
              </p:cNvPr>
              <p:cNvSpPr/>
              <p:nvPr/>
            </p:nvSpPr>
            <p:spPr>
              <a:xfrm>
                <a:off x="8602912" y="3391151"/>
                <a:ext cx="8301" cy="271542"/>
              </a:xfrm>
              <a:custGeom>
                <a:avLst/>
                <a:gdLst>
                  <a:gd name="csX0" fmla="*/ 0 w 8301"/>
                  <a:gd name="csY0" fmla="*/ 0 h 271542"/>
                  <a:gd name="csX1" fmla="*/ 0 w 8301"/>
                  <a:gd name="csY1" fmla="*/ 271543 h 271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301" h="271542">
                    <a:moveTo>
                      <a:pt x="0" y="0"/>
                    </a:moveTo>
                    <a:lnTo>
                      <a:pt x="0" y="271543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7FAC37C7-97F9-079E-1151-0657229308DB}"/>
                  </a:ext>
                </a:extLst>
              </p:cNvPr>
              <p:cNvSpPr/>
              <p:nvPr/>
            </p:nvSpPr>
            <p:spPr>
              <a:xfrm>
                <a:off x="8569708" y="3646116"/>
                <a:ext cx="66408" cy="66310"/>
              </a:xfrm>
              <a:custGeom>
                <a:avLst/>
                <a:gdLst>
                  <a:gd name="csX0" fmla="*/ 33204 w 66408"/>
                  <a:gd name="csY0" fmla="*/ 66311 h 66310"/>
                  <a:gd name="csX1" fmla="*/ 0 w 66408"/>
                  <a:gd name="csY1" fmla="*/ 0 h 66310"/>
                  <a:gd name="csX2" fmla="*/ 33204 w 66408"/>
                  <a:gd name="csY2" fmla="*/ 16578 h 66310"/>
                  <a:gd name="csX3" fmla="*/ 66408 w 66408"/>
                  <a:gd name="csY3" fmla="*/ 0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08" h="66310">
                    <a:moveTo>
                      <a:pt x="33204" y="66311"/>
                    </a:moveTo>
                    <a:lnTo>
                      <a:pt x="0" y="0"/>
                    </a:lnTo>
                    <a:lnTo>
                      <a:pt x="33204" y="16578"/>
                    </a:lnTo>
                    <a:lnTo>
                      <a:pt x="664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7" name="Graphic 4">
              <a:extLst>
                <a:ext uri="{FF2B5EF4-FFF2-40B4-BE49-F238E27FC236}">
                  <a16:creationId xmlns:a16="http://schemas.microsoft.com/office/drawing/2014/main" id="{206B94B0-E0C2-F3EA-1934-17A9C5D9AE32}"/>
                </a:ext>
              </a:extLst>
            </p:cNvPr>
            <p:cNvGrpSpPr/>
            <p:nvPr/>
          </p:nvGrpSpPr>
          <p:grpSpPr>
            <a:xfrm>
              <a:off x="8428590" y="3067886"/>
              <a:ext cx="830103" cy="331553"/>
              <a:chOff x="8428590" y="3067886"/>
              <a:chExt cx="830103" cy="331553"/>
            </a:xfrm>
            <a:solidFill>
              <a:srgbClr val="DAE8FC"/>
            </a:solidFill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C02C6AB-8178-2C8C-DA24-76379F1AE4A9}"/>
                  </a:ext>
                </a:extLst>
              </p:cNvPr>
              <p:cNvSpPr/>
              <p:nvPr/>
            </p:nvSpPr>
            <p:spPr>
              <a:xfrm>
                <a:off x="8428590" y="3067886"/>
                <a:ext cx="830103" cy="331553"/>
              </a:xfrm>
              <a:prstGeom prst="rect">
                <a:avLst/>
              </a:prstGeom>
              <a:solidFill>
                <a:srgbClr val="DAE8FC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696E7170-C2B7-94FE-F186-6305050FCE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36891" y="3138341"/>
                <a:ext cx="813501" cy="223798"/>
              </a:xfrm>
              <a:custGeom>
                <a:avLst/>
                <a:gdLst>
                  <a:gd name="csX0" fmla="*/ 0 w 813501"/>
                  <a:gd name="csY0" fmla="*/ 0 h 223798"/>
                  <a:gd name="csX1" fmla="*/ 813502 w 813501"/>
                  <a:gd name="csY1" fmla="*/ 0 h 223798"/>
                  <a:gd name="csX2" fmla="*/ 813502 w 813501"/>
                  <a:gd name="csY2" fmla="*/ 223799 h 223798"/>
                  <a:gd name="csX3" fmla="*/ 0 w 813501"/>
                  <a:gd name="csY3" fmla="*/ 223799 h 2237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13501" h="223798">
                    <a:moveTo>
                      <a:pt x="0" y="0"/>
                    </a:moveTo>
                    <a:lnTo>
                      <a:pt x="813502" y="0"/>
                    </a:lnTo>
                    <a:lnTo>
                      <a:pt x="813502" y="223799"/>
                    </a:lnTo>
                    <a:lnTo>
                      <a:pt x="0" y="223799"/>
                    </a:lnTo>
                    <a:close/>
                  </a:path>
                </a:pathLst>
              </a:custGeom>
            </p:spPr>
          </p:pic>
        </p:grpSp>
        <p:grpSp>
          <p:nvGrpSpPr>
            <p:cNvPr id="70" name="Graphic 4">
              <a:extLst>
                <a:ext uri="{FF2B5EF4-FFF2-40B4-BE49-F238E27FC236}">
                  <a16:creationId xmlns:a16="http://schemas.microsoft.com/office/drawing/2014/main" id="{0BA25C6B-F518-6A99-2C44-0EED41B430E0}"/>
                </a:ext>
              </a:extLst>
            </p:cNvPr>
            <p:cNvGrpSpPr/>
            <p:nvPr/>
          </p:nvGrpSpPr>
          <p:grpSpPr>
            <a:xfrm>
              <a:off x="8312376" y="4070836"/>
              <a:ext cx="66408" cy="246676"/>
              <a:chOff x="8312376" y="4070836"/>
              <a:chExt cx="66408" cy="246676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CC816AE5-7F0F-47E7-ABEF-B77C68F35EE8}"/>
                  </a:ext>
                </a:extLst>
              </p:cNvPr>
              <p:cNvSpPr/>
              <p:nvPr/>
            </p:nvSpPr>
            <p:spPr>
              <a:xfrm>
                <a:off x="8345580" y="4070836"/>
                <a:ext cx="8301" cy="196943"/>
              </a:xfrm>
              <a:custGeom>
                <a:avLst/>
                <a:gdLst>
                  <a:gd name="csX0" fmla="*/ 0 w 8301"/>
                  <a:gd name="csY0" fmla="*/ 0 h 196943"/>
                  <a:gd name="csX1" fmla="*/ 0 w 8301"/>
                  <a:gd name="csY1" fmla="*/ 196943 h 1969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301" h="196943">
                    <a:moveTo>
                      <a:pt x="0" y="0"/>
                    </a:moveTo>
                    <a:lnTo>
                      <a:pt x="0" y="196943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08E49372-1AF5-6F57-BD31-729A66959C1F}"/>
                  </a:ext>
                </a:extLst>
              </p:cNvPr>
              <p:cNvSpPr/>
              <p:nvPr/>
            </p:nvSpPr>
            <p:spPr>
              <a:xfrm>
                <a:off x="8312376" y="4251202"/>
                <a:ext cx="66408" cy="66310"/>
              </a:xfrm>
              <a:custGeom>
                <a:avLst/>
                <a:gdLst>
                  <a:gd name="csX0" fmla="*/ 33204 w 66408"/>
                  <a:gd name="csY0" fmla="*/ 66311 h 66310"/>
                  <a:gd name="csX1" fmla="*/ 0 w 66408"/>
                  <a:gd name="csY1" fmla="*/ 0 h 66310"/>
                  <a:gd name="csX2" fmla="*/ 33204 w 66408"/>
                  <a:gd name="csY2" fmla="*/ 16578 h 66310"/>
                  <a:gd name="csX3" fmla="*/ 66408 w 66408"/>
                  <a:gd name="csY3" fmla="*/ 0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08" h="66310">
                    <a:moveTo>
                      <a:pt x="33204" y="66311"/>
                    </a:moveTo>
                    <a:lnTo>
                      <a:pt x="0" y="0"/>
                    </a:lnTo>
                    <a:lnTo>
                      <a:pt x="33204" y="16578"/>
                    </a:lnTo>
                    <a:lnTo>
                      <a:pt x="664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73" name="Graphic 4">
              <a:extLst>
                <a:ext uri="{FF2B5EF4-FFF2-40B4-BE49-F238E27FC236}">
                  <a16:creationId xmlns:a16="http://schemas.microsoft.com/office/drawing/2014/main" id="{B421ABC7-84CD-5F7B-FE3F-DCC0B7C2A0B7}"/>
                </a:ext>
              </a:extLst>
            </p:cNvPr>
            <p:cNvGrpSpPr/>
            <p:nvPr/>
          </p:nvGrpSpPr>
          <p:grpSpPr>
            <a:xfrm>
              <a:off x="8787527" y="3876049"/>
              <a:ext cx="230436" cy="66310"/>
              <a:chOff x="8787527" y="3876049"/>
              <a:chExt cx="230436" cy="66310"/>
            </a:xfrm>
          </p:grpSpPr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C49E4AF2-3CAC-3D3E-546C-239647384ADB}"/>
                  </a:ext>
                </a:extLst>
              </p:cNvPr>
              <p:cNvSpPr/>
              <p:nvPr/>
            </p:nvSpPr>
            <p:spPr>
              <a:xfrm>
                <a:off x="8837333" y="3909204"/>
                <a:ext cx="180630" cy="8288"/>
              </a:xfrm>
              <a:custGeom>
                <a:avLst/>
                <a:gdLst>
                  <a:gd name="csX0" fmla="*/ 180631 w 180630"/>
                  <a:gd name="csY0" fmla="*/ 0 h 8288"/>
                  <a:gd name="csX1" fmla="*/ 0 w 180630"/>
                  <a:gd name="csY1" fmla="*/ 0 h 82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0630" h="8288">
                    <a:moveTo>
                      <a:pt x="180631" y="0"/>
                    </a:moveTo>
                    <a:lnTo>
                      <a:pt x="0" y="0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7D3DB1CD-5DB5-C9CD-5C25-E3F60F3291F3}"/>
                  </a:ext>
                </a:extLst>
              </p:cNvPr>
              <p:cNvSpPr/>
              <p:nvPr/>
            </p:nvSpPr>
            <p:spPr>
              <a:xfrm>
                <a:off x="8787527" y="3876049"/>
                <a:ext cx="66408" cy="66310"/>
              </a:xfrm>
              <a:custGeom>
                <a:avLst/>
                <a:gdLst>
                  <a:gd name="csX0" fmla="*/ 0 w 66408"/>
                  <a:gd name="csY0" fmla="*/ 33155 h 66310"/>
                  <a:gd name="csX1" fmla="*/ 66408 w 66408"/>
                  <a:gd name="csY1" fmla="*/ 0 h 66310"/>
                  <a:gd name="csX2" fmla="*/ 49806 w 66408"/>
                  <a:gd name="csY2" fmla="*/ 33155 h 66310"/>
                  <a:gd name="csX3" fmla="*/ 66408 w 66408"/>
                  <a:gd name="csY3" fmla="*/ 66311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08" h="66310">
                    <a:moveTo>
                      <a:pt x="0" y="33155"/>
                    </a:moveTo>
                    <a:lnTo>
                      <a:pt x="66408" y="0"/>
                    </a:lnTo>
                    <a:lnTo>
                      <a:pt x="49806" y="33155"/>
                    </a:lnTo>
                    <a:lnTo>
                      <a:pt x="66408" y="66311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76" name="Graphic 4">
              <a:extLst>
                <a:ext uri="{FF2B5EF4-FFF2-40B4-BE49-F238E27FC236}">
                  <a16:creationId xmlns:a16="http://schemas.microsoft.com/office/drawing/2014/main" id="{2D485866-82B0-A0E1-2486-965EDC4FF49D}"/>
                </a:ext>
              </a:extLst>
            </p:cNvPr>
            <p:cNvGrpSpPr/>
            <p:nvPr/>
          </p:nvGrpSpPr>
          <p:grpSpPr>
            <a:xfrm>
              <a:off x="7855819" y="3515484"/>
              <a:ext cx="249031" cy="248665"/>
              <a:chOff x="7855819" y="3515484"/>
              <a:chExt cx="249031" cy="248665"/>
            </a:xfrm>
            <a:noFill/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1C19CE9-3147-5B45-E85B-C7F254851AA1}"/>
                  </a:ext>
                </a:extLst>
              </p:cNvPr>
              <p:cNvSpPr/>
              <p:nvPr/>
            </p:nvSpPr>
            <p:spPr>
              <a:xfrm>
                <a:off x="7855819" y="3515484"/>
                <a:ext cx="249031" cy="248665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FE652807-26D3-3F93-A786-9774A716B4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938829" y="3565217"/>
                <a:ext cx="83010" cy="182354"/>
              </a:xfrm>
              <a:custGeom>
                <a:avLst/>
                <a:gdLst>
                  <a:gd name="csX0" fmla="*/ 0 w 83010"/>
                  <a:gd name="csY0" fmla="*/ 0 h 182354"/>
                  <a:gd name="csX1" fmla="*/ 83010 w 83010"/>
                  <a:gd name="csY1" fmla="*/ 0 h 182354"/>
                  <a:gd name="csX2" fmla="*/ 83010 w 83010"/>
                  <a:gd name="csY2" fmla="*/ 182355 h 182354"/>
                  <a:gd name="csX3" fmla="*/ 0 w 83010"/>
                  <a:gd name="csY3" fmla="*/ 182355 h 182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010" h="182354">
                    <a:moveTo>
                      <a:pt x="0" y="0"/>
                    </a:moveTo>
                    <a:lnTo>
                      <a:pt x="83010" y="0"/>
                    </a:lnTo>
                    <a:lnTo>
                      <a:pt x="83010" y="182355"/>
                    </a:lnTo>
                    <a:lnTo>
                      <a:pt x="0" y="182355"/>
                    </a:lnTo>
                    <a:close/>
                  </a:path>
                </a:pathLst>
              </a:custGeom>
            </p:spPr>
          </p:pic>
        </p:grpSp>
        <p:grpSp>
          <p:nvGrpSpPr>
            <p:cNvPr id="79" name="Graphic 4">
              <a:extLst>
                <a:ext uri="{FF2B5EF4-FFF2-40B4-BE49-F238E27FC236}">
                  <a16:creationId xmlns:a16="http://schemas.microsoft.com/office/drawing/2014/main" id="{8312638A-255C-7411-EC8B-F259036C223A}"/>
                </a:ext>
              </a:extLst>
            </p:cNvPr>
            <p:cNvGrpSpPr/>
            <p:nvPr/>
          </p:nvGrpSpPr>
          <p:grpSpPr>
            <a:xfrm>
              <a:off x="8063345" y="3407729"/>
              <a:ext cx="66408" cy="304697"/>
              <a:chOff x="8063345" y="3407729"/>
              <a:chExt cx="66408" cy="304697"/>
            </a:xfrm>
          </p:grpSpPr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9FF84508-5581-532D-A202-DF8691661CD9}"/>
                  </a:ext>
                </a:extLst>
              </p:cNvPr>
              <p:cNvSpPr/>
              <p:nvPr/>
            </p:nvSpPr>
            <p:spPr>
              <a:xfrm>
                <a:off x="8096549" y="3407729"/>
                <a:ext cx="8301" cy="254964"/>
              </a:xfrm>
              <a:custGeom>
                <a:avLst/>
                <a:gdLst>
                  <a:gd name="csX0" fmla="*/ 0 w 8301"/>
                  <a:gd name="csY0" fmla="*/ 0 h 254964"/>
                  <a:gd name="csX1" fmla="*/ 0 w 8301"/>
                  <a:gd name="csY1" fmla="*/ 254965 h 2549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301" h="254964">
                    <a:moveTo>
                      <a:pt x="0" y="0"/>
                    </a:moveTo>
                    <a:lnTo>
                      <a:pt x="0" y="254965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F0780FB7-059A-33FC-229E-E724A0EE536D}"/>
                  </a:ext>
                </a:extLst>
              </p:cNvPr>
              <p:cNvSpPr/>
              <p:nvPr/>
            </p:nvSpPr>
            <p:spPr>
              <a:xfrm>
                <a:off x="8063345" y="3646116"/>
                <a:ext cx="66408" cy="66310"/>
              </a:xfrm>
              <a:custGeom>
                <a:avLst/>
                <a:gdLst>
                  <a:gd name="csX0" fmla="*/ 33204 w 66408"/>
                  <a:gd name="csY0" fmla="*/ 66311 h 66310"/>
                  <a:gd name="csX1" fmla="*/ 0 w 66408"/>
                  <a:gd name="csY1" fmla="*/ 0 h 66310"/>
                  <a:gd name="csX2" fmla="*/ 33204 w 66408"/>
                  <a:gd name="csY2" fmla="*/ 16578 h 66310"/>
                  <a:gd name="csX3" fmla="*/ 66408 w 66408"/>
                  <a:gd name="csY3" fmla="*/ 0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08" h="66310">
                    <a:moveTo>
                      <a:pt x="33204" y="66311"/>
                    </a:moveTo>
                    <a:lnTo>
                      <a:pt x="0" y="0"/>
                    </a:lnTo>
                    <a:lnTo>
                      <a:pt x="33204" y="16578"/>
                    </a:lnTo>
                    <a:lnTo>
                      <a:pt x="664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2" name="Graphic 4">
              <a:extLst>
                <a:ext uri="{FF2B5EF4-FFF2-40B4-BE49-F238E27FC236}">
                  <a16:creationId xmlns:a16="http://schemas.microsoft.com/office/drawing/2014/main" id="{956EAA8B-0C8F-A60C-B7C8-45619BB196FA}"/>
                </a:ext>
              </a:extLst>
            </p:cNvPr>
            <p:cNvGrpSpPr/>
            <p:nvPr/>
          </p:nvGrpSpPr>
          <p:grpSpPr>
            <a:xfrm>
              <a:off x="8578009" y="3515484"/>
              <a:ext cx="249031" cy="248665"/>
              <a:chOff x="8578009" y="3515484"/>
              <a:chExt cx="249031" cy="248665"/>
            </a:xfrm>
            <a:noFill/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1D55FBF-8A64-1D74-3907-C14E3DC94B15}"/>
                  </a:ext>
                </a:extLst>
              </p:cNvPr>
              <p:cNvSpPr/>
              <p:nvPr/>
            </p:nvSpPr>
            <p:spPr>
              <a:xfrm>
                <a:off x="8578009" y="3515484"/>
                <a:ext cx="249031" cy="248665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B24295DB-2651-C70D-C4AE-0D75F25CB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65170" y="3565217"/>
                <a:ext cx="74709" cy="182354"/>
              </a:xfrm>
              <a:custGeom>
                <a:avLst/>
                <a:gdLst>
                  <a:gd name="csX0" fmla="*/ 0 w 74709"/>
                  <a:gd name="csY0" fmla="*/ 0 h 182354"/>
                  <a:gd name="csX1" fmla="*/ 74709 w 74709"/>
                  <a:gd name="csY1" fmla="*/ 0 h 182354"/>
                  <a:gd name="csX2" fmla="*/ 74709 w 74709"/>
                  <a:gd name="csY2" fmla="*/ 182355 h 182354"/>
                  <a:gd name="csX3" fmla="*/ 0 w 74709"/>
                  <a:gd name="csY3" fmla="*/ 182355 h 182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82354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82355"/>
                    </a:lnTo>
                    <a:lnTo>
                      <a:pt x="0" y="182355"/>
                    </a:lnTo>
                    <a:close/>
                  </a:path>
                </a:pathLst>
              </a:custGeom>
            </p:spPr>
          </p:pic>
        </p:grpSp>
        <p:grpSp>
          <p:nvGrpSpPr>
            <p:cNvPr id="85" name="Graphic 4">
              <a:extLst>
                <a:ext uri="{FF2B5EF4-FFF2-40B4-BE49-F238E27FC236}">
                  <a16:creationId xmlns:a16="http://schemas.microsoft.com/office/drawing/2014/main" id="{9C5DE485-EDCB-E71C-1BD9-72567DA75F69}"/>
                </a:ext>
              </a:extLst>
            </p:cNvPr>
            <p:cNvGrpSpPr/>
            <p:nvPr/>
          </p:nvGrpSpPr>
          <p:grpSpPr>
            <a:xfrm>
              <a:off x="9067770" y="2719755"/>
              <a:ext cx="66408" cy="321275"/>
              <a:chOff x="9067770" y="2719755"/>
              <a:chExt cx="66408" cy="321275"/>
            </a:xfrm>
          </p:grpSpPr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5C6A64FC-084B-1E77-6060-ED8E9BFE64B3}"/>
                  </a:ext>
                </a:extLst>
              </p:cNvPr>
              <p:cNvSpPr/>
              <p:nvPr/>
            </p:nvSpPr>
            <p:spPr>
              <a:xfrm>
                <a:off x="9100974" y="2719755"/>
                <a:ext cx="8301" cy="271542"/>
              </a:xfrm>
              <a:custGeom>
                <a:avLst/>
                <a:gdLst>
                  <a:gd name="csX0" fmla="*/ 0 w 8301"/>
                  <a:gd name="csY0" fmla="*/ 0 h 271542"/>
                  <a:gd name="csX1" fmla="*/ 0 w 8301"/>
                  <a:gd name="csY1" fmla="*/ 271543 h 271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301" h="271542">
                    <a:moveTo>
                      <a:pt x="0" y="0"/>
                    </a:moveTo>
                    <a:lnTo>
                      <a:pt x="0" y="271543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C8F0FBAA-A5E0-BA98-E8C4-0D02A9A0F5AA}"/>
                  </a:ext>
                </a:extLst>
              </p:cNvPr>
              <p:cNvSpPr/>
              <p:nvPr/>
            </p:nvSpPr>
            <p:spPr>
              <a:xfrm>
                <a:off x="9067770" y="2974719"/>
                <a:ext cx="66408" cy="66310"/>
              </a:xfrm>
              <a:custGeom>
                <a:avLst/>
                <a:gdLst>
                  <a:gd name="csX0" fmla="*/ 33204 w 66408"/>
                  <a:gd name="csY0" fmla="*/ 66311 h 66310"/>
                  <a:gd name="csX1" fmla="*/ 0 w 66408"/>
                  <a:gd name="csY1" fmla="*/ 0 h 66310"/>
                  <a:gd name="csX2" fmla="*/ 33204 w 66408"/>
                  <a:gd name="csY2" fmla="*/ 16578 h 66310"/>
                  <a:gd name="csX3" fmla="*/ 66408 w 66408"/>
                  <a:gd name="csY3" fmla="*/ 0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08" h="66310">
                    <a:moveTo>
                      <a:pt x="33204" y="66311"/>
                    </a:moveTo>
                    <a:lnTo>
                      <a:pt x="0" y="0"/>
                    </a:lnTo>
                    <a:lnTo>
                      <a:pt x="33204" y="16578"/>
                    </a:lnTo>
                    <a:lnTo>
                      <a:pt x="664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88" name="Graphic 4">
              <a:extLst>
                <a:ext uri="{FF2B5EF4-FFF2-40B4-BE49-F238E27FC236}">
                  <a16:creationId xmlns:a16="http://schemas.microsoft.com/office/drawing/2014/main" id="{989A7022-0F3D-222B-AC61-803AD5A41A8C}"/>
                </a:ext>
              </a:extLst>
            </p:cNvPr>
            <p:cNvGrpSpPr/>
            <p:nvPr/>
          </p:nvGrpSpPr>
          <p:grpSpPr>
            <a:xfrm>
              <a:off x="9285589" y="3204652"/>
              <a:ext cx="230436" cy="66310"/>
              <a:chOff x="9285589" y="3204652"/>
              <a:chExt cx="230436" cy="66310"/>
            </a:xfrm>
          </p:grpSpPr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98D0156C-EEB2-4766-B4BA-7E87246E2A9C}"/>
                  </a:ext>
                </a:extLst>
              </p:cNvPr>
              <p:cNvSpPr/>
              <p:nvPr/>
            </p:nvSpPr>
            <p:spPr>
              <a:xfrm>
                <a:off x="9335396" y="3237807"/>
                <a:ext cx="180630" cy="8288"/>
              </a:xfrm>
              <a:custGeom>
                <a:avLst/>
                <a:gdLst>
                  <a:gd name="csX0" fmla="*/ 180631 w 180630"/>
                  <a:gd name="csY0" fmla="*/ 0 h 8288"/>
                  <a:gd name="csX1" fmla="*/ 0 w 180630"/>
                  <a:gd name="csY1" fmla="*/ 0 h 82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0630" h="8288">
                    <a:moveTo>
                      <a:pt x="180631" y="0"/>
                    </a:moveTo>
                    <a:lnTo>
                      <a:pt x="0" y="0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023F95B1-8313-0512-0ABF-7BF6C6B10B43}"/>
                  </a:ext>
                </a:extLst>
              </p:cNvPr>
              <p:cNvSpPr/>
              <p:nvPr/>
            </p:nvSpPr>
            <p:spPr>
              <a:xfrm>
                <a:off x="9285589" y="3204652"/>
                <a:ext cx="66408" cy="66310"/>
              </a:xfrm>
              <a:custGeom>
                <a:avLst/>
                <a:gdLst>
                  <a:gd name="csX0" fmla="*/ 0 w 66408"/>
                  <a:gd name="csY0" fmla="*/ 33155 h 66310"/>
                  <a:gd name="csX1" fmla="*/ 66408 w 66408"/>
                  <a:gd name="csY1" fmla="*/ 0 h 66310"/>
                  <a:gd name="csX2" fmla="*/ 49806 w 66408"/>
                  <a:gd name="csY2" fmla="*/ 33155 h 66310"/>
                  <a:gd name="csX3" fmla="*/ 66408 w 66408"/>
                  <a:gd name="csY3" fmla="*/ 66311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08" h="66310">
                    <a:moveTo>
                      <a:pt x="0" y="33155"/>
                    </a:moveTo>
                    <a:lnTo>
                      <a:pt x="66408" y="0"/>
                    </a:lnTo>
                    <a:lnTo>
                      <a:pt x="49806" y="33155"/>
                    </a:lnTo>
                    <a:lnTo>
                      <a:pt x="66408" y="66311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1" name="Graphic 4">
              <a:extLst>
                <a:ext uri="{FF2B5EF4-FFF2-40B4-BE49-F238E27FC236}">
                  <a16:creationId xmlns:a16="http://schemas.microsoft.com/office/drawing/2014/main" id="{B2B46D87-1534-A5FF-B9F5-D777114497E8}"/>
                </a:ext>
              </a:extLst>
            </p:cNvPr>
            <p:cNvGrpSpPr/>
            <p:nvPr/>
          </p:nvGrpSpPr>
          <p:grpSpPr>
            <a:xfrm>
              <a:off x="8353881" y="2844087"/>
              <a:ext cx="249031" cy="248665"/>
              <a:chOff x="8353881" y="2844087"/>
              <a:chExt cx="249031" cy="248665"/>
            </a:xfrm>
            <a:noFill/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33E37FC8-7911-47B5-A491-6D2F38FD7CF0}"/>
                  </a:ext>
                </a:extLst>
              </p:cNvPr>
              <p:cNvSpPr/>
              <p:nvPr/>
            </p:nvSpPr>
            <p:spPr>
              <a:xfrm>
                <a:off x="8353881" y="2844087"/>
                <a:ext cx="249031" cy="248665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CFC0BD9D-F026-E17B-56FB-3FD0F8D298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36891" y="2893820"/>
                <a:ext cx="83010" cy="182354"/>
              </a:xfrm>
              <a:custGeom>
                <a:avLst/>
                <a:gdLst>
                  <a:gd name="csX0" fmla="*/ 0 w 83010"/>
                  <a:gd name="csY0" fmla="*/ 0 h 182354"/>
                  <a:gd name="csX1" fmla="*/ 83010 w 83010"/>
                  <a:gd name="csY1" fmla="*/ 0 h 182354"/>
                  <a:gd name="csX2" fmla="*/ 83010 w 83010"/>
                  <a:gd name="csY2" fmla="*/ 182355 h 182354"/>
                  <a:gd name="csX3" fmla="*/ 0 w 83010"/>
                  <a:gd name="csY3" fmla="*/ 182355 h 182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010" h="182354">
                    <a:moveTo>
                      <a:pt x="0" y="0"/>
                    </a:moveTo>
                    <a:lnTo>
                      <a:pt x="83010" y="0"/>
                    </a:lnTo>
                    <a:lnTo>
                      <a:pt x="83010" y="182355"/>
                    </a:lnTo>
                    <a:lnTo>
                      <a:pt x="0" y="182355"/>
                    </a:lnTo>
                    <a:close/>
                  </a:path>
                </a:pathLst>
              </a:custGeom>
            </p:spPr>
          </p:pic>
        </p:grpSp>
        <p:grpSp>
          <p:nvGrpSpPr>
            <p:cNvPr id="94" name="Graphic 4">
              <a:extLst>
                <a:ext uri="{FF2B5EF4-FFF2-40B4-BE49-F238E27FC236}">
                  <a16:creationId xmlns:a16="http://schemas.microsoft.com/office/drawing/2014/main" id="{92EB867E-04A0-0A16-BEB9-13B4B52FE78B}"/>
                </a:ext>
              </a:extLst>
            </p:cNvPr>
            <p:cNvGrpSpPr/>
            <p:nvPr/>
          </p:nvGrpSpPr>
          <p:grpSpPr>
            <a:xfrm>
              <a:off x="8561407" y="2736332"/>
              <a:ext cx="66408" cy="304697"/>
              <a:chOff x="8561407" y="2736332"/>
              <a:chExt cx="66408" cy="304697"/>
            </a:xfrm>
          </p:grpSpPr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109B0CDD-77CC-B79A-7E92-3527742B3B66}"/>
                  </a:ext>
                </a:extLst>
              </p:cNvPr>
              <p:cNvSpPr/>
              <p:nvPr/>
            </p:nvSpPr>
            <p:spPr>
              <a:xfrm>
                <a:off x="8594611" y="2736332"/>
                <a:ext cx="8301" cy="254964"/>
              </a:xfrm>
              <a:custGeom>
                <a:avLst/>
                <a:gdLst>
                  <a:gd name="csX0" fmla="*/ 0 w 8301"/>
                  <a:gd name="csY0" fmla="*/ 0 h 254964"/>
                  <a:gd name="csX1" fmla="*/ 0 w 8301"/>
                  <a:gd name="csY1" fmla="*/ 254965 h 2549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301" h="254964">
                    <a:moveTo>
                      <a:pt x="0" y="0"/>
                    </a:moveTo>
                    <a:lnTo>
                      <a:pt x="0" y="254965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5042B803-C27F-22F8-20C0-3B0DE29B7F1E}"/>
                  </a:ext>
                </a:extLst>
              </p:cNvPr>
              <p:cNvSpPr/>
              <p:nvPr/>
            </p:nvSpPr>
            <p:spPr>
              <a:xfrm>
                <a:off x="8561407" y="2974719"/>
                <a:ext cx="66408" cy="66310"/>
              </a:xfrm>
              <a:custGeom>
                <a:avLst/>
                <a:gdLst>
                  <a:gd name="csX0" fmla="*/ 33204 w 66408"/>
                  <a:gd name="csY0" fmla="*/ 66311 h 66310"/>
                  <a:gd name="csX1" fmla="*/ 0 w 66408"/>
                  <a:gd name="csY1" fmla="*/ 0 h 66310"/>
                  <a:gd name="csX2" fmla="*/ 33204 w 66408"/>
                  <a:gd name="csY2" fmla="*/ 16578 h 66310"/>
                  <a:gd name="csX3" fmla="*/ 66408 w 66408"/>
                  <a:gd name="csY3" fmla="*/ 0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08" h="66310">
                    <a:moveTo>
                      <a:pt x="33204" y="66311"/>
                    </a:moveTo>
                    <a:lnTo>
                      <a:pt x="0" y="0"/>
                    </a:lnTo>
                    <a:lnTo>
                      <a:pt x="33204" y="16578"/>
                    </a:lnTo>
                    <a:lnTo>
                      <a:pt x="664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97" name="Graphic 4">
              <a:extLst>
                <a:ext uri="{FF2B5EF4-FFF2-40B4-BE49-F238E27FC236}">
                  <a16:creationId xmlns:a16="http://schemas.microsoft.com/office/drawing/2014/main" id="{27F957CB-8A43-418A-38D9-A249E1E20158}"/>
                </a:ext>
              </a:extLst>
            </p:cNvPr>
            <p:cNvGrpSpPr/>
            <p:nvPr/>
          </p:nvGrpSpPr>
          <p:grpSpPr>
            <a:xfrm>
              <a:off x="9076071" y="2844087"/>
              <a:ext cx="249031" cy="248665"/>
              <a:chOff x="9076071" y="2844087"/>
              <a:chExt cx="249031" cy="248665"/>
            </a:xfrm>
            <a:noFill/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EA28E1E0-414E-7F69-A515-02DDE9358D49}"/>
                  </a:ext>
                </a:extLst>
              </p:cNvPr>
              <p:cNvSpPr/>
              <p:nvPr/>
            </p:nvSpPr>
            <p:spPr>
              <a:xfrm>
                <a:off x="9076071" y="2844087"/>
                <a:ext cx="249031" cy="248665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1D8B9B6B-6589-41C2-0C37-C35EDB514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63232" y="2893820"/>
                <a:ext cx="74709" cy="182354"/>
              </a:xfrm>
              <a:custGeom>
                <a:avLst/>
                <a:gdLst>
                  <a:gd name="csX0" fmla="*/ 0 w 74709"/>
                  <a:gd name="csY0" fmla="*/ 0 h 182354"/>
                  <a:gd name="csX1" fmla="*/ 74709 w 74709"/>
                  <a:gd name="csY1" fmla="*/ 0 h 182354"/>
                  <a:gd name="csX2" fmla="*/ 74709 w 74709"/>
                  <a:gd name="csY2" fmla="*/ 182355 h 182354"/>
                  <a:gd name="csX3" fmla="*/ 0 w 74709"/>
                  <a:gd name="csY3" fmla="*/ 182355 h 182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82354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82355"/>
                    </a:lnTo>
                    <a:lnTo>
                      <a:pt x="0" y="182355"/>
                    </a:lnTo>
                    <a:close/>
                  </a:path>
                </a:pathLst>
              </a:custGeom>
            </p:spPr>
          </p:pic>
        </p:grpSp>
        <p:grpSp>
          <p:nvGrpSpPr>
            <p:cNvPr id="100" name="Graphic 4">
              <a:extLst>
                <a:ext uri="{FF2B5EF4-FFF2-40B4-BE49-F238E27FC236}">
                  <a16:creationId xmlns:a16="http://schemas.microsoft.com/office/drawing/2014/main" id="{740E31C1-F385-1D4E-30ED-E9BA34FAD559}"/>
                </a:ext>
              </a:extLst>
            </p:cNvPr>
            <p:cNvGrpSpPr/>
            <p:nvPr/>
          </p:nvGrpSpPr>
          <p:grpSpPr>
            <a:xfrm>
              <a:off x="7930528" y="3125908"/>
              <a:ext cx="332041" cy="343987"/>
              <a:chOff x="7930528" y="3125908"/>
              <a:chExt cx="332041" cy="343987"/>
            </a:xfrm>
            <a:noFill/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D959113D-2CE0-B4FC-9CAF-E706A80DF6BC}"/>
                  </a:ext>
                </a:extLst>
              </p:cNvPr>
              <p:cNvSpPr/>
              <p:nvPr/>
            </p:nvSpPr>
            <p:spPr>
              <a:xfrm>
                <a:off x="7930528" y="3125908"/>
                <a:ext cx="332041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D602BE46-2EB5-8D0F-DDE4-6252589E1A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13538" y="3167352"/>
                <a:ext cx="166020" cy="302542"/>
              </a:xfrm>
              <a:custGeom>
                <a:avLst/>
                <a:gdLst>
                  <a:gd name="csX0" fmla="*/ 0 w 166020"/>
                  <a:gd name="csY0" fmla="*/ 0 h 302542"/>
                  <a:gd name="csX1" fmla="*/ 166021 w 166020"/>
                  <a:gd name="csY1" fmla="*/ 0 h 302542"/>
                  <a:gd name="csX2" fmla="*/ 166021 w 166020"/>
                  <a:gd name="csY2" fmla="*/ 302543 h 302542"/>
                  <a:gd name="csX3" fmla="*/ 0 w 166020"/>
                  <a:gd name="csY3" fmla="*/ 302543 h 302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6020" h="302542">
                    <a:moveTo>
                      <a:pt x="0" y="0"/>
                    </a:moveTo>
                    <a:lnTo>
                      <a:pt x="166021" y="0"/>
                    </a:lnTo>
                    <a:lnTo>
                      <a:pt x="166021" y="302543"/>
                    </a:lnTo>
                    <a:lnTo>
                      <a:pt x="0" y="302543"/>
                    </a:lnTo>
                    <a:close/>
                  </a:path>
                </a:pathLst>
              </a:custGeom>
            </p:spPr>
          </p:pic>
        </p:grpSp>
        <p:grpSp>
          <p:nvGrpSpPr>
            <p:cNvPr id="103" name="Graphic 4">
              <a:extLst>
                <a:ext uri="{FF2B5EF4-FFF2-40B4-BE49-F238E27FC236}">
                  <a16:creationId xmlns:a16="http://schemas.microsoft.com/office/drawing/2014/main" id="{C7CEDF7D-AADE-C356-437F-85904B9165CE}"/>
                </a:ext>
              </a:extLst>
            </p:cNvPr>
            <p:cNvGrpSpPr/>
            <p:nvPr/>
          </p:nvGrpSpPr>
          <p:grpSpPr>
            <a:xfrm>
              <a:off x="9474521" y="3051308"/>
              <a:ext cx="332041" cy="331553"/>
              <a:chOff x="9474521" y="3051308"/>
              <a:chExt cx="332041" cy="331553"/>
            </a:xfrm>
            <a:noFill/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74389129-3EAD-EAEF-0C2A-D59A0AA76021}"/>
                  </a:ext>
                </a:extLst>
              </p:cNvPr>
              <p:cNvSpPr/>
              <p:nvPr/>
            </p:nvSpPr>
            <p:spPr>
              <a:xfrm>
                <a:off x="9474521" y="3051308"/>
                <a:ext cx="332041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D410FA40-B257-4212-960F-10D1C6E9C8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553381" y="3113475"/>
                <a:ext cx="174321" cy="261098"/>
              </a:xfrm>
              <a:custGeom>
                <a:avLst/>
                <a:gdLst>
                  <a:gd name="csX0" fmla="*/ 0 w 174321"/>
                  <a:gd name="csY0" fmla="*/ 0 h 261098"/>
                  <a:gd name="csX1" fmla="*/ 174322 w 174321"/>
                  <a:gd name="csY1" fmla="*/ 0 h 261098"/>
                  <a:gd name="csX2" fmla="*/ 174322 w 174321"/>
                  <a:gd name="csY2" fmla="*/ 261099 h 261098"/>
                  <a:gd name="csX3" fmla="*/ 0 w 174321"/>
                  <a:gd name="csY3" fmla="*/ 261099 h 2610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4321" h="261098">
                    <a:moveTo>
                      <a:pt x="0" y="0"/>
                    </a:moveTo>
                    <a:lnTo>
                      <a:pt x="174322" y="0"/>
                    </a:lnTo>
                    <a:lnTo>
                      <a:pt x="174322" y="261099"/>
                    </a:lnTo>
                    <a:lnTo>
                      <a:pt x="0" y="261099"/>
                    </a:lnTo>
                    <a:close/>
                  </a:path>
                </a:pathLst>
              </a:custGeom>
            </p:spPr>
          </p:pic>
        </p:grpSp>
        <p:grpSp>
          <p:nvGrpSpPr>
            <p:cNvPr id="106" name="Graphic 4">
              <a:extLst>
                <a:ext uri="{FF2B5EF4-FFF2-40B4-BE49-F238E27FC236}">
                  <a16:creationId xmlns:a16="http://schemas.microsoft.com/office/drawing/2014/main" id="{C004CA6C-8410-697C-A753-125FD6CB0FB8}"/>
                </a:ext>
              </a:extLst>
            </p:cNvPr>
            <p:cNvGrpSpPr/>
            <p:nvPr/>
          </p:nvGrpSpPr>
          <p:grpSpPr>
            <a:xfrm>
              <a:off x="8926653" y="2454512"/>
              <a:ext cx="332041" cy="343987"/>
              <a:chOff x="8926653" y="2454512"/>
              <a:chExt cx="332041" cy="343987"/>
            </a:xfrm>
            <a:noFill/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985CC68-30E2-BB60-A63F-DFA8CC15ACBA}"/>
                  </a:ext>
                </a:extLst>
              </p:cNvPr>
              <p:cNvSpPr/>
              <p:nvPr/>
            </p:nvSpPr>
            <p:spPr>
              <a:xfrm>
                <a:off x="8926653" y="2454512"/>
                <a:ext cx="332041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7F968497-5626-59D5-8F29-9FB0C02D7B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09663" y="2495956"/>
                <a:ext cx="166020" cy="302542"/>
              </a:xfrm>
              <a:custGeom>
                <a:avLst/>
                <a:gdLst>
                  <a:gd name="csX0" fmla="*/ 0 w 166020"/>
                  <a:gd name="csY0" fmla="*/ 0 h 302542"/>
                  <a:gd name="csX1" fmla="*/ 166021 w 166020"/>
                  <a:gd name="csY1" fmla="*/ 0 h 302542"/>
                  <a:gd name="csX2" fmla="*/ 166021 w 166020"/>
                  <a:gd name="csY2" fmla="*/ 302543 h 302542"/>
                  <a:gd name="csX3" fmla="*/ 0 w 166020"/>
                  <a:gd name="csY3" fmla="*/ 302543 h 302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6020" h="302542">
                    <a:moveTo>
                      <a:pt x="0" y="0"/>
                    </a:moveTo>
                    <a:lnTo>
                      <a:pt x="166021" y="0"/>
                    </a:lnTo>
                    <a:lnTo>
                      <a:pt x="166021" y="302543"/>
                    </a:lnTo>
                    <a:lnTo>
                      <a:pt x="0" y="302543"/>
                    </a:lnTo>
                    <a:close/>
                  </a:path>
                </a:pathLst>
              </a:custGeom>
            </p:spPr>
          </p:pic>
        </p:grpSp>
        <p:grpSp>
          <p:nvGrpSpPr>
            <p:cNvPr id="121" name="Graphic 4">
              <a:extLst>
                <a:ext uri="{FF2B5EF4-FFF2-40B4-BE49-F238E27FC236}">
                  <a16:creationId xmlns:a16="http://schemas.microsoft.com/office/drawing/2014/main" id="{C9C6CA1E-C129-A1DD-7B37-B636D6EAEA2B}"/>
                </a:ext>
              </a:extLst>
            </p:cNvPr>
            <p:cNvGrpSpPr/>
            <p:nvPr/>
          </p:nvGrpSpPr>
          <p:grpSpPr>
            <a:xfrm>
              <a:off x="8179559" y="4278058"/>
              <a:ext cx="332041" cy="343987"/>
              <a:chOff x="8179559" y="4278058"/>
              <a:chExt cx="332041" cy="343987"/>
            </a:xfrm>
            <a:noFill/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BD27BE3-F811-768A-E6F6-B27C96FBF015}"/>
                  </a:ext>
                </a:extLst>
              </p:cNvPr>
              <p:cNvSpPr/>
              <p:nvPr/>
            </p:nvSpPr>
            <p:spPr>
              <a:xfrm>
                <a:off x="8179559" y="4278058"/>
                <a:ext cx="332041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58693B55-D521-6E0C-7085-8313482E68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62570" y="4319502"/>
                <a:ext cx="166020" cy="302542"/>
              </a:xfrm>
              <a:custGeom>
                <a:avLst/>
                <a:gdLst>
                  <a:gd name="csX0" fmla="*/ 0 w 166020"/>
                  <a:gd name="csY0" fmla="*/ 0 h 302542"/>
                  <a:gd name="csX1" fmla="*/ 166021 w 166020"/>
                  <a:gd name="csY1" fmla="*/ 0 h 302542"/>
                  <a:gd name="csX2" fmla="*/ 166021 w 166020"/>
                  <a:gd name="csY2" fmla="*/ 302543 h 302542"/>
                  <a:gd name="csX3" fmla="*/ 0 w 166020"/>
                  <a:gd name="csY3" fmla="*/ 302543 h 302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6020" h="302542">
                    <a:moveTo>
                      <a:pt x="0" y="0"/>
                    </a:moveTo>
                    <a:lnTo>
                      <a:pt x="166021" y="0"/>
                    </a:lnTo>
                    <a:lnTo>
                      <a:pt x="166021" y="302543"/>
                    </a:lnTo>
                    <a:lnTo>
                      <a:pt x="0" y="302543"/>
                    </a:lnTo>
                    <a:close/>
                  </a:path>
                </a:pathLst>
              </a:custGeom>
            </p:spPr>
          </p:pic>
        </p:grpSp>
        <p:grpSp>
          <p:nvGrpSpPr>
            <p:cNvPr id="176" name="Graphic 4">
              <a:extLst>
                <a:ext uri="{FF2B5EF4-FFF2-40B4-BE49-F238E27FC236}">
                  <a16:creationId xmlns:a16="http://schemas.microsoft.com/office/drawing/2014/main" id="{9F19C327-FD85-2B1B-B9E8-A57E0C9BB97C}"/>
                </a:ext>
              </a:extLst>
            </p:cNvPr>
            <p:cNvGrpSpPr/>
            <p:nvPr/>
          </p:nvGrpSpPr>
          <p:grpSpPr>
            <a:xfrm>
              <a:off x="7930528" y="2396490"/>
              <a:ext cx="830103" cy="331553"/>
              <a:chOff x="7930528" y="2396490"/>
              <a:chExt cx="830103" cy="331553"/>
            </a:xfrm>
            <a:solidFill>
              <a:srgbClr val="DAE8FC"/>
            </a:solidFill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D15CC271-0113-0DE2-F06D-1108CF0F7AFB}"/>
                  </a:ext>
                </a:extLst>
              </p:cNvPr>
              <p:cNvSpPr/>
              <p:nvPr/>
            </p:nvSpPr>
            <p:spPr>
              <a:xfrm>
                <a:off x="7930528" y="2396490"/>
                <a:ext cx="830103" cy="331553"/>
              </a:xfrm>
              <a:prstGeom prst="rect">
                <a:avLst/>
              </a:prstGeom>
              <a:solidFill>
                <a:srgbClr val="DAE8FC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78" name="Picture 177">
                <a:extLst>
                  <a:ext uri="{FF2B5EF4-FFF2-40B4-BE49-F238E27FC236}">
                    <a16:creationId xmlns:a16="http://schemas.microsoft.com/office/drawing/2014/main" id="{2E342F02-3EB8-CD02-FD62-905C5F81F1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38829" y="2466945"/>
                <a:ext cx="813501" cy="223798"/>
              </a:xfrm>
              <a:custGeom>
                <a:avLst/>
                <a:gdLst>
                  <a:gd name="csX0" fmla="*/ 0 w 813501"/>
                  <a:gd name="csY0" fmla="*/ 0 h 223798"/>
                  <a:gd name="csX1" fmla="*/ 813502 w 813501"/>
                  <a:gd name="csY1" fmla="*/ 0 h 223798"/>
                  <a:gd name="csX2" fmla="*/ 813502 w 813501"/>
                  <a:gd name="csY2" fmla="*/ 223799 h 223798"/>
                  <a:gd name="csX3" fmla="*/ 0 w 813501"/>
                  <a:gd name="csY3" fmla="*/ 223799 h 2237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13501" h="223798">
                    <a:moveTo>
                      <a:pt x="0" y="0"/>
                    </a:moveTo>
                    <a:lnTo>
                      <a:pt x="813502" y="0"/>
                    </a:lnTo>
                    <a:lnTo>
                      <a:pt x="813502" y="223799"/>
                    </a:lnTo>
                    <a:lnTo>
                      <a:pt x="0" y="223799"/>
                    </a:lnTo>
                    <a:close/>
                  </a:path>
                </a:pathLst>
              </a:custGeom>
            </p:spPr>
          </p:pic>
        </p:grpSp>
        <p:grpSp>
          <p:nvGrpSpPr>
            <p:cNvPr id="179" name="Graphic 4">
              <a:extLst>
                <a:ext uri="{FF2B5EF4-FFF2-40B4-BE49-F238E27FC236}">
                  <a16:creationId xmlns:a16="http://schemas.microsoft.com/office/drawing/2014/main" id="{AAE45251-81D7-DF52-F1A5-5689225358C2}"/>
                </a:ext>
              </a:extLst>
            </p:cNvPr>
            <p:cNvGrpSpPr/>
            <p:nvPr/>
          </p:nvGrpSpPr>
          <p:grpSpPr>
            <a:xfrm>
              <a:off x="8569708" y="2048358"/>
              <a:ext cx="66408" cy="321275"/>
              <a:chOff x="8569708" y="2048358"/>
              <a:chExt cx="66408" cy="32127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38C479CA-CFED-0E69-A844-A0127DE1D8A3}"/>
                  </a:ext>
                </a:extLst>
              </p:cNvPr>
              <p:cNvSpPr/>
              <p:nvPr/>
            </p:nvSpPr>
            <p:spPr>
              <a:xfrm>
                <a:off x="8602912" y="2048358"/>
                <a:ext cx="8301" cy="271542"/>
              </a:xfrm>
              <a:custGeom>
                <a:avLst/>
                <a:gdLst>
                  <a:gd name="csX0" fmla="*/ 0 w 8301"/>
                  <a:gd name="csY0" fmla="*/ 0 h 271542"/>
                  <a:gd name="csX1" fmla="*/ 0 w 8301"/>
                  <a:gd name="csY1" fmla="*/ 271543 h 271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301" h="271542">
                    <a:moveTo>
                      <a:pt x="0" y="0"/>
                    </a:moveTo>
                    <a:lnTo>
                      <a:pt x="0" y="271543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C3E26940-6A9E-15E6-CE52-F4578C174BF9}"/>
                  </a:ext>
                </a:extLst>
              </p:cNvPr>
              <p:cNvSpPr/>
              <p:nvPr/>
            </p:nvSpPr>
            <p:spPr>
              <a:xfrm>
                <a:off x="8569708" y="2303323"/>
                <a:ext cx="66408" cy="66310"/>
              </a:xfrm>
              <a:custGeom>
                <a:avLst/>
                <a:gdLst>
                  <a:gd name="csX0" fmla="*/ 33204 w 66408"/>
                  <a:gd name="csY0" fmla="*/ 66311 h 66310"/>
                  <a:gd name="csX1" fmla="*/ 0 w 66408"/>
                  <a:gd name="csY1" fmla="*/ 0 h 66310"/>
                  <a:gd name="csX2" fmla="*/ 33204 w 66408"/>
                  <a:gd name="csY2" fmla="*/ 16578 h 66310"/>
                  <a:gd name="csX3" fmla="*/ 66408 w 66408"/>
                  <a:gd name="csY3" fmla="*/ 0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08" h="66310">
                    <a:moveTo>
                      <a:pt x="33204" y="66311"/>
                    </a:moveTo>
                    <a:lnTo>
                      <a:pt x="0" y="0"/>
                    </a:lnTo>
                    <a:lnTo>
                      <a:pt x="33204" y="16578"/>
                    </a:lnTo>
                    <a:lnTo>
                      <a:pt x="664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2" name="Graphic 4">
              <a:extLst>
                <a:ext uri="{FF2B5EF4-FFF2-40B4-BE49-F238E27FC236}">
                  <a16:creationId xmlns:a16="http://schemas.microsoft.com/office/drawing/2014/main" id="{A4E52683-789B-931C-D05B-0468E9DC07A9}"/>
                </a:ext>
              </a:extLst>
            </p:cNvPr>
            <p:cNvGrpSpPr/>
            <p:nvPr/>
          </p:nvGrpSpPr>
          <p:grpSpPr>
            <a:xfrm>
              <a:off x="7656594" y="2527205"/>
              <a:ext cx="255339" cy="66310"/>
              <a:chOff x="7656594" y="2527205"/>
              <a:chExt cx="255339" cy="66310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C70F5AA8-CC6E-6C9B-5293-0EAFBCEC66E0}"/>
                  </a:ext>
                </a:extLst>
              </p:cNvPr>
              <p:cNvSpPr/>
              <p:nvPr/>
            </p:nvSpPr>
            <p:spPr>
              <a:xfrm>
                <a:off x="7656594" y="2560194"/>
                <a:ext cx="205533" cy="2072"/>
              </a:xfrm>
              <a:custGeom>
                <a:avLst/>
                <a:gdLst>
                  <a:gd name="csX0" fmla="*/ 0 w 205533"/>
                  <a:gd name="csY0" fmla="*/ 2072 h 2072"/>
                  <a:gd name="csX1" fmla="*/ 205534 w 205533"/>
                  <a:gd name="csY1" fmla="*/ 0 h 20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5533" h="2072">
                    <a:moveTo>
                      <a:pt x="0" y="2072"/>
                    </a:moveTo>
                    <a:lnTo>
                      <a:pt x="205534" y="0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4B4406C6-A7D7-7DD7-B302-66E698771B93}"/>
                  </a:ext>
                </a:extLst>
              </p:cNvPr>
              <p:cNvSpPr/>
              <p:nvPr/>
            </p:nvSpPr>
            <p:spPr>
              <a:xfrm>
                <a:off x="7845193" y="2527205"/>
                <a:ext cx="66740" cy="66310"/>
              </a:xfrm>
              <a:custGeom>
                <a:avLst/>
                <a:gdLst>
                  <a:gd name="csX0" fmla="*/ 66741 w 66740"/>
                  <a:gd name="csY0" fmla="*/ 32492 h 66310"/>
                  <a:gd name="csX1" fmla="*/ 664 w 66740"/>
                  <a:gd name="csY1" fmla="*/ 66311 h 66310"/>
                  <a:gd name="csX2" fmla="*/ 16934 w 66740"/>
                  <a:gd name="csY2" fmla="*/ 32990 h 66310"/>
                  <a:gd name="csX3" fmla="*/ 0 w 66740"/>
                  <a:gd name="csY3" fmla="*/ 0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740" h="66310">
                    <a:moveTo>
                      <a:pt x="66741" y="32492"/>
                    </a:moveTo>
                    <a:lnTo>
                      <a:pt x="664" y="66311"/>
                    </a:lnTo>
                    <a:lnTo>
                      <a:pt x="16934" y="329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85" name="Graphic 4">
              <a:extLst>
                <a:ext uri="{FF2B5EF4-FFF2-40B4-BE49-F238E27FC236}">
                  <a16:creationId xmlns:a16="http://schemas.microsoft.com/office/drawing/2014/main" id="{FECD66B4-A1F5-9284-336B-F91C3167A590}"/>
                </a:ext>
              </a:extLst>
            </p:cNvPr>
            <p:cNvGrpSpPr/>
            <p:nvPr/>
          </p:nvGrpSpPr>
          <p:grpSpPr>
            <a:xfrm>
              <a:off x="7855819" y="2172691"/>
              <a:ext cx="249031" cy="248665"/>
              <a:chOff x="7855819" y="2172691"/>
              <a:chExt cx="249031" cy="248665"/>
            </a:xfrm>
            <a:noFill/>
          </p:grpSpPr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C3EABB4B-6D18-A42A-377A-1F843EA91F15}"/>
                  </a:ext>
                </a:extLst>
              </p:cNvPr>
              <p:cNvSpPr/>
              <p:nvPr/>
            </p:nvSpPr>
            <p:spPr>
              <a:xfrm>
                <a:off x="7855819" y="2172691"/>
                <a:ext cx="249031" cy="248665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87" name="Picture 186">
                <a:extLst>
                  <a:ext uri="{FF2B5EF4-FFF2-40B4-BE49-F238E27FC236}">
                    <a16:creationId xmlns:a16="http://schemas.microsoft.com/office/drawing/2014/main" id="{19EB79E6-A553-0DFC-F66D-76764A38D8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938829" y="2222424"/>
                <a:ext cx="83010" cy="182354"/>
              </a:xfrm>
              <a:custGeom>
                <a:avLst/>
                <a:gdLst>
                  <a:gd name="csX0" fmla="*/ 0 w 83010"/>
                  <a:gd name="csY0" fmla="*/ 0 h 182354"/>
                  <a:gd name="csX1" fmla="*/ 83010 w 83010"/>
                  <a:gd name="csY1" fmla="*/ 0 h 182354"/>
                  <a:gd name="csX2" fmla="*/ 83010 w 83010"/>
                  <a:gd name="csY2" fmla="*/ 182355 h 182354"/>
                  <a:gd name="csX3" fmla="*/ 0 w 83010"/>
                  <a:gd name="csY3" fmla="*/ 182355 h 182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010" h="182354">
                    <a:moveTo>
                      <a:pt x="0" y="0"/>
                    </a:moveTo>
                    <a:lnTo>
                      <a:pt x="83010" y="0"/>
                    </a:lnTo>
                    <a:lnTo>
                      <a:pt x="83010" y="182355"/>
                    </a:lnTo>
                    <a:lnTo>
                      <a:pt x="0" y="182355"/>
                    </a:lnTo>
                    <a:close/>
                  </a:path>
                </a:pathLst>
              </a:custGeom>
            </p:spPr>
          </p:pic>
        </p:grpSp>
        <p:grpSp>
          <p:nvGrpSpPr>
            <p:cNvPr id="188" name="Graphic 4">
              <a:extLst>
                <a:ext uri="{FF2B5EF4-FFF2-40B4-BE49-F238E27FC236}">
                  <a16:creationId xmlns:a16="http://schemas.microsoft.com/office/drawing/2014/main" id="{0FBA9FA7-00D7-A056-B19F-FEF443F2619A}"/>
                </a:ext>
              </a:extLst>
            </p:cNvPr>
            <p:cNvGrpSpPr/>
            <p:nvPr/>
          </p:nvGrpSpPr>
          <p:grpSpPr>
            <a:xfrm>
              <a:off x="8063345" y="2064936"/>
              <a:ext cx="66408" cy="304697"/>
              <a:chOff x="8063345" y="2064936"/>
              <a:chExt cx="66408" cy="304697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E91BEE97-1525-B76C-62CF-E1DFFF4CD390}"/>
                  </a:ext>
                </a:extLst>
              </p:cNvPr>
              <p:cNvSpPr/>
              <p:nvPr/>
            </p:nvSpPr>
            <p:spPr>
              <a:xfrm>
                <a:off x="8096549" y="2064936"/>
                <a:ext cx="8301" cy="254964"/>
              </a:xfrm>
              <a:custGeom>
                <a:avLst/>
                <a:gdLst>
                  <a:gd name="csX0" fmla="*/ 0 w 8301"/>
                  <a:gd name="csY0" fmla="*/ 0 h 254964"/>
                  <a:gd name="csX1" fmla="*/ 0 w 8301"/>
                  <a:gd name="csY1" fmla="*/ 254965 h 2549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301" h="254964">
                    <a:moveTo>
                      <a:pt x="0" y="0"/>
                    </a:moveTo>
                    <a:lnTo>
                      <a:pt x="0" y="254965"/>
                    </a:lnTo>
                  </a:path>
                </a:pathLst>
              </a:custGeom>
              <a:noFill/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4E64C8E8-0042-6252-9A79-085DA92E2937}"/>
                  </a:ext>
                </a:extLst>
              </p:cNvPr>
              <p:cNvSpPr/>
              <p:nvPr/>
            </p:nvSpPr>
            <p:spPr>
              <a:xfrm>
                <a:off x="8063345" y="2303323"/>
                <a:ext cx="66408" cy="66310"/>
              </a:xfrm>
              <a:custGeom>
                <a:avLst/>
                <a:gdLst>
                  <a:gd name="csX0" fmla="*/ 33204 w 66408"/>
                  <a:gd name="csY0" fmla="*/ 66311 h 66310"/>
                  <a:gd name="csX1" fmla="*/ 0 w 66408"/>
                  <a:gd name="csY1" fmla="*/ 0 h 66310"/>
                  <a:gd name="csX2" fmla="*/ 33204 w 66408"/>
                  <a:gd name="csY2" fmla="*/ 16578 h 66310"/>
                  <a:gd name="csX3" fmla="*/ 66408 w 66408"/>
                  <a:gd name="csY3" fmla="*/ 0 h 66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408" h="66310">
                    <a:moveTo>
                      <a:pt x="33204" y="66311"/>
                    </a:moveTo>
                    <a:lnTo>
                      <a:pt x="0" y="0"/>
                    </a:lnTo>
                    <a:lnTo>
                      <a:pt x="33204" y="16578"/>
                    </a:lnTo>
                    <a:lnTo>
                      <a:pt x="664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659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91" name="Graphic 4">
              <a:extLst>
                <a:ext uri="{FF2B5EF4-FFF2-40B4-BE49-F238E27FC236}">
                  <a16:creationId xmlns:a16="http://schemas.microsoft.com/office/drawing/2014/main" id="{9879638A-53CC-4753-E542-0DE269D72B7C}"/>
                </a:ext>
              </a:extLst>
            </p:cNvPr>
            <p:cNvGrpSpPr/>
            <p:nvPr/>
          </p:nvGrpSpPr>
          <p:grpSpPr>
            <a:xfrm>
              <a:off x="8578009" y="2172691"/>
              <a:ext cx="249031" cy="248665"/>
              <a:chOff x="8578009" y="2172691"/>
              <a:chExt cx="249031" cy="248665"/>
            </a:xfrm>
            <a:no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2D7DF7A4-D0D4-84D0-9104-DC6D955B3F74}"/>
                  </a:ext>
                </a:extLst>
              </p:cNvPr>
              <p:cNvSpPr/>
              <p:nvPr/>
            </p:nvSpPr>
            <p:spPr>
              <a:xfrm>
                <a:off x="8578009" y="2172691"/>
                <a:ext cx="249031" cy="248665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2FDE479F-91D9-25BC-380A-679D6B44C4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65170" y="2222424"/>
                <a:ext cx="74709" cy="182354"/>
              </a:xfrm>
              <a:custGeom>
                <a:avLst/>
                <a:gdLst>
                  <a:gd name="csX0" fmla="*/ 0 w 74709"/>
                  <a:gd name="csY0" fmla="*/ 0 h 182354"/>
                  <a:gd name="csX1" fmla="*/ 74709 w 74709"/>
                  <a:gd name="csY1" fmla="*/ 0 h 182354"/>
                  <a:gd name="csX2" fmla="*/ 74709 w 74709"/>
                  <a:gd name="csY2" fmla="*/ 182355 h 182354"/>
                  <a:gd name="csX3" fmla="*/ 0 w 74709"/>
                  <a:gd name="csY3" fmla="*/ 182355 h 182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709" h="182354">
                    <a:moveTo>
                      <a:pt x="0" y="0"/>
                    </a:moveTo>
                    <a:lnTo>
                      <a:pt x="74709" y="0"/>
                    </a:lnTo>
                    <a:lnTo>
                      <a:pt x="74709" y="182355"/>
                    </a:lnTo>
                    <a:lnTo>
                      <a:pt x="0" y="182355"/>
                    </a:lnTo>
                    <a:close/>
                  </a:path>
                </a:pathLst>
              </a:custGeom>
            </p:spPr>
          </p:pic>
        </p:grpSp>
        <p:grpSp>
          <p:nvGrpSpPr>
            <p:cNvPr id="194" name="Graphic 4">
              <a:extLst>
                <a:ext uri="{FF2B5EF4-FFF2-40B4-BE49-F238E27FC236}">
                  <a16:creationId xmlns:a16="http://schemas.microsoft.com/office/drawing/2014/main" id="{BDD2167D-8E8B-37BA-02E7-97F850B95F42}"/>
                </a:ext>
              </a:extLst>
            </p:cNvPr>
            <p:cNvGrpSpPr/>
            <p:nvPr/>
          </p:nvGrpSpPr>
          <p:grpSpPr>
            <a:xfrm>
              <a:off x="7357757" y="2396490"/>
              <a:ext cx="332041" cy="331553"/>
              <a:chOff x="7357757" y="2396490"/>
              <a:chExt cx="332041" cy="331553"/>
            </a:xfrm>
            <a:noFill/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9CA2C106-EC8D-49B3-9159-EC491F48A268}"/>
                  </a:ext>
                </a:extLst>
              </p:cNvPr>
              <p:cNvSpPr/>
              <p:nvPr/>
            </p:nvSpPr>
            <p:spPr>
              <a:xfrm>
                <a:off x="7357757" y="2396490"/>
                <a:ext cx="332041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A48D3FA8-43A8-9A07-FF93-F5A727C73A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36616" y="2458656"/>
                <a:ext cx="174321" cy="261098"/>
              </a:xfrm>
              <a:custGeom>
                <a:avLst/>
                <a:gdLst>
                  <a:gd name="csX0" fmla="*/ 0 w 174321"/>
                  <a:gd name="csY0" fmla="*/ 0 h 261098"/>
                  <a:gd name="csX1" fmla="*/ 174322 w 174321"/>
                  <a:gd name="csY1" fmla="*/ 0 h 261098"/>
                  <a:gd name="csX2" fmla="*/ 174322 w 174321"/>
                  <a:gd name="csY2" fmla="*/ 261099 h 261098"/>
                  <a:gd name="csX3" fmla="*/ 0 w 174321"/>
                  <a:gd name="csY3" fmla="*/ 261099 h 2610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4321" h="261098">
                    <a:moveTo>
                      <a:pt x="0" y="0"/>
                    </a:moveTo>
                    <a:lnTo>
                      <a:pt x="174322" y="0"/>
                    </a:lnTo>
                    <a:lnTo>
                      <a:pt x="174322" y="261099"/>
                    </a:lnTo>
                    <a:lnTo>
                      <a:pt x="0" y="261099"/>
                    </a:lnTo>
                    <a:close/>
                  </a:path>
                </a:pathLst>
              </a:custGeom>
            </p:spPr>
          </p:pic>
        </p:grpSp>
        <p:grpSp>
          <p:nvGrpSpPr>
            <p:cNvPr id="197" name="Graphic 4">
              <a:extLst>
                <a:ext uri="{FF2B5EF4-FFF2-40B4-BE49-F238E27FC236}">
                  <a16:creationId xmlns:a16="http://schemas.microsoft.com/office/drawing/2014/main" id="{570F14C9-2C5D-E624-A6C8-220C3FF27D27}"/>
                </a:ext>
              </a:extLst>
            </p:cNvPr>
            <p:cNvGrpSpPr/>
            <p:nvPr/>
          </p:nvGrpSpPr>
          <p:grpSpPr>
            <a:xfrm>
              <a:off x="7930528" y="1791404"/>
              <a:ext cx="332041" cy="343987"/>
              <a:chOff x="7930528" y="1791404"/>
              <a:chExt cx="332041" cy="343987"/>
            </a:xfrm>
            <a:noFill/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B66ACB3D-B74F-84A8-57DA-984A425CB57A}"/>
                  </a:ext>
                </a:extLst>
              </p:cNvPr>
              <p:cNvSpPr/>
              <p:nvPr/>
            </p:nvSpPr>
            <p:spPr>
              <a:xfrm>
                <a:off x="7930528" y="1791404"/>
                <a:ext cx="332041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36D45489-10FC-E600-DAF1-F3B60AFB62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13538" y="1832848"/>
                <a:ext cx="166020" cy="302542"/>
              </a:xfrm>
              <a:custGeom>
                <a:avLst/>
                <a:gdLst>
                  <a:gd name="csX0" fmla="*/ 0 w 166020"/>
                  <a:gd name="csY0" fmla="*/ 0 h 302542"/>
                  <a:gd name="csX1" fmla="*/ 166021 w 166020"/>
                  <a:gd name="csY1" fmla="*/ 0 h 302542"/>
                  <a:gd name="csX2" fmla="*/ 166021 w 166020"/>
                  <a:gd name="csY2" fmla="*/ 302543 h 302542"/>
                  <a:gd name="csX3" fmla="*/ 0 w 166020"/>
                  <a:gd name="csY3" fmla="*/ 302543 h 302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6020" h="302542">
                    <a:moveTo>
                      <a:pt x="0" y="0"/>
                    </a:moveTo>
                    <a:lnTo>
                      <a:pt x="166021" y="0"/>
                    </a:lnTo>
                    <a:lnTo>
                      <a:pt x="166021" y="302543"/>
                    </a:lnTo>
                    <a:lnTo>
                      <a:pt x="0" y="302543"/>
                    </a:lnTo>
                    <a:close/>
                  </a:path>
                </a:pathLst>
              </a:custGeom>
            </p:spPr>
          </p:pic>
        </p:grpSp>
        <p:grpSp>
          <p:nvGrpSpPr>
            <p:cNvPr id="200" name="Graphic 4">
              <a:extLst>
                <a:ext uri="{FF2B5EF4-FFF2-40B4-BE49-F238E27FC236}">
                  <a16:creationId xmlns:a16="http://schemas.microsoft.com/office/drawing/2014/main" id="{43873F41-0F9F-C608-A38A-770EF748DF09}"/>
                </a:ext>
              </a:extLst>
            </p:cNvPr>
            <p:cNvGrpSpPr/>
            <p:nvPr/>
          </p:nvGrpSpPr>
          <p:grpSpPr>
            <a:xfrm>
              <a:off x="8428590" y="1783115"/>
              <a:ext cx="332041" cy="343987"/>
              <a:chOff x="8428590" y="1783115"/>
              <a:chExt cx="332041" cy="343987"/>
            </a:xfrm>
            <a:no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F9641E81-08EB-1833-7019-EAD455B4D993}"/>
                  </a:ext>
                </a:extLst>
              </p:cNvPr>
              <p:cNvSpPr/>
              <p:nvPr/>
            </p:nvSpPr>
            <p:spPr>
              <a:xfrm>
                <a:off x="8428590" y="1783115"/>
                <a:ext cx="332041" cy="331553"/>
              </a:xfrm>
              <a:prstGeom prst="rect">
                <a:avLst/>
              </a:prstGeom>
              <a:noFill/>
              <a:ln w="82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N"/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7A516CBC-A39E-8B05-01C5-6BB2C0F1FF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11601" y="1824559"/>
                <a:ext cx="166020" cy="302542"/>
              </a:xfrm>
              <a:custGeom>
                <a:avLst/>
                <a:gdLst>
                  <a:gd name="csX0" fmla="*/ 0 w 166020"/>
                  <a:gd name="csY0" fmla="*/ 0 h 302542"/>
                  <a:gd name="csX1" fmla="*/ 166021 w 166020"/>
                  <a:gd name="csY1" fmla="*/ 0 h 302542"/>
                  <a:gd name="csX2" fmla="*/ 166021 w 166020"/>
                  <a:gd name="csY2" fmla="*/ 302543 h 302542"/>
                  <a:gd name="csX3" fmla="*/ 0 w 166020"/>
                  <a:gd name="csY3" fmla="*/ 302543 h 302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6020" h="302542">
                    <a:moveTo>
                      <a:pt x="0" y="0"/>
                    </a:moveTo>
                    <a:lnTo>
                      <a:pt x="166021" y="0"/>
                    </a:lnTo>
                    <a:lnTo>
                      <a:pt x="166021" y="302543"/>
                    </a:lnTo>
                    <a:lnTo>
                      <a:pt x="0" y="302543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1351844742"/>
      </p:ext>
    </p:extLst>
  </p:cSld>
  <p:clrMapOvr>
    <a:masterClrMapping/>
  </p:clrMapOvr>
  <p:transition>
    <p:wipe dir="r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137F8-7B06-746B-AF5D-3AEBBB8DD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97AE6-C2B0-40CD-A497-68DCF3869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6AEC99-E9BE-0344-19C3-FF6478B4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100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537C4AA6-C63D-C3E0-8C69-40B08B40EC46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Suppression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110B9746-B5A6-E6BA-9CCF-5C6BF9862376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ADD138C-31EC-79B4-2DCD-A3E43BF87A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6150" y="2306066"/>
            <a:ext cx="52197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94155"/>
      </p:ext>
    </p:extLst>
  </p:cSld>
  <p:clrMapOvr>
    <a:masterClrMapping/>
  </p:clrMapOvr>
  <p:transition>
    <p:wipe dir="r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1D7D6-8007-7283-AE90-46DD86BE2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5FBBCC-DAFB-5CB9-FC36-7962FD4A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01.05.26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75D0F3-7B95-7D0F-51ED-6AE1A13D2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101</a:t>
            </a:fld>
            <a:endParaRPr lang="de-CH" noProof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E4EBAD41-D0A2-6242-1FB1-3CC298DD3E00}"/>
              </a:ext>
            </a:extLst>
          </p:cNvPr>
          <p:cNvSpPr/>
          <p:nvPr/>
        </p:nvSpPr>
        <p:spPr>
          <a:xfrm>
            <a:off x="670560" y="86630"/>
            <a:ext cx="1085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</a:t>
            </a:r>
            <a:endParaRPr lang="en-US" sz="26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073F0962-C866-D32B-2819-A0336707DD54}"/>
              </a:ext>
            </a:extLst>
          </p:cNvPr>
          <p:cNvSpPr/>
          <p:nvPr/>
        </p:nvSpPr>
        <p:spPr>
          <a:xfrm>
            <a:off x="670560" y="723824"/>
            <a:ext cx="2194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F452AB-1399-80F0-FE04-37B15E9CE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17160"/>
              </p:ext>
            </p:extLst>
          </p:nvPr>
        </p:nvGraphicFramePr>
        <p:xfrm>
          <a:off x="2175740" y="961502"/>
          <a:ext cx="78405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562">
                  <a:extLst>
                    <a:ext uri="{9D8B030D-6E8A-4147-A177-3AD203B41FA5}">
                      <a16:colId xmlns:a16="http://schemas.microsoft.com/office/drawing/2014/main" val="2845848284"/>
                    </a:ext>
                  </a:extLst>
                </a:gridCol>
                <a:gridCol w="3928498">
                  <a:extLst>
                    <a:ext uri="{9D8B030D-6E8A-4147-A177-3AD203B41FA5}">
                      <a16:colId xmlns:a16="http://schemas.microsoft.com/office/drawing/2014/main" val="3238684898"/>
                    </a:ext>
                  </a:extLst>
                </a:gridCol>
                <a:gridCol w="2091459">
                  <a:extLst>
                    <a:ext uri="{9D8B030D-6E8A-4147-A177-3AD203B41FA5}">
                      <a16:colId xmlns:a16="http://schemas.microsoft.com/office/drawing/2014/main" val="3544803093"/>
                    </a:ext>
                  </a:extLst>
                </a:gridCol>
              </a:tblGrid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Benchmark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Previous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FTD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New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FTD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363079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KMP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(multiple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exits)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284738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Sobel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(non-read-once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GSA)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87752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Bmk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1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(non-read-once)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398758"/>
                  </a:ext>
                </a:extLst>
              </a:tr>
              <a:tr h="348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Bmk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Failed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(cyclic-DG)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Passed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02863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E5561F3-9E3F-4793-A45A-6A5C733C3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9" t="13452" r="12969" b="51016"/>
          <a:stretch>
            <a:fillRect/>
          </a:stretch>
        </p:blipFill>
        <p:spPr>
          <a:xfrm>
            <a:off x="2175740" y="3116589"/>
            <a:ext cx="2660073" cy="30175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BC07B6-5204-A884-3EDA-5B164089576A}"/>
              </a:ext>
            </a:extLst>
          </p:cNvPr>
          <p:cNvSpPr txBox="1"/>
          <p:nvPr/>
        </p:nvSpPr>
        <p:spPr>
          <a:xfrm>
            <a:off x="5464884" y="3506298"/>
            <a:ext cx="2906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BB5;</a:t>
            </a:r>
            <a:endParaRPr lang="en-US" altLang="zh-CN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527383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2" id="{1321EF9B-D0C2-B940-BAF0-923936C95B7C}" vid="{0165591E-D8AE-AE49-AAAE-F458C46D785B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 Zürich</Template>
  <TotalTime>12704</TotalTime>
  <Words>3364</Words>
  <Application>Microsoft Macintosh PowerPoint</Application>
  <PresentationFormat>Widescreen</PresentationFormat>
  <Paragraphs>1566</Paragraphs>
  <Slides>101</Slides>
  <Notes>101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Arial</vt:lpstr>
      <vt:lpstr>Calibri</vt:lpstr>
      <vt:lpstr>Cambria Math</vt:lpstr>
      <vt:lpstr>Georgia</vt:lpstr>
      <vt:lpstr>Symbol</vt:lpstr>
      <vt:lpstr>Times New Roman</vt:lpstr>
      <vt:lpstr>ETH Zürich</vt:lpstr>
      <vt:lpstr>A Systematic Approach to Robust Fast Token Delivery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 Qin</dc:creator>
  <cp:lastModifiedBy>Yuan Qin</cp:lastModifiedBy>
  <cp:revision>105</cp:revision>
  <dcterms:created xsi:type="dcterms:W3CDTF">2025-06-03T01:00:21Z</dcterms:created>
  <dcterms:modified xsi:type="dcterms:W3CDTF">2026-04-30T23:14:34Z</dcterms:modified>
</cp:coreProperties>
</file>