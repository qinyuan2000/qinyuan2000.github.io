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60" r:id="rId2"/>
    <p:sldId id="288" r:id="rId3"/>
    <p:sldId id="337" r:id="rId4"/>
    <p:sldId id="338" r:id="rId5"/>
    <p:sldId id="291" r:id="rId6"/>
    <p:sldId id="292" r:id="rId7"/>
    <p:sldId id="310" r:id="rId8"/>
    <p:sldId id="339" r:id="rId9"/>
    <p:sldId id="294" r:id="rId10"/>
    <p:sldId id="340" r:id="rId11"/>
    <p:sldId id="341" r:id="rId12"/>
    <p:sldId id="342" r:id="rId13"/>
    <p:sldId id="343" r:id="rId14"/>
    <p:sldId id="344" r:id="rId15"/>
    <p:sldId id="311" r:id="rId16"/>
    <p:sldId id="312" r:id="rId17"/>
    <p:sldId id="313" r:id="rId18"/>
    <p:sldId id="307" r:id="rId19"/>
    <p:sldId id="314" r:id="rId20"/>
    <p:sldId id="263" r:id="rId21"/>
    <p:sldId id="264" r:id="rId22"/>
    <p:sldId id="265" r:id="rId23"/>
    <p:sldId id="267" r:id="rId24"/>
    <p:sldId id="266" r:id="rId25"/>
    <p:sldId id="268" r:id="rId26"/>
    <p:sldId id="269" r:id="rId27"/>
    <p:sldId id="270" r:id="rId28"/>
    <p:sldId id="271" r:id="rId29"/>
    <p:sldId id="305" r:id="rId30"/>
    <p:sldId id="275" r:id="rId31"/>
    <p:sldId id="306" r:id="rId32"/>
    <p:sldId id="308" r:id="rId33"/>
    <p:sldId id="278" r:id="rId34"/>
    <p:sldId id="315" r:id="rId35"/>
    <p:sldId id="318" r:id="rId36"/>
    <p:sldId id="319" r:id="rId37"/>
    <p:sldId id="320" r:id="rId38"/>
    <p:sldId id="284" r:id="rId39"/>
    <p:sldId id="322" r:id="rId40"/>
    <p:sldId id="323" r:id="rId41"/>
    <p:sldId id="287" r:id="rId42"/>
    <p:sldId id="295" r:id="rId43"/>
    <p:sldId id="296" r:id="rId44"/>
    <p:sldId id="309" r:id="rId45"/>
    <p:sldId id="297" r:id="rId46"/>
    <p:sldId id="298" r:id="rId47"/>
    <p:sldId id="345" r:id="rId48"/>
    <p:sldId id="301" r:id="rId49"/>
    <p:sldId id="346" r:id="rId50"/>
    <p:sldId id="302" r:id="rId51"/>
    <p:sldId id="347" r:id="rId52"/>
    <p:sldId id="303" r:id="rId53"/>
    <p:sldId id="348" r:id="rId54"/>
    <p:sldId id="334" r:id="rId55"/>
    <p:sldId id="304" r:id="rId56"/>
    <p:sldId id="272" r:id="rId57"/>
    <p:sldId id="274" r:id="rId58"/>
    <p:sldId id="299" r:id="rId59"/>
    <p:sldId id="321" r:id="rId60"/>
    <p:sldId id="324" r:id="rId61"/>
    <p:sldId id="326" r:id="rId62"/>
    <p:sldId id="327" r:id="rId63"/>
    <p:sldId id="329" r:id="rId64"/>
    <p:sldId id="349" r:id="rId65"/>
    <p:sldId id="350" r:id="rId66"/>
    <p:sldId id="351" r:id="rId67"/>
    <p:sldId id="333" r:id="rId6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44"/>
    <p:restoredTop sz="78550"/>
  </p:normalViewPr>
  <p:slideViewPr>
    <p:cSldViewPr snapToGrid="0">
      <p:cViewPr varScale="1">
        <p:scale>
          <a:sx n="89" d="100"/>
          <a:sy n="89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DE9D3-546B-FB45-99D7-55B41798DEA7}" type="datetimeFigureOut">
              <a:rPr lang="en-CN" smtClean="0"/>
              <a:t>2024/7/18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DAA64-8961-5241-B647-3E432AFB1A1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922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2092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1440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1050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459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5436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9221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7685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1115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8713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0374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9491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5301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5634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99861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0027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5905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imagine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valid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sender</a:t>
            </a:r>
            <a:r>
              <a:rPr lang="zh-CN" altLang="en-US" dirty="0"/>
              <a:t> </a:t>
            </a:r>
            <a:r>
              <a:rPr lang="en-US" altLang="zh-CN" dirty="0"/>
              <a:t>side,……….(</a:t>
            </a:r>
            <a:r>
              <a:rPr lang="zh-CN" altLang="en-US" dirty="0"/>
              <a:t>替代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9636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7688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 err="1"/>
              <a:t>fifo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expensive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achieve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best</a:t>
            </a:r>
            <a:r>
              <a:rPr lang="zh-CN" altLang="en-US" dirty="0"/>
              <a:t> </a:t>
            </a:r>
            <a:r>
              <a:rPr lang="en-US" altLang="zh-CN" dirty="0"/>
              <a:t>throughput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0683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标上head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tail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1795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记得提及all</a:t>
            </a:r>
            <a:r>
              <a:rPr lang="zh-CN" altLang="en-US" dirty="0"/>
              <a:t> </a:t>
            </a:r>
            <a:r>
              <a:rPr lang="en-US" altLang="zh-CN" dirty="0"/>
              <a:t>valid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560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6071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29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9476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84471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CN" dirty="0"/>
              <a:t>odel</a:t>
            </a:r>
            <a:r>
              <a:rPr lang="en-US" altLang="zh-CN" dirty="0"/>
              <a:t>--》attribute</a:t>
            </a:r>
            <a:r>
              <a:rPr lang="zh-CN" altLang="en-US" dirty="0"/>
              <a:t> </a:t>
            </a:r>
            <a:r>
              <a:rPr lang="en-US" altLang="zh-CN" dirty="0"/>
              <a:t>glue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7653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提一下标题</a:t>
            </a:r>
            <a:r>
              <a:rPr lang="en-US" altLang="zh-CN" dirty="0"/>
              <a:t>;</a:t>
            </a:r>
            <a:endParaRPr lang="en-CN" dirty="0"/>
          </a:p>
          <a:p>
            <a:r>
              <a:rPr lang="en-US" dirty="0"/>
              <a:t>W</a:t>
            </a:r>
            <a:r>
              <a:rPr lang="en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attributes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specifically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9213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把定义打在上面并留到整个过程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2044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779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12627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331846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3401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在slot上面加bypass</a:t>
            </a:r>
            <a:endParaRPr lang="en-US" dirty="0"/>
          </a:p>
          <a:p>
            <a:r>
              <a:rPr lang="en-US" dirty="0" err="1"/>
              <a:t>把network去掉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39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86531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2351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后面说</a:t>
            </a:r>
            <a:r>
              <a:rPr lang="zh-CN" altLang="en-US" dirty="0"/>
              <a:t>，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dirty="0"/>
              <a:t>Integrate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works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88306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type,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number,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occupancy,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0735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把constraints放进一页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65199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文本的方式去写</a:t>
            </a:r>
            <a:r>
              <a:rPr lang="zh-CN" altLang="en-US" dirty="0"/>
              <a:t>，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maximize</a:t>
            </a:r>
            <a:r>
              <a:rPr lang="zh-CN" altLang="en-US" dirty="0"/>
              <a:t> </a:t>
            </a:r>
            <a:r>
              <a:rPr lang="en-US" altLang="zh-CN" dirty="0"/>
              <a:t>throughput</a:t>
            </a:r>
            <a:r>
              <a:rPr lang="zh-CN" altLang="en-US" dirty="0"/>
              <a:t> </a:t>
            </a:r>
            <a:r>
              <a:rPr lang="en-US" altLang="zh-CN" dirty="0"/>
              <a:t>minimize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48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96287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目标放到slides上</a:t>
            </a:r>
            <a:r>
              <a:rPr lang="zh-CN" altLang="en-US" dirty="0"/>
              <a:t>，下面放结论</a:t>
            </a:r>
            <a:endParaRPr lang="en-US" altLang="zh-CN" dirty="0"/>
          </a:p>
          <a:p>
            <a:r>
              <a:rPr lang="en-US" altLang="zh-CN" dirty="0"/>
              <a:t>Fpga20</a:t>
            </a:r>
            <a:r>
              <a:rPr lang="zh-CN" altLang="en-US" dirty="0"/>
              <a:t>改进了</a:t>
            </a:r>
            <a:r>
              <a:rPr lang="en-US" altLang="zh-CN" dirty="0" err="1"/>
              <a:t>dynamatic</a:t>
            </a:r>
            <a:r>
              <a:rPr lang="zh-CN" altLang="en-US" dirty="0"/>
              <a:t>的</a:t>
            </a:r>
            <a:r>
              <a:rPr lang="en-US" altLang="zh-CN" dirty="0"/>
              <a:t>implementation</a:t>
            </a:r>
            <a:r>
              <a:rPr lang="zh-CN" altLang="en-US" dirty="0"/>
              <a:t>，把不对的东西纠正了，为了对比也放在上面。</a:t>
            </a:r>
            <a:endParaRPr lang="en-US" altLang="zh-CN" dirty="0"/>
          </a:p>
          <a:p>
            <a:r>
              <a:rPr lang="zh-CN" altLang="en-US" dirty="0"/>
              <a:t>单独一页详细说比较的东西。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50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81880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51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39107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52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69269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介绍一下prior是干什么的</a:t>
            </a:r>
            <a:r>
              <a:rPr lang="zh-CN" altLang="en-US" dirty="0"/>
              <a:t>，解出来每个</a:t>
            </a:r>
            <a:r>
              <a:rPr lang="en-US" altLang="zh-CN" dirty="0"/>
              <a:t>channel</a:t>
            </a:r>
            <a:r>
              <a:rPr lang="zh-CN" altLang="en-US" dirty="0"/>
              <a:t>上的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occupancy</a:t>
            </a:r>
            <a:r>
              <a:rPr lang="zh-CN" altLang="en-US" dirty="0"/>
              <a:t>；列出模型</a:t>
            </a:r>
            <a:r>
              <a:rPr lang="en-US" altLang="zh-CN" dirty="0"/>
              <a:t>constraints</a:t>
            </a:r>
            <a:r>
              <a:rPr lang="zh-CN" altLang="en-US" dirty="0"/>
              <a:t>强调只要小改动就能让他工作，包括</a:t>
            </a:r>
            <a:r>
              <a:rPr lang="en-US" altLang="zh-CN" dirty="0"/>
              <a:t>objective</a:t>
            </a:r>
            <a:r>
              <a:rPr lang="zh-CN" altLang="en-US" dirty="0"/>
              <a:t>也放在一起，一页。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29995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介绍一下prior是干什么的</a:t>
            </a:r>
            <a:r>
              <a:rPr lang="zh-CN" altLang="en-US" dirty="0"/>
              <a:t>，解出来每个</a:t>
            </a:r>
            <a:r>
              <a:rPr lang="en-US" altLang="zh-CN" dirty="0"/>
              <a:t>channel</a:t>
            </a:r>
            <a:r>
              <a:rPr lang="zh-CN" altLang="en-US" dirty="0"/>
              <a:t>上的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occupancy</a:t>
            </a:r>
            <a:r>
              <a:rPr lang="zh-CN" altLang="en-US" dirty="0"/>
              <a:t>；列出模型</a:t>
            </a:r>
            <a:r>
              <a:rPr lang="en-US" altLang="zh-CN" dirty="0"/>
              <a:t>constraints</a:t>
            </a:r>
            <a:r>
              <a:rPr lang="zh-CN" altLang="en-US" dirty="0"/>
              <a:t>强调只要小改动就能让他工作，包括</a:t>
            </a:r>
            <a:r>
              <a:rPr lang="en-US" altLang="zh-CN" dirty="0"/>
              <a:t>objective</a:t>
            </a:r>
            <a:r>
              <a:rPr lang="zh-CN" altLang="en-US" dirty="0"/>
              <a:t>也放在一起，一页。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26869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介绍一下prior是干什么的</a:t>
            </a:r>
            <a:r>
              <a:rPr lang="zh-CN" altLang="en-US" dirty="0"/>
              <a:t>，解出来每个</a:t>
            </a:r>
            <a:r>
              <a:rPr lang="en-US" altLang="zh-CN" dirty="0"/>
              <a:t>channel</a:t>
            </a:r>
            <a:r>
              <a:rPr lang="zh-CN" altLang="en-US" dirty="0"/>
              <a:t>上的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occupancy</a:t>
            </a:r>
            <a:r>
              <a:rPr lang="zh-CN" altLang="en-US" dirty="0"/>
              <a:t>；列出模型</a:t>
            </a:r>
            <a:r>
              <a:rPr lang="en-US" altLang="zh-CN" dirty="0"/>
              <a:t>constraints</a:t>
            </a:r>
            <a:r>
              <a:rPr lang="zh-CN" altLang="en-US" dirty="0"/>
              <a:t>强调只要小改动就能让他工作，包括</a:t>
            </a:r>
            <a:r>
              <a:rPr lang="en-US" altLang="zh-CN" dirty="0"/>
              <a:t>objective</a:t>
            </a:r>
            <a:r>
              <a:rPr lang="zh-CN" altLang="en-US" dirty="0"/>
              <a:t>也放在一起，一页。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82271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介绍一下prior是干什么的</a:t>
            </a:r>
            <a:r>
              <a:rPr lang="zh-CN" altLang="en-US" dirty="0"/>
              <a:t>，解出来每个</a:t>
            </a:r>
            <a:r>
              <a:rPr lang="en-US" altLang="zh-CN" dirty="0"/>
              <a:t>channel</a:t>
            </a:r>
            <a:r>
              <a:rPr lang="zh-CN" altLang="en-US" dirty="0"/>
              <a:t>上的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occupancy</a:t>
            </a:r>
            <a:r>
              <a:rPr lang="zh-CN" altLang="en-US" dirty="0"/>
              <a:t>；列出模型</a:t>
            </a:r>
            <a:r>
              <a:rPr lang="en-US" altLang="zh-CN" dirty="0"/>
              <a:t>constraints</a:t>
            </a:r>
            <a:r>
              <a:rPr lang="zh-CN" altLang="en-US" dirty="0"/>
              <a:t>强调只要小改动就能让他工作，包括</a:t>
            </a:r>
            <a:r>
              <a:rPr lang="en-US" altLang="zh-CN" dirty="0"/>
              <a:t>objective</a:t>
            </a:r>
            <a:r>
              <a:rPr lang="zh-CN" altLang="en-US" dirty="0"/>
              <a:t>也放在一起，一页。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2928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把constraints放进一页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52088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把constraints放进一页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6904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把constraints放进一页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DAA64-8961-5241-B647-3E432AFB1A1C}" type="slidenum">
              <a:rPr lang="en-CN" smtClean="0"/>
              <a:t>66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172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5902-B578-5BD1-5448-B37C858CB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10720-76B1-DDE6-455A-0D9656325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8405D-74DF-3A95-EC0A-18497DD5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C4FF-581B-2F41-8252-82584D9DA5C2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D35AF-CB8E-45D8-B234-6CECE92C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A54A-DE8E-BB2F-113B-6FFD7D3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3395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C636-C2B3-150B-6089-4DCB574D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050F-5A27-C74D-8FA4-6572BBB0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9A57-0357-4B38-1FA3-6BDB7B8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4448-F12C-5F4F-9283-31EAC47675B6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BE93E-1863-66B4-B8D7-CEA00543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1367-10E3-9241-545F-72CD7993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2096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5F35-9332-1AA2-0BE9-340F1216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A63AE-91CB-4B41-FBBB-7E382CE96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77281-46B4-A956-35EF-012F3448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6EC8-2000-B649-87AB-209853704F6B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3FC59-875D-054D-EF6E-ED739FF3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D07F0-DCD0-F7A4-D518-F30ECA80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186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00C9-891C-EB9A-96AA-7D795965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3642-10B7-F2D3-E823-118B5D419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E9A89-2C59-47B7-C5AB-404758B9A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08EA-34CB-A35F-3F11-0ABF9810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48C3-C2AD-5446-942C-BC6E6273C890}" type="datetime1">
              <a:rPr lang="en-US" smtClean="0"/>
              <a:t>7/18/24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3E915-6EB1-BE0B-A642-2E8C23EC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0CEB9-A1C3-849D-7192-8CC9A050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277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E1F0-CDFE-0E39-AF14-0F3494CC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5C303-7C0F-29FB-F913-346F45772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72DEB-E1AB-A85E-A49A-AC88B7698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7CE51-60F1-4449-16D5-FD85898A2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162FD-DD32-2A74-6325-611F9C6A2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D2B6-712C-DBFD-098E-642364AE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EF94-4294-7B4B-8B48-E2EE1A4D9BA3}" type="datetime1">
              <a:rPr lang="en-US" smtClean="0"/>
              <a:t>7/18/24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D702E-C920-B18B-0EC1-1541B2A0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AFA0D-F7E6-4E5C-9A85-7A08C6FC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651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16CD-7F32-D664-B69A-3A82A147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FEE3D-300C-D556-F499-C0AD2772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E55D-F374-4B48-BC33-C17C0F090098}" type="datetime1">
              <a:rPr lang="en-US" smtClean="0"/>
              <a:t>7/18/24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61441-763A-8751-6846-048BBECE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495B6-F115-1CF7-4466-E5D27356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227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59433-8023-25B9-B8D2-A2167758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CC4C-A404-C848-84C2-51FA4D98EE1F}" type="datetime1">
              <a:rPr lang="en-US" smtClean="0"/>
              <a:t>7/18/24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5B38B-0E36-2100-8A52-5858F9E6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74B6-24B5-CA92-1559-D7EFEE8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098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8D1E-9F09-98F8-2DCF-454C4502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0D6CA-2A0E-1A59-E8C8-A0C24DA1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CF574-8D17-C5DF-FC94-B68F74D4D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53503-C832-8023-7DCF-278BD5C1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1427-EC3F-994C-B4D4-ED9CFB11A5A8}" type="datetime1">
              <a:rPr lang="en-US" smtClean="0"/>
              <a:t>7/18/24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4FFCF-48B5-CE29-9D95-04DE91A7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5162B-70F8-1938-6E5C-B9CDA6BA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744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0D46-0143-A799-8D0A-8BF8B125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7201C-423C-0849-E3D7-8AE73046F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755E5-F910-B14B-F53F-E3569BF0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2AF2F-8D7B-E6F5-C9F6-0BD39F00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FCD9-6BC3-9E4E-B3D0-1D3697962255}" type="datetime1">
              <a:rPr lang="en-US" smtClean="0"/>
              <a:t>7/18/24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6A61-DBED-A1CB-E49A-80AF856B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2164E-8656-7F59-203F-DA810045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7370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3F7B-74D5-F91F-EA95-D367CDBC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19CE5-79D9-BFBF-AE39-135448C4B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7D73C-F7BE-3BBE-A57A-391337AF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C061-7D00-9147-84B4-FF7C2326869E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17137-25DC-DD18-904D-9E046CB5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CBAA-2767-07B9-4BF8-FE7A9CEE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121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D181-D58E-49A8-CB6D-EAB07EDBC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666A6-D09F-AAC9-0713-936176A87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9A4CF-96CB-7AEE-D2EB-9DDF7861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F3B0-EFA5-874E-89DE-1F5B90B351CB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7E351-AF97-5ABB-8A7D-78C6A478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FDA51-49BE-C5B1-902F-97931770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121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5805" r="46698" b="-1"/>
          <a:stretch/>
        </p:blipFill>
        <p:spPr>
          <a:xfrm>
            <a:off x="727672" y="195943"/>
            <a:ext cx="1961099" cy="584585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FA0343-7112-2877-0489-D9EEFBAF5AB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4000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F15A1-4E03-F83A-3992-3D1A145B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5DC31-4DC4-FF40-B343-622406C16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017D4-D5B9-1F89-8708-B725E59FC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45AB7-F798-D941-B282-F2C7DAEC3F2D}" type="datetime1">
              <a:rPr lang="en-US" smtClean="0"/>
              <a:t>7/18/24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A72A7-AE58-8F64-7227-DD9BE8FA5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F347-65ED-D58A-1EE4-D63A941B1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A6A26-1766-F54F-AADB-31A72CB35CD5}" type="slidenum">
              <a:rPr lang="en-CN" smtClean="0"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7080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90.png"/><Relationship Id="rId7" Type="http://schemas.openxmlformats.org/officeDocument/2006/relationships/image" Target="../media/image2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image" Target="../media/image270.png"/><Relationship Id="rId5" Type="http://schemas.openxmlformats.org/officeDocument/2006/relationships/image" Target="../media/image210.png"/><Relationship Id="rId10" Type="http://schemas.openxmlformats.org/officeDocument/2006/relationships/image" Target="../media/image27.png"/><Relationship Id="rId4" Type="http://schemas.openxmlformats.org/officeDocument/2006/relationships/image" Target="../media/image200.png"/><Relationship Id="rId9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23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38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8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241.png"/><Relationship Id="rId4" Type="http://schemas.openxmlformats.org/officeDocument/2006/relationships/image" Target="../media/image20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platzhalter 14" descr="Ein Bild, das Fahrrad, sitzend, Seite, schwarz enthält.&#10;&#10;Automatisch generierte Beschreibung">
            <a:extLst>
              <a:ext uri="{FF2B5EF4-FFF2-40B4-BE49-F238E27FC236}">
                <a16:creationId xmlns:a16="http://schemas.microsoft.com/office/drawing/2014/main" id="{B2385992-6EF4-4F9E-B491-FC42FC47E29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D5BBB314-EB6D-447A-92F9-C514A974C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233539"/>
            <a:ext cx="12192001" cy="2912892"/>
          </a:xfrm>
          <a:solidFill>
            <a:srgbClr val="00829F"/>
          </a:solidFill>
        </p:spPr>
        <p:txBody>
          <a:bodyPr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Mathematical Formulation of Cost-Aware Buffer Placement for Dataflow Circuit Optimization</a:t>
            </a:r>
            <a:endParaRPr lang="de-C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D8D1DE-5E1B-478C-871F-36D6ACA0F0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5998" y="3885778"/>
            <a:ext cx="4680000" cy="109653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Yuan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Qin</a:t>
            </a: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D273A8-DCE8-F103-F87E-688E6F8D63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2481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15F5A4-8E80-C666-E546-CB2DCA17E9EC}"/>
              </a:ext>
            </a:extLst>
          </p:cNvPr>
          <p:cNvSpPr txBox="1"/>
          <p:nvPr/>
        </p:nvSpPr>
        <p:spPr>
          <a:xfrm>
            <a:off x="8059847" y="1028232"/>
            <a:ext cx="3908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HLS: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endParaRPr lang="en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7FE5EB-4E5C-7EC3-C4D0-D871945983F7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HLS-produced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4396C4-4421-BB86-2B99-A7A9149A00B7}"/>
              </a:ext>
            </a:extLst>
          </p:cNvPr>
          <p:cNvGrpSpPr/>
          <p:nvPr/>
        </p:nvGrpSpPr>
        <p:grpSpPr>
          <a:xfrm>
            <a:off x="760654" y="828177"/>
            <a:ext cx="3876488" cy="5180993"/>
            <a:chOff x="269384" y="853283"/>
            <a:chExt cx="3876488" cy="518099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F4AA52-4C92-B88C-822C-C8C6EE38B1CE}"/>
                </a:ext>
              </a:extLst>
            </p:cNvPr>
            <p:cNvGrpSpPr/>
            <p:nvPr/>
          </p:nvGrpSpPr>
          <p:grpSpPr>
            <a:xfrm>
              <a:off x="1442040" y="1594939"/>
              <a:ext cx="1060417" cy="402044"/>
              <a:chOff x="2177408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4D12CBB-E6A8-0D7C-3CE6-3BD66D776755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34F82D7-24D1-048C-64A7-962EFD7374A7}"/>
                  </a:ext>
                </a:extLst>
              </p:cNvPr>
              <p:cNvSpPr txBox="1"/>
              <p:nvPr/>
            </p:nvSpPr>
            <p:spPr>
              <a:xfrm>
                <a:off x="2177408" y="1979702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7BCB10-91F2-7699-8EA8-94B90E0FB0FE}"/>
                </a:ext>
              </a:extLst>
            </p:cNvPr>
            <p:cNvGrpSpPr/>
            <p:nvPr/>
          </p:nvGrpSpPr>
          <p:grpSpPr>
            <a:xfrm>
              <a:off x="2891122" y="5205256"/>
              <a:ext cx="1060417" cy="402044"/>
              <a:chOff x="2166194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5A6F3B3-1627-C6A7-A704-025DBABA7C4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617F542-09AC-3A23-6DB7-F996AC7128D6}"/>
                  </a:ext>
                </a:extLst>
              </p:cNvPr>
              <p:cNvSpPr txBox="1"/>
              <p:nvPr/>
            </p:nvSpPr>
            <p:spPr>
              <a:xfrm>
                <a:off x="2166194" y="1966273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Branch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546051B-D7A4-BD99-48E4-F4F0CF4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0" cy="8074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D7AA830-C380-B519-4DD1-EC3BD4A7935E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0" cy="253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030D11E-5E22-F7DB-CFEC-249DA0CA0B62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197667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14F8112-4AA1-1488-843B-59E9AAA7831A}"/>
                </a:ext>
              </a:extLst>
            </p:cNvPr>
            <p:cNvCxnSpPr>
              <a:cxnSpLocks/>
            </p:cNvCxnSpPr>
            <p:nvPr/>
          </p:nvCxnSpPr>
          <p:spPr>
            <a:xfrm>
              <a:off x="3209286" y="5598584"/>
              <a:ext cx="0" cy="4356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E92DEA-8FB1-9742-ECF2-6BC302D1F349}"/>
                </a:ext>
              </a:extLst>
            </p:cNvPr>
            <p:cNvCxnSpPr>
              <a:cxnSpLocks/>
            </p:cNvCxnSpPr>
            <p:nvPr/>
          </p:nvCxnSpPr>
          <p:spPr>
            <a:xfrm>
              <a:off x="2026235" y="1996983"/>
              <a:ext cx="0" cy="2303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7BDABC-5EE2-0DE5-89AB-DCD750D75102}"/>
                </a:ext>
              </a:extLst>
            </p:cNvPr>
            <p:cNvCxnSpPr>
              <a:cxnSpLocks/>
              <a:stCxn id="60" idx="2"/>
              <a:endCxn id="55" idx="0"/>
            </p:cNvCxnSpPr>
            <p:nvPr/>
          </p:nvCxnSpPr>
          <p:spPr>
            <a:xfrm>
              <a:off x="2026235" y="2612701"/>
              <a:ext cx="3754" cy="4331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9F174F-DA98-A256-CE11-A5A3EDE0C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5872" y="1340960"/>
              <a:ext cx="0" cy="44840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3A4F5A-312F-F73D-A9FA-1F4558EFB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401" y="5598584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C6C360-69C8-DB8C-2712-804D9D3321DB}"/>
                </a:ext>
              </a:extLst>
            </p:cNvPr>
            <p:cNvCxnSpPr>
              <a:cxnSpLocks/>
            </p:cNvCxnSpPr>
            <p:nvPr/>
          </p:nvCxnSpPr>
          <p:spPr>
            <a:xfrm>
              <a:off x="3645401" y="5825011"/>
              <a:ext cx="5004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82FD1F0-F379-F506-7CDB-27565DB8812D}"/>
                </a:ext>
              </a:extLst>
            </p:cNvPr>
            <p:cNvGrpSpPr/>
            <p:nvPr/>
          </p:nvGrpSpPr>
          <p:grpSpPr>
            <a:xfrm>
              <a:off x="269384" y="3635247"/>
              <a:ext cx="1288051" cy="411370"/>
              <a:chOff x="1525120" y="2849294"/>
              <a:chExt cx="1010262" cy="493781"/>
            </a:xfrm>
          </p:grpSpPr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30C88446-D5C6-61CE-5FB7-19CB6C8CECAF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A98B2B-796A-DFD3-4F0D-B9BA7B5747CE}"/>
                  </a:ext>
                </a:extLst>
              </p:cNvPr>
              <p:cNvSpPr txBox="1"/>
              <p:nvPr/>
            </p:nvSpPr>
            <p:spPr>
              <a:xfrm>
                <a:off x="1562369" y="2849294"/>
                <a:ext cx="932104" cy="480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62F5D1-E61C-9DF7-F1F4-7CFB8694E3C8}"/>
                </a:ext>
              </a:extLst>
            </p:cNvPr>
            <p:cNvGrpSpPr/>
            <p:nvPr/>
          </p:nvGrpSpPr>
          <p:grpSpPr>
            <a:xfrm>
              <a:off x="2950320" y="3046472"/>
              <a:ext cx="478559" cy="478559"/>
              <a:chOff x="2041401" y="3235569"/>
              <a:chExt cx="574430" cy="57443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A5849F9-830E-B3A3-843B-07C73FF61BEC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B62C82A-F167-5C1D-E93A-89304B16C0A8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0D761F5-750C-2ABC-B265-4CF3890DFA54}"/>
                </a:ext>
              </a:extLst>
            </p:cNvPr>
            <p:cNvGrpSpPr/>
            <p:nvPr/>
          </p:nvGrpSpPr>
          <p:grpSpPr>
            <a:xfrm>
              <a:off x="1591412" y="2200282"/>
              <a:ext cx="869646" cy="412419"/>
              <a:chOff x="2195060" y="1943360"/>
              <a:chExt cx="1043864" cy="49504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F7A956E-D2D1-D59A-AD93-B13108E08317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37AA66-B631-0B47-5FA2-7FAC6790A161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A682AF8-966C-8505-49C6-7BB5C75B2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557" y="2612701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716DD3-9562-7450-3205-089CD2A6FF4D}"/>
                </a:ext>
              </a:extLst>
            </p:cNvPr>
            <p:cNvCxnSpPr>
              <a:cxnSpLocks/>
            </p:cNvCxnSpPr>
            <p:nvPr/>
          </p:nvCxnSpPr>
          <p:spPr>
            <a:xfrm>
              <a:off x="2377557" y="2830548"/>
              <a:ext cx="6617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D48D6AE-E8FB-5E46-3AEA-0DC2C5E775B8}"/>
                </a:ext>
              </a:extLst>
            </p:cNvPr>
            <p:cNvCxnSpPr>
              <a:cxnSpLocks/>
            </p:cNvCxnSpPr>
            <p:nvPr/>
          </p:nvCxnSpPr>
          <p:spPr>
            <a:xfrm>
              <a:off x="3039307" y="2830548"/>
              <a:ext cx="0" cy="253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77FAA62-6BEE-91E0-1D3A-CA08358EF091}"/>
                </a:ext>
              </a:extLst>
            </p:cNvPr>
            <p:cNvCxnSpPr>
              <a:cxnSpLocks/>
            </p:cNvCxnSpPr>
            <p:nvPr/>
          </p:nvCxnSpPr>
          <p:spPr>
            <a:xfrm>
              <a:off x="3338900" y="2830548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8677523-4A96-FAD9-3A0E-690971338A4D}"/>
                </a:ext>
              </a:extLst>
            </p:cNvPr>
            <p:cNvSpPr txBox="1"/>
            <p:nvPr/>
          </p:nvSpPr>
          <p:spPr>
            <a:xfrm>
              <a:off x="3208750" y="2437218"/>
              <a:ext cx="260683" cy="333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9F55E5-A605-45F9-B4ED-F89E47C4398E}"/>
                </a:ext>
              </a:extLst>
            </p:cNvPr>
            <p:cNvGrpSpPr/>
            <p:nvPr/>
          </p:nvGrpSpPr>
          <p:grpSpPr>
            <a:xfrm>
              <a:off x="2754776" y="3773524"/>
              <a:ext cx="869646" cy="412419"/>
              <a:chOff x="2195060" y="1943360"/>
              <a:chExt cx="1043864" cy="49504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9BC5DBA-8A42-D4C5-6408-01E5E14B4D3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4517744-66DB-B716-B5F6-69BB84BC815B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F9D3313-3756-E37A-94EC-48B715A72388}"/>
                </a:ext>
              </a:extLst>
            </p:cNvPr>
            <p:cNvCxnSpPr>
              <a:cxnSpLocks/>
            </p:cNvCxnSpPr>
            <p:nvPr/>
          </p:nvCxnSpPr>
          <p:spPr>
            <a:xfrm>
              <a:off x="3191975" y="3525031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80E99C8-6FA0-FC65-E993-FFF7CDD5EEB5}"/>
                </a:ext>
              </a:extLst>
            </p:cNvPr>
            <p:cNvGrpSpPr/>
            <p:nvPr/>
          </p:nvGrpSpPr>
          <p:grpSpPr>
            <a:xfrm>
              <a:off x="2567863" y="4544344"/>
              <a:ext cx="478559" cy="478559"/>
              <a:chOff x="2041401" y="3235569"/>
              <a:chExt cx="574430" cy="57443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6744BCB-35FC-16D9-09D3-F08D819CF772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3A57DD5-5937-5A85-DDB5-C8A692B7A8A4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96758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7EF9CF6-B859-C172-E514-F0556872C544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>
              <a:off x="3421330" y="4194034"/>
              <a:ext cx="1" cy="10199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1453408-B50F-CD08-4F59-258639601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7386" y="4167515"/>
              <a:ext cx="2934" cy="431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0CEA762-5212-D4C7-3558-E32F335F0F00}"/>
                </a:ext>
              </a:extLst>
            </p:cNvPr>
            <p:cNvCxnSpPr>
              <a:cxnSpLocks/>
            </p:cNvCxnSpPr>
            <p:nvPr/>
          </p:nvCxnSpPr>
          <p:spPr>
            <a:xfrm>
              <a:off x="2631570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A4016F6-B735-8448-B030-BA12C65A65F8}"/>
                </a:ext>
              </a:extLst>
            </p:cNvPr>
            <p:cNvSpPr txBox="1"/>
            <p:nvPr/>
          </p:nvSpPr>
          <p:spPr>
            <a:xfrm>
              <a:off x="2210169" y="4069949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44721C-5629-8309-CB8F-9F26ED9604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170" y="5022903"/>
              <a:ext cx="0" cy="3791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C7CC44C-A08E-5F8F-0B24-94EDB7D1F347}"/>
                </a:ext>
              </a:extLst>
            </p:cNvPr>
            <p:cNvCxnSpPr>
              <a:cxnSpLocks/>
            </p:cNvCxnSpPr>
            <p:nvPr/>
          </p:nvCxnSpPr>
          <p:spPr>
            <a:xfrm>
              <a:off x="2780134" y="5402011"/>
              <a:ext cx="1334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87C7326-7DD0-192C-855C-36B40D03359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17" y="1225118"/>
              <a:ext cx="0" cy="3698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EBF332-D766-907E-7A0E-CD88CD2AC9DB}"/>
                </a:ext>
              </a:extLst>
            </p:cNvPr>
            <p:cNvSpPr txBox="1"/>
            <p:nvPr/>
          </p:nvSpPr>
          <p:spPr>
            <a:xfrm>
              <a:off x="1134491" y="853283"/>
              <a:ext cx="11448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Start: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57F39FC-F5AA-1B66-A70D-5BB7F60C5E3F}"/>
                </a:ext>
              </a:extLst>
            </p:cNvPr>
            <p:cNvGrpSpPr/>
            <p:nvPr/>
          </p:nvGrpSpPr>
          <p:grpSpPr>
            <a:xfrm>
              <a:off x="1388299" y="3045879"/>
              <a:ext cx="1288051" cy="411370"/>
              <a:chOff x="1525120" y="2849294"/>
              <a:chExt cx="1010262" cy="493781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3659D897-154B-BA31-D5CF-3B3CD24AB271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A0525A-A7FB-E17A-E284-3D36B3554D4F}"/>
                  </a:ext>
                </a:extLst>
              </p:cNvPr>
              <p:cNvSpPr txBox="1"/>
              <p:nvPr/>
            </p:nvSpPr>
            <p:spPr>
              <a:xfrm>
                <a:off x="1562468" y="2849294"/>
                <a:ext cx="931903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62046A3-FE70-9B62-8287-956D80B7E2DB}"/>
                </a:ext>
              </a:extLst>
            </p:cNvPr>
            <p:cNvGrpSpPr/>
            <p:nvPr/>
          </p:nvGrpSpPr>
          <p:grpSpPr>
            <a:xfrm>
              <a:off x="861251" y="5509790"/>
              <a:ext cx="1288051" cy="411370"/>
              <a:chOff x="1525120" y="2849294"/>
              <a:chExt cx="1010262" cy="493781"/>
            </a:xfrm>
          </p:grpSpPr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DF5E5D2D-5BEA-03A3-4043-8D87613BFE49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F337F3-C0FE-37E1-B681-75E1C6D1ADEC}"/>
                  </a:ext>
                </a:extLst>
              </p:cNvPr>
              <p:cNvSpPr txBox="1"/>
              <p:nvPr/>
            </p:nvSpPr>
            <p:spPr>
              <a:xfrm>
                <a:off x="1557340" y="2849294"/>
                <a:ext cx="942162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E10206C-E9F5-7782-C806-F7193FCF29AB}"/>
                </a:ext>
              </a:extLst>
            </p:cNvPr>
            <p:cNvGrpSpPr/>
            <p:nvPr/>
          </p:nvGrpSpPr>
          <p:grpSpPr>
            <a:xfrm>
              <a:off x="1268766" y="4606321"/>
              <a:ext cx="478559" cy="478559"/>
              <a:chOff x="2041401" y="3235569"/>
              <a:chExt cx="574430" cy="57443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2F60000-92D7-0A96-1524-3E9A1F1F531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B960EC2-7602-EFDE-DADF-1578314AFAD8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EA6B3D-CF98-9EF7-F2FC-0592690E7658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8005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9347894-E5B7-92A7-11CF-CEEA273A4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744" y="2612701"/>
              <a:ext cx="0" cy="216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1AE3B8-80C4-14BE-8140-FEC692BBA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752" y="4046617"/>
              <a:ext cx="0" cy="3364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6FB54B9-863B-EA68-0A5B-512E4B529B16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4383074"/>
              <a:ext cx="4805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CDCBB8B-F251-F504-1EFB-C0259987ABCC}"/>
                </a:ext>
              </a:extLst>
            </p:cNvPr>
            <p:cNvCxnSpPr>
              <a:cxnSpLocks/>
            </p:cNvCxnSpPr>
            <p:nvPr/>
          </p:nvCxnSpPr>
          <p:spPr>
            <a:xfrm>
              <a:off x="1388299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B5D2F85-BE16-0D58-BFC5-21CF56A82F5F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0" cy="262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C439A1E-0C4F-6A4D-5533-4E03F336D204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398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F67C58-8B5D-1A38-CC58-CD2F0AF40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4640" y="3466753"/>
              <a:ext cx="0" cy="916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A8F58BB-C2BD-9640-0D9A-D730BC0AA130}"/>
                </a:ext>
              </a:extLst>
            </p:cNvPr>
            <p:cNvCxnSpPr>
              <a:cxnSpLocks/>
              <a:stCxn id="50" idx="4"/>
              <a:endCxn id="53" idx="0"/>
            </p:cNvCxnSpPr>
            <p:nvPr/>
          </p:nvCxnSpPr>
          <p:spPr>
            <a:xfrm flipH="1">
              <a:off x="1502943" y="5084880"/>
              <a:ext cx="5103" cy="4249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6A5537D2-04C0-79C0-B613-D8B5D66C11B5}"/>
              </a:ext>
            </a:extLst>
          </p:cNvPr>
          <p:cNvSpPr txBox="1"/>
          <p:nvPr/>
        </p:nvSpPr>
        <p:spPr>
          <a:xfrm>
            <a:off x="4959319" y="1067948"/>
            <a:ext cx="24213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&lt;900;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4052CE9-6E76-845A-745C-9F09277A270F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2993727" y="1756401"/>
            <a:ext cx="2432712" cy="75210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03D181-0757-8FA0-EF2B-4DFEC02E7251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2960292" y="2450109"/>
            <a:ext cx="2435924" cy="183556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380A201-52FD-43E6-DD83-83EF1A152B1B}"/>
              </a:ext>
            </a:extLst>
          </p:cNvPr>
          <p:cNvSpPr txBox="1"/>
          <p:nvPr/>
        </p:nvSpPr>
        <p:spPr>
          <a:xfrm>
            <a:off x="7876904" y="3198168"/>
            <a:ext cx="3063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Handshake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168ECFB-4057-A7FE-01F5-5B63D26B62A5}"/>
              </a:ext>
            </a:extLst>
          </p:cNvPr>
          <p:cNvSpPr/>
          <p:nvPr/>
        </p:nvSpPr>
        <p:spPr>
          <a:xfrm>
            <a:off x="5454973" y="2350241"/>
            <a:ext cx="1709927" cy="666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05514A-1FB2-1D4D-B901-9558735FB287}"/>
              </a:ext>
            </a:extLst>
          </p:cNvPr>
          <p:cNvSpPr txBox="1"/>
          <p:nvPr/>
        </p:nvSpPr>
        <p:spPr>
          <a:xfrm>
            <a:off x="5401952" y="2413565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4E3063-8752-C9C0-4D6C-CCED240F0199}"/>
              </a:ext>
            </a:extLst>
          </p:cNvPr>
          <p:cNvSpPr/>
          <p:nvPr/>
        </p:nvSpPr>
        <p:spPr>
          <a:xfrm>
            <a:off x="5449237" y="3960738"/>
            <a:ext cx="1709927" cy="66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EE034F-2BA7-745C-B61D-E491112A7175}"/>
              </a:ext>
            </a:extLst>
          </p:cNvPr>
          <p:cNvSpPr txBox="1"/>
          <p:nvPr/>
        </p:nvSpPr>
        <p:spPr>
          <a:xfrm>
            <a:off x="5396216" y="4024062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50A23E7-AE5A-1332-9B32-6F994E42FD77}"/>
              </a:ext>
            </a:extLst>
          </p:cNvPr>
          <p:cNvCxnSpPr>
            <a:cxnSpLocks/>
          </p:cNvCxnSpPr>
          <p:nvPr/>
        </p:nvCxnSpPr>
        <p:spPr>
          <a:xfrm>
            <a:off x="5731164" y="3016466"/>
            <a:ext cx="0" cy="9442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753287F-5191-5D26-CDAE-0376823C7B98}"/>
              </a:ext>
            </a:extLst>
          </p:cNvPr>
          <p:cNvCxnSpPr>
            <a:cxnSpLocks/>
          </p:cNvCxnSpPr>
          <p:nvPr/>
        </p:nvCxnSpPr>
        <p:spPr>
          <a:xfrm>
            <a:off x="6304200" y="3030099"/>
            <a:ext cx="0" cy="930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75A0A00-E37E-6C7B-CA00-2E7373800AD7}"/>
              </a:ext>
            </a:extLst>
          </p:cNvPr>
          <p:cNvCxnSpPr>
            <a:cxnSpLocks/>
          </p:cNvCxnSpPr>
          <p:nvPr/>
        </p:nvCxnSpPr>
        <p:spPr>
          <a:xfrm flipV="1">
            <a:off x="6937505" y="3016466"/>
            <a:ext cx="0" cy="930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06782DD2-2482-3640-DDEA-F2341464CC60}"/>
              </a:ext>
            </a:extLst>
          </p:cNvPr>
          <p:cNvSpPr txBox="1"/>
          <p:nvPr/>
        </p:nvSpPr>
        <p:spPr>
          <a:xfrm>
            <a:off x="6262961" y="3316564"/>
            <a:ext cx="67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FD67B67-0C15-E77B-624F-6F0353C09673}"/>
              </a:ext>
            </a:extLst>
          </p:cNvPr>
          <p:cNvSpPr txBox="1"/>
          <p:nvPr/>
        </p:nvSpPr>
        <p:spPr>
          <a:xfrm>
            <a:off x="6887493" y="331075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3FCD44-2514-302F-0EE6-95BF18D1EA64}"/>
              </a:ext>
            </a:extLst>
          </p:cNvPr>
          <p:cNvSpPr txBox="1"/>
          <p:nvPr/>
        </p:nvSpPr>
        <p:spPr>
          <a:xfrm>
            <a:off x="5692248" y="331303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D5C2214-0698-E562-DC3C-774C48E41742}"/>
              </a:ext>
            </a:extLst>
          </p:cNvPr>
          <p:cNvGrpSpPr/>
          <p:nvPr/>
        </p:nvGrpSpPr>
        <p:grpSpPr>
          <a:xfrm>
            <a:off x="5725419" y="1971877"/>
            <a:ext cx="1206341" cy="378364"/>
            <a:chOff x="5731164" y="3016466"/>
            <a:chExt cx="1206341" cy="944272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B71222B-10F8-7BD9-2D8E-D1C1E437B673}"/>
                </a:ext>
              </a:extLst>
            </p:cNvPr>
            <p:cNvCxnSpPr>
              <a:cxnSpLocks/>
            </p:cNvCxnSpPr>
            <p:nvPr/>
          </p:nvCxnSpPr>
          <p:spPr>
            <a:xfrm>
              <a:off x="5731164" y="3016466"/>
              <a:ext cx="0" cy="9442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BF7718B-BB38-C3E9-5FC0-F5A106998435}"/>
                </a:ext>
              </a:extLst>
            </p:cNvPr>
            <p:cNvCxnSpPr>
              <a:cxnSpLocks/>
            </p:cNvCxnSpPr>
            <p:nvPr/>
          </p:nvCxnSpPr>
          <p:spPr>
            <a:xfrm>
              <a:off x="6304200" y="3030099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4B89878-AB6C-CE82-79E5-995CF1D95C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7505" y="3016466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98EAFA3-1FCD-45EE-033B-E7D9EE34ADC6}"/>
              </a:ext>
            </a:extLst>
          </p:cNvPr>
          <p:cNvGrpSpPr/>
          <p:nvPr/>
        </p:nvGrpSpPr>
        <p:grpSpPr>
          <a:xfrm>
            <a:off x="5727290" y="4625245"/>
            <a:ext cx="1206341" cy="378364"/>
            <a:chOff x="5731164" y="3016466"/>
            <a:chExt cx="1206341" cy="944272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51EDAAF8-4102-C90C-CA64-9229842D5229}"/>
                </a:ext>
              </a:extLst>
            </p:cNvPr>
            <p:cNvCxnSpPr>
              <a:cxnSpLocks/>
            </p:cNvCxnSpPr>
            <p:nvPr/>
          </p:nvCxnSpPr>
          <p:spPr>
            <a:xfrm>
              <a:off x="5731164" y="3016466"/>
              <a:ext cx="0" cy="9442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88F16926-5971-44E7-1CC8-1108080FF6E1}"/>
                </a:ext>
              </a:extLst>
            </p:cNvPr>
            <p:cNvCxnSpPr>
              <a:cxnSpLocks/>
            </p:cNvCxnSpPr>
            <p:nvPr/>
          </p:nvCxnSpPr>
          <p:spPr>
            <a:xfrm>
              <a:off x="6304200" y="3030099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A9591D51-6573-E6DD-42DC-26476FEFB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7505" y="3016466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6E0F3B0-C951-FD79-4D82-4A0B26DAA117}"/>
              </a:ext>
            </a:extLst>
          </p:cNvPr>
          <p:cNvCxnSpPr>
            <a:cxnSpLocks/>
          </p:cNvCxnSpPr>
          <p:nvPr/>
        </p:nvCxnSpPr>
        <p:spPr>
          <a:xfrm flipV="1">
            <a:off x="6937505" y="3017555"/>
            <a:ext cx="0" cy="93063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30D8854-C8C2-C97F-C02B-281075700886}"/>
              </a:ext>
            </a:extLst>
          </p:cNvPr>
          <p:cNvSpPr txBox="1"/>
          <p:nvPr/>
        </p:nvSpPr>
        <p:spPr>
          <a:xfrm>
            <a:off x="6887493" y="331184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endParaRPr lang="en-C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9A72B7B-0CEB-73BF-7BBC-1FA232619572}"/>
              </a:ext>
            </a:extLst>
          </p:cNvPr>
          <p:cNvSpPr/>
          <p:nvPr/>
        </p:nvSpPr>
        <p:spPr>
          <a:xfrm>
            <a:off x="5637684" y="176426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D2EB42F-8CB6-951C-DD61-787B4BDA2C60}"/>
              </a:ext>
            </a:extLst>
          </p:cNvPr>
          <p:cNvCxnSpPr>
            <a:cxnSpLocks/>
          </p:cNvCxnSpPr>
          <p:nvPr/>
        </p:nvCxnSpPr>
        <p:spPr>
          <a:xfrm>
            <a:off x="6302997" y="3026488"/>
            <a:ext cx="0" cy="93063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AAC75C0-DBB7-7B21-9532-3BFE4D96A2C7}"/>
              </a:ext>
            </a:extLst>
          </p:cNvPr>
          <p:cNvSpPr txBox="1"/>
          <p:nvPr/>
        </p:nvSpPr>
        <p:spPr>
          <a:xfrm>
            <a:off x="6261758" y="3312953"/>
            <a:ext cx="67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en-C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7BC94E2-9EFE-16C8-DE3D-8996437B6A98}"/>
              </a:ext>
            </a:extLst>
          </p:cNvPr>
          <p:cNvCxnSpPr>
            <a:cxnSpLocks/>
          </p:cNvCxnSpPr>
          <p:nvPr/>
        </p:nvCxnSpPr>
        <p:spPr>
          <a:xfrm>
            <a:off x="5731164" y="3013904"/>
            <a:ext cx="0" cy="94427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1ABA470-5A3E-F384-0EC5-2E46A57B9CD5}"/>
              </a:ext>
            </a:extLst>
          </p:cNvPr>
          <p:cNvSpPr txBox="1"/>
          <p:nvPr/>
        </p:nvSpPr>
        <p:spPr>
          <a:xfrm>
            <a:off x="5692248" y="331046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CN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84E3734-0F8E-CC98-D6C1-65269530612C}"/>
              </a:ext>
            </a:extLst>
          </p:cNvPr>
          <p:cNvSpPr/>
          <p:nvPr/>
        </p:nvSpPr>
        <p:spPr>
          <a:xfrm>
            <a:off x="5637553" y="266542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2BC57-17CC-B3D6-15AD-CBE35316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4178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59259E-6 L -1.25E-6 0.13171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25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1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"/>
                            </p:stCondLst>
                            <p:childTnLst>
                              <p:par>
                                <p:cTn id="8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1504 " pathEditMode="relative" ptsTypes="AA">
                                      <p:cBhvr>
                                        <p:cTn id="8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77" grpId="0" animBg="1"/>
      <p:bldP spid="78" grpId="0"/>
      <p:bldP spid="79" grpId="0" animBg="1"/>
      <p:bldP spid="80" grpId="0"/>
      <p:bldP spid="96" grpId="0"/>
      <p:bldP spid="98" grpId="0"/>
      <p:bldP spid="99" grpId="0"/>
      <p:bldP spid="113" grpId="0"/>
      <p:bldP spid="114" grpId="0" animBg="1"/>
      <p:bldP spid="114" grpId="1" animBg="1"/>
      <p:bldP spid="114" grpId="2" animBg="1"/>
      <p:bldP spid="116" grpId="0"/>
      <p:bldP spid="119" grpId="0"/>
      <p:bldP spid="117" grpId="0" animBg="1"/>
      <p:bldP spid="11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F9190FE-891C-B380-525F-3E69DE7D5112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(CFDFCs)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5C0B3E3-5A94-498F-6EF4-83F641BC1260}"/>
              </a:ext>
            </a:extLst>
          </p:cNvPr>
          <p:cNvGrpSpPr/>
          <p:nvPr/>
        </p:nvGrpSpPr>
        <p:grpSpPr>
          <a:xfrm>
            <a:off x="760654" y="828177"/>
            <a:ext cx="3876488" cy="5180993"/>
            <a:chOff x="269384" y="853283"/>
            <a:chExt cx="3876488" cy="518099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A3B904-79C3-6983-1CE4-78A02918194D}"/>
                </a:ext>
              </a:extLst>
            </p:cNvPr>
            <p:cNvGrpSpPr/>
            <p:nvPr/>
          </p:nvGrpSpPr>
          <p:grpSpPr>
            <a:xfrm>
              <a:off x="1442040" y="1594939"/>
              <a:ext cx="1060417" cy="402044"/>
              <a:chOff x="2177408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26199B88-9013-2E73-6508-794A17A9E906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5823E27-927B-B60B-4217-0A2508791C8B}"/>
                  </a:ext>
                </a:extLst>
              </p:cNvPr>
              <p:cNvSpPr txBox="1"/>
              <p:nvPr/>
            </p:nvSpPr>
            <p:spPr>
              <a:xfrm>
                <a:off x="2177408" y="1979702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1219388-B524-90D0-B11B-4A4E4B953FAF}"/>
                </a:ext>
              </a:extLst>
            </p:cNvPr>
            <p:cNvGrpSpPr/>
            <p:nvPr/>
          </p:nvGrpSpPr>
          <p:grpSpPr>
            <a:xfrm>
              <a:off x="2891122" y="5205256"/>
              <a:ext cx="1060417" cy="402044"/>
              <a:chOff x="2166194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2AEBDDA-6C71-9583-9418-BF1CE0D9E59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A6388E34-F31A-2D16-DE99-1E40DE40E933}"/>
                  </a:ext>
                </a:extLst>
              </p:cNvPr>
              <p:cNvSpPr txBox="1"/>
              <p:nvPr/>
            </p:nvSpPr>
            <p:spPr>
              <a:xfrm>
                <a:off x="2166194" y="1966273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Branch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C5341A2B-C1F4-379E-CE21-7D07E5F99D4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0" cy="8074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F45CCF3B-79AA-6A63-5360-FC4417811830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0" cy="253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89E642A-18C9-9FC7-7F65-022A3D4C7122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197667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ACFC0A01-E3A6-83FC-0A58-7D0BB6CB9E44}"/>
                </a:ext>
              </a:extLst>
            </p:cNvPr>
            <p:cNvCxnSpPr>
              <a:cxnSpLocks/>
            </p:cNvCxnSpPr>
            <p:nvPr/>
          </p:nvCxnSpPr>
          <p:spPr>
            <a:xfrm>
              <a:off x="3209286" y="5598584"/>
              <a:ext cx="0" cy="4356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36C84332-9DFD-3812-CACF-8CFD20E97C6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235" y="1996983"/>
              <a:ext cx="0" cy="2303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747E6834-58AE-34FA-E565-0A572DC04B3E}"/>
                </a:ext>
              </a:extLst>
            </p:cNvPr>
            <p:cNvCxnSpPr>
              <a:cxnSpLocks/>
              <a:stCxn id="216" idx="2"/>
              <a:endCxn id="211" idx="0"/>
            </p:cNvCxnSpPr>
            <p:nvPr/>
          </p:nvCxnSpPr>
          <p:spPr>
            <a:xfrm>
              <a:off x="2026235" y="2612701"/>
              <a:ext cx="3754" cy="4331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BEFC324-E374-7B6C-CF7E-7E4913333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5872" y="1340960"/>
              <a:ext cx="0" cy="44840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7ED5FF8-485F-6843-F609-BE8F24A9A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401" y="5598584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C25A725-B128-DF54-9159-CA9861BDA8D6}"/>
                </a:ext>
              </a:extLst>
            </p:cNvPr>
            <p:cNvCxnSpPr>
              <a:cxnSpLocks/>
            </p:cNvCxnSpPr>
            <p:nvPr/>
          </p:nvCxnSpPr>
          <p:spPr>
            <a:xfrm>
              <a:off x="3645401" y="5825011"/>
              <a:ext cx="5004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8FD204F-E066-B377-B561-307EC81D868A}"/>
                </a:ext>
              </a:extLst>
            </p:cNvPr>
            <p:cNvGrpSpPr/>
            <p:nvPr/>
          </p:nvGrpSpPr>
          <p:grpSpPr>
            <a:xfrm>
              <a:off x="269384" y="3635247"/>
              <a:ext cx="1288051" cy="411370"/>
              <a:chOff x="1525120" y="2849294"/>
              <a:chExt cx="1010262" cy="493781"/>
            </a:xfrm>
          </p:grpSpPr>
          <p:sp>
            <p:nvSpPr>
              <p:cNvPr id="220" name="Rounded Rectangle 219">
                <a:extLst>
                  <a:ext uri="{FF2B5EF4-FFF2-40B4-BE49-F238E27FC236}">
                    <a16:creationId xmlns:a16="http://schemas.microsoft.com/office/drawing/2014/main" id="{7904B786-F04D-939C-5CA8-652EF64841D6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D7165931-7030-F3F8-F8FB-78491E4230D0}"/>
                  </a:ext>
                </a:extLst>
              </p:cNvPr>
              <p:cNvSpPr txBox="1"/>
              <p:nvPr/>
            </p:nvSpPr>
            <p:spPr>
              <a:xfrm>
                <a:off x="1562369" y="2849294"/>
                <a:ext cx="932104" cy="480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0490C45-785B-9BA3-5695-ED9FE7CB8B42}"/>
                </a:ext>
              </a:extLst>
            </p:cNvPr>
            <p:cNvGrpSpPr/>
            <p:nvPr/>
          </p:nvGrpSpPr>
          <p:grpSpPr>
            <a:xfrm>
              <a:off x="2950320" y="3046472"/>
              <a:ext cx="478559" cy="478559"/>
              <a:chOff x="2041401" y="3235569"/>
              <a:chExt cx="574430" cy="574430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FD78863B-24BF-D15E-852D-DBE14620F316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7538AFE-1EDD-741C-A382-9D0D35254EEB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64920E7-D28A-659C-28DF-F56FAF21BAB3}"/>
                </a:ext>
              </a:extLst>
            </p:cNvPr>
            <p:cNvGrpSpPr/>
            <p:nvPr/>
          </p:nvGrpSpPr>
          <p:grpSpPr>
            <a:xfrm>
              <a:off x="1591412" y="2200282"/>
              <a:ext cx="869646" cy="412419"/>
              <a:chOff x="2195060" y="1943360"/>
              <a:chExt cx="1043864" cy="495040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CCC9432-9459-C43E-B03A-4F7AD6653802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90B98A4-3346-DA7E-FCE9-9E7152D6B66F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73847FD-2AA2-328A-07E8-BFDF7CF8A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557" y="2612701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C23A794-8308-1D1F-9484-B8E15E1F897A}"/>
                </a:ext>
              </a:extLst>
            </p:cNvPr>
            <p:cNvCxnSpPr>
              <a:cxnSpLocks/>
            </p:cNvCxnSpPr>
            <p:nvPr/>
          </p:nvCxnSpPr>
          <p:spPr>
            <a:xfrm>
              <a:off x="2377557" y="2830548"/>
              <a:ext cx="6617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ED32C18A-27F4-B590-8226-27267F570C2C}"/>
                </a:ext>
              </a:extLst>
            </p:cNvPr>
            <p:cNvCxnSpPr>
              <a:cxnSpLocks/>
            </p:cNvCxnSpPr>
            <p:nvPr/>
          </p:nvCxnSpPr>
          <p:spPr>
            <a:xfrm>
              <a:off x="3039307" y="2830548"/>
              <a:ext cx="0" cy="253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03010ED3-30EB-AE55-9856-C4FFACB7E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38900" y="2830548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B6EE3F9-2C4C-2723-E4F6-A1A87F682B0C}"/>
                </a:ext>
              </a:extLst>
            </p:cNvPr>
            <p:cNvSpPr txBox="1"/>
            <p:nvPr/>
          </p:nvSpPr>
          <p:spPr>
            <a:xfrm>
              <a:off x="3208750" y="2437218"/>
              <a:ext cx="260683" cy="333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B9989D7C-F1AA-FB0B-7934-3C2D74C3FCC6}"/>
                </a:ext>
              </a:extLst>
            </p:cNvPr>
            <p:cNvGrpSpPr/>
            <p:nvPr/>
          </p:nvGrpSpPr>
          <p:grpSpPr>
            <a:xfrm>
              <a:off x="2754776" y="3773524"/>
              <a:ext cx="869646" cy="412419"/>
              <a:chOff x="2195060" y="1943360"/>
              <a:chExt cx="1043864" cy="495040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57ED1B65-EC17-BAAE-C7D6-A71A431BDFF9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9B0CD6F-21F5-5006-FAEE-0DC5A22C8533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BD08F4E1-170E-DB27-1357-09A08E8E8EFA}"/>
                </a:ext>
              </a:extLst>
            </p:cNvPr>
            <p:cNvCxnSpPr>
              <a:cxnSpLocks/>
            </p:cNvCxnSpPr>
            <p:nvPr/>
          </p:nvCxnSpPr>
          <p:spPr>
            <a:xfrm>
              <a:off x="3191975" y="3525031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228BE5A6-77F7-9924-8C9B-A41DCADF7C5A}"/>
                </a:ext>
              </a:extLst>
            </p:cNvPr>
            <p:cNvGrpSpPr/>
            <p:nvPr/>
          </p:nvGrpSpPr>
          <p:grpSpPr>
            <a:xfrm>
              <a:off x="2567863" y="4544344"/>
              <a:ext cx="478559" cy="478559"/>
              <a:chOff x="2041401" y="3235569"/>
              <a:chExt cx="574430" cy="57443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37A9DCE7-F60B-32D2-338A-99458C1648B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C332707-C48C-B7E0-1FDF-687F366273C6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96758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CEC0828A-2952-90FE-254A-A3CE369C43B2}"/>
                </a:ext>
              </a:extLst>
            </p:cNvPr>
            <p:cNvCxnSpPr>
              <a:cxnSpLocks/>
              <a:endCxn id="223" idx="0"/>
            </p:cNvCxnSpPr>
            <p:nvPr/>
          </p:nvCxnSpPr>
          <p:spPr>
            <a:xfrm>
              <a:off x="3421330" y="4194034"/>
              <a:ext cx="1" cy="10199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01C8876F-6B34-9146-FABF-817CFDBB9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7386" y="4167515"/>
              <a:ext cx="2934" cy="431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D62747B8-6B19-0B99-FD08-3274426C5AAA}"/>
                </a:ext>
              </a:extLst>
            </p:cNvPr>
            <p:cNvCxnSpPr>
              <a:cxnSpLocks/>
            </p:cNvCxnSpPr>
            <p:nvPr/>
          </p:nvCxnSpPr>
          <p:spPr>
            <a:xfrm>
              <a:off x="2631570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CAAB2ED-FB7B-EAC9-C23B-7DE9E79DB7A3}"/>
                </a:ext>
              </a:extLst>
            </p:cNvPr>
            <p:cNvSpPr txBox="1"/>
            <p:nvPr/>
          </p:nvSpPr>
          <p:spPr>
            <a:xfrm>
              <a:off x="2210169" y="4069949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3B617D80-2659-F9B4-DD48-345AF2C5F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170" y="5022903"/>
              <a:ext cx="0" cy="3791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BC251DF9-1A34-72D5-41E8-2E0E3A7EBDBF}"/>
                </a:ext>
              </a:extLst>
            </p:cNvPr>
            <p:cNvCxnSpPr>
              <a:cxnSpLocks/>
            </p:cNvCxnSpPr>
            <p:nvPr/>
          </p:nvCxnSpPr>
          <p:spPr>
            <a:xfrm>
              <a:off x="2780134" y="5402011"/>
              <a:ext cx="1334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E154B0C-CD1A-BCD4-389E-1B6805F3CD2B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17" y="1225118"/>
              <a:ext cx="0" cy="3698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3E62B16-465D-88ED-7B95-459644D58614}"/>
                </a:ext>
              </a:extLst>
            </p:cNvPr>
            <p:cNvSpPr txBox="1"/>
            <p:nvPr/>
          </p:nvSpPr>
          <p:spPr>
            <a:xfrm>
              <a:off x="1134491" y="853283"/>
              <a:ext cx="11448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Start: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197BB42A-276B-2D0A-1C77-8EDEB3A06CF9}"/>
                </a:ext>
              </a:extLst>
            </p:cNvPr>
            <p:cNvGrpSpPr/>
            <p:nvPr/>
          </p:nvGrpSpPr>
          <p:grpSpPr>
            <a:xfrm>
              <a:off x="1388299" y="3045879"/>
              <a:ext cx="1288051" cy="411370"/>
              <a:chOff x="1525120" y="2849294"/>
              <a:chExt cx="1010262" cy="493781"/>
            </a:xfrm>
          </p:grpSpPr>
          <p:sp>
            <p:nvSpPr>
              <p:cNvPr id="210" name="Rounded Rectangle 209">
                <a:extLst>
                  <a:ext uri="{FF2B5EF4-FFF2-40B4-BE49-F238E27FC236}">
                    <a16:creationId xmlns:a16="http://schemas.microsoft.com/office/drawing/2014/main" id="{01EA2897-BB5D-80FD-7DF5-415D5DAE5E47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6A06A9BC-5A1D-D643-7609-D53A59746277}"/>
                  </a:ext>
                </a:extLst>
              </p:cNvPr>
              <p:cNvSpPr txBox="1"/>
              <p:nvPr/>
            </p:nvSpPr>
            <p:spPr>
              <a:xfrm>
                <a:off x="1562468" y="2849294"/>
                <a:ext cx="931903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A79F02A-290A-9AC0-159B-0795229787E0}"/>
                </a:ext>
              </a:extLst>
            </p:cNvPr>
            <p:cNvGrpSpPr/>
            <p:nvPr/>
          </p:nvGrpSpPr>
          <p:grpSpPr>
            <a:xfrm>
              <a:off x="861251" y="5509790"/>
              <a:ext cx="1288051" cy="411370"/>
              <a:chOff x="1525120" y="2849294"/>
              <a:chExt cx="1010262" cy="493781"/>
            </a:xfrm>
          </p:grpSpPr>
          <p:sp>
            <p:nvSpPr>
              <p:cNvPr id="208" name="Rounded Rectangle 207">
                <a:extLst>
                  <a:ext uri="{FF2B5EF4-FFF2-40B4-BE49-F238E27FC236}">
                    <a16:creationId xmlns:a16="http://schemas.microsoft.com/office/drawing/2014/main" id="{32946A79-84ED-F8EB-4842-6E172918F80F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AFBBF70-A2EA-3266-90F4-6144B65A6BEA}"/>
                  </a:ext>
                </a:extLst>
              </p:cNvPr>
              <p:cNvSpPr txBox="1"/>
              <p:nvPr/>
            </p:nvSpPr>
            <p:spPr>
              <a:xfrm>
                <a:off x="1557340" y="2849294"/>
                <a:ext cx="942162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4556301-4472-033B-E36E-57585825FE0E}"/>
                </a:ext>
              </a:extLst>
            </p:cNvPr>
            <p:cNvGrpSpPr/>
            <p:nvPr/>
          </p:nvGrpSpPr>
          <p:grpSpPr>
            <a:xfrm>
              <a:off x="1268766" y="4606321"/>
              <a:ext cx="478559" cy="478559"/>
              <a:chOff x="2041401" y="3235569"/>
              <a:chExt cx="574430" cy="57443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04E8251-45A6-6BD4-895E-DD4FF821654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B81C9CD-C29F-A290-B667-6F2384A2F5E2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6862650F-8EFF-BFFD-9CBB-C0AD4E2664F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8005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3DB32D3F-5721-BD6F-95E7-E1514FEB6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744" y="2612701"/>
              <a:ext cx="0" cy="216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CCE9271-D7D8-AF06-8416-92F419FBB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752" y="4046617"/>
              <a:ext cx="0" cy="3364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0F23F1C6-02B5-FAF5-8CCF-A20FFE943132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4383074"/>
              <a:ext cx="4805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B0759121-2638-6607-BE6C-84760257CAB4}"/>
                </a:ext>
              </a:extLst>
            </p:cNvPr>
            <p:cNvCxnSpPr>
              <a:cxnSpLocks/>
            </p:cNvCxnSpPr>
            <p:nvPr/>
          </p:nvCxnSpPr>
          <p:spPr>
            <a:xfrm>
              <a:off x="1388299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B7A87F85-677D-50E7-1409-759E250FCF84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0" cy="262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B16AF12-A7F8-9BB8-DF67-A644E5C0D1E1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398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9B24B12-9565-4BFE-7814-FA83F1145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4640" y="3466753"/>
              <a:ext cx="0" cy="916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B31BE900-9493-7904-963A-0FE106743098}"/>
                </a:ext>
              </a:extLst>
            </p:cNvPr>
            <p:cNvCxnSpPr>
              <a:cxnSpLocks/>
              <a:stCxn id="206" idx="4"/>
              <a:endCxn id="209" idx="0"/>
            </p:cNvCxnSpPr>
            <p:nvPr/>
          </p:nvCxnSpPr>
          <p:spPr>
            <a:xfrm flipH="1">
              <a:off x="1502943" y="5084880"/>
              <a:ext cx="5103" cy="4249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71715-F783-2F02-8F5D-5E42F1B3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</a:t>
            </a:fld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0BA48-1F08-E5D2-7701-1FC653EFD116}"/>
              </a:ext>
            </a:extLst>
          </p:cNvPr>
          <p:cNvSpPr/>
          <p:nvPr/>
        </p:nvSpPr>
        <p:spPr>
          <a:xfrm>
            <a:off x="5673496" y="1706184"/>
            <a:ext cx="1709927" cy="666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06C65-6416-A7E4-0468-882782829FC2}"/>
              </a:ext>
            </a:extLst>
          </p:cNvPr>
          <p:cNvSpPr txBox="1"/>
          <p:nvPr/>
        </p:nvSpPr>
        <p:spPr>
          <a:xfrm>
            <a:off x="5649853" y="1798621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144DC4-17BE-B35E-66BA-4C26068D935D}"/>
              </a:ext>
            </a:extLst>
          </p:cNvPr>
          <p:cNvCxnSpPr>
            <a:cxnSpLocks/>
          </p:cNvCxnSpPr>
          <p:nvPr/>
        </p:nvCxnSpPr>
        <p:spPr>
          <a:xfrm>
            <a:off x="6081033" y="128740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3D00E8-9634-5568-EA2E-97C62AA9198D}"/>
              </a:ext>
            </a:extLst>
          </p:cNvPr>
          <p:cNvCxnSpPr>
            <a:cxnSpLocks/>
          </p:cNvCxnSpPr>
          <p:nvPr/>
        </p:nvCxnSpPr>
        <p:spPr>
          <a:xfrm>
            <a:off x="6970853" y="128740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74FF77-2AB0-B05F-EA29-CF465DA84968}"/>
              </a:ext>
            </a:extLst>
          </p:cNvPr>
          <p:cNvCxnSpPr>
            <a:cxnSpLocks/>
          </p:cNvCxnSpPr>
          <p:nvPr/>
        </p:nvCxnSpPr>
        <p:spPr>
          <a:xfrm>
            <a:off x="6513653" y="2385115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1527595-35E4-4C8F-4EB7-4BA47D83364C}"/>
              </a:ext>
            </a:extLst>
          </p:cNvPr>
          <p:cNvSpPr/>
          <p:nvPr/>
        </p:nvSpPr>
        <p:spPr>
          <a:xfrm>
            <a:off x="5993298" y="107258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26DD5A-23FC-4026-022B-F19E2C2A7D10}"/>
              </a:ext>
            </a:extLst>
          </p:cNvPr>
          <p:cNvSpPr/>
          <p:nvPr/>
        </p:nvSpPr>
        <p:spPr>
          <a:xfrm>
            <a:off x="6423384" y="28651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2237D-E3CD-7A9C-A645-4EE2C837D203}"/>
              </a:ext>
            </a:extLst>
          </p:cNvPr>
          <p:cNvCxnSpPr>
            <a:cxnSpLocks/>
            <a:stCxn id="225" idx="3"/>
            <a:endCxn id="9" idx="1"/>
          </p:cNvCxnSpPr>
          <p:nvPr/>
        </p:nvCxnSpPr>
        <p:spPr>
          <a:xfrm>
            <a:off x="2993727" y="1756401"/>
            <a:ext cx="2656126" cy="303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C8F2375-DE8F-82C5-BBDA-617C15C73D8F}"/>
              </a:ext>
            </a:extLst>
          </p:cNvPr>
          <p:cNvSpPr/>
          <p:nvPr/>
        </p:nvSpPr>
        <p:spPr>
          <a:xfrm>
            <a:off x="5662004" y="4317686"/>
            <a:ext cx="1709927" cy="6662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BB8103-9065-68DB-76A7-77A2CB6A781F}"/>
              </a:ext>
            </a:extLst>
          </p:cNvPr>
          <p:cNvSpPr txBox="1"/>
          <p:nvPr/>
        </p:nvSpPr>
        <p:spPr>
          <a:xfrm>
            <a:off x="5638361" y="4410123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F4CADE-4FF7-8C96-7AC3-9876C86A6B22}"/>
              </a:ext>
            </a:extLst>
          </p:cNvPr>
          <p:cNvCxnSpPr>
            <a:cxnSpLocks/>
          </p:cNvCxnSpPr>
          <p:nvPr/>
        </p:nvCxnSpPr>
        <p:spPr>
          <a:xfrm>
            <a:off x="6493325" y="387434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A3F8AE-3CA8-15A5-AA18-AA1590670CB4}"/>
              </a:ext>
            </a:extLst>
          </p:cNvPr>
          <p:cNvCxnSpPr>
            <a:cxnSpLocks/>
          </p:cNvCxnSpPr>
          <p:nvPr/>
        </p:nvCxnSpPr>
        <p:spPr>
          <a:xfrm>
            <a:off x="6124474" y="4985407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F37960-99BC-E47B-6D13-88E7A70EDB50}"/>
              </a:ext>
            </a:extLst>
          </p:cNvPr>
          <p:cNvCxnSpPr>
            <a:cxnSpLocks/>
          </p:cNvCxnSpPr>
          <p:nvPr/>
        </p:nvCxnSpPr>
        <p:spPr>
          <a:xfrm>
            <a:off x="6912979" y="4994121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B33CD92-2221-C09F-D033-B93C819ED518}"/>
              </a:ext>
            </a:extLst>
          </p:cNvPr>
          <p:cNvSpPr/>
          <p:nvPr/>
        </p:nvSpPr>
        <p:spPr>
          <a:xfrm>
            <a:off x="6405590" y="363088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1FF4C3-F698-CAC5-4501-E8A555DEA9BC}"/>
              </a:ext>
            </a:extLst>
          </p:cNvPr>
          <p:cNvSpPr/>
          <p:nvPr/>
        </p:nvSpPr>
        <p:spPr>
          <a:xfrm>
            <a:off x="6036739" y="550445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EB7BF9-97F7-DC7A-4763-DB6BC1CEFADE}"/>
              </a:ext>
            </a:extLst>
          </p:cNvPr>
          <p:cNvCxnSpPr>
            <a:cxnSpLocks/>
            <a:stCxn id="223" idx="3"/>
            <a:endCxn id="19" idx="1"/>
          </p:cNvCxnSpPr>
          <p:nvPr/>
        </p:nvCxnSpPr>
        <p:spPr>
          <a:xfrm flipV="1">
            <a:off x="4442809" y="4671733"/>
            <a:ext cx="1195552" cy="6837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B34420-5295-01B9-83A3-299193DA4478}"/>
              </a:ext>
            </a:extLst>
          </p:cNvPr>
          <p:cNvSpPr txBox="1"/>
          <p:nvPr/>
        </p:nvSpPr>
        <p:spPr>
          <a:xfrm>
            <a:off x="8169956" y="3058542"/>
            <a:ext cx="3012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5B0403-DFDA-6012-7F1D-0C7D7E36EDB8}"/>
              </a:ext>
            </a:extLst>
          </p:cNvPr>
          <p:cNvCxnSpPr>
            <a:cxnSpLocks/>
          </p:cNvCxnSpPr>
          <p:nvPr/>
        </p:nvCxnSpPr>
        <p:spPr>
          <a:xfrm>
            <a:off x="5339255" y="4604328"/>
            <a:ext cx="3105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7EB0D3DE-9153-C205-1B12-FC3415A4E531}"/>
              </a:ext>
            </a:extLst>
          </p:cNvPr>
          <p:cNvSpPr/>
          <p:nvPr/>
        </p:nvSpPr>
        <p:spPr>
          <a:xfrm>
            <a:off x="5134176" y="45192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784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4" grpId="0" animBg="1"/>
      <p:bldP spid="15" grpId="0" animBg="1"/>
      <p:bldP spid="18" grpId="0" animBg="1"/>
      <p:bldP spid="19" grpId="0"/>
      <p:bldP spid="23" grpId="0" animBg="1"/>
      <p:bldP spid="24" grpId="0" animBg="1"/>
      <p:bldP spid="29" grpId="0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F9190FE-891C-B380-525F-3E69DE7D5112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(CFDFCs)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5C0B3E3-5A94-498F-6EF4-83F641BC1260}"/>
              </a:ext>
            </a:extLst>
          </p:cNvPr>
          <p:cNvGrpSpPr/>
          <p:nvPr/>
        </p:nvGrpSpPr>
        <p:grpSpPr>
          <a:xfrm>
            <a:off x="760654" y="828177"/>
            <a:ext cx="3876488" cy="5180993"/>
            <a:chOff x="269384" y="853283"/>
            <a:chExt cx="3876488" cy="518099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A3B904-79C3-6983-1CE4-78A02918194D}"/>
                </a:ext>
              </a:extLst>
            </p:cNvPr>
            <p:cNvGrpSpPr/>
            <p:nvPr/>
          </p:nvGrpSpPr>
          <p:grpSpPr>
            <a:xfrm>
              <a:off x="1442040" y="1594939"/>
              <a:ext cx="1060417" cy="402044"/>
              <a:chOff x="2177408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26199B88-9013-2E73-6508-794A17A9E906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5823E27-927B-B60B-4217-0A2508791C8B}"/>
                  </a:ext>
                </a:extLst>
              </p:cNvPr>
              <p:cNvSpPr txBox="1"/>
              <p:nvPr/>
            </p:nvSpPr>
            <p:spPr>
              <a:xfrm>
                <a:off x="2177408" y="1979702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1219388-B524-90D0-B11B-4A4E4B953FAF}"/>
                </a:ext>
              </a:extLst>
            </p:cNvPr>
            <p:cNvGrpSpPr/>
            <p:nvPr/>
          </p:nvGrpSpPr>
          <p:grpSpPr>
            <a:xfrm>
              <a:off x="2891122" y="5205256"/>
              <a:ext cx="1060417" cy="402044"/>
              <a:chOff x="2166194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2AEBDDA-6C71-9583-9418-BF1CE0D9E59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A6388E34-F31A-2D16-DE99-1E40DE40E933}"/>
                  </a:ext>
                </a:extLst>
              </p:cNvPr>
              <p:cNvSpPr txBox="1"/>
              <p:nvPr/>
            </p:nvSpPr>
            <p:spPr>
              <a:xfrm>
                <a:off x="2166194" y="1966273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Branch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C5341A2B-C1F4-379E-CE21-7D07E5F99D4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0" cy="8074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F45CCF3B-79AA-6A63-5360-FC4417811830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0" cy="253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89E642A-18C9-9FC7-7F65-022A3D4C7122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197667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ACFC0A01-E3A6-83FC-0A58-7D0BB6CB9E44}"/>
                </a:ext>
              </a:extLst>
            </p:cNvPr>
            <p:cNvCxnSpPr>
              <a:cxnSpLocks/>
            </p:cNvCxnSpPr>
            <p:nvPr/>
          </p:nvCxnSpPr>
          <p:spPr>
            <a:xfrm>
              <a:off x="3209286" y="5598584"/>
              <a:ext cx="0" cy="4356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36C84332-9DFD-3812-CACF-8CFD20E97C6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235" y="1996983"/>
              <a:ext cx="0" cy="2303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747E6834-58AE-34FA-E565-0A572DC04B3E}"/>
                </a:ext>
              </a:extLst>
            </p:cNvPr>
            <p:cNvCxnSpPr>
              <a:cxnSpLocks/>
              <a:stCxn id="216" idx="2"/>
              <a:endCxn id="211" idx="0"/>
            </p:cNvCxnSpPr>
            <p:nvPr/>
          </p:nvCxnSpPr>
          <p:spPr>
            <a:xfrm>
              <a:off x="2026235" y="2612701"/>
              <a:ext cx="3754" cy="4331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BEFC324-E374-7B6C-CF7E-7E4913333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5872" y="1340960"/>
              <a:ext cx="0" cy="44840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7ED5FF8-485F-6843-F609-BE8F24A9A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401" y="5598584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C25A725-B128-DF54-9159-CA9861BDA8D6}"/>
                </a:ext>
              </a:extLst>
            </p:cNvPr>
            <p:cNvCxnSpPr>
              <a:cxnSpLocks/>
            </p:cNvCxnSpPr>
            <p:nvPr/>
          </p:nvCxnSpPr>
          <p:spPr>
            <a:xfrm>
              <a:off x="3645401" y="5825011"/>
              <a:ext cx="5004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8FD204F-E066-B377-B561-307EC81D868A}"/>
                </a:ext>
              </a:extLst>
            </p:cNvPr>
            <p:cNvGrpSpPr/>
            <p:nvPr/>
          </p:nvGrpSpPr>
          <p:grpSpPr>
            <a:xfrm>
              <a:off x="269384" y="3635247"/>
              <a:ext cx="1288051" cy="411370"/>
              <a:chOff x="1525120" y="2849294"/>
              <a:chExt cx="1010262" cy="493781"/>
            </a:xfrm>
          </p:grpSpPr>
          <p:sp>
            <p:nvSpPr>
              <p:cNvPr id="220" name="Rounded Rectangle 219">
                <a:extLst>
                  <a:ext uri="{FF2B5EF4-FFF2-40B4-BE49-F238E27FC236}">
                    <a16:creationId xmlns:a16="http://schemas.microsoft.com/office/drawing/2014/main" id="{7904B786-F04D-939C-5CA8-652EF64841D6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D7165931-7030-F3F8-F8FB-78491E4230D0}"/>
                  </a:ext>
                </a:extLst>
              </p:cNvPr>
              <p:cNvSpPr txBox="1"/>
              <p:nvPr/>
            </p:nvSpPr>
            <p:spPr>
              <a:xfrm>
                <a:off x="1562369" y="2849294"/>
                <a:ext cx="932104" cy="480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0490C45-785B-9BA3-5695-ED9FE7CB8B42}"/>
                </a:ext>
              </a:extLst>
            </p:cNvPr>
            <p:cNvGrpSpPr/>
            <p:nvPr/>
          </p:nvGrpSpPr>
          <p:grpSpPr>
            <a:xfrm>
              <a:off x="2950320" y="3046472"/>
              <a:ext cx="478559" cy="478559"/>
              <a:chOff x="2041401" y="3235569"/>
              <a:chExt cx="574430" cy="574430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FD78863B-24BF-D15E-852D-DBE14620F316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7538AFE-1EDD-741C-A382-9D0D35254EEB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64920E7-D28A-659C-28DF-F56FAF21BAB3}"/>
                </a:ext>
              </a:extLst>
            </p:cNvPr>
            <p:cNvGrpSpPr/>
            <p:nvPr/>
          </p:nvGrpSpPr>
          <p:grpSpPr>
            <a:xfrm>
              <a:off x="1591412" y="2200282"/>
              <a:ext cx="869646" cy="412419"/>
              <a:chOff x="2195060" y="1943360"/>
              <a:chExt cx="1043864" cy="495040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CCC9432-9459-C43E-B03A-4F7AD6653802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90B98A4-3346-DA7E-FCE9-9E7152D6B66F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73847FD-2AA2-328A-07E8-BFDF7CF8A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557" y="2612701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C23A794-8308-1D1F-9484-B8E15E1F897A}"/>
                </a:ext>
              </a:extLst>
            </p:cNvPr>
            <p:cNvCxnSpPr>
              <a:cxnSpLocks/>
            </p:cNvCxnSpPr>
            <p:nvPr/>
          </p:nvCxnSpPr>
          <p:spPr>
            <a:xfrm>
              <a:off x="2377557" y="2830548"/>
              <a:ext cx="6617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ED32C18A-27F4-B590-8226-27267F570C2C}"/>
                </a:ext>
              </a:extLst>
            </p:cNvPr>
            <p:cNvCxnSpPr>
              <a:cxnSpLocks/>
            </p:cNvCxnSpPr>
            <p:nvPr/>
          </p:nvCxnSpPr>
          <p:spPr>
            <a:xfrm>
              <a:off x="3039307" y="2830548"/>
              <a:ext cx="0" cy="253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03010ED3-30EB-AE55-9856-C4FFACB7E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38900" y="2830548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B6EE3F9-2C4C-2723-E4F6-A1A87F682B0C}"/>
                </a:ext>
              </a:extLst>
            </p:cNvPr>
            <p:cNvSpPr txBox="1"/>
            <p:nvPr/>
          </p:nvSpPr>
          <p:spPr>
            <a:xfrm>
              <a:off x="3208750" y="2437218"/>
              <a:ext cx="260683" cy="333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B9989D7C-F1AA-FB0B-7934-3C2D74C3FCC6}"/>
                </a:ext>
              </a:extLst>
            </p:cNvPr>
            <p:cNvGrpSpPr/>
            <p:nvPr/>
          </p:nvGrpSpPr>
          <p:grpSpPr>
            <a:xfrm>
              <a:off x="2754776" y="3773524"/>
              <a:ext cx="869646" cy="412419"/>
              <a:chOff x="2195060" y="1943360"/>
              <a:chExt cx="1043864" cy="495040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57ED1B65-EC17-BAAE-C7D6-A71A431BDFF9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9B0CD6F-21F5-5006-FAEE-0DC5A22C8533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BD08F4E1-170E-DB27-1357-09A08E8E8EFA}"/>
                </a:ext>
              </a:extLst>
            </p:cNvPr>
            <p:cNvCxnSpPr>
              <a:cxnSpLocks/>
            </p:cNvCxnSpPr>
            <p:nvPr/>
          </p:nvCxnSpPr>
          <p:spPr>
            <a:xfrm>
              <a:off x="3191975" y="3525031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228BE5A6-77F7-9924-8C9B-A41DCADF7C5A}"/>
                </a:ext>
              </a:extLst>
            </p:cNvPr>
            <p:cNvGrpSpPr/>
            <p:nvPr/>
          </p:nvGrpSpPr>
          <p:grpSpPr>
            <a:xfrm>
              <a:off x="2567863" y="4544344"/>
              <a:ext cx="478559" cy="478559"/>
              <a:chOff x="2041401" y="3235569"/>
              <a:chExt cx="574430" cy="57443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37A9DCE7-F60B-32D2-338A-99458C1648B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C332707-C48C-B7E0-1FDF-687F366273C6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96758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CEC0828A-2952-90FE-254A-A3CE369C43B2}"/>
                </a:ext>
              </a:extLst>
            </p:cNvPr>
            <p:cNvCxnSpPr>
              <a:cxnSpLocks/>
              <a:endCxn id="223" idx="0"/>
            </p:cNvCxnSpPr>
            <p:nvPr/>
          </p:nvCxnSpPr>
          <p:spPr>
            <a:xfrm>
              <a:off x="3421330" y="4194034"/>
              <a:ext cx="1" cy="10199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01C8876F-6B34-9146-FABF-817CFDBB9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7386" y="4167515"/>
              <a:ext cx="2934" cy="431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D62747B8-6B19-0B99-FD08-3274426C5AAA}"/>
                </a:ext>
              </a:extLst>
            </p:cNvPr>
            <p:cNvCxnSpPr>
              <a:cxnSpLocks/>
            </p:cNvCxnSpPr>
            <p:nvPr/>
          </p:nvCxnSpPr>
          <p:spPr>
            <a:xfrm>
              <a:off x="2631570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CAAB2ED-FB7B-EAC9-C23B-7DE9E79DB7A3}"/>
                </a:ext>
              </a:extLst>
            </p:cNvPr>
            <p:cNvSpPr txBox="1"/>
            <p:nvPr/>
          </p:nvSpPr>
          <p:spPr>
            <a:xfrm>
              <a:off x="2210169" y="4069949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3B617D80-2659-F9B4-DD48-345AF2C5F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170" y="5022903"/>
              <a:ext cx="0" cy="3791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BC251DF9-1A34-72D5-41E8-2E0E3A7EBDBF}"/>
                </a:ext>
              </a:extLst>
            </p:cNvPr>
            <p:cNvCxnSpPr>
              <a:cxnSpLocks/>
            </p:cNvCxnSpPr>
            <p:nvPr/>
          </p:nvCxnSpPr>
          <p:spPr>
            <a:xfrm>
              <a:off x="2780134" y="5402011"/>
              <a:ext cx="1334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E154B0C-CD1A-BCD4-389E-1B6805F3CD2B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17" y="1225118"/>
              <a:ext cx="0" cy="3698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3E62B16-465D-88ED-7B95-459644D58614}"/>
                </a:ext>
              </a:extLst>
            </p:cNvPr>
            <p:cNvSpPr txBox="1"/>
            <p:nvPr/>
          </p:nvSpPr>
          <p:spPr>
            <a:xfrm>
              <a:off x="1134491" y="853283"/>
              <a:ext cx="11448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Start: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197BB42A-276B-2D0A-1C77-8EDEB3A06CF9}"/>
                </a:ext>
              </a:extLst>
            </p:cNvPr>
            <p:cNvGrpSpPr/>
            <p:nvPr/>
          </p:nvGrpSpPr>
          <p:grpSpPr>
            <a:xfrm>
              <a:off x="1388299" y="3045879"/>
              <a:ext cx="1288051" cy="411370"/>
              <a:chOff x="1525120" y="2849294"/>
              <a:chExt cx="1010262" cy="493781"/>
            </a:xfrm>
          </p:grpSpPr>
          <p:sp>
            <p:nvSpPr>
              <p:cNvPr id="210" name="Rounded Rectangle 209">
                <a:extLst>
                  <a:ext uri="{FF2B5EF4-FFF2-40B4-BE49-F238E27FC236}">
                    <a16:creationId xmlns:a16="http://schemas.microsoft.com/office/drawing/2014/main" id="{01EA2897-BB5D-80FD-7DF5-415D5DAE5E47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6A06A9BC-5A1D-D643-7609-D53A59746277}"/>
                  </a:ext>
                </a:extLst>
              </p:cNvPr>
              <p:cNvSpPr txBox="1"/>
              <p:nvPr/>
            </p:nvSpPr>
            <p:spPr>
              <a:xfrm>
                <a:off x="1562468" y="2849294"/>
                <a:ext cx="931903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A79F02A-290A-9AC0-159B-0795229787E0}"/>
                </a:ext>
              </a:extLst>
            </p:cNvPr>
            <p:cNvGrpSpPr/>
            <p:nvPr/>
          </p:nvGrpSpPr>
          <p:grpSpPr>
            <a:xfrm>
              <a:off x="861251" y="5509790"/>
              <a:ext cx="1288051" cy="411370"/>
              <a:chOff x="1525120" y="2849294"/>
              <a:chExt cx="1010262" cy="493781"/>
            </a:xfrm>
          </p:grpSpPr>
          <p:sp>
            <p:nvSpPr>
              <p:cNvPr id="208" name="Rounded Rectangle 207">
                <a:extLst>
                  <a:ext uri="{FF2B5EF4-FFF2-40B4-BE49-F238E27FC236}">
                    <a16:creationId xmlns:a16="http://schemas.microsoft.com/office/drawing/2014/main" id="{32946A79-84ED-F8EB-4842-6E172918F80F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AFBBF70-A2EA-3266-90F4-6144B65A6BEA}"/>
                  </a:ext>
                </a:extLst>
              </p:cNvPr>
              <p:cNvSpPr txBox="1"/>
              <p:nvPr/>
            </p:nvSpPr>
            <p:spPr>
              <a:xfrm>
                <a:off x="1557340" y="2849294"/>
                <a:ext cx="942162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4556301-4472-033B-E36E-57585825FE0E}"/>
                </a:ext>
              </a:extLst>
            </p:cNvPr>
            <p:cNvGrpSpPr/>
            <p:nvPr/>
          </p:nvGrpSpPr>
          <p:grpSpPr>
            <a:xfrm>
              <a:off x="1268766" y="4606321"/>
              <a:ext cx="478559" cy="478559"/>
              <a:chOff x="2041401" y="3235569"/>
              <a:chExt cx="574430" cy="57443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04E8251-45A6-6BD4-895E-DD4FF821654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B81C9CD-C29F-A290-B667-6F2384A2F5E2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6862650F-8EFF-BFFD-9CBB-C0AD4E2664F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8005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3DB32D3F-5721-BD6F-95E7-E1514FEB6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744" y="2612701"/>
              <a:ext cx="0" cy="216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CCE9271-D7D8-AF06-8416-92F419FBB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752" y="4046617"/>
              <a:ext cx="0" cy="3364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0F23F1C6-02B5-FAF5-8CCF-A20FFE943132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4383074"/>
              <a:ext cx="4805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B0759121-2638-6607-BE6C-84760257CAB4}"/>
                </a:ext>
              </a:extLst>
            </p:cNvPr>
            <p:cNvCxnSpPr>
              <a:cxnSpLocks/>
            </p:cNvCxnSpPr>
            <p:nvPr/>
          </p:nvCxnSpPr>
          <p:spPr>
            <a:xfrm>
              <a:off x="1388299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B7A87F85-677D-50E7-1409-759E250FCF84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0" cy="262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B16AF12-A7F8-9BB8-DF67-A644E5C0D1E1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398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9B24B12-9565-4BFE-7814-FA83F1145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4640" y="3466753"/>
              <a:ext cx="0" cy="916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B31BE900-9493-7904-963A-0FE106743098}"/>
                </a:ext>
              </a:extLst>
            </p:cNvPr>
            <p:cNvCxnSpPr>
              <a:cxnSpLocks/>
              <a:stCxn id="206" idx="4"/>
              <a:endCxn id="209" idx="0"/>
            </p:cNvCxnSpPr>
            <p:nvPr/>
          </p:nvCxnSpPr>
          <p:spPr>
            <a:xfrm flipH="1">
              <a:off x="1502943" y="5084880"/>
              <a:ext cx="5103" cy="4249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71715-F783-2F02-8F5D-5E42F1B3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</a:t>
            </a:fld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0BA48-1F08-E5D2-7701-1FC653EFD116}"/>
              </a:ext>
            </a:extLst>
          </p:cNvPr>
          <p:cNvSpPr/>
          <p:nvPr/>
        </p:nvSpPr>
        <p:spPr>
          <a:xfrm>
            <a:off x="5673496" y="1706184"/>
            <a:ext cx="1709927" cy="66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06C65-6416-A7E4-0468-882782829FC2}"/>
              </a:ext>
            </a:extLst>
          </p:cNvPr>
          <p:cNvSpPr txBox="1"/>
          <p:nvPr/>
        </p:nvSpPr>
        <p:spPr>
          <a:xfrm>
            <a:off x="5649853" y="1798621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144DC4-17BE-B35E-66BA-4C26068D935D}"/>
              </a:ext>
            </a:extLst>
          </p:cNvPr>
          <p:cNvCxnSpPr>
            <a:cxnSpLocks/>
          </p:cNvCxnSpPr>
          <p:nvPr/>
        </p:nvCxnSpPr>
        <p:spPr>
          <a:xfrm>
            <a:off x="6081033" y="128740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3D00E8-9634-5568-EA2E-97C62AA9198D}"/>
              </a:ext>
            </a:extLst>
          </p:cNvPr>
          <p:cNvCxnSpPr>
            <a:cxnSpLocks/>
          </p:cNvCxnSpPr>
          <p:nvPr/>
        </p:nvCxnSpPr>
        <p:spPr>
          <a:xfrm>
            <a:off x="6970853" y="128740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74FF77-2AB0-B05F-EA29-CF465DA84968}"/>
              </a:ext>
            </a:extLst>
          </p:cNvPr>
          <p:cNvCxnSpPr>
            <a:cxnSpLocks/>
          </p:cNvCxnSpPr>
          <p:nvPr/>
        </p:nvCxnSpPr>
        <p:spPr>
          <a:xfrm>
            <a:off x="6513653" y="2385115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1527595-35E4-4C8F-4EB7-4BA47D83364C}"/>
              </a:ext>
            </a:extLst>
          </p:cNvPr>
          <p:cNvSpPr/>
          <p:nvPr/>
        </p:nvSpPr>
        <p:spPr>
          <a:xfrm>
            <a:off x="5993298" y="107258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26DD5A-23FC-4026-022B-F19E2C2A7D10}"/>
              </a:ext>
            </a:extLst>
          </p:cNvPr>
          <p:cNvSpPr/>
          <p:nvPr/>
        </p:nvSpPr>
        <p:spPr>
          <a:xfrm>
            <a:off x="6423384" y="28651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2237D-E3CD-7A9C-A645-4EE2C837D203}"/>
              </a:ext>
            </a:extLst>
          </p:cNvPr>
          <p:cNvCxnSpPr>
            <a:cxnSpLocks/>
            <a:stCxn id="218" idx="6"/>
            <a:endCxn id="9" idx="1"/>
          </p:cNvCxnSpPr>
          <p:nvPr/>
        </p:nvCxnSpPr>
        <p:spPr>
          <a:xfrm flipV="1">
            <a:off x="3920149" y="2060231"/>
            <a:ext cx="1729704" cy="120041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C8F2375-DE8F-82C5-BBDA-617C15C73D8F}"/>
              </a:ext>
            </a:extLst>
          </p:cNvPr>
          <p:cNvSpPr/>
          <p:nvPr/>
        </p:nvSpPr>
        <p:spPr>
          <a:xfrm>
            <a:off x="5662004" y="4317686"/>
            <a:ext cx="1709927" cy="66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BB8103-9065-68DB-76A7-77A2CB6A781F}"/>
              </a:ext>
            </a:extLst>
          </p:cNvPr>
          <p:cNvSpPr txBox="1"/>
          <p:nvPr/>
        </p:nvSpPr>
        <p:spPr>
          <a:xfrm>
            <a:off x="5638361" y="4410123"/>
            <a:ext cx="1757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F4CADE-4FF7-8C96-7AC3-9876C86A6B22}"/>
              </a:ext>
            </a:extLst>
          </p:cNvPr>
          <p:cNvCxnSpPr>
            <a:cxnSpLocks/>
          </p:cNvCxnSpPr>
          <p:nvPr/>
        </p:nvCxnSpPr>
        <p:spPr>
          <a:xfrm>
            <a:off x="6493325" y="3874349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A3F8AE-3CA8-15A5-AA18-AA1590670CB4}"/>
              </a:ext>
            </a:extLst>
          </p:cNvPr>
          <p:cNvCxnSpPr>
            <a:cxnSpLocks/>
          </p:cNvCxnSpPr>
          <p:nvPr/>
        </p:nvCxnSpPr>
        <p:spPr>
          <a:xfrm>
            <a:off x="6124474" y="4985407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F37960-99BC-E47B-6D13-88E7A70EDB50}"/>
              </a:ext>
            </a:extLst>
          </p:cNvPr>
          <p:cNvCxnSpPr>
            <a:cxnSpLocks/>
          </p:cNvCxnSpPr>
          <p:nvPr/>
        </p:nvCxnSpPr>
        <p:spPr>
          <a:xfrm>
            <a:off x="6912979" y="4994121"/>
            <a:ext cx="0" cy="450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B33CD92-2221-C09F-D033-B93C819ED518}"/>
              </a:ext>
            </a:extLst>
          </p:cNvPr>
          <p:cNvSpPr/>
          <p:nvPr/>
        </p:nvSpPr>
        <p:spPr>
          <a:xfrm>
            <a:off x="6405590" y="363088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1FF4C3-F698-CAC5-4501-E8A555DEA9BC}"/>
              </a:ext>
            </a:extLst>
          </p:cNvPr>
          <p:cNvSpPr/>
          <p:nvPr/>
        </p:nvSpPr>
        <p:spPr>
          <a:xfrm>
            <a:off x="6036739" y="550445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EB7BF9-97F7-DC7A-4763-DB6BC1CEFADE}"/>
              </a:ext>
            </a:extLst>
          </p:cNvPr>
          <p:cNvCxnSpPr>
            <a:cxnSpLocks/>
            <a:stCxn id="214" idx="3"/>
            <a:endCxn id="19" idx="1"/>
          </p:cNvCxnSpPr>
          <p:nvPr/>
        </p:nvCxnSpPr>
        <p:spPr>
          <a:xfrm>
            <a:off x="4115692" y="3959815"/>
            <a:ext cx="1522669" cy="71191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B34420-5295-01B9-83A3-299193DA4478}"/>
              </a:ext>
            </a:extLst>
          </p:cNvPr>
          <p:cNvSpPr txBox="1"/>
          <p:nvPr/>
        </p:nvSpPr>
        <p:spPr>
          <a:xfrm>
            <a:off x="8169956" y="3058542"/>
            <a:ext cx="3012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38C826-7C0D-3E68-FE89-A9E48EB93F52}"/>
              </a:ext>
            </a:extLst>
          </p:cNvPr>
          <p:cNvSpPr/>
          <p:nvPr/>
        </p:nvSpPr>
        <p:spPr>
          <a:xfrm>
            <a:off x="6883118" y="107852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5D2284-834B-7DC3-FD0F-861134AC42AF}"/>
              </a:ext>
            </a:extLst>
          </p:cNvPr>
          <p:cNvSpPr/>
          <p:nvPr/>
        </p:nvSpPr>
        <p:spPr>
          <a:xfrm>
            <a:off x="6825244" y="550445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940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3" grpId="0" animBg="1"/>
      <p:bldP spid="24" grpId="0" animBg="1"/>
      <p:bldP spid="29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F9190FE-891C-B380-525F-3E69DE7D5112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(CFDFCs)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5C0B3E3-5A94-498F-6EF4-83F641BC1260}"/>
              </a:ext>
            </a:extLst>
          </p:cNvPr>
          <p:cNvGrpSpPr/>
          <p:nvPr/>
        </p:nvGrpSpPr>
        <p:grpSpPr>
          <a:xfrm>
            <a:off x="760654" y="828177"/>
            <a:ext cx="3876488" cy="5180993"/>
            <a:chOff x="269384" y="853283"/>
            <a:chExt cx="3876488" cy="518099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BA3B904-79C3-6983-1CE4-78A02918194D}"/>
                </a:ext>
              </a:extLst>
            </p:cNvPr>
            <p:cNvGrpSpPr/>
            <p:nvPr/>
          </p:nvGrpSpPr>
          <p:grpSpPr>
            <a:xfrm>
              <a:off x="1442040" y="1594939"/>
              <a:ext cx="1060417" cy="402044"/>
              <a:chOff x="2177408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26199B88-9013-2E73-6508-794A17A9E906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5823E27-927B-B60B-4217-0A2508791C8B}"/>
                  </a:ext>
                </a:extLst>
              </p:cNvPr>
              <p:cNvSpPr txBox="1"/>
              <p:nvPr/>
            </p:nvSpPr>
            <p:spPr>
              <a:xfrm>
                <a:off x="2177408" y="1979702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1219388-B524-90D0-B11B-4A4E4B953FAF}"/>
                </a:ext>
              </a:extLst>
            </p:cNvPr>
            <p:cNvGrpSpPr/>
            <p:nvPr/>
          </p:nvGrpSpPr>
          <p:grpSpPr>
            <a:xfrm>
              <a:off x="2891122" y="5205256"/>
              <a:ext cx="1060417" cy="402044"/>
              <a:chOff x="2166194" y="1955813"/>
              <a:chExt cx="1072730" cy="48258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2AEBDDA-6C71-9583-9418-BF1CE0D9E59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A6388E34-F31A-2D16-DE99-1E40DE40E933}"/>
                  </a:ext>
                </a:extLst>
              </p:cNvPr>
              <p:cNvSpPr txBox="1"/>
              <p:nvPr/>
            </p:nvSpPr>
            <p:spPr>
              <a:xfrm>
                <a:off x="2166194" y="1966273"/>
                <a:ext cx="10727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Branch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C5341A2B-C1F4-379E-CE21-7D07E5F99D4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0" cy="8074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F45CCF3B-79AA-6A63-5360-FC4417811830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0" cy="253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89E642A-18C9-9FC7-7F65-022A3D4C7122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93" y="1340960"/>
              <a:ext cx="197667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ACFC0A01-E3A6-83FC-0A58-7D0BB6CB9E44}"/>
                </a:ext>
              </a:extLst>
            </p:cNvPr>
            <p:cNvCxnSpPr>
              <a:cxnSpLocks/>
            </p:cNvCxnSpPr>
            <p:nvPr/>
          </p:nvCxnSpPr>
          <p:spPr>
            <a:xfrm>
              <a:off x="3209286" y="5598584"/>
              <a:ext cx="0" cy="4356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36C84332-9DFD-3812-CACF-8CFD20E97C6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235" y="1996983"/>
              <a:ext cx="0" cy="2303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747E6834-58AE-34FA-E565-0A572DC04B3E}"/>
                </a:ext>
              </a:extLst>
            </p:cNvPr>
            <p:cNvCxnSpPr>
              <a:cxnSpLocks/>
              <a:stCxn id="216" idx="2"/>
              <a:endCxn id="211" idx="0"/>
            </p:cNvCxnSpPr>
            <p:nvPr/>
          </p:nvCxnSpPr>
          <p:spPr>
            <a:xfrm>
              <a:off x="2026235" y="2612701"/>
              <a:ext cx="3754" cy="4331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BEFC324-E374-7B6C-CF7E-7E4913333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5872" y="1340960"/>
              <a:ext cx="0" cy="44840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7ED5FF8-485F-6843-F609-BE8F24A9A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5401" y="5598584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C25A725-B128-DF54-9159-CA9861BDA8D6}"/>
                </a:ext>
              </a:extLst>
            </p:cNvPr>
            <p:cNvCxnSpPr>
              <a:cxnSpLocks/>
            </p:cNvCxnSpPr>
            <p:nvPr/>
          </p:nvCxnSpPr>
          <p:spPr>
            <a:xfrm>
              <a:off x="3645401" y="5825011"/>
              <a:ext cx="5004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8FD204F-E066-B377-B561-307EC81D868A}"/>
                </a:ext>
              </a:extLst>
            </p:cNvPr>
            <p:cNvGrpSpPr/>
            <p:nvPr/>
          </p:nvGrpSpPr>
          <p:grpSpPr>
            <a:xfrm>
              <a:off x="269384" y="3635247"/>
              <a:ext cx="1288051" cy="411370"/>
              <a:chOff x="1525120" y="2849294"/>
              <a:chExt cx="1010262" cy="493781"/>
            </a:xfrm>
          </p:grpSpPr>
          <p:sp>
            <p:nvSpPr>
              <p:cNvPr id="220" name="Rounded Rectangle 219">
                <a:extLst>
                  <a:ext uri="{FF2B5EF4-FFF2-40B4-BE49-F238E27FC236}">
                    <a16:creationId xmlns:a16="http://schemas.microsoft.com/office/drawing/2014/main" id="{7904B786-F04D-939C-5CA8-652EF64841D6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D7165931-7030-F3F8-F8FB-78491E4230D0}"/>
                  </a:ext>
                </a:extLst>
              </p:cNvPr>
              <p:cNvSpPr txBox="1"/>
              <p:nvPr/>
            </p:nvSpPr>
            <p:spPr>
              <a:xfrm>
                <a:off x="1562369" y="2849294"/>
                <a:ext cx="932104" cy="480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0490C45-785B-9BA3-5695-ED9FE7CB8B42}"/>
                </a:ext>
              </a:extLst>
            </p:cNvPr>
            <p:cNvGrpSpPr/>
            <p:nvPr/>
          </p:nvGrpSpPr>
          <p:grpSpPr>
            <a:xfrm>
              <a:off x="2950320" y="3046472"/>
              <a:ext cx="478559" cy="478559"/>
              <a:chOff x="2041401" y="3235569"/>
              <a:chExt cx="574430" cy="574430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FD78863B-24BF-D15E-852D-DBE14620F316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17538AFE-1EDD-741C-A382-9D0D35254EEB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64920E7-D28A-659C-28DF-F56FAF21BAB3}"/>
                </a:ext>
              </a:extLst>
            </p:cNvPr>
            <p:cNvGrpSpPr/>
            <p:nvPr/>
          </p:nvGrpSpPr>
          <p:grpSpPr>
            <a:xfrm>
              <a:off x="1591412" y="2200282"/>
              <a:ext cx="869646" cy="412419"/>
              <a:chOff x="2195060" y="1943360"/>
              <a:chExt cx="1043864" cy="495040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CCC9432-9459-C43E-B03A-4F7AD6653802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90B98A4-3346-DA7E-FCE9-9E7152D6B66F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73847FD-2AA2-328A-07E8-BFDF7CF8A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557" y="2612701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C23A794-8308-1D1F-9484-B8E15E1F897A}"/>
                </a:ext>
              </a:extLst>
            </p:cNvPr>
            <p:cNvCxnSpPr>
              <a:cxnSpLocks/>
            </p:cNvCxnSpPr>
            <p:nvPr/>
          </p:nvCxnSpPr>
          <p:spPr>
            <a:xfrm>
              <a:off x="2377557" y="2830548"/>
              <a:ext cx="6617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ED32C18A-27F4-B590-8226-27267F570C2C}"/>
                </a:ext>
              </a:extLst>
            </p:cNvPr>
            <p:cNvCxnSpPr>
              <a:cxnSpLocks/>
            </p:cNvCxnSpPr>
            <p:nvPr/>
          </p:nvCxnSpPr>
          <p:spPr>
            <a:xfrm>
              <a:off x="3039307" y="2830548"/>
              <a:ext cx="0" cy="253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03010ED3-30EB-AE55-9856-C4FFACB7E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38900" y="2830548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B6EE3F9-2C4C-2723-E4F6-A1A87F682B0C}"/>
                </a:ext>
              </a:extLst>
            </p:cNvPr>
            <p:cNvSpPr txBox="1"/>
            <p:nvPr/>
          </p:nvSpPr>
          <p:spPr>
            <a:xfrm>
              <a:off x="3208750" y="2437218"/>
              <a:ext cx="260683" cy="333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B9989D7C-F1AA-FB0B-7934-3C2D74C3FCC6}"/>
                </a:ext>
              </a:extLst>
            </p:cNvPr>
            <p:cNvGrpSpPr/>
            <p:nvPr/>
          </p:nvGrpSpPr>
          <p:grpSpPr>
            <a:xfrm>
              <a:off x="2754776" y="3773524"/>
              <a:ext cx="869646" cy="412419"/>
              <a:chOff x="2195060" y="1943360"/>
              <a:chExt cx="1043864" cy="495040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57ED1B65-EC17-BAAE-C7D6-A71A431BDFF9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9B0CD6F-21F5-5006-FAEE-0DC5A22C8533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BD08F4E1-170E-DB27-1357-09A08E8E8EFA}"/>
                </a:ext>
              </a:extLst>
            </p:cNvPr>
            <p:cNvCxnSpPr>
              <a:cxnSpLocks/>
            </p:cNvCxnSpPr>
            <p:nvPr/>
          </p:nvCxnSpPr>
          <p:spPr>
            <a:xfrm>
              <a:off x="3191975" y="3525031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228BE5A6-77F7-9924-8C9B-A41DCADF7C5A}"/>
                </a:ext>
              </a:extLst>
            </p:cNvPr>
            <p:cNvGrpSpPr/>
            <p:nvPr/>
          </p:nvGrpSpPr>
          <p:grpSpPr>
            <a:xfrm>
              <a:off x="2567863" y="4544344"/>
              <a:ext cx="478559" cy="478559"/>
              <a:chOff x="2041401" y="3235569"/>
              <a:chExt cx="574430" cy="57443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37A9DCE7-F60B-32D2-338A-99458C1648B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C332707-C48C-B7E0-1FDF-687F366273C6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96758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CEC0828A-2952-90FE-254A-A3CE369C43B2}"/>
                </a:ext>
              </a:extLst>
            </p:cNvPr>
            <p:cNvCxnSpPr>
              <a:cxnSpLocks/>
              <a:endCxn id="223" idx="0"/>
            </p:cNvCxnSpPr>
            <p:nvPr/>
          </p:nvCxnSpPr>
          <p:spPr>
            <a:xfrm>
              <a:off x="3421330" y="4194034"/>
              <a:ext cx="1" cy="10199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01C8876F-6B34-9146-FABF-817CFDBB9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7386" y="4167515"/>
              <a:ext cx="2934" cy="431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D62747B8-6B19-0B99-FD08-3274426C5AAA}"/>
                </a:ext>
              </a:extLst>
            </p:cNvPr>
            <p:cNvCxnSpPr>
              <a:cxnSpLocks/>
            </p:cNvCxnSpPr>
            <p:nvPr/>
          </p:nvCxnSpPr>
          <p:spPr>
            <a:xfrm>
              <a:off x="2631570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CAAB2ED-FB7B-EAC9-C23B-7DE9E79DB7A3}"/>
                </a:ext>
              </a:extLst>
            </p:cNvPr>
            <p:cNvSpPr txBox="1"/>
            <p:nvPr/>
          </p:nvSpPr>
          <p:spPr>
            <a:xfrm>
              <a:off x="2210169" y="4069949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3B617D80-2659-F9B4-DD48-345AF2C5F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170" y="5022903"/>
              <a:ext cx="0" cy="3791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BC251DF9-1A34-72D5-41E8-2E0E3A7EBDBF}"/>
                </a:ext>
              </a:extLst>
            </p:cNvPr>
            <p:cNvCxnSpPr>
              <a:cxnSpLocks/>
            </p:cNvCxnSpPr>
            <p:nvPr/>
          </p:nvCxnSpPr>
          <p:spPr>
            <a:xfrm>
              <a:off x="2780134" y="5402011"/>
              <a:ext cx="1334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E154B0C-CD1A-BCD4-389E-1B6805F3CD2B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17" y="1225118"/>
              <a:ext cx="0" cy="3698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3E62B16-465D-88ED-7B95-459644D58614}"/>
                </a:ext>
              </a:extLst>
            </p:cNvPr>
            <p:cNvSpPr txBox="1"/>
            <p:nvPr/>
          </p:nvSpPr>
          <p:spPr>
            <a:xfrm>
              <a:off x="1134491" y="853283"/>
              <a:ext cx="11448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Start: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197BB42A-276B-2D0A-1C77-8EDEB3A06CF9}"/>
                </a:ext>
              </a:extLst>
            </p:cNvPr>
            <p:cNvGrpSpPr/>
            <p:nvPr/>
          </p:nvGrpSpPr>
          <p:grpSpPr>
            <a:xfrm>
              <a:off x="1388299" y="3045879"/>
              <a:ext cx="1288051" cy="411370"/>
              <a:chOff x="1525120" y="2849294"/>
              <a:chExt cx="1010262" cy="493781"/>
            </a:xfrm>
          </p:grpSpPr>
          <p:sp>
            <p:nvSpPr>
              <p:cNvPr id="210" name="Rounded Rectangle 209">
                <a:extLst>
                  <a:ext uri="{FF2B5EF4-FFF2-40B4-BE49-F238E27FC236}">
                    <a16:creationId xmlns:a16="http://schemas.microsoft.com/office/drawing/2014/main" id="{01EA2897-BB5D-80FD-7DF5-415D5DAE5E47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6A06A9BC-5A1D-D643-7609-D53A59746277}"/>
                  </a:ext>
                </a:extLst>
              </p:cNvPr>
              <p:cNvSpPr txBox="1"/>
              <p:nvPr/>
            </p:nvSpPr>
            <p:spPr>
              <a:xfrm>
                <a:off x="1562468" y="2849294"/>
                <a:ext cx="931903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A79F02A-290A-9AC0-159B-0795229787E0}"/>
                </a:ext>
              </a:extLst>
            </p:cNvPr>
            <p:cNvGrpSpPr/>
            <p:nvPr/>
          </p:nvGrpSpPr>
          <p:grpSpPr>
            <a:xfrm>
              <a:off x="861251" y="5509790"/>
              <a:ext cx="1288051" cy="411370"/>
              <a:chOff x="1525120" y="2849294"/>
              <a:chExt cx="1010262" cy="493781"/>
            </a:xfrm>
          </p:grpSpPr>
          <p:sp>
            <p:nvSpPr>
              <p:cNvPr id="208" name="Rounded Rectangle 207">
                <a:extLst>
                  <a:ext uri="{FF2B5EF4-FFF2-40B4-BE49-F238E27FC236}">
                    <a16:creationId xmlns:a16="http://schemas.microsoft.com/office/drawing/2014/main" id="{32946A79-84ED-F8EB-4842-6E172918F80F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AFBBF70-A2EA-3266-90F4-6144B65A6BEA}"/>
                  </a:ext>
                </a:extLst>
              </p:cNvPr>
              <p:cNvSpPr txBox="1"/>
              <p:nvPr/>
            </p:nvSpPr>
            <p:spPr>
              <a:xfrm>
                <a:off x="1557340" y="2849294"/>
                <a:ext cx="942162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4556301-4472-033B-E36E-57585825FE0E}"/>
                </a:ext>
              </a:extLst>
            </p:cNvPr>
            <p:cNvGrpSpPr/>
            <p:nvPr/>
          </p:nvGrpSpPr>
          <p:grpSpPr>
            <a:xfrm>
              <a:off x="1268766" y="4606321"/>
              <a:ext cx="478559" cy="478559"/>
              <a:chOff x="2041401" y="3235569"/>
              <a:chExt cx="574430" cy="57443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04E8251-45A6-6BD4-895E-DD4FF8216545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FB81C9CD-C29F-A290-B667-6F2384A2F5E2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6862650F-8EFF-BFFD-9CBB-C0AD4E2664F0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2829290"/>
              <a:ext cx="8005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3DB32D3F-5721-BD6F-95E7-E1514FEB6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6744" y="2612701"/>
              <a:ext cx="0" cy="216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CCE9271-D7D8-AF06-8416-92F419FBB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752" y="4046617"/>
              <a:ext cx="0" cy="3364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0F23F1C6-02B5-FAF5-8CCF-A20FFE943132}"/>
                </a:ext>
              </a:extLst>
            </p:cNvPr>
            <p:cNvCxnSpPr>
              <a:cxnSpLocks/>
            </p:cNvCxnSpPr>
            <p:nvPr/>
          </p:nvCxnSpPr>
          <p:spPr>
            <a:xfrm>
              <a:off x="907752" y="4383074"/>
              <a:ext cx="4805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B0759121-2638-6607-BE6C-84760257CAB4}"/>
                </a:ext>
              </a:extLst>
            </p:cNvPr>
            <p:cNvCxnSpPr>
              <a:cxnSpLocks/>
            </p:cNvCxnSpPr>
            <p:nvPr/>
          </p:nvCxnSpPr>
          <p:spPr>
            <a:xfrm>
              <a:off x="1388299" y="4383074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B7A87F85-677D-50E7-1409-759E250FCF84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0" cy="262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B16AF12-A7F8-9BB8-DF67-A644E5C0D1E1}"/>
                </a:ext>
              </a:extLst>
            </p:cNvPr>
            <p:cNvCxnSpPr>
              <a:cxnSpLocks/>
            </p:cNvCxnSpPr>
            <p:nvPr/>
          </p:nvCxnSpPr>
          <p:spPr>
            <a:xfrm>
              <a:off x="1633921" y="4366841"/>
              <a:ext cx="398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9B24B12-9565-4BFE-7814-FA83F1145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4640" y="3466753"/>
              <a:ext cx="0" cy="916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B31BE900-9493-7904-963A-0FE106743098}"/>
                </a:ext>
              </a:extLst>
            </p:cNvPr>
            <p:cNvCxnSpPr>
              <a:cxnSpLocks/>
              <a:stCxn id="206" idx="4"/>
              <a:endCxn id="209" idx="0"/>
            </p:cNvCxnSpPr>
            <p:nvPr/>
          </p:nvCxnSpPr>
          <p:spPr>
            <a:xfrm flipH="1">
              <a:off x="1502943" y="5084880"/>
              <a:ext cx="5103" cy="4249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Down Arrow 225">
            <a:extLst>
              <a:ext uri="{FF2B5EF4-FFF2-40B4-BE49-F238E27FC236}">
                <a16:creationId xmlns:a16="http://schemas.microsoft.com/office/drawing/2014/main" id="{CA051D2D-98FE-36FA-E88D-F0B7A9CB3D5A}"/>
              </a:ext>
            </a:extLst>
          </p:cNvPr>
          <p:cNvSpPr/>
          <p:nvPr/>
        </p:nvSpPr>
        <p:spPr>
          <a:xfrm>
            <a:off x="2173893" y="984816"/>
            <a:ext cx="288270" cy="567969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224C314A-7B59-26E5-647A-7D51653DDDCE}"/>
              </a:ext>
            </a:extLst>
          </p:cNvPr>
          <p:cNvSpPr/>
          <p:nvPr/>
        </p:nvSpPr>
        <p:spPr>
          <a:xfrm>
            <a:off x="3514313" y="1273018"/>
            <a:ext cx="1177637" cy="4190617"/>
          </a:xfrm>
          <a:prstGeom prst="arc">
            <a:avLst>
              <a:gd name="adj1" fmla="val 11686179"/>
              <a:gd name="adj2" fmla="val 10265829"/>
            </a:avLst>
          </a:prstGeom>
          <a:ln w="571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Down Arrow 227">
            <a:extLst>
              <a:ext uri="{FF2B5EF4-FFF2-40B4-BE49-F238E27FC236}">
                <a16:creationId xmlns:a16="http://schemas.microsoft.com/office/drawing/2014/main" id="{8D49D03A-3DCA-31D6-76B1-CCAF815E2CBD}"/>
              </a:ext>
            </a:extLst>
          </p:cNvPr>
          <p:cNvSpPr/>
          <p:nvPr/>
        </p:nvSpPr>
        <p:spPr>
          <a:xfrm>
            <a:off x="3530577" y="5489276"/>
            <a:ext cx="288270" cy="567969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B4C3710-AA29-DC0C-4EE3-BB68D87B70DB}"/>
              </a:ext>
            </a:extLst>
          </p:cNvPr>
          <p:cNvSpPr txBox="1"/>
          <p:nvPr/>
        </p:nvSpPr>
        <p:spPr>
          <a:xfrm>
            <a:off x="4738117" y="2776497"/>
            <a:ext cx="1474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endParaRPr lang="en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Freeform 229">
            <a:extLst>
              <a:ext uri="{FF2B5EF4-FFF2-40B4-BE49-F238E27FC236}">
                <a16:creationId xmlns:a16="http://schemas.microsoft.com/office/drawing/2014/main" id="{2D3B129B-970D-B42A-B6DE-B025F39849E6}"/>
              </a:ext>
            </a:extLst>
          </p:cNvPr>
          <p:cNvSpPr/>
          <p:nvPr/>
        </p:nvSpPr>
        <p:spPr>
          <a:xfrm>
            <a:off x="1359063" y="777980"/>
            <a:ext cx="1497062" cy="1484114"/>
          </a:xfrm>
          <a:custGeom>
            <a:avLst/>
            <a:gdLst>
              <a:gd name="connsiteX0" fmla="*/ 1648691 w 1648783"/>
              <a:gd name="connsiteY0" fmla="*/ 415637 h 1662546"/>
              <a:gd name="connsiteX1" fmla="*/ 1565564 w 1648783"/>
              <a:gd name="connsiteY1" fmla="*/ 318655 h 1662546"/>
              <a:gd name="connsiteX2" fmla="*/ 1537855 w 1648783"/>
              <a:gd name="connsiteY2" fmla="*/ 277091 h 1662546"/>
              <a:gd name="connsiteX3" fmla="*/ 1496291 w 1648783"/>
              <a:gd name="connsiteY3" fmla="*/ 235528 h 1662546"/>
              <a:gd name="connsiteX4" fmla="*/ 1468582 w 1648783"/>
              <a:gd name="connsiteY4" fmla="*/ 193964 h 1662546"/>
              <a:gd name="connsiteX5" fmla="*/ 1427019 w 1648783"/>
              <a:gd name="connsiteY5" fmla="*/ 138546 h 1662546"/>
              <a:gd name="connsiteX6" fmla="*/ 1357746 w 1648783"/>
              <a:gd name="connsiteY6" fmla="*/ 83128 h 1662546"/>
              <a:gd name="connsiteX7" fmla="*/ 1330037 w 1648783"/>
              <a:gd name="connsiteY7" fmla="*/ 55418 h 1662546"/>
              <a:gd name="connsiteX8" fmla="*/ 1260764 w 1648783"/>
              <a:gd name="connsiteY8" fmla="*/ 41564 h 1662546"/>
              <a:gd name="connsiteX9" fmla="*/ 1205346 w 1648783"/>
              <a:gd name="connsiteY9" fmla="*/ 27709 h 1662546"/>
              <a:gd name="connsiteX10" fmla="*/ 1163782 w 1648783"/>
              <a:gd name="connsiteY10" fmla="*/ 13855 h 1662546"/>
              <a:gd name="connsiteX11" fmla="*/ 1039091 w 1648783"/>
              <a:gd name="connsiteY11" fmla="*/ 0 h 1662546"/>
              <a:gd name="connsiteX12" fmla="*/ 290946 w 1648783"/>
              <a:gd name="connsiteY12" fmla="*/ 13855 h 1662546"/>
              <a:gd name="connsiteX13" fmla="*/ 235528 w 1648783"/>
              <a:gd name="connsiteY13" fmla="*/ 41564 h 1662546"/>
              <a:gd name="connsiteX14" fmla="*/ 193964 w 1648783"/>
              <a:gd name="connsiteY14" fmla="*/ 55418 h 1662546"/>
              <a:gd name="connsiteX15" fmla="*/ 83128 w 1648783"/>
              <a:gd name="connsiteY15" fmla="*/ 152400 h 1662546"/>
              <a:gd name="connsiteX16" fmla="*/ 55419 w 1648783"/>
              <a:gd name="connsiteY16" fmla="*/ 193964 h 1662546"/>
              <a:gd name="connsiteX17" fmla="*/ 27709 w 1648783"/>
              <a:gd name="connsiteY17" fmla="*/ 277091 h 1662546"/>
              <a:gd name="connsiteX18" fmla="*/ 0 w 1648783"/>
              <a:gd name="connsiteY18" fmla="*/ 374073 h 1662546"/>
              <a:gd name="connsiteX19" fmla="*/ 13855 w 1648783"/>
              <a:gd name="connsiteY19" fmla="*/ 858982 h 1662546"/>
              <a:gd name="connsiteX20" fmla="*/ 27709 w 1648783"/>
              <a:gd name="connsiteY20" fmla="*/ 900546 h 1662546"/>
              <a:gd name="connsiteX21" fmla="*/ 69273 w 1648783"/>
              <a:gd name="connsiteY21" fmla="*/ 1025237 h 1662546"/>
              <a:gd name="connsiteX22" fmla="*/ 96982 w 1648783"/>
              <a:gd name="connsiteY22" fmla="*/ 1080655 h 1662546"/>
              <a:gd name="connsiteX23" fmla="*/ 138546 w 1648783"/>
              <a:gd name="connsiteY23" fmla="*/ 1205346 h 1662546"/>
              <a:gd name="connsiteX24" fmla="*/ 166255 w 1648783"/>
              <a:gd name="connsiteY24" fmla="*/ 1246909 h 1662546"/>
              <a:gd name="connsiteX25" fmla="*/ 193964 w 1648783"/>
              <a:gd name="connsiteY25" fmla="*/ 1316182 h 1662546"/>
              <a:gd name="connsiteX26" fmla="*/ 249382 w 1648783"/>
              <a:gd name="connsiteY26" fmla="*/ 1399309 h 1662546"/>
              <a:gd name="connsiteX27" fmla="*/ 290946 w 1648783"/>
              <a:gd name="connsiteY27" fmla="*/ 1482437 h 1662546"/>
              <a:gd name="connsiteX28" fmla="*/ 332509 w 1648783"/>
              <a:gd name="connsiteY28" fmla="*/ 1524000 h 1662546"/>
              <a:gd name="connsiteX29" fmla="*/ 360219 w 1648783"/>
              <a:gd name="connsiteY29" fmla="*/ 1565564 h 1662546"/>
              <a:gd name="connsiteX30" fmla="*/ 457200 w 1648783"/>
              <a:gd name="connsiteY30" fmla="*/ 1648691 h 1662546"/>
              <a:gd name="connsiteX31" fmla="*/ 498764 w 1648783"/>
              <a:gd name="connsiteY31" fmla="*/ 1662546 h 1662546"/>
              <a:gd name="connsiteX32" fmla="*/ 789709 w 1648783"/>
              <a:gd name="connsiteY32" fmla="*/ 1648691 h 1662546"/>
              <a:gd name="connsiteX33" fmla="*/ 831273 w 1648783"/>
              <a:gd name="connsiteY33" fmla="*/ 1634837 h 1662546"/>
              <a:gd name="connsiteX34" fmla="*/ 872837 w 1648783"/>
              <a:gd name="connsiteY34" fmla="*/ 1593273 h 1662546"/>
              <a:gd name="connsiteX35" fmla="*/ 928255 w 1648783"/>
              <a:gd name="connsiteY35" fmla="*/ 1510146 h 1662546"/>
              <a:gd name="connsiteX36" fmla="*/ 1039091 w 1648783"/>
              <a:gd name="connsiteY36" fmla="*/ 1427018 h 1662546"/>
              <a:gd name="connsiteX37" fmla="*/ 1094509 w 1648783"/>
              <a:gd name="connsiteY37" fmla="*/ 1343891 h 1662546"/>
              <a:gd name="connsiteX38" fmla="*/ 1122219 w 1648783"/>
              <a:gd name="connsiteY38" fmla="*/ 1260764 h 1662546"/>
              <a:gd name="connsiteX39" fmla="*/ 1136073 w 1648783"/>
              <a:gd name="connsiteY39" fmla="*/ 1219200 h 1662546"/>
              <a:gd name="connsiteX40" fmla="*/ 1149928 w 1648783"/>
              <a:gd name="connsiteY40" fmla="*/ 1136073 h 1662546"/>
              <a:gd name="connsiteX41" fmla="*/ 1177637 w 1648783"/>
              <a:gd name="connsiteY41" fmla="*/ 886691 h 1662546"/>
              <a:gd name="connsiteX42" fmla="*/ 1219200 w 1648783"/>
              <a:gd name="connsiteY42" fmla="*/ 762000 h 1662546"/>
              <a:gd name="connsiteX43" fmla="*/ 1274619 w 1648783"/>
              <a:gd name="connsiteY43" fmla="*/ 678873 h 1662546"/>
              <a:gd name="connsiteX44" fmla="*/ 1371600 w 1648783"/>
              <a:gd name="connsiteY44" fmla="*/ 609600 h 1662546"/>
              <a:gd name="connsiteX45" fmla="*/ 1496291 w 1648783"/>
              <a:gd name="connsiteY45" fmla="*/ 540328 h 1662546"/>
              <a:gd name="connsiteX46" fmla="*/ 1579419 w 1648783"/>
              <a:gd name="connsiteY46" fmla="*/ 457200 h 1662546"/>
              <a:gd name="connsiteX47" fmla="*/ 1648691 w 1648783"/>
              <a:gd name="connsiteY47" fmla="*/ 415637 h 1662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48783" h="1662546">
                <a:moveTo>
                  <a:pt x="1648691" y="415637"/>
                </a:moveTo>
                <a:cubicBezTo>
                  <a:pt x="1646382" y="392546"/>
                  <a:pt x="1592162" y="351903"/>
                  <a:pt x="1565564" y="318655"/>
                </a:cubicBezTo>
                <a:cubicBezTo>
                  <a:pt x="1555162" y="305653"/>
                  <a:pt x="1548515" y="289883"/>
                  <a:pt x="1537855" y="277091"/>
                </a:cubicBezTo>
                <a:cubicBezTo>
                  <a:pt x="1525312" y="262039"/>
                  <a:pt x="1508834" y="250580"/>
                  <a:pt x="1496291" y="235528"/>
                </a:cubicBezTo>
                <a:cubicBezTo>
                  <a:pt x="1485631" y="222736"/>
                  <a:pt x="1478260" y="207514"/>
                  <a:pt x="1468582" y="193964"/>
                </a:cubicBezTo>
                <a:cubicBezTo>
                  <a:pt x="1455161" y="175174"/>
                  <a:pt x="1441801" y="156285"/>
                  <a:pt x="1427019" y="138546"/>
                </a:cubicBezTo>
                <a:cubicBezTo>
                  <a:pt x="1393568" y="98405"/>
                  <a:pt x="1402487" y="118921"/>
                  <a:pt x="1357746" y="83128"/>
                </a:cubicBezTo>
                <a:cubicBezTo>
                  <a:pt x="1347546" y="74968"/>
                  <a:pt x="1342043" y="60564"/>
                  <a:pt x="1330037" y="55418"/>
                </a:cubicBezTo>
                <a:cubicBezTo>
                  <a:pt x="1308393" y="46142"/>
                  <a:pt x="1283752" y="46672"/>
                  <a:pt x="1260764" y="41564"/>
                </a:cubicBezTo>
                <a:cubicBezTo>
                  <a:pt x="1242176" y="37433"/>
                  <a:pt x="1223655" y="32940"/>
                  <a:pt x="1205346" y="27709"/>
                </a:cubicBezTo>
                <a:cubicBezTo>
                  <a:pt x="1191304" y="23697"/>
                  <a:pt x="1178187" y="16256"/>
                  <a:pt x="1163782" y="13855"/>
                </a:cubicBezTo>
                <a:cubicBezTo>
                  <a:pt x="1122532" y="6980"/>
                  <a:pt x="1080655" y="4618"/>
                  <a:pt x="1039091" y="0"/>
                </a:cubicBezTo>
                <a:cubicBezTo>
                  <a:pt x="789709" y="4618"/>
                  <a:pt x="540037" y="971"/>
                  <a:pt x="290946" y="13855"/>
                </a:cubicBezTo>
                <a:cubicBezTo>
                  <a:pt x="270321" y="14922"/>
                  <a:pt x="254511" y="33428"/>
                  <a:pt x="235528" y="41564"/>
                </a:cubicBezTo>
                <a:cubicBezTo>
                  <a:pt x="222105" y="47317"/>
                  <a:pt x="207819" y="50800"/>
                  <a:pt x="193964" y="55418"/>
                </a:cubicBezTo>
                <a:cubicBezTo>
                  <a:pt x="143014" y="93631"/>
                  <a:pt x="126174" y="102179"/>
                  <a:pt x="83128" y="152400"/>
                </a:cubicBezTo>
                <a:cubicBezTo>
                  <a:pt x="72292" y="165043"/>
                  <a:pt x="62182" y="178748"/>
                  <a:pt x="55419" y="193964"/>
                </a:cubicBezTo>
                <a:cubicBezTo>
                  <a:pt x="43556" y="220655"/>
                  <a:pt x="36945" y="249382"/>
                  <a:pt x="27709" y="277091"/>
                </a:cubicBezTo>
                <a:cubicBezTo>
                  <a:pt x="7837" y="336706"/>
                  <a:pt x="17393" y="304504"/>
                  <a:pt x="0" y="374073"/>
                </a:cubicBezTo>
                <a:cubicBezTo>
                  <a:pt x="4618" y="535709"/>
                  <a:pt x="5356" y="697503"/>
                  <a:pt x="13855" y="858982"/>
                </a:cubicBezTo>
                <a:cubicBezTo>
                  <a:pt x="14623" y="873566"/>
                  <a:pt x="23697" y="886504"/>
                  <a:pt x="27709" y="900546"/>
                </a:cubicBezTo>
                <a:cubicBezTo>
                  <a:pt x="50222" y="979342"/>
                  <a:pt x="31062" y="939263"/>
                  <a:pt x="69273" y="1025237"/>
                </a:cubicBezTo>
                <a:cubicBezTo>
                  <a:pt x="77661" y="1044110"/>
                  <a:pt x="89730" y="1061317"/>
                  <a:pt x="96982" y="1080655"/>
                </a:cubicBezTo>
                <a:cubicBezTo>
                  <a:pt x="136668" y="1186483"/>
                  <a:pt x="77906" y="1084066"/>
                  <a:pt x="138546" y="1205346"/>
                </a:cubicBezTo>
                <a:cubicBezTo>
                  <a:pt x="145993" y="1220239"/>
                  <a:pt x="158808" y="1232016"/>
                  <a:pt x="166255" y="1246909"/>
                </a:cubicBezTo>
                <a:cubicBezTo>
                  <a:pt x="177377" y="1269153"/>
                  <a:pt x="182055" y="1294349"/>
                  <a:pt x="193964" y="1316182"/>
                </a:cubicBezTo>
                <a:cubicBezTo>
                  <a:pt x="209911" y="1345418"/>
                  <a:pt x="238851" y="1367716"/>
                  <a:pt x="249382" y="1399309"/>
                </a:cubicBezTo>
                <a:cubicBezTo>
                  <a:pt x="263268" y="1440965"/>
                  <a:pt x="261105" y="1446627"/>
                  <a:pt x="290946" y="1482437"/>
                </a:cubicBezTo>
                <a:cubicBezTo>
                  <a:pt x="303489" y="1497489"/>
                  <a:pt x="319966" y="1508948"/>
                  <a:pt x="332509" y="1524000"/>
                </a:cubicBezTo>
                <a:cubicBezTo>
                  <a:pt x="343169" y="1536792"/>
                  <a:pt x="349559" y="1552772"/>
                  <a:pt x="360219" y="1565564"/>
                </a:cubicBezTo>
                <a:cubicBezTo>
                  <a:pt x="382555" y="1592367"/>
                  <a:pt x="428009" y="1632010"/>
                  <a:pt x="457200" y="1648691"/>
                </a:cubicBezTo>
                <a:cubicBezTo>
                  <a:pt x="469880" y="1655937"/>
                  <a:pt x="484909" y="1657928"/>
                  <a:pt x="498764" y="1662546"/>
                </a:cubicBezTo>
                <a:cubicBezTo>
                  <a:pt x="595746" y="1657928"/>
                  <a:pt x="692953" y="1656754"/>
                  <a:pt x="789709" y="1648691"/>
                </a:cubicBezTo>
                <a:cubicBezTo>
                  <a:pt x="804263" y="1647478"/>
                  <a:pt x="819122" y="1642938"/>
                  <a:pt x="831273" y="1634837"/>
                </a:cubicBezTo>
                <a:cubicBezTo>
                  <a:pt x="847576" y="1623969"/>
                  <a:pt x="860808" y="1608739"/>
                  <a:pt x="872837" y="1593273"/>
                </a:cubicBezTo>
                <a:cubicBezTo>
                  <a:pt x="893283" y="1566986"/>
                  <a:pt x="900546" y="1528619"/>
                  <a:pt x="928255" y="1510146"/>
                </a:cubicBezTo>
                <a:cubicBezTo>
                  <a:pt x="956918" y="1491037"/>
                  <a:pt x="1013460" y="1461193"/>
                  <a:pt x="1039091" y="1427018"/>
                </a:cubicBezTo>
                <a:cubicBezTo>
                  <a:pt x="1059072" y="1400376"/>
                  <a:pt x="1083978" y="1375484"/>
                  <a:pt x="1094509" y="1343891"/>
                </a:cubicBezTo>
                <a:lnTo>
                  <a:pt x="1122219" y="1260764"/>
                </a:lnTo>
                <a:cubicBezTo>
                  <a:pt x="1126837" y="1246909"/>
                  <a:pt x="1133672" y="1233605"/>
                  <a:pt x="1136073" y="1219200"/>
                </a:cubicBezTo>
                <a:lnTo>
                  <a:pt x="1149928" y="1136073"/>
                </a:lnTo>
                <a:cubicBezTo>
                  <a:pt x="1161729" y="982651"/>
                  <a:pt x="1153482" y="995389"/>
                  <a:pt x="1177637" y="886691"/>
                </a:cubicBezTo>
                <a:cubicBezTo>
                  <a:pt x="1187137" y="843939"/>
                  <a:pt x="1197983" y="800897"/>
                  <a:pt x="1219200" y="762000"/>
                </a:cubicBezTo>
                <a:cubicBezTo>
                  <a:pt x="1235147" y="732764"/>
                  <a:pt x="1246910" y="697346"/>
                  <a:pt x="1274619" y="678873"/>
                </a:cubicBezTo>
                <a:cubicBezTo>
                  <a:pt x="1409783" y="588763"/>
                  <a:pt x="1199702" y="729928"/>
                  <a:pt x="1371600" y="609600"/>
                </a:cubicBezTo>
                <a:cubicBezTo>
                  <a:pt x="1458216" y="548969"/>
                  <a:pt x="1426934" y="563447"/>
                  <a:pt x="1496291" y="540328"/>
                </a:cubicBezTo>
                <a:cubicBezTo>
                  <a:pt x="1524000" y="512619"/>
                  <a:pt x="1557682" y="489805"/>
                  <a:pt x="1579419" y="457200"/>
                </a:cubicBezTo>
                <a:cubicBezTo>
                  <a:pt x="1609690" y="411795"/>
                  <a:pt x="1651000" y="438728"/>
                  <a:pt x="1648691" y="4156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Freeform 230">
            <a:extLst>
              <a:ext uri="{FF2B5EF4-FFF2-40B4-BE49-F238E27FC236}">
                <a16:creationId xmlns:a16="http://schemas.microsoft.com/office/drawing/2014/main" id="{28984163-0815-9579-F746-17A161AF300A}"/>
              </a:ext>
            </a:extLst>
          </p:cNvPr>
          <p:cNvSpPr/>
          <p:nvPr/>
        </p:nvSpPr>
        <p:spPr>
          <a:xfrm>
            <a:off x="3161158" y="4964721"/>
            <a:ext cx="961324" cy="1114950"/>
          </a:xfrm>
          <a:custGeom>
            <a:avLst/>
            <a:gdLst>
              <a:gd name="connsiteX0" fmla="*/ 1745673 w 1745673"/>
              <a:gd name="connsiteY0" fmla="*/ 1343891 h 1967346"/>
              <a:gd name="connsiteX1" fmla="*/ 1648691 w 1745673"/>
              <a:gd name="connsiteY1" fmla="*/ 1288473 h 1967346"/>
              <a:gd name="connsiteX2" fmla="*/ 1565564 w 1745673"/>
              <a:gd name="connsiteY2" fmla="*/ 1205346 h 1967346"/>
              <a:gd name="connsiteX3" fmla="*/ 1524000 w 1745673"/>
              <a:gd name="connsiteY3" fmla="*/ 1163782 h 1967346"/>
              <a:gd name="connsiteX4" fmla="*/ 1496291 w 1745673"/>
              <a:gd name="connsiteY4" fmla="*/ 1122219 h 1967346"/>
              <a:gd name="connsiteX5" fmla="*/ 1427018 w 1745673"/>
              <a:gd name="connsiteY5" fmla="*/ 1066800 h 1967346"/>
              <a:gd name="connsiteX6" fmla="*/ 1357746 w 1745673"/>
              <a:gd name="connsiteY6" fmla="*/ 983673 h 1967346"/>
              <a:gd name="connsiteX7" fmla="*/ 1316182 w 1745673"/>
              <a:gd name="connsiteY7" fmla="*/ 900546 h 1967346"/>
              <a:gd name="connsiteX8" fmla="*/ 1302327 w 1745673"/>
              <a:gd name="connsiteY8" fmla="*/ 858982 h 1967346"/>
              <a:gd name="connsiteX9" fmla="*/ 1274618 w 1745673"/>
              <a:gd name="connsiteY9" fmla="*/ 803564 h 1967346"/>
              <a:gd name="connsiteX10" fmla="*/ 1246909 w 1745673"/>
              <a:gd name="connsiteY10" fmla="*/ 720437 h 1967346"/>
              <a:gd name="connsiteX11" fmla="*/ 1233055 w 1745673"/>
              <a:gd name="connsiteY11" fmla="*/ 678873 h 1967346"/>
              <a:gd name="connsiteX12" fmla="*/ 1219200 w 1745673"/>
              <a:gd name="connsiteY12" fmla="*/ 595746 h 1967346"/>
              <a:gd name="connsiteX13" fmla="*/ 1177637 w 1745673"/>
              <a:gd name="connsiteY13" fmla="*/ 568037 h 1967346"/>
              <a:gd name="connsiteX14" fmla="*/ 1149927 w 1745673"/>
              <a:gd name="connsiteY14" fmla="*/ 540328 h 1967346"/>
              <a:gd name="connsiteX15" fmla="*/ 1094509 w 1745673"/>
              <a:gd name="connsiteY15" fmla="*/ 415637 h 1967346"/>
              <a:gd name="connsiteX16" fmla="*/ 1052946 w 1745673"/>
              <a:gd name="connsiteY16" fmla="*/ 332510 h 1967346"/>
              <a:gd name="connsiteX17" fmla="*/ 1039091 w 1745673"/>
              <a:gd name="connsiteY17" fmla="*/ 290946 h 1967346"/>
              <a:gd name="connsiteX18" fmla="*/ 997527 w 1745673"/>
              <a:gd name="connsiteY18" fmla="*/ 263237 h 1967346"/>
              <a:gd name="connsiteX19" fmla="*/ 955964 w 1745673"/>
              <a:gd name="connsiteY19" fmla="*/ 180110 h 1967346"/>
              <a:gd name="connsiteX20" fmla="*/ 914400 w 1745673"/>
              <a:gd name="connsiteY20" fmla="*/ 96982 h 1967346"/>
              <a:gd name="connsiteX21" fmla="*/ 872837 w 1745673"/>
              <a:gd name="connsiteY21" fmla="*/ 83128 h 1967346"/>
              <a:gd name="connsiteX22" fmla="*/ 789709 w 1745673"/>
              <a:gd name="connsiteY22" fmla="*/ 27710 h 1967346"/>
              <a:gd name="connsiteX23" fmla="*/ 706582 w 1745673"/>
              <a:gd name="connsiteY23" fmla="*/ 0 h 1967346"/>
              <a:gd name="connsiteX24" fmla="*/ 651164 w 1745673"/>
              <a:gd name="connsiteY24" fmla="*/ 13855 h 1967346"/>
              <a:gd name="connsiteX25" fmla="*/ 568037 w 1745673"/>
              <a:gd name="connsiteY25" fmla="*/ 41564 h 1967346"/>
              <a:gd name="connsiteX26" fmla="*/ 512618 w 1745673"/>
              <a:gd name="connsiteY26" fmla="*/ 55419 h 1967346"/>
              <a:gd name="connsiteX27" fmla="*/ 429491 w 1745673"/>
              <a:gd name="connsiteY27" fmla="*/ 124691 h 1967346"/>
              <a:gd name="connsiteX28" fmla="*/ 374073 w 1745673"/>
              <a:gd name="connsiteY28" fmla="*/ 207819 h 1967346"/>
              <a:gd name="connsiteX29" fmla="*/ 290946 w 1745673"/>
              <a:gd name="connsiteY29" fmla="*/ 290946 h 1967346"/>
              <a:gd name="connsiteX30" fmla="*/ 263237 w 1745673"/>
              <a:gd name="connsiteY30" fmla="*/ 332510 h 1967346"/>
              <a:gd name="connsiteX31" fmla="*/ 180109 w 1745673"/>
              <a:gd name="connsiteY31" fmla="*/ 415637 h 1967346"/>
              <a:gd name="connsiteX32" fmla="*/ 152400 w 1745673"/>
              <a:gd name="connsiteY32" fmla="*/ 471055 h 1967346"/>
              <a:gd name="connsiteX33" fmla="*/ 138546 w 1745673"/>
              <a:gd name="connsiteY33" fmla="*/ 512619 h 1967346"/>
              <a:gd name="connsiteX34" fmla="*/ 69273 w 1745673"/>
              <a:gd name="connsiteY34" fmla="*/ 637310 h 1967346"/>
              <a:gd name="connsiteX35" fmla="*/ 55418 w 1745673"/>
              <a:gd name="connsiteY35" fmla="*/ 734291 h 1967346"/>
              <a:gd name="connsiteX36" fmla="*/ 41564 w 1745673"/>
              <a:gd name="connsiteY36" fmla="*/ 775855 h 1967346"/>
              <a:gd name="connsiteX37" fmla="*/ 27709 w 1745673"/>
              <a:gd name="connsiteY37" fmla="*/ 872837 h 1967346"/>
              <a:gd name="connsiteX38" fmla="*/ 0 w 1745673"/>
              <a:gd name="connsiteY38" fmla="*/ 1066800 h 1967346"/>
              <a:gd name="connsiteX39" fmla="*/ 13855 w 1745673"/>
              <a:gd name="connsiteY39" fmla="*/ 1496291 h 1967346"/>
              <a:gd name="connsiteX40" fmla="*/ 27709 w 1745673"/>
              <a:gd name="connsiteY40" fmla="*/ 1537855 h 1967346"/>
              <a:gd name="connsiteX41" fmla="*/ 41564 w 1745673"/>
              <a:gd name="connsiteY41" fmla="*/ 1607128 h 1967346"/>
              <a:gd name="connsiteX42" fmla="*/ 69273 w 1745673"/>
              <a:gd name="connsiteY42" fmla="*/ 1662546 h 1967346"/>
              <a:gd name="connsiteX43" fmla="*/ 110837 w 1745673"/>
              <a:gd name="connsiteY43" fmla="*/ 1731819 h 1967346"/>
              <a:gd name="connsiteX44" fmla="*/ 235527 w 1745673"/>
              <a:gd name="connsiteY44" fmla="*/ 1884219 h 1967346"/>
              <a:gd name="connsiteX45" fmla="*/ 387927 w 1745673"/>
              <a:gd name="connsiteY45" fmla="*/ 1925782 h 1967346"/>
              <a:gd name="connsiteX46" fmla="*/ 512618 w 1745673"/>
              <a:gd name="connsiteY46" fmla="*/ 1953491 h 1967346"/>
              <a:gd name="connsiteX47" fmla="*/ 748146 w 1745673"/>
              <a:gd name="connsiteY47" fmla="*/ 1967346 h 1967346"/>
              <a:gd name="connsiteX48" fmla="*/ 983673 w 1745673"/>
              <a:gd name="connsiteY48" fmla="*/ 1953491 h 1967346"/>
              <a:gd name="connsiteX49" fmla="*/ 1136073 w 1745673"/>
              <a:gd name="connsiteY49" fmla="*/ 1911928 h 1967346"/>
              <a:gd name="connsiteX50" fmla="*/ 1246909 w 1745673"/>
              <a:gd name="connsiteY50" fmla="*/ 1884219 h 1967346"/>
              <a:gd name="connsiteX51" fmla="*/ 1371600 w 1745673"/>
              <a:gd name="connsiteY51" fmla="*/ 1801091 h 1967346"/>
              <a:gd name="connsiteX52" fmla="*/ 1413164 w 1745673"/>
              <a:gd name="connsiteY52" fmla="*/ 1773382 h 1967346"/>
              <a:gd name="connsiteX53" fmla="*/ 1510146 w 1745673"/>
              <a:gd name="connsiteY53" fmla="*/ 1704110 h 1967346"/>
              <a:gd name="connsiteX54" fmla="*/ 1579418 w 1745673"/>
              <a:gd name="connsiteY54" fmla="*/ 1620982 h 1967346"/>
              <a:gd name="connsiteX55" fmla="*/ 1620982 w 1745673"/>
              <a:gd name="connsiteY55" fmla="*/ 1537855 h 1967346"/>
              <a:gd name="connsiteX56" fmla="*/ 1648691 w 1745673"/>
              <a:gd name="connsiteY56" fmla="*/ 1496291 h 1967346"/>
              <a:gd name="connsiteX57" fmla="*/ 1676400 w 1745673"/>
              <a:gd name="connsiteY57" fmla="*/ 1413164 h 1967346"/>
              <a:gd name="connsiteX58" fmla="*/ 1690255 w 1745673"/>
              <a:gd name="connsiteY58" fmla="*/ 1371600 h 1967346"/>
              <a:gd name="connsiteX59" fmla="*/ 1676400 w 1745673"/>
              <a:gd name="connsiteY59" fmla="*/ 1343891 h 196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745673" h="1967346">
                <a:moveTo>
                  <a:pt x="1745673" y="1343891"/>
                </a:moveTo>
                <a:cubicBezTo>
                  <a:pt x="1713346" y="1325418"/>
                  <a:pt x="1678203" y="1311174"/>
                  <a:pt x="1648691" y="1288473"/>
                </a:cubicBezTo>
                <a:cubicBezTo>
                  <a:pt x="1617631" y="1264581"/>
                  <a:pt x="1593273" y="1233055"/>
                  <a:pt x="1565564" y="1205346"/>
                </a:cubicBezTo>
                <a:cubicBezTo>
                  <a:pt x="1551709" y="1191491"/>
                  <a:pt x="1534869" y="1180085"/>
                  <a:pt x="1524000" y="1163782"/>
                </a:cubicBezTo>
                <a:cubicBezTo>
                  <a:pt x="1514764" y="1149928"/>
                  <a:pt x="1508065" y="1133993"/>
                  <a:pt x="1496291" y="1122219"/>
                </a:cubicBezTo>
                <a:cubicBezTo>
                  <a:pt x="1424277" y="1050206"/>
                  <a:pt x="1481862" y="1135356"/>
                  <a:pt x="1427018" y="1066800"/>
                </a:cubicBezTo>
                <a:cubicBezTo>
                  <a:pt x="1349865" y="970358"/>
                  <a:pt x="1456475" y="1082404"/>
                  <a:pt x="1357746" y="983673"/>
                </a:cubicBezTo>
                <a:cubicBezTo>
                  <a:pt x="1322920" y="879201"/>
                  <a:pt x="1369898" y="1007979"/>
                  <a:pt x="1316182" y="900546"/>
                </a:cubicBezTo>
                <a:cubicBezTo>
                  <a:pt x="1309651" y="887484"/>
                  <a:pt x="1308080" y="872405"/>
                  <a:pt x="1302327" y="858982"/>
                </a:cubicBezTo>
                <a:cubicBezTo>
                  <a:pt x="1294191" y="839999"/>
                  <a:pt x="1282288" y="822740"/>
                  <a:pt x="1274618" y="803564"/>
                </a:cubicBezTo>
                <a:cubicBezTo>
                  <a:pt x="1263770" y="776445"/>
                  <a:pt x="1256145" y="748146"/>
                  <a:pt x="1246909" y="720437"/>
                </a:cubicBezTo>
                <a:cubicBezTo>
                  <a:pt x="1242291" y="706582"/>
                  <a:pt x="1235456" y="693278"/>
                  <a:pt x="1233055" y="678873"/>
                </a:cubicBezTo>
                <a:cubicBezTo>
                  <a:pt x="1228437" y="651164"/>
                  <a:pt x="1231763" y="620872"/>
                  <a:pt x="1219200" y="595746"/>
                </a:cubicBezTo>
                <a:cubicBezTo>
                  <a:pt x="1211753" y="580853"/>
                  <a:pt x="1190639" y="578439"/>
                  <a:pt x="1177637" y="568037"/>
                </a:cubicBezTo>
                <a:cubicBezTo>
                  <a:pt x="1167437" y="559877"/>
                  <a:pt x="1159164" y="549564"/>
                  <a:pt x="1149927" y="540328"/>
                </a:cubicBezTo>
                <a:cubicBezTo>
                  <a:pt x="1116953" y="441404"/>
                  <a:pt x="1138420" y="481503"/>
                  <a:pt x="1094509" y="415637"/>
                </a:cubicBezTo>
                <a:cubicBezTo>
                  <a:pt x="1059689" y="311171"/>
                  <a:pt x="1106658" y="439932"/>
                  <a:pt x="1052946" y="332510"/>
                </a:cubicBezTo>
                <a:cubicBezTo>
                  <a:pt x="1046415" y="319448"/>
                  <a:pt x="1048214" y="302350"/>
                  <a:pt x="1039091" y="290946"/>
                </a:cubicBezTo>
                <a:cubicBezTo>
                  <a:pt x="1028689" y="277944"/>
                  <a:pt x="1011382" y="272473"/>
                  <a:pt x="997527" y="263237"/>
                </a:cubicBezTo>
                <a:cubicBezTo>
                  <a:pt x="962707" y="158771"/>
                  <a:pt x="1009676" y="287532"/>
                  <a:pt x="955964" y="180110"/>
                </a:cubicBezTo>
                <a:cubicBezTo>
                  <a:pt x="939232" y="146646"/>
                  <a:pt x="947487" y="123452"/>
                  <a:pt x="914400" y="96982"/>
                </a:cubicBezTo>
                <a:cubicBezTo>
                  <a:pt x="902996" y="87859"/>
                  <a:pt x="886691" y="87746"/>
                  <a:pt x="872837" y="83128"/>
                </a:cubicBezTo>
                <a:cubicBezTo>
                  <a:pt x="845128" y="64655"/>
                  <a:pt x="821302" y="38241"/>
                  <a:pt x="789709" y="27710"/>
                </a:cubicBezTo>
                <a:lnTo>
                  <a:pt x="706582" y="0"/>
                </a:lnTo>
                <a:cubicBezTo>
                  <a:pt x="688109" y="4618"/>
                  <a:pt x="669402" y="8383"/>
                  <a:pt x="651164" y="13855"/>
                </a:cubicBezTo>
                <a:cubicBezTo>
                  <a:pt x="623188" y="22248"/>
                  <a:pt x="596373" y="34480"/>
                  <a:pt x="568037" y="41564"/>
                </a:cubicBezTo>
                <a:lnTo>
                  <a:pt x="512618" y="55419"/>
                </a:lnTo>
                <a:cubicBezTo>
                  <a:pt x="475675" y="80048"/>
                  <a:pt x="458209" y="87768"/>
                  <a:pt x="429491" y="124691"/>
                </a:cubicBezTo>
                <a:cubicBezTo>
                  <a:pt x="409045" y="150978"/>
                  <a:pt x="397621" y="184271"/>
                  <a:pt x="374073" y="207819"/>
                </a:cubicBezTo>
                <a:cubicBezTo>
                  <a:pt x="346364" y="235528"/>
                  <a:pt x="312683" y="258341"/>
                  <a:pt x="290946" y="290946"/>
                </a:cubicBezTo>
                <a:cubicBezTo>
                  <a:pt x="281710" y="304801"/>
                  <a:pt x="274299" y="320065"/>
                  <a:pt x="263237" y="332510"/>
                </a:cubicBezTo>
                <a:cubicBezTo>
                  <a:pt x="237203" y="361798"/>
                  <a:pt x="197634" y="380587"/>
                  <a:pt x="180109" y="415637"/>
                </a:cubicBezTo>
                <a:cubicBezTo>
                  <a:pt x="170873" y="434110"/>
                  <a:pt x="160536" y="452072"/>
                  <a:pt x="152400" y="471055"/>
                </a:cubicBezTo>
                <a:cubicBezTo>
                  <a:pt x="146647" y="484478"/>
                  <a:pt x="145792" y="499939"/>
                  <a:pt x="138546" y="512619"/>
                </a:cubicBezTo>
                <a:cubicBezTo>
                  <a:pt x="50677" y="666390"/>
                  <a:pt x="139358" y="462097"/>
                  <a:pt x="69273" y="637310"/>
                </a:cubicBezTo>
                <a:cubicBezTo>
                  <a:pt x="64655" y="669637"/>
                  <a:pt x="61822" y="702270"/>
                  <a:pt x="55418" y="734291"/>
                </a:cubicBezTo>
                <a:cubicBezTo>
                  <a:pt x="52554" y="748611"/>
                  <a:pt x="44428" y="761535"/>
                  <a:pt x="41564" y="775855"/>
                </a:cubicBezTo>
                <a:cubicBezTo>
                  <a:pt x="35160" y="807876"/>
                  <a:pt x="32674" y="840561"/>
                  <a:pt x="27709" y="872837"/>
                </a:cubicBezTo>
                <a:cubicBezTo>
                  <a:pt x="1077" y="1045944"/>
                  <a:pt x="26163" y="857505"/>
                  <a:pt x="0" y="1066800"/>
                </a:cubicBezTo>
                <a:cubicBezTo>
                  <a:pt x="4618" y="1209964"/>
                  <a:pt x="5444" y="1353300"/>
                  <a:pt x="13855" y="1496291"/>
                </a:cubicBezTo>
                <a:cubicBezTo>
                  <a:pt x="14713" y="1510870"/>
                  <a:pt x="24167" y="1523687"/>
                  <a:pt x="27709" y="1537855"/>
                </a:cubicBezTo>
                <a:cubicBezTo>
                  <a:pt x="33420" y="1560700"/>
                  <a:pt x="34117" y="1584788"/>
                  <a:pt x="41564" y="1607128"/>
                </a:cubicBezTo>
                <a:cubicBezTo>
                  <a:pt x="48095" y="1626721"/>
                  <a:pt x="61137" y="1643563"/>
                  <a:pt x="69273" y="1662546"/>
                </a:cubicBezTo>
                <a:cubicBezTo>
                  <a:pt x="96251" y="1725495"/>
                  <a:pt x="64756" y="1685740"/>
                  <a:pt x="110837" y="1731819"/>
                </a:cubicBezTo>
                <a:cubicBezTo>
                  <a:pt x="138828" y="1787800"/>
                  <a:pt x="168577" y="1861903"/>
                  <a:pt x="235527" y="1884219"/>
                </a:cubicBezTo>
                <a:cubicBezTo>
                  <a:pt x="365290" y="1927473"/>
                  <a:pt x="270427" y="1899671"/>
                  <a:pt x="387927" y="1925782"/>
                </a:cubicBezTo>
                <a:cubicBezTo>
                  <a:pt x="423673" y="1933726"/>
                  <a:pt x="477254" y="1950276"/>
                  <a:pt x="512618" y="1953491"/>
                </a:cubicBezTo>
                <a:cubicBezTo>
                  <a:pt x="590940" y="1960611"/>
                  <a:pt x="669637" y="1962728"/>
                  <a:pt x="748146" y="1967346"/>
                </a:cubicBezTo>
                <a:cubicBezTo>
                  <a:pt x="826655" y="1962728"/>
                  <a:pt x="905351" y="1960611"/>
                  <a:pt x="983673" y="1953491"/>
                </a:cubicBezTo>
                <a:cubicBezTo>
                  <a:pt x="1087602" y="1944043"/>
                  <a:pt x="1023145" y="1934514"/>
                  <a:pt x="1136073" y="1911928"/>
                </a:cubicBezTo>
                <a:cubicBezTo>
                  <a:pt x="1219666" y="1895209"/>
                  <a:pt x="1183006" y="1905519"/>
                  <a:pt x="1246909" y="1884219"/>
                </a:cubicBezTo>
                <a:lnTo>
                  <a:pt x="1371600" y="1801091"/>
                </a:lnTo>
                <a:cubicBezTo>
                  <a:pt x="1385455" y="1791855"/>
                  <a:pt x="1399843" y="1783373"/>
                  <a:pt x="1413164" y="1773382"/>
                </a:cubicBezTo>
                <a:cubicBezTo>
                  <a:pt x="1481903" y="1721828"/>
                  <a:pt x="1449369" y="1744627"/>
                  <a:pt x="1510146" y="1704110"/>
                </a:cubicBezTo>
                <a:cubicBezTo>
                  <a:pt x="1578939" y="1600920"/>
                  <a:pt x="1490527" y="1727652"/>
                  <a:pt x="1579418" y="1620982"/>
                </a:cubicBezTo>
                <a:cubicBezTo>
                  <a:pt x="1629049" y="1561424"/>
                  <a:pt x="1589739" y="1600340"/>
                  <a:pt x="1620982" y="1537855"/>
                </a:cubicBezTo>
                <a:cubicBezTo>
                  <a:pt x="1628429" y="1522962"/>
                  <a:pt x="1641928" y="1511507"/>
                  <a:pt x="1648691" y="1496291"/>
                </a:cubicBezTo>
                <a:cubicBezTo>
                  <a:pt x="1660553" y="1469601"/>
                  <a:pt x="1667164" y="1440873"/>
                  <a:pt x="1676400" y="1413164"/>
                </a:cubicBezTo>
                <a:cubicBezTo>
                  <a:pt x="1681018" y="1399309"/>
                  <a:pt x="1696786" y="1384662"/>
                  <a:pt x="1690255" y="1371600"/>
                </a:cubicBezTo>
                <a:lnTo>
                  <a:pt x="1676400" y="1343891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Right Arrow 231">
            <a:extLst>
              <a:ext uri="{FF2B5EF4-FFF2-40B4-BE49-F238E27FC236}">
                <a16:creationId xmlns:a16="http://schemas.microsoft.com/office/drawing/2014/main" id="{8FB123A2-404D-5B79-0CE7-AF897A7CF87C}"/>
              </a:ext>
            </a:extLst>
          </p:cNvPr>
          <p:cNvSpPr/>
          <p:nvPr/>
        </p:nvSpPr>
        <p:spPr>
          <a:xfrm>
            <a:off x="6158259" y="3116919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9CAC9C8-621D-DA9C-E203-A4912A13DA7B}"/>
              </a:ext>
            </a:extLst>
          </p:cNvPr>
          <p:cNvSpPr txBox="1"/>
          <p:nvPr/>
        </p:nvSpPr>
        <p:spPr>
          <a:xfrm>
            <a:off x="6869205" y="901237"/>
            <a:ext cx="43473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hoice-free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ataflow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ircuit</a:t>
            </a:r>
          </a:p>
          <a:p>
            <a:pPr algn="ctr"/>
            <a:r>
              <a:rPr lang="zh-CN" alt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(CFDFC)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C100D7E4-701D-225D-2276-FB241604C6BF}"/>
              </a:ext>
            </a:extLst>
          </p:cNvPr>
          <p:cNvSpPr/>
          <p:nvPr/>
        </p:nvSpPr>
        <p:spPr>
          <a:xfrm>
            <a:off x="9672094" y="5203484"/>
            <a:ext cx="1031882" cy="4020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B040ED06-7B85-720A-0125-DE3A9BAA5B04}"/>
              </a:ext>
            </a:extLst>
          </p:cNvPr>
          <p:cNvCxnSpPr>
            <a:cxnSpLocks/>
          </p:cNvCxnSpPr>
          <p:nvPr/>
        </p:nvCxnSpPr>
        <p:spPr>
          <a:xfrm>
            <a:off x="7965154" y="2827516"/>
            <a:ext cx="0" cy="8074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F4A85E99-03C4-0106-5B55-7F12790775AE}"/>
              </a:ext>
            </a:extLst>
          </p:cNvPr>
          <p:cNvCxnSpPr>
            <a:cxnSpLocks/>
          </p:cNvCxnSpPr>
          <p:nvPr/>
        </p:nvCxnSpPr>
        <p:spPr>
          <a:xfrm>
            <a:off x="9089726" y="1908587"/>
            <a:ext cx="179016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>
            <a:extLst>
              <a:ext uri="{FF2B5EF4-FFF2-40B4-BE49-F238E27FC236}">
                <a16:creationId xmlns:a16="http://schemas.microsoft.com/office/drawing/2014/main" id="{965B0085-94B0-8448-65BB-BD77E0A5AE05}"/>
              </a:ext>
            </a:extLst>
          </p:cNvPr>
          <p:cNvCxnSpPr>
            <a:cxnSpLocks/>
          </p:cNvCxnSpPr>
          <p:nvPr/>
        </p:nvCxnSpPr>
        <p:spPr>
          <a:xfrm>
            <a:off x="9083637" y="1908587"/>
            <a:ext cx="0" cy="31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371FDDA0-7DA6-7DFC-858B-5C1135F26AEE}"/>
              </a:ext>
            </a:extLst>
          </p:cNvPr>
          <p:cNvCxnSpPr>
            <a:cxnSpLocks/>
            <a:stCxn id="452" idx="2"/>
            <a:endCxn id="447" idx="0"/>
          </p:cNvCxnSpPr>
          <p:nvPr/>
        </p:nvCxnSpPr>
        <p:spPr>
          <a:xfrm>
            <a:off x="9083637" y="2610927"/>
            <a:ext cx="3754" cy="4331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D12B148A-5D56-36B3-1E85-882F75735725}"/>
              </a:ext>
            </a:extLst>
          </p:cNvPr>
          <p:cNvCxnSpPr>
            <a:cxnSpLocks/>
          </p:cNvCxnSpPr>
          <p:nvPr/>
        </p:nvCxnSpPr>
        <p:spPr>
          <a:xfrm flipV="1">
            <a:off x="10879888" y="1908587"/>
            <a:ext cx="0" cy="3914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C8FE6A34-EA96-CFB5-520B-342865CAC755}"/>
              </a:ext>
            </a:extLst>
          </p:cNvPr>
          <p:cNvCxnSpPr>
            <a:cxnSpLocks/>
          </p:cNvCxnSpPr>
          <p:nvPr/>
        </p:nvCxnSpPr>
        <p:spPr>
          <a:xfrm flipV="1">
            <a:off x="10158924" y="5596810"/>
            <a:ext cx="0" cy="2178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9B9B5D22-3366-8BF6-2977-9A4DBCC576B0}"/>
              </a:ext>
            </a:extLst>
          </p:cNvPr>
          <p:cNvCxnSpPr>
            <a:cxnSpLocks/>
          </p:cNvCxnSpPr>
          <p:nvPr/>
        </p:nvCxnSpPr>
        <p:spPr>
          <a:xfrm>
            <a:off x="10158924" y="5823237"/>
            <a:ext cx="7209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D50BECFC-0340-3F74-1D9C-C217DA1B5FCB}"/>
              </a:ext>
            </a:extLst>
          </p:cNvPr>
          <p:cNvGrpSpPr/>
          <p:nvPr/>
        </p:nvGrpSpPr>
        <p:grpSpPr>
          <a:xfrm>
            <a:off x="7326786" y="3633473"/>
            <a:ext cx="1288051" cy="411370"/>
            <a:chOff x="1525120" y="2849294"/>
            <a:chExt cx="1010262" cy="493781"/>
          </a:xfrm>
        </p:grpSpPr>
        <p:sp>
          <p:nvSpPr>
            <p:cNvPr id="456" name="Rounded Rectangle 455">
              <a:extLst>
                <a:ext uri="{FF2B5EF4-FFF2-40B4-BE49-F238E27FC236}">
                  <a16:creationId xmlns:a16="http://schemas.microsoft.com/office/drawing/2014/main" id="{4B598103-BD64-07B9-864B-010187A6499F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768B9F8F-98D6-89D8-B39B-0E7F1B6FA77C}"/>
                </a:ext>
              </a:extLst>
            </p:cNvPr>
            <p:cNvSpPr txBox="1"/>
            <p:nvPr/>
          </p:nvSpPr>
          <p:spPr>
            <a:xfrm>
              <a:off x="1562369" y="2849294"/>
              <a:ext cx="932104" cy="480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4BFBCE5-9C0E-8EC8-67CE-5E5B8BA24471}"/>
              </a:ext>
            </a:extLst>
          </p:cNvPr>
          <p:cNvGrpSpPr/>
          <p:nvPr/>
        </p:nvGrpSpPr>
        <p:grpSpPr>
          <a:xfrm>
            <a:off x="10007722" y="3044698"/>
            <a:ext cx="478559" cy="478559"/>
            <a:chOff x="2041401" y="3235569"/>
            <a:chExt cx="574430" cy="574430"/>
          </a:xfrm>
        </p:grpSpPr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1576C66B-BC3D-7874-8F7E-CDC6FD54703C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B9D8B9E8-2695-D160-23E5-B2445147A89E}"/>
                </a:ext>
              </a:extLst>
            </p:cNvPr>
            <p:cNvSpPr txBox="1"/>
            <p:nvPr/>
          </p:nvSpPr>
          <p:spPr>
            <a:xfrm>
              <a:off x="2125836" y="329048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40816DCD-6175-6655-C6F4-0B175C1DA001}"/>
              </a:ext>
            </a:extLst>
          </p:cNvPr>
          <p:cNvGrpSpPr/>
          <p:nvPr/>
        </p:nvGrpSpPr>
        <p:grpSpPr>
          <a:xfrm>
            <a:off x="8648814" y="2198508"/>
            <a:ext cx="869646" cy="412419"/>
            <a:chOff x="2195060" y="1943360"/>
            <a:chExt cx="1043864" cy="495040"/>
          </a:xfrm>
        </p:grpSpPr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5AD05599-AC9D-776E-F5BD-3D7BFAF93359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CE048ACE-3024-54A7-8072-826CD7F99A0E}"/>
                </a:ext>
              </a:extLst>
            </p:cNvPr>
            <p:cNvSpPr txBox="1"/>
            <p:nvPr/>
          </p:nvSpPr>
          <p:spPr>
            <a:xfrm>
              <a:off x="2333713" y="1943360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C6B4AFDD-4F34-ED96-02FC-CE5A9FDBF54E}"/>
              </a:ext>
            </a:extLst>
          </p:cNvPr>
          <p:cNvCxnSpPr>
            <a:cxnSpLocks/>
          </p:cNvCxnSpPr>
          <p:nvPr/>
        </p:nvCxnSpPr>
        <p:spPr>
          <a:xfrm flipV="1">
            <a:off x="9434959" y="2610927"/>
            <a:ext cx="0" cy="2178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6403E200-0344-B6A6-5CF2-374D507F0BA4}"/>
              </a:ext>
            </a:extLst>
          </p:cNvPr>
          <p:cNvCxnSpPr>
            <a:cxnSpLocks/>
          </p:cNvCxnSpPr>
          <p:nvPr/>
        </p:nvCxnSpPr>
        <p:spPr>
          <a:xfrm>
            <a:off x="9434959" y="2828774"/>
            <a:ext cx="661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Arrow Connector 415">
            <a:extLst>
              <a:ext uri="{FF2B5EF4-FFF2-40B4-BE49-F238E27FC236}">
                <a16:creationId xmlns:a16="http://schemas.microsoft.com/office/drawing/2014/main" id="{468B6550-1746-B347-8115-1FE0F2AC8C41}"/>
              </a:ext>
            </a:extLst>
          </p:cNvPr>
          <p:cNvCxnSpPr>
            <a:cxnSpLocks/>
          </p:cNvCxnSpPr>
          <p:nvPr/>
        </p:nvCxnSpPr>
        <p:spPr>
          <a:xfrm>
            <a:off x="10096709" y="2828774"/>
            <a:ext cx="0" cy="2531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85850238-A613-5233-662F-3F34F776306C}"/>
              </a:ext>
            </a:extLst>
          </p:cNvPr>
          <p:cNvCxnSpPr>
            <a:cxnSpLocks/>
          </p:cNvCxnSpPr>
          <p:nvPr/>
        </p:nvCxnSpPr>
        <p:spPr>
          <a:xfrm>
            <a:off x="10396302" y="2828774"/>
            <a:ext cx="0" cy="2616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57037022-E0F5-40FB-73B3-6489EC2640AC}"/>
              </a:ext>
            </a:extLst>
          </p:cNvPr>
          <p:cNvSpPr txBox="1"/>
          <p:nvPr/>
        </p:nvSpPr>
        <p:spPr>
          <a:xfrm>
            <a:off x="10266152" y="2435444"/>
            <a:ext cx="260683" cy="333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E1CC19CB-4384-D479-7D16-81722C583DDC}"/>
              </a:ext>
            </a:extLst>
          </p:cNvPr>
          <p:cNvGrpSpPr/>
          <p:nvPr/>
        </p:nvGrpSpPr>
        <p:grpSpPr>
          <a:xfrm>
            <a:off x="9812178" y="3771750"/>
            <a:ext cx="869646" cy="412419"/>
            <a:chOff x="2195060" y="1943360"/>
            <a:chExt cx="1043864" cy="495040"/>
          </a:xfrm>
        </p:grpSpPr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059B0E4D-8F4F-0F53-472D-0DD913D1CD7B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AAC69ADF-BD40-9177-E17D-FC62C51EB48A}"/>
                </a:ext>
              </a:extLst>
            </p:cNvPr>
            <p:cNvSpPr txBox="1"/>
            <p:nvPr/>
          </p:nvSpPr>
          <p:spPr>
            <a:xfrm>
              <a:off x="2333713" y="1943360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20A373DC-98E8-0865-33E5-1059BD94EC7F}"/>
              </a:ext>
            </a:extLst>
          </p:cNvPr>
          <p:cNvCxnSpPr>
            <a:cxnSpLocks/>
          </p:cNvCxnSpPr>
          <p:nvPr/>
        </p:nvCxnSpPr>
        <p:spPr>
          <a:xfrm>
            <a:off x="10249377" y="3523257"/>
            <a:ext cx="0" cy="2616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26EE4433-A3AF-5BBF-ADE0-D2A099A13744}"/>
              </a:ext>
            </a:extLst>
          </p:cNvPr>
          <p:cNvGrpSpPr/>
          <p:nvPr/>
        </p:nvGrpSpPr>
        <p:grpSpPr>
          <a:xfrm>
            <a:off x="9625265" y="4542570"/>
            <a:ext cx="478559" cy="478559"/>
            <a:chOff x="2041401" y="3235569"/>
            <a:chExt cx="574430" cy="574430"/>
          </a:xfrm>
        </p:grpSpPr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39B90FEF-A69E-9693-DD04-CF5BC6C55C19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A6D751AF-2EE0-E018-B05C-4570E43FC108}"/>
                </a:ext>
              </a:extLst>
            </p:cNvPr>
            <p:cNvSpPr txBox="1"/>
            <p:nvPr/>
          </p:nvSpPr>
          <p:spPr>
            <a:xfrm>
              <a:off x="2125836" y="3290482"/>
              <a:ext cx="396758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0299A18E-26CD-DC74-5277-A4750FA580F3}"/>
              </a:ext>
            </a:extLst>
          </p:cNvPr>
          <p:cNvCxnSpPr>
            <a:cxnSpLocks/>
          </p:cNvCxnSpPr>
          <p:nvPr/>
        </p:nvCxnSpPr>
        <p:spPr>
          <a:xfrm>
            <a:off x="10466375" y="4192750"/>
            <a:ext cx="1" cy="10199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1D49057E-EF9A-C976-C0B1-DA71E993F664}"/>
              </a:ext>
            </a:extLst>
          </p:cNvPr>
          <p:cNvCxnSpPr>
            <a:cxnSpLocks/>
          </p:cNvCxnSpPr>
          <p:nvPr/>
        </p:nvCxnSpPr>
        <p:spPr>
          <a:xfrm flipH="1">
            <a:off x="10004788" y="4165741"/>
            <a:ext cx="2934" cy="4311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EEDA07FD-8CAA-C132-D9D0-84BBC23ED732}"/>
              </a:ext>
            </a:extLst>
          </p:cNvPr>
          <p:cNvCxnSpPr>
            <a:cxnSpLocks/>
          </p:cNvCxnSpPr>
          <p:nvPr/>
        </p:nvCxnSpPr>
        <p:spPr>
          <a:xfrm>
            <a:off x="9688972" y="4381300"/>
            <a:ext cx="0" cy="246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A3B8B994-086E-D182-AA9F-A08AFE2AE829}"/>
              </a:ext>
            </a:extLst>
          </p:cNvPr>
          <p:cNvSpPr txBox="1"/>
          <p:nvPr/>
        </p:nvSpPr>
        <p:spPr>
          <a:xfrm>
            <a:off x="9267571" y="406817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0495E3AB-9A51-9F87-6EDE-06650A5D83D4}"/>
              </a:ext>
            </a:extLst>
          </p:cNvPr>
          <p:cNvGrpSpPr/>
          <p:nvPr/>
        </p:nvGrpSpPr>
        <p:grpSpPr>
          <a:xfrm>
            <a:off x="8445701" y="3044105"/>
            <a:ext cx="1288051" cy="411370"/>
            <a:chOff x="1525120" y="2849294"/>
            <a:chExt cx="1010262" cy="493781"/>
          </a:xfrm>
        </p:grpSpPr>
        <p:sp>
          <p:nvSpPr>
            <p:cNvPr id="446" name="Rounded Rectangle 445">
              <a:extLst>
                <a:ext uri="{FF2B5EF4-FFF2-40B4-BE49-F238E27FC236}">
                  <a16:creationId xmlns:a16="http://schemas.microsoft.com/office/drawing/2014/main" id="{00D2775A-4FD7-8F98-2AD5-5175C75BC07E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7" name="TextBox 446">
              <a:extLst>
                <a:ext uri="{FF2B5EF4-FFF2-40B4-BE49-F238E27FC236}">
                  <a16:creationId xmlns:a16="http://schemas.microsoft.com/office/drawing/2014/main" id="{64535B8E-85F9-4F82-3905-1F4EBC15969B}"/>
                </a:ext>
              </a:extLst>
            </p:cNvPr>
            <p:cNvSpPr txBox="1"/>
            <p:nvPr/>
          </p:nvSpPr>
          <p:spPr>
            <a:xfrm>
              <a:off x="1562468" y="2849294"/>
              <a:ext cx="931903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9D2A9DCF-7BDB-F6D2-7466-1CE991F21698}"/>
              </a:ext>
            </a:extLst>
          </p:cNvPr>
          <p:cNvGrpSpPr/>
          <p:nvPr/>
        </p:nvGrpSpPr>
        <p:grpSpPr>
          <a:xfrm>
            <a:off x="7918653" y="5508016"/>
            <a:ext cx="1288051" cy="411370"/>
            <a:chOff x="1525120" y="2849294"/>
            <a:chExt cx="1010262" cy="493781"/>
          </a:xfrm>
        </p:grpSpPr>
        <p:sp>
          <p:nvSpPr>
            <p:cNvPr id="444" name="Rounded Rectangle 443">
              <a:extLst>
                <a:ext uri="{FF2B5EF4-FFF2-40B4-BE49-F238E27FC236}">
                  <a16:creationId xmlns:a16="http://schemas.microsoft.com/office/drawing/2014/main" id="{84432B29-9B81-6D81-DDFF-D8DDEE3ECB3E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C939857F-D336-E862-E999-FC2BBECC8EF4}"/>
                </a:ext>
              </a:extLst>
            </p:cNvPr>
            <p:cNvSpPr txBox="1"/>
            <p:nvPr/>
          </p:nvSpPr>
          <p:spPr>
            <a:xfrm>
              <a:off x="1557340" y="2849294"/>
              <a:ext cx="942162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Store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B6F6E21E-CF12-2E1F-E4A4-9C570609E6DE}"/>
              </a:ext>
            </a:extLst>
          </p:cNvPr>
          <p:cNvGrpSpPr/>
          <p:nvPr/>
        </p:nvGrpSpPr>
        <p:grpSpPr>
          <a:xfrm>
            <a:off x="8326168" y="4604547"/>
            <a:ext cx="478559" cy="478559"/>
            <a:chOff x="2041401" y="3235569"/>
            <a:chExt cx="574430" cy="574430"/>
          </a:xfrm>
        </p:grpSpPr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6FDE68A-967F-1F3D-3919-B84D92F49439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A2CD2A43-4376-D3FD-060F-7439B6A47B96}"/>
                </a:ext>
              </a:extLst>
            </p:cNvPr>
            <p:cNvSpPr txBox="1"/>
            <p:nvPr/>
          </p:nvSpPr>
          <p:spPr>
            <a:xfrm>
              <a:off x="2125836" y="329048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9289B5E3-5E46-322B-23D0-15E0913BA6D1}"/>
              </a:ext>
            </a:extLst>
          </p:cNvPr>
          <p:cNvCxnSpPr>
            <a:cxnSpLocks/>
          </p:cNvCxnSpPr>
          <p:nvPr/>
        </p:nvCxnSpPr>
        <p:spPr>
          <a:xfrm>
            <a:off x="7965154" y="2827516"/>
            <a:ext cx="8005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2FFB8F67-8E47-33B9-C7A1-A1F0381AEE8F}"/>
              </a:ext>
            </a:extLst>
          </p:cNvPr>
          <p:cNvCxnSpPr>
            <a:cxnSpLocks/>
          </p:cNvCxnSpPr>
          <p:nvPr/>
        </p:nvCxnSpPr>
        <p:spPr>
          <a:xfrm flipV="1">
            <a:off x="8764146" y="2610927"/>
            <a:ext cx="0" cy="2165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327D2195-9F2A-856C-B166-F577D1F239C3}"/>
              </a:ext>
            </a:extLst>
          </p:cNvPr>
          <p:cNvCxnSpPr>
            <a:cxnSpLocks/>
          </p:cNvCxnSpPr>
          <p:nvPr/>
        </p:nvCxnSpPr>
        <p:spPr>
          <a:xfrm flipV="1">
            <a:off x="7965154" y="4044843"/>
            <a:ext cx="0" cy="3364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B56FC852-6AE6-F9F6-A43F-DECBB7C24331}"/>
              </a:ext>
            </a:extLst>
          </p:cNvPr>
          <p:cNvCxnSpPr>
            <a:cxnSpLocks/>
          </p:cNvCxnSpPr>
          <p:nvPr/>
        </p:nvCxnSpPr>
        <p:spPr>
          <a:xfrm>
            <a:off x="7965154" y="4381300"/>
            <a:ext cx="4805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CF17C7E1-CF35-CE34-F110-0A0E3FAF4806}"/>
              </a:ext>
            </a:extLst>
          </p:cNvPr>
          <p:cNvCxnSpPr>
            <a:cxnSpLocks/>
          </p:cNvCxnSpPr>
          <p:nvPr/>
        </p:nvCxnSpPr>
        <p:spPr>
          <a:xfrm>
            <a:off x="8445701" y="4381300"/>
            <a:ext cx="0" cy="246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540F7F99-EB8C-0543-7797-4873E387AD5E}"/>
              </a:ext>
            </a:extLst>
          </p:cNvPr>
          <p:cNvCxnSpPr>
            <a:cxnSpLocks/>
          </p:cNvCxnSpPr>
          <p:nvPr/>
        </p:nvCxnSpPr>
        <p:spPr>
          <a:xfrm>
            <a:off x="8691323" y="4365067"/>
            <a:ext cx="0" cy="2625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93B44639-3B86-3594-5C7E-45080CBBFB4E}"/>
              </a:ext>
            </a:extLst>
          </p:cNvPr>
          <p:cNvCxnSpPr>
            <a:cxnSpLocks/>
          </p:cNvCxnSpPr>
          <p:nvPr/>
        </p:nvCxnSpPr>
        <p:spPr>
          <a:xfrm>
            <a:off x="8691323" y="4365067"/>
            <a:ext cx="3984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93B6DD2D-6C1B-9CDD-A349-7229A89FED10}"/>
              </a:ext>
            </a:extLst>
          </p:cNvPr>
          <p:cNvCxnSpPr>
            <a:cxnSpLocks/>
          </p:cNvCxnSpPr>
          <p:nvPr/>
        </p:nvCxnSpPr>
        <p:spPr>
          <a:xfrm flipV="1">
            <a:off x="9082042" y="3464979"/>
            <a:ext cx="0" cy="9163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FCB06993-EB07-B10D-6E9D-29FC390F148D}"/>
              </a:ext>
            </a:extLst>
          </p:cNvPr>
          <p:cNvCxnSpPr>
            <a:cxnSpLocks/>
            <a:stCxn id="442" idx="4"/>
            <a:endCxn id="445" idx="0"/>
          </p:cNvCxnSpPr>
          <p:nvPr/>
        </p:nvCxnSpPr>
        <p:spPr>
          <a:xfrm flipH="1">
            <a:off x="8560345" y="5083106"/>
            <a:ext cx="5103" cy="424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1A9E82B0-17D3-9B27-C56A-A0F0D37E2136}"/>
              </a:ext>
            </a:extLst>
          </p:cNvPr>
          <p:cNvSpPr txBox="1"/>
          <p:nvPr/>
        </p:nvSpPr>
        <p:spPr>
          <a:xfrm>
            <a:off x="9861923" y="5212153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2D5E8FDB-3B5E-179C-BD86-9D52CE212791}"/>
              </a:ext>
            </a:extLst>
          </p:cNvPr>
          <p:cNvCxnSpPr>
            <a:cxnSpLocks/>
            <a:stCxn id="448" idx="4"/>
          </p:cNvCxnSpPr>
          <p:nvPr/>
        </p:nvCxnSpPr>
        <p:spPr>
          <a:xfrm>
            <a:off x="9864545" y="5021129"/>
            <a:ext cx="0" cy="181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54E413-EB7C-14D2-8983-46E2C5F997C1}"/>
              </a:ext>
            </a:extLst>
          </p:cNvPr>
          <p:cNvSpPr txBox="1"/>
          <p:nvPr/>
        </p:nvSpPr>
        <p:spPr>
          <a:xfrm>
            <a:off x="4959319" y="1067948"/>
            <a:ext cx="24213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&lt;900;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B[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71715-F783-2F02-8F5D-5E42F1B3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0210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25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2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25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25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25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25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25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25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25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25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25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2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25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25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25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2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25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25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25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25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25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25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25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25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25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25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25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2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25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25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25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25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25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25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25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25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25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7" grpId="0" animBg="1"/>
      <p:bldP spid="228" grpId="0" animBg="1"/>
      <p:bldP spid="229" grpId="0"/>
      <p:bldP spid="230" grpId="0" animBg="1"/>
      <p:bldP spid="231" grpId="0" animBg="1"/>
      <p:bldP spid="232" grpId="0" animBg="1"/>
      <p:bldP spid="249" grpId="0"/>
      <p:bldP spid="458" grpId="0" animBg="1"/>
      <p:bldP spid="418" grpId="0"/>
      <p:bldP spid="425" grpId="0"/>
      <p:bldP spid="467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8706D30-58B6-5D26-2874-87326CFB7E30}"/>
              </a:ext>
            </a:extLst>
          </p:cNvPr>
          <p:cNvSpPr txBox="1"/>
          <p:nvPr/>
        </p:nvSpPr>
        <p:spPr>
          <a:xfrm>
            <a:off x="658594" y="1157640"/>
            <a:ext cx="43473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hoice-free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ataflow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ircuit</a:t>
            </a:r>
          </a:p>
          <a:p>
            <a:pPr algn="ctr"/>
            <a:r>
              <a:rPr lang="zh-CN" alt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(CFDFC)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B1E0C90-3E85-AFA7-4972-3AD51583B900}"/>
              </a:ext>
            </a:extLst>
          </p:cNvPr>
          <p:cNvGrpSpPr/>
          <p:nvPr/>
        </p:nvGrpSpPr>
        <p:grpSpPr>
          <a:xfrm>
            <a:off x="1069353" y="2188229"/>
            <a:ext cx="3553102" cy="4010799"/>
            <a:chOff x="7326786" y="1908587"/>
            <a:chExt cx="3553102" cy="40107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014C962-40BE-6347-FC84-512BBCE17920}"/>
                </a:ext>
              </a:extLst>
            </p:cNvPr>
            <p:cNvSpPr/>
            <p:nvPr/>
          </p:nvSpPr>
          <p:spPr>
            <a:xfrm>
              <a:off x="9672094" y="5203484"/>
              <a:ext cx="1031882" cy="4020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7357F78-B15C-B732-AC2E-50FD1EC250CA}"/>
                </a:ext>
              </a:extLst>
            </p:cNvPr>
            <p:cNvCxnSpPr>
              <a:cxnSpLocks/>
            </p:cNvCxnSpPr>
            <p:nvPr/>
          </p:nvCxnSpPr>
          <p:spPr>
            <a:xfrm>
              <a:off x="7965154" y="2827516"/>
              <a:ext cx="0" cy="8074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D4DAD9-5BA9-B9B0-E7AE-DFF23B50093D}"/>
                </a:ext>
              </a:extLst>
            </p:cNvPr>
            <p:cNvCxnSpPr>
              <a:cxnSpLocks/>
            </p:cNvCxnSpPr>
            <p:nvPr/>
          </p:nvCxnSpPr>
          <p:spPr>
            <a:xfrm>
              <a:off x="9089726" y="1908587"/>
              <a:ext cx="17901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7018EB2-6189-24AC-CDE5-2F0FC7BF93A6}"/>
                </a:ext>
              </a:extLst>
            </p:cNvPr>
            <p:cNvCxnSpPr>
              <a:cxnSpLocks/>
            </p:cNvCxnSpPr>
            <p:nvPr/>
          </p:nvCxnSpPr>
          <p:spPr>
            <a:xfrm>
              <a:off x="9083637" y="1908587"/>
              <a:ext cx="0" cy="3169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E81E1A5-554E-1D30-61A7-DF05FF5E2FAD}"/>
                </a:ext>
              </a:extLst>
            </p:cNvPr>
            <p:cNvCxnSpPr>
              <a:cxnSpLocks/>
              <a:stCxn id="23" idx="2"/>
              <a:endCxn id="56" idx="0"/>
            </p:cNvCxnSpPr>
            <p:nvPr/>
          </p:nvCxnSpPr>
          <p:spPr>
            <a:xfrm>
              <a:off x="9083637" y="2610927"/>
              <a:ext cx="3754" cy="43317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F514D3C-966A-2F97-4535-D74F63149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9888" y="1908587"/>
              <a:ext cx="0" cy="39146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CC6E56-2970-5A96-397A-E14B2CEB34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8924" y="5596810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D41C5F0-835A-12F2-A267-248ADD3EEB62}"/>
                </a:ext>
              </a:extLst>
            </p:cNvPr>
            <p:cNvCxnSpPr>
              <a:cxnSpLocks/>
            </p:cNvCxnSpPr>
            <p:nvPr/>
          </p:nvCxnSpPr>
          <p:spPr>
            <a:xfrm>
              <a:off x="10158924" y="5823237"/>
              <a:ext cx="72096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75B094E-79A9-C5D0-8897-D0998B1244F5}"/>
                </a:ext>
              </a:extLst>
            </p:cNvPr>
            <p:cNvGrpSpPr/>
            <p:nvPr/>
          </p:nvGrpSpPr>
          <p:grpSpPr>
            <a:xfrm>
              <a:off x="7326786" y="3633473"/>
              <a:ext cx="1288051" cy="411370"/>
              <a:chOff x="1525120" y="2849294"/>
              <a:chExt cx="1010262" cy="493781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B94A2B17-5909-CF5F-62F4-EF0D92D161E6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B07E61-2080-3694-A729-574829DBC28E}"/>
                  </a:ext>
                </a:extLst>
              </p:cNvPr>
              <p:cNvSpPr txBox="1"/>
              <p:nvPr/>
            </p:nvSpPr>
            <p:spPr>
              <a:xfrm>
                <a:off x="1562369" y="2849294"/>
                <a:ext cx="932104" cy="480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FCBBD26-330B-96AA-22EC-67E446234832}"/>
                </a:ext>
              </a:extLst>
            </p:cNvPr>
            <p:cNvGrpSpPr/>
            <p:nvPr/>
          </p:nvGrpSpPr>
          <p:grpSpPr>
            <a:xfrm>
              <a:off x="10007722" y="3044698"/>
              <a:ext cx="478559" cy="478559"/>
              <a:chOff x="2041401" y="3235569"/>
              <a:chExt cx="574430" cy="57443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260FEDC-05F9-E3F1-1E46-4BCADFBF9DD0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76CF2F-A137-90FF-66EE-5E74A9F0D6AC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ED776F5-4834-3B77-D2CE-B0053B48D695}"/>
                </a:ext>
              </a:extLst>
            </p:cNvPr>
            <p:cNvGrpSpPr/>
            <p:nvPr/>
          </p:nvGrpSpPr>
          <p:grpSpPr>
            <a:xfrm>
              <a:off x="8648814" y="2198508"/>
              <a:ext cx="869646" cy="412419"/>
              <a:chOff x="2195060" y="1943360"/>
              <a:chExt cx="1043864" cy="49504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E50E4C-58BE-FA16-F20B-E674DDD1D9DF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155809-4B65-C633-26B1-06C347DCF87A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608B76D-7E6D-999F-A30E-AFAB151281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959" y="2610927"/>
              <a:ext cx="0" cy="21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08EA3B1-3D79-9D94-921A-AF40FB58A13E}"/>
                </a:ext>
              </a:extLst>
            </p:cNvPr>
            <p:cNvCxnSpPr>
              <a:cxnSpLocks/>
            </p:cNvCxnSpPr>
            <p:nvPr/>
          </p:nvCxnSpPr>
          <p:spPr>
            <a:xfrm>
              <a:off x="9434959" y="2828774"/>
              <a:ext cx="6617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9446D08-6A8F-041A-42EC-F8A5DE5F5917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709" y="2828774"/>
              <a:ext cx="0" cy="2531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8A2C67A-F93D-993E-08E8-3FB0CA8FA58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6302" y="2828774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D9D283-60FB-94A9-11BF-7392CDD58182}"/>
                </a:ext>
              </a:extLst>
            </p:cNvPr>
            <p:cNvSpPr txBox="1"/>
            <p:nvPr/>
          </p:nvSpPr>
          <p:spPr>
            <a:xfrm>
              <a:off x="10266152" y="2435444"/>
              <a:ext cx="260683" cy="333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EDE96B1-05D6-CD24-7B00-E569A39043F9}"/>
                </a:ext>
              </a:extLst>
            </p:cNvPr>
            <p:cNvGrpSpPr/>
            <p:nvPr/>
          </p:nvGrpSpPr>
          <p:grpSpPr>
            <a:xfrm>
              <a:off x="9812178" y="3771750"/>
              <a:ext cx="869646" cy="412419"/>
              <a:chOff x="2195060" y="1943360"/>
              <a:chExt cx="1043864" cy="49504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320CBB1-9759-FC67-56F4-5CB758D70F3C}"/>
                  </a:ext>
                </a:extLst>
              </p:cNvPr>
              <p:cNvSpPr/>
              <p:nvPr/>
            </p:nvSpPr>
            <p:spPr>
              <a:xfrm>
                <a:off x="2195060" y="1955813"/>
                <a:ext cx="1043864" cy="48258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C8BAD8-DEE7-18E8-533A-25D6A39D14DD}"/>
                  </a:ext>
                </a:extLst>
              </p:cNvPr>
              <p:cNvSpPr txBox="1"/>
              <p:nvPr/>
            </p:nvSpPr>
            <p:spPr>
              <a:xfrm>
                <a:off x="2333713" y="1943360"/>
                <a:ext cx="6687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Fork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BA0248-EB70-82CE-4924-CC9C621C9EB8}"/>
                </a:ext>
              </a:extLst>
            </p:cNvPr>
            <p:cNvCxnSpPr>
              <a:cxnSpLocks/>
            </p:cNvCxnSpPr>
            <p:nvPr/>
          </p:nvCxnSpPr>
          <p:spPr>
            <a:xfrm>
              <a:off x="10249377" y="3523257"/>
              <a:ext cx="0" cy="2616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B7E480A-0FD1-6FAA-B42C-A083CEF6C788}"/>
                </a:ext>
              </a:extLst>
            </p:cNvPr>
            <p:cNvGrpSpPr/>
            <p:nvPr/>
          </p:nvGrpSpPr>
          <p:grpSpPr>
            <a:xfrm>
              <a:off x="9625265" y="4542570"/>
              <a:ext cx="478559" cy="478559"/>
              <a:chOff x="2041401" y="3235569"/>
              <a:chExt cx="574430" cy="57443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E6F4B-D6B1-25DC-4F03-63833842B943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5C2B141-2596-1EB6-E42E-8EB04400C60C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96758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2738FB7-0DD2-6CBF-B6A8-7695E26E1E0E}"/>
                </a:ext>
              </a:extLst>
            </p:cNvPr>
            <p:cNvCxnSpPr>
              <a:cxnSpLocks/>
            </p:cNvCxnSpPr>
            <p:nvPr/>
          </p:nvCxnSpPr>
          <p:spPr>
            <a:xfrm>
              <a:off x="10466375" y="4192750"/>
              <a:ext cx="1" cy="10199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9797336-DDA9-EF85-1692-59EBB1479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4788" y="4165741"/>
              <a:ext cx="2934" cy="431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784B7C3-253C-6352-D5BA-21D00E24E37C}"/>
                </a:ext>
              </a:extLst>
            </p:cNvPr>
            <p:cNvCxnSpPr>
              <a:cxnSpLocks/>
            </p:cNvCxnSpPr>
            <p:nvPr/>
          </p:nvCxnSpPr>
          <p:spPr>
            <a:xfrm>
              <a:off x="9688972" y="4381300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1693AC6-716C-8AA0-2EF5-C9D96A291FBE}"/>
                </a:ext>
              </a:extLst>
            </p:cNvPr>
            <p:cNvSpPr txBox="1"/>
            <p:nvPr/>
          </p:nvSpPr>
          <p:spPr>
            <a:xfrm>
              <a:off x="9267571" y="4068175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900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11D5461-21D6-20F2-4E60-C48CD8BC5F6D}"/>
                </a:ext>
              </a:extLst>
            </p:cNvPr>
            <p:cNvGrpSpPr/>
            <p:nvPr/>
          </p:nvGrpSpPr>
          <p:grpSpPr>
            <a:xfrm>
              <a:off x="8445701" y="3044105"/>
              <a:ext cx="1288051" cy="411370"/>
              <a:chOff x="1525120" y="2849294"/>
              <a:chExt cx="1010262" cy="493781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8AB18D0B-D236-775A-0259-460BCA8518F0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3F309B-8402-D8C4-948D-F353A7C39D8D}"/>
                  </a:ext>
                </a:extLst>
              </p:cNvPr>
              <p:cNvSpPr txBox="1"/>
              <p:nvPr/>
            </p:nvSpPr>
            <p:spPr>
              <a:xfrm>
                <a:off x="1562468" y="2849294"/>
                <a:ext cx="931903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440D375-4726-BD91-9C05-0228D2CFA4EA}"/>
                </a:ext>
              </a:extLst>
            </p:cNvPr>
            <p:cNvGrpSpPr/>
            <p:nvPr/>
          </p:nvGrpSpPr>
          <p:grpSpPr>
            <a:xfrm>
              <a:off x="7918653" y="5508016"/>
              <a:ext cx="1288051" cy="411370"/>
              <a:chOff x="1525120" y="2849294"/>
              <a:chExt cx="1010262" cy="493781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F5644F9B-0ADD-55B8-6CCD-1EDCE58533DA}"/>
                  </a:ext>
                </a:extLst>
              </p:cNvPr>
              <p:cNvSpPr/>
              <p:nvPr/>
            </p:nvSpPr>
            <p:spPr>
              <a:xfrm>
                <a:off x="1525120" y="2860488"/>
                <a:ext cx="1010262" cy="482587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8201CA3-3022-4C64-38BC-CF8D13C826F8}"/>
                  </a:ext>
                </a:extLst>
              </p:cNvPr>
              <p:cNvSpPr txBox="1"/>
              <p:nvPr/>
            </p:nvSpPr>
            <p:spPr>
              <a:xfrm>
                <a:off x="1557340" y="2849294"/>
                <a:ext cx="942162" cy="4802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</a:t>
                </a:r>
                <a:r>
                  <a:rPr lang="en-US" altLang="zh-C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875806C-63FC-03D1-95B1-5FDD77DB3CB6}"/>
                </a:ext>
              </a:extLst>
            </p:cNvPr>
            <p:cNvGrpSpPr/>
            <p:nvPr/>
          </p:nvGrpSpPr>
          <p:grpSpPr>
            <a:xfrm>
              <a:off x="8326168" y="4604547"/>
              <a:ext cx="478559" cy="478559"/>
              <a:chOff x="2041401" y="3235569"/>
              <a:chExt cx="574430" cy="57443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B7B03AA-0FC6-555C-8D7E-75B4C0221E94}"/>
                  </a:ext>
                </a:extLst>
              </p:cNvPr>
              <p:cNvSpPr/>
              <p:nvPr/>
            </p:nvSpPr>
            <p:spPr>
              <a:xfrm>
                <a:off x="2041401" y="3235569"/>
                <a:ext cx="574430" cy="57443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737E94C-424F-C128-69EC-5094B4DBE791}"/>
                  </a:ext>
                </a:extLst>
              </p:cNvPr>
              <p:cNvSpPr txBox="1"/>
              <p:nvPr/>
            </p:nvSpPr>
            <p:spPr>
              <a:xfrm>
                <a:off x="2125836" y="3290482"/>
                <a:ext cx="3305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C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1D0BC8C-275D-C6FD-6DDC-83319F339DF6}"/>
                </a:ext>
              </a:extLst>
            </p:cNvPr>
            <p:cNvCxnSpPr>
              <a:cxnSpLocks/>
            </p:cNvCxnSpPr>
            <p:nvPr/>
          </p:nvCxnSpPr>
          <p:spPr>
            <a:xfrm>
              <a:off x="7965154" y="2827516"/>
              <a:ext cx="8005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D26169-F993-D418-C0C5-D1B356EC5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146" y="2610927"/>
              <a:ext cx="0" cy="216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B835A41-7771-C55F-E9ED-888C43AE0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5154" y="4044843"/>
              <a:ext cx="0" cy="3364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56B81F3-AC9F-2DC9-8427-DCE421A59006}"/>
                </a:ext>
              </a:extLst>
            </p:cNvPr>
            <p:cNvCxnSpPr>
              <a:cxnSpLocks/>
            </p:cNvCxnSpPr>
            <p:nvPr/>
          </p:nvCxnSpPr>
          <p:spPr>
            <a:xfrm>
              <a:off x="7965154" y="4381300"/>
              <a:ext cx="4805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AE4CE47-FBB3-BB4F-F8FE-F652D95941D4}"/>
                </a:ext>
              </a:extLst>
            </p:cNvPr>
            <p:cNvCxnSpPr>
              <a:cxnSpLocks/>
            </p:cNvCxnSpPr>
            <p:nvPr/>
          </p:nvCxnSpPr>
          <p:spPr>
            <a:xfrm>
              <a:off x="8445701" y="4381300"/>
              <a:ext cx="0" cy="2463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44AC7B6-8CA3-D07F-050D-4BA90E199DA5}"/>
                </a:ext>
              </a:extLst>
            </p:cNvPr>
            <p:cNvCxnSpPr>
              <a:cxnSpLocks/>
            </p:cNvCxnSpPr>
            <p:nvPr/>
          </p:nvCxnSpPr>
          <p:spPr>
            <a:xfrm>
              <a:off x="8691323" y="4365067"/>
              <a:ext cx="0" cy="2625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F236A91-7AD1-E553-9F2E-11C3C50E46F3}"/>
                </a:ext>
              </a:extLst>
            </p:cNvPr>
            <p:cNvCxnSpPr>
              <a:cxnSpLocks/>
            </p:cNvCxnSpPr>
            <p:nvPr/>
          </p:nvCxnSpPr>
          <p:spPr>
            <a:xfrm>
              <a:off x="8691323" y="4365067"/>
              <a:ext cx="398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775C62B-D4F3-C143-424E-228971AD66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2042" y="3464979"/>
              <a:ext cx="0" cy="9163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3D1276B-6158-E156-66D2-6895F1705204}"/>
                </a:ext>
              </a:extLst>
            </p:cNvPr>
            <p:cNvCxnSpPr>
              <a:cxnSpLocks/>
              <a:stCxn id="61" idx="4"/>
              <a:endCxn id="59" idx="0"/>
            </p:cNvCxnSpPr>
            <p:nvPr/>
          </p:nvCxnSpPr>
          <p:spPr>
            <a:xfrm flipH="1">
              <a:off x="8560345" y="5083106"/>
              <a:ext cx="5103" cy="4249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A60ABBD-5A1C-E9D1-5637-F9CA101789DC}"/>
                </a:ext>
              </a:extLst>
            </p:cNvPr>
            <p:cNvSpPr txBox="1"/>
            <p:nvPr/>
          </p:nvSpPr>
          <p:spPr>
            <a:xfrm>
              <a:off x="9861923" y="5212153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Join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4DA34B8-8FFC-E133-3465-F00CDA73A39A}"/>
                </a:ext>
              </a:extLst>
            </p:cNvPr>
            <p:cNvCxnSpPr>
              <a:cxnSpLocks/>
              <a:stCxn id="48" idx="4"/>
            </p:cNvCxnSpPr>
            <p:nvPr/>
          </p:nvCxnSpPr>
          <p:spPr>
            <a:xfrm>
              <a:off x="9864545" y="5021129"/>
              <a:ext cx="0" cy="1817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2E692B-DF98-3F33-9A87-34021EB8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5065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Callout 16">
            <a:extLst>
              <a:ext uri="{FF2B5EF4-FFF2-40B4-BE49-F238E27FC236}">
                <a16:creationId xmlns:a16="http://schemas.microsoft.com/office/drawing/2014/main" id="{3AAE09AC-9CFD-55D0-2E84-451980B289C9}"/>
              </a:ext>
            </a:extLst>
          </p:cNvPr>
          <p:cNvSpPr/>
          <p:nvPr/>
        </p:nvSpPr>
        <p:spPr>
          <a:xfrm>
            <a:off x="5734521" y="1766204"/>
            <a:ext cx="1799000" cy="2190423"/>
          </a:xfrm>
          <a:prstGeom prst="wedgeEllipseCallout">
            <a:avLst>
              <a:gd name="adj1" fmla="val -66074"/>
              <a:gd name="adj2" fmla="val 5004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86CA0-5564-EDA6-6283-9189CCD75B61}"/>
              </a:ext>
            </a:extLst>
          </p:cNvPr>
          <p:cNvSpPr/>
          <p:nvPr/>
        </p:nvSpPr>
        <p:spPr>
          <a:xfrm>
            <a:off x="6281277" y="1985087"/>
            <a:ext cx="678873" cy="877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A4538E39-C3D4-0F56-088C-F3D8654DA069}"/>
              </a:ext>
            </a:extLst>
          </p:cNvPr>
          <p:cNvSpPr/>
          <p:nvPr/>
        </p:nvSpPr>
        <p:spPr>
          <a:xfrm>
            <a:off x="6502949" y="2731876"/>
            <a:ext cx="235527" cy="13105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75336B-B3DD-46D9-3807-A59365AFDBC4}"/>
              </a:ext>
            </a:extLst>
          </p:cNvPr>
          <p:cNvSpPr txBox="1"/>
          <p:nvPr/>
        </p:nvSpPr>
        <p:spPr>
          <a:xfrm>
            <a:off x="6374458" y="2134506"/>
            <a:ext cx="49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reg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590D31-2F72-1756-C4FB-886496CDE891}"/>
              </a:ext>
            </a:extLst>
          </p:cNvPr>
          <p:cNvSpPr/>
          <p:nvPr/>
        </p:nvSpPr>
        <p:spPr>
          <a:xfrm>
            <a:off x="6281277" y="2936658"/>
            <a:ext cx="678873" cy="578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AD4263-9DD3-FD70-D451-906725731357}"/>
              </a:ext>
            </a:extLst>
          </p:cNvPr>
          <p:cNvCxnSpPr/>
          <p:nvPr/>
        </p:nvCxnSpPr>
        <p:spPr>
          <a:xfrm>
            <a:off x="6015777" y="3063247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60D499-58CE-F4C2-D4AA-5C08A7B362E6}"/>
              </a:ext>
            </a:extLst>
          </p:cNvPr>
          <p:cNvCxnSpPr/>
          <p:nvPr/>
        </p:nvCxnSpPr>
        <p:spPr>
          <a:xfrm>
            <a:off x="6008217" y="3225773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E1DCC3-B3D8-E9DF-3C34-1E981446DC95}"/>
              </a:ext>
            </a:extLst>
          </p:cNvPr>
          <p:cNvCxnSpPr/>
          <p:nvPr/>
        </p:nvCxnSpPr>
        <p:spPr>
          <a:xfrm>
            <a:off x="6960150" y="3225773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57FA92-7246-5661-3B34-548AF96EA42D}"/>
              </a:ext>
            </a:extLst>
          </p:cNvPr>
          <p:cNvCxnSpPr/>
          <p:nvPr/>
        </p:nvCxnSpPr>
        <p:spPr>
          <a:xfrm>
            <a:off x="6960150" y="3063247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A2739D5-3B7B-10A8-F057-556D930A71F4}"/>
              </a:ext>
            </a:extLst>
          </p:cNvPr>
          <p:cNvCxnSpPr>
            <a:cxnSpLocks/>
          </p:cNvCxnSpPr>
          <p:nvPr/>
        </p:nvCxnSpPr>
        <p:spPr>
          <a:xfrm flipH="1">
            <a:off x="6015777" y="3377012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585A8C-DB41-BBC8-42CC-174668AFA8DB}"/>
              </a:ext>
            </a:extLst>
          </p:cNvPr>
          <p:cNvCxnSpPr>
            <a:cxnSpLocks/>
          </p:cNvCxnSpPr>
          <p:nvPr/>
        </p:nvCxnSpPr>
        <p:spPr>
          <a:xfrm flipH="1">
            <a:off x="6960150" y="3377012"/>
            <a:ext cx="265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7578BBB-18E3-BA5C-99E2-044747EFB4D3}"/>
              </a:ext>
            </a:extLst>
          </p:cNvPr>
          <p:cNvSpPr txBox="1"/>
          <p:nvPr/>
        </p:nvSpPr>
        <p:spPr>
          <a:xfrm>
            <a:off x="6363371" y="3037809"/>
            <a:ext cx="455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/>
              <a:t>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2169FC-7C74-EB40-8180-800B265EED4A}"/>
              </a:ext>
            </a:extLst>
          </p:cNvPr>
          <p:cNvSpPr txBox="1"/>
          <p:nvPr/>
        </p:nvSpPr>
        <p:spPr>
          <a:xfrm>
            <a:off x="8940323" y="1766204"/>
            <a:ext cx="1312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0072CD-FBC1-C642-2419-6E4F39B733EC}"/>
              </a:ext>
            </a:extLst>
          </p:cNvPr>
          <p:cNvSpPr txBox="1"/>
          <p:nvPr/>
        </p:nvSpPr>
        <p:spPr>
          <a:xfrm>
            <a:off x="7737524" y="2406925"/>
            <a:ext cx="40185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(Requires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C58829-8945-3ED1-33B2-85D3736705FC}"/>
              </a:ext>
            </a:extLst>
          </p:cNvPr>
          <p:cNvSpPr txBox="1"/>
          <p:nvPr/>
        </p:nvSpPr>
        <p:spPr>
          <a:xfrm>
            <a:off x="5812524" y="5181413"/>
            <a:ext cx="6390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slide: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suboptimal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degradation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4548A-2E0F-C487-12B2-89DC7FC3853F}"/>
              </a:ext>
            </a:extLst>
          </p:cNvPr>
          <p:cNvSpPr txBox="1"/>
          <p:nvPr/>
        </p:nvSpPr>
        <p:spPr>
          <a:xfrm>
            <a:off x="658594" y="1157640"/>
            <a:ext cx="43473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hoice-free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ataflow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ircuit</a:t>
            </a:r>
          </a:p>
          <a:p>
            <a:pPr algn="ctr"/>
            <a:r>
              <a:rPr lang="zh-CN" alt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(CFDFC)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A01488-3173-1763-9231-B842D56175C8}"/>
              </a:ext>
            </a:extLst>
          </p:cNvPr>
          <p:cNvSpPr/>
          <p:nvPr/>
        </p:nvSpPr>
        <p:spPr>
          <a:xfrm>
            <a:off x="3414661" y="5483126"/>
            <a:ext cx="1031882" cy="4020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486546-474D-DD9B-F901-2F611695B1C4}"/>
              </a:ext>
            </a:extLst>
          </p:cNvPr>
          <p:cNvCxnSpPr>
            <a:cxnSpLocks/>
          </p:cNvCxnSpPr>
          <p:nvPr/>
        </p:nvCxnSpPr>
        <p:spPr>
          <a:xfrm>
            <a:off x="1707721" y="3107158"/>
            <a:ext cx="0" cy="8074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490F85-6FB2-A8D0-DF1C-694925DCE860}"/>
              </a:ext>
            </a:extLst>
          </p:cNvPr>
          <p:cNvCxnSpPr>
            <a:cxnSpLocks/>
          </p:cNvCxnSpPr>
          <p:nvPr/>
        </p:nvCxnSpPr>
        <p:spPr>
          <a:xfrm>
            <a:off x="2832293" y="2188229"/>
            <a:ext cx="21736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920AAB-A419-EB97-D0BB-90B873D25934}"/>
              </a:ext>
            </a:extLst>
          </p:cNvPr>
          <p:cNvCxnSpPr>
            <a:cxnSpLocks/>
          </p:cNvCxnSpPr>
          <p:nvPr/>
        </p:nvCxnSpPr>
        <p:spPr>
          <a:xfrm>
            <a:off x="2826204" y="2188229"/>
            <a:ext cx="0" cy="31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68FA55-6E76-A530-520F-9B13145C28A4}"/>
              </a:ext>
            </a:extLst>
          </p:cNvPr>
          <p:cNvCxnSpPr>
            <a:cxnSpLocks/>
            <a:stCxn id="89" idx="2"/>
            <a:endCxn id="84" idx="0"/>
          </p:cNvCxnSpPr>
          <p:nvPr/>
        </p:nvCxnSpPr>
        <p:spPr>
          <a:xfrm>
            <a:off x="2826204" y="2890569"/>
            <a:ext cx="3754" cy="3604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B4D016-79BB-F196-EDC6-6E980850B05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005992" y="2179648"/>
            <a:ext cx="0" cy="16247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AFE825-9D16-56D3-52CD-CCC6B03E1D2C}"/>
              </a:ext>
            </a:extLst>
          </p:cNvPr>
          <p:cNvCxnSpPr>
            <a:cxnSpLocks/>
          </p:cNvCxnSpPr>
          <p:nvPr/>
        </p:nvCxnSpPr>
        <p:spPr>
          <a:xfrm flipV="1">
            <a:off x="3901491" y="5876452"/>
            <a:ext cx="0" cy="2178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76FAA17-5570-A55D-C8B2-15AE37A3F1BE}"/>
              </a:ext>
            </a:extLst>
          </p:cNvPr>
          <p:cNvCxnSpPr>
            <a:cxnSpLocks/>
          </p:cNvCxnSpPr>
          <p:nvPr/>
        </p:nvCxnSpPr>
        <p:spPr>
          <a:xfrm>
            <a:off x="3901491" y="6102879"/>
            <a:ext cx="11045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9310FE1-F2C5-56D9-C87B-B7938CD5D546}"/>
              </a:ext>
            </a:extLst>
          </p:cNvPr>
          <p:cNvGrpSpPr/>
          <p:nvPr/>
        </p:nvGrpSpPr>
        <p:grpSpPr>
          <a:xfrm>
            <a:off x="1070419" y="3717585"/>
            <a:ext cx="1288051" cy="411370"/>
            <a:chOff x="1525120" y="2849294"/>
            <a:chExt cx="1010262" cy="493781"/>
          </a:xfrm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E762303A-7917-D93A-80EB-6D9450D0E6DC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CAE1FE1-0378-2D3E-A5E4-8CBB8A3FE7DF}"/>
                </a:ext>
              </a:extLst>
            </p:cNvPr>
            <p:cNvSpPr txBox="1"/>
            <p:nvPr/>
          </p:nvSpPr>
          <p:spPr>
            <a:xfrm>
              <a:off x="1562369" y="2849294"/>
              <a:ext cx="932104" cy="480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478FF7-BBEF-AFC4-B4A7-4D1FCF9E18A2}"/>
              </a:ext>
            </a:extLst>
          </p:cNvPr>
          <p:cNvGrpSpPr/>
          <p:nvPr/>
        </p:nvGrpSpPr>
        <p:grpSpPr>
          <a:xfrm>
            <a:off x="3750289" y="3324340"/>
            <a:ext cx="478559" cy="478559"/>
            <a:chOff x="2041401" y="3235569"/>
            <a:chExt cx="574430" cy="574430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6D9F374-3206-8A90-239C-4027F56D3843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0F9BF19-4AF8-4BE0-A82A-18C7973F2DCD}"/>
                </a:ext>
              </a:extLst>
            </p:cNvPr>
            <p:cNvSpPr txBox="1"/>
            <p:nvPr/>
          </p:nvSpPr>
          <p:spPr>
            <a:xfrm>
              <a:off x="2125836" y="329048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A3C8D5-4B31-2CA8-12AC-393288C859D6}"/>
              </a:ext>
            </a:extLst>
          </p:cNvPr>
          <p:cNvGrpSpPr/>
          <p:nvPr/>
        </p:nvGrpSpPr>
        <p:grpSpPr>
          <a:xfrm>
            <a:off x="2391381" y="2478150"/>
            <a:ext cx="869646" cy="412419"/>
            <a:chOff x="2195060" y="1943360"/>
            <a:chExt cx="1043864" cy="495040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3F68272-25BE-DE8B-AB15-0E4DFB059DC8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9595144-1031-3A9F-0322-B4C510C349CD}"/>
                </a:ext>
              </a:extLst>
            </p:cNvPr>
            <p:cNvSpPr txBox="1"/>
            <p:nvPr/>
          </p:nvSpPr>
          <p:spPr>
            <a:xfrm>
              <a:off x="2333713" y="1943360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605B3AF-CAD7-9F3C-C70B-89F5B7E4EB86}"/>
              </a:ext>
            </a:extLst>
          </p:cNvPr>
          <p:cNvCxnSpPr>
            <a:cxnSpLocks/>
          </p:cNvCxnSpPr>
          <p:nvPr/>
        </p:nvCxnSpPr>
        <p:spPr>
          <a:xfrm flipV="1">
            <a:off x="3177526" y="2890569"/>
            <a:ext cx="0" cy="2178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D959625-0103-6D5E-6722-CE41C161607A}"/>
              </a:ext>
            </a:extLst>
          </p:cNvPr>
          <p:cNvCxnSpPr>
            <a:cxnSpLocks/>
          </p:cNvCxnSpPr>
          <p:nvPr/>
        </p:nvCxnSpPr>
        <p:spPr>
          <a:xfrm>
            <a:off x="3177526" y="3108416"/>
            <a:ext cx="6617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E9B9CEA-7460-E62F-F788-CD2B64078490}"/>
              </a:ext>
            </a:extLst>
          </p:cNvPr>
          <p:cNvCxnSpPr>
            <a:cxnSpLocks/>
          </p:cNvCxnSpPr>
          <p:nvPr/>
        </p:nvCxnSpPr>
        <p:spPr>
          <a:xfrm>
            <a:off x="3839276" y="3108416"/>
            <a:ext cx="0" cy="2531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D10FF5E-D43E-9E3A-C09D-549D92BF02FA}"/>
              </a:ext>
            </a:extLst>
          </p:cNvPr>
          <p:cNvCxnSpPr>
            <a:cxnSpLocks/>
          </p:cNvCxnSpPr>
          <p:nvPr/>
        </p:nvCxnSpPr>
        <p:spPr>
          <a:xfrm>
            <a:off x="4138869" y="3108416"/>
            <a:ext cx="0" cy="2616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8B73F07-6B80-BD4A-E74E-4E9D7EA87F74}"/>
              </a:ext>
            </a:extLst>
          </p:cNvPr>
          <p:cNvSpPr txBox="1"/>
          <p:nvPr/>
        </p:nvSpPr>
        <p:spPr>
          <a:xfrm>
            <a:off x="4008719" y="2715086"/>
            <a:ext cx="260683" cy="333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1716884-EEE1-7956-CB84-439691FF3637}"/>
              </a:ext>
            </a:extLst>
          </p:cNvPr>
          <p:cNvGrpSpPr/>
          <p:nvPr/>
        </p:nvGrpSpPr>
        <p:grpSpPr>
          <a:xfrm>
            <a:off x="3554745" y="4051392"/>
            <a:ext cx="869646" cy="412419"/>
            <a:chOff x="2195060" y="1943360"/>
            <a:chExt cx="1043864" cy="49504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C236588-347E-4855-2EB0-20F5A097E97E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17D862-3AC7-183C-2F28-402F3B18D93A}"/>
                </a:ext>
              </a:extLst>
            </p:cNvPr>
            <p:cNvSpPr txBox="1"/>
            <p:nvPr/>
          </p:nvSpPr>
          <p:spPr>
            <a:xfrm>
              <a:off x="2333713" y="1943360"/>
              <a:ext cx="6687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AFA2030-82BC-ACFB-3A1B-5415F1467DEB}"/>
              </a:ext>
            </a:extLst>
          </p:cNvPr>
          <p:cNvCxnSpPr>
            <a:cxnSpLocks/>
          </p:cNvCxnSpPr>
          <p:nvPr/>
        </p:nvCxnSpPr>
        <p:spPr>
          <a:xfrm>
            <a:off x="3991944" y="3802899"/>
            <a:ext cx="0" cy="2616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D439B7D-451C-A270-4114-D4370E6605F9}"/>
              </a:ext>
            </a:extLst>
          </p:cNvPr>
          <p:cNvGrpSpPr/>
          <p:nvPr/>
        </p:nvGrpSpPr>
        <p:grpSpPr>
          <a:xfrm>
            <a:off x="3367832" y="4822212"/>
            <a:ext cx="478559" cy="478559"/>
            <a:chOff x="2041401" y="3235569"/>
            <a:chExt cx="574430" cy="574430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EA8462D-8E2C-DFA2-5C89-B817CD2D5C73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E346D73-D4A5-18A8-DA46-23FB828F01AB}"/>
                </a:ext>
              </a:extLst>
            </p:cNvPr>
            <p:cNvSpPr txBox="1"/>
            <p:nvPr/>
          </p:nvSpPr>
          <p:spPr>
            <a:xfrm>
              <a:off x="2125836" y="3290482"/>
              <a:ext cx="396758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76251D-5C70-93FB-B8FF-36F8D19FE1C5}"/>
              </a:ext>
            </a:extLst>
          </p:cNvPr>
          <p:cNvCxnSpPr>
            <a:cxnSpLocks/>
          </p:cNvCxnSpPr>
          <p:nvPr/>
        </p:nvCxnSpPr>
        <p:spPr>
          <a:xfrm>
            <a:off x="4208942" y="4472392"/>
            <a:ext cx="1" cy="10199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CD1E4C0-2DD0-09FF-271B-16DA960707E0}"/>
              </a:ext>
            </a:extLst>
          </p:cNvPr>
          <p:cNvCxnSpPr>
            <a:cxnSpLocks/>
          </p:cNvCxnSpPr>
          <p:nvPr/>
        </p:nvCxnSpPr>
        <p:spPr>
          <a:xfrm flipH="1">
            <a:off x="3747355" y="4445383"/>
            <a:ext cx="2934" cy="4311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63FC45-4AAB-0B05-C8B1-3A96FC41F6D5}"/>
              </a:ext>
            </a:extLst>
          </p:cNvPr>
          <p:cNvCxnSpPr>
            <a:cxnSpLocks/>
          </p:cNvCxnSpPr>
          <p:nvPr/>
        </p:nvCxnSpPr>
        <p:spPr>
          <a:xfrm>
            <a:off x="3431539" y="4660942"/>
            <a:ext cx="0" cy="246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01575DC-473C-E9EA-17FD-D31F2E7C7428}"/>
              </a:ext>
            </a:extLst>
          </p:cNvPr>
          <p:cNvSpPr txBox="1"/>
          <p:nvPr/>
        </p:nvSpPr>
        <p:spPr>
          <a:xfrm>
            <a:off x="3010138" y="4347817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CC0507B-5D8E-9D14-DC88-7F7499830D49}"/>
              </a:ext>
            </a:extLst>
          </p:cNvPr>
          <p:cNvGrpSpPr/>
          <p:nvPr/>
        </p:nvGrpSpPr>
        <p:grpSpPr>
          <a:xfrm>
            <a:off x="2188268" y="3250984"/>
            <a:ext cx="1288051" cy="411370"/>
            <a:chOff x="1525120" y="2849294"/>
            <a:chExt cx="1010262" cy="493781"/>
          </a:xfrm>
        </p:grpSpPr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8FA5E228-8463-2AB4-F33A-D2DF72260153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E92F608-A4B5-F2EC-4992-4AC05AD5183F}"/>
                </a:ext>
              </a:extLst>
            </p:cNvPr>
            <p:cNvSpPr txBox="1"/>
            <p:nvPr/>
          </p:nvSpPr>
          <p:spPr>
            <a:xfrm>
              <a:off x="1562468" y="2849294"/>
              <a:ext cx="931903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AFC3E7-2CDD-C1F0-112F-921BE68A420B}"/>
              </a:ext>
            </a:extLst>
          </p:cNvPr>
          <p:cNvGrpSpPr/>
          <p:nvPr/>
        </p:nvGrpSpPr>
        <p:grpSpPr>
          <a:xfrm>
            <a:off x="1661220" y="5787658"/>
            <a:ext cx="1288051" cy="411370"/>
            <a:chOff x="1525120" y="2849294"/>
            <a:chExt cx="1010262" cy="493781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9FC1DE5F-4A11-B19B-7F14-64B9E9EB693A}"/>
                </a:ext>
              </a:extLst>
            </p:cNvPr>
            <p:cNvSpPr/>
            <p:nvPr/>
          </p:nvSpPr>
          <p:spPr>
            <a:xfrm>
              <a:off x="1525120" y="2860488"/>
              <a:ext cx="1010262" cy="4825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971178A-1247-5A06-DC0E-F0B7280F967B}"/>
                </a:ext>
              </a:extLst>
            </p:cNvPr>
            <p:cNvSpPr txBox="1"/>
            <p:nvPr/>
          </p:nvSpPr>
          <p:spPr>
            <a:xfrm>
              <a:off x="1557340" y="2849294"/>
              <a:ext cx="942162" cy="480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Store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A[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0890A09-77A8-E878-AAD6-AA529FC42486}"/>
              </a:ext>
            </a:extLst>
          </p:cNvPr>
          <p:cNvGrpSpPr/>
          <p:nvPr/>
        </p:nvGrpSpPr>
        <p:grpSpPr>
          <a:xfrm>
            <a:off x="2068735" y="4884189"/>
            <a:ext cx="478559" cy="478559"/>
            <a:chOff x="2041401" y="3235569"/>
            <a:chExt cx="574430" cy="57443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F078B10-5A87-4361-FA92-1C0A0D8ACDE3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221627F-0A2F-5770-FC4D-9B63ADB091B1}"/>
                </a:ext>
              </a:extLst>
            </p:cNvPr>
            <p:cNvSpPr txBox="1"/>
            <p:nvPr/>
          </p:nvSpPr>
          <p:spPr>
            <a:xfrm>
              <a:off x="2125836" y="329048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198689-5B75-975A-9076-68E151D35070}"/>
              </a:ext>
            </a:extLst>
          </p:cNvPr>
          <p:cNvCxnSpPr>
            <a:cxnSpLocks/>
          </p:cNvCxnSpPr>
          <p:nvPr/>
        </p:nvCxnSpPr>
        <p:spPr>
          <a:xfrm>
            <a:off x="1707721" y="3107158"/>
            <a:ext cx="8005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564DEC5-51D7-87FC-5534-74CEB1240DD1}"/>
              </a:ext>
            </a:extLst>
          </p:cNvPr>
          <p:cNvCxnSpPr>
            <a:cxnSpLocks/>
          </p:cNvCxnSpPr>
          <p:nvPr/>
        </p:nvCxnSpPr>
        <p:spPr>
          <a:xfrm flipV="1">
            <a:off x="2506713" y="2890569"/>
            <a:ext cx="0" cy="2165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2AA6047-7419-BD55-43AD-6B5BC939F9F4}"/>
              </a:ext>
            </a:extLst>
          </p:cNvPr>
          <p:cNvCxnSpPr>
            <a:cxnSpLocks/>
            <a:endCxn id="38" idx="2"/>
          </p:cNvCxnSpPr>
          <p:nvPr/>
        </p:nvCxnSpPr>
        <p:spPr>
          <a:xfrm flipH="1" flipV="1">
            <a:off x="1702299" y="4556581"/>
            <a:ext cx="5422" cy="1043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1C0CBA9-B668-713B-10B6-8D7355CC060D}"/>
              </a:ext>
            </a:extLst>
          </p:cNvPr>
          <p:cNvCxnSpPr>
            <a:cxnSpLocks/>
          </p:cNvCxnSpPr>
          <p:nvPr/>
        </p:nvCxnSpPr>
        <p:spPr>
          <a:xfrm>
            <a:off x="1707721" y="4660942"/>
            <a:ext cx="48054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FB40EA-3763-D331-5F14-E5D7BD39086C}"/>
              </a:ext>
            </a:extLst>
          </p:cNvPr>
          <p:cNvCxnSpPr>
            <a:cxnSpLocks/>
          </p:cNvCxnSpPr>
          <p:nvPr/>
        </p:nvCxnSpPr>
        <p:spPr>
          <a:xfrm>
            <a:off x="2188268" y="4660942"/>
            <a:ext cx="0" cy="246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F2AD9C6-FB9E-849E-0B82-E5E4D630E08A}"/>
              </a:ext>
            </a:extLst>
          </p:cNvPr>
          <p:cNvCxnSpPr>
            <a:cxnSpLocks/>
          </p:cNvCxnSpPr>
          <p:nvPr/>
        </p:nvCxnSpPr>
        <p:spPr>
          <a:xfrm>
            <a:off x="2433890" y="4644709"/>
            <a:ext cx="0" cy="2625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D8EEB2C-8D3C-18CF-229C-AB0291A15B9F}"/>
              </a:ext>
            </a:extLst>
          </p:cNvPr>
          <p:cNvCxnSpPr>
            <a:cxnSpLocks/>
          </p:cNvCxnSpPr>
          <p:nvPr/>
        </p:nvCxnSpPr>
        <p:spPr>
          <a:xfrm>
            <a:off x="2433890" y="4644709"/>
            <a:ext cx="3984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0909746-DF12-3307-4117-EB60F46FA7B0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2836250" y="4214451"/>
            <a:ext cx="0" cy="4464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9064FDF-B54C-C459-AE24-827BA00E053B}"/>
              </a:ext>
            </a:extLst>
          </p:cNvPr>
          <p:cNvCxnSpPr>
            <a:cxnSpLocks/>
            <a:stCxn id="79" idx="4"/>
            <a:endCxn id="82" idx="0"/>
          </p:cNvCxnSpPr>
          <p:nvPr/>
        </p:nvCxnSpPr>
        <p:spPr>
          <a:xfrm flipH="1">
            <a:off x="2302912" y="5362748"/>
            <a:ext cx="5103" cy="4249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65714A4-3E65-C1FB-36B2-1491880AA1C0}"/>
              </a:ext>
            </a:extLst>
          </p:cNvPr>
          <p:cNvSpPr txBox="1"/>
          <p:nvPr/>
        </p:nvSpPr>
        <p:spPr>
          <a:xfrm>
            <a:off x="3604490" y="5491795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AB1C608-3E3A-9C30-4649-92D1F5858ABB}"/>
              </a:ext>
            </a:extLst>
          </p:cNvPr>
          <p:cNvCxnSpPr>
            <a:cxnSpLocks/>
            <a:stCxn id="85" idx="4"/>
          </p:cNvCxnSpPr>
          <p:nvPr/>
        </p:nvCxnSpPr>
        <p:spPr>
          <a:xfrm>
            <a:off x="3607112" y="5300771"/>
            <a:ext cx="0" cy="181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2171FF0-CB72-EE53-69A8-4E7CD6917A70}"/>
              </a:ext>
            </a:extLst>
          </p:cNvPr>
          <p:cNvSpPr/>
          <p:nvPr/>
        </p:nvSpPr>
        <p:spPr>
          <a:xfrm>
            <a:off x="4618944" y="3804397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524724-4B92-BDFB-8405-B18A245B6F62}"/>
              </a:ext>
            </a:extLst>
          </p:cNvPr>
          <p:cNvCxnSpPr>
            <a:cxnSpLocks/>
          </p:cNvCxnSpPr>
          <p:nvPr/>
        </p:nvCxnSpPr>
        <p:spPr>
          <a:xfrm flipV="1">
            <a:off x="5005992" y="4117292"/>
            <a:ext cx="0" cy="19770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197A25F-528E-90A8-047B-F9A57CE4D547}"/>
              </a:ext>
            </a:extLst>
          </p:cNvPr>
          <p:cNvSpPr/>
          <p:nvPr/>
        </p:nvSpPr>
        <p:spPr>
          <a:xfrm>
            <a:off x="2449202" y="3905086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117F4C-DED9-0E61-9B84-5E27E088C19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832293" y="3651094"/>
            <a:ext cx="3957" cy="2539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E0522B3-79BB-30B0-E436-78ACEE326508}"/>
              </a:ext>
            </a:extLst>
          </p:cNvPr>
          <p:cNvSpPr/>
          <p:nvPr/>
        </p:nvSpPr>
        <p:spPr>
          <a:xfrm>
            <a:off x="1315251" y="4247216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143D05-820A-0391-1892-F2890C28B81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1702299" y="4113582"/>
            <a:ext cx="9812" cy="133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CF3E1-C71F-B905-2E3E-692D58BA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7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8235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5776"/>
            <a:chOff x="2041401" y="3235569"/>
            <a:chExt cx="574430" cy="63577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0910" y="328657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ED2C34-626A-49EA-E0E6-10D94A7AFAD7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2F0C48-A855-8891-3323-F7EE1DC98E4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C57858-62BE-2782-5CD5-29043B49D495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45475"/>
            <a:chOff x="2041401" y="3235569"/>
            <a:chExt cx="574430" cy="64547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6269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B08724-1B71-A6B7-45B8-42E50CA4990D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86ED9F5-34CF-5076-873D-5844ED32CB1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3453DD8-285D-8494-BA6C-7E4A7EB39B64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55467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56408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56687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BE63ED-E2F2-10C7-11F9-0192DC8DFDD3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4D766E-7733-F051-3F43-1092AB703874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FD2E4-6988-56DB-DA7E-0DA5FB1D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8</a:t>
            </a:fld>
            <a:endParaRPr lang="en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3081CC-B848-0BE0-91D3-FAAF6A2CA170}"/>
              </a:ext>
            </a:extLst>
          </p:cNvPr>
          <p:cNvGrpSpPr/>
          <p:nvPr/>
        </p:nvGrpSpPr>
        <p:grpSpPr>
          <a:xfrm>
            <a:off x="2021978" y="4213464"/>
            <a:ext cx="574430" cy="584775"/>
            <a:chOff x="2041401" y="3230397"/>
            <a:chExt cx="574430" cy="5847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57AAAD8-57C5-D240-65A9-8F9FEB58DC7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78BCD3-2E5E-6662-857A-F935BDAFA0C4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6F8A9A4-4E14-3746-77A2-C19F88D79E3E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BDD930-4586-33A6-E33B-9F3090941274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17E7C1-7090-297F-0CF8-060F48659BB1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EB3B93-9BCC-B631-F00C-2162EC89253F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BD61692-93C9-13AF-D5DE-320816F9C6E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2CAFBBD-EB55-D8CB-56C8-ED4D6430AA3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3ABFA3E-6E1B-3D15-03D5-52BC6ED6723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39CACD1-4DD0-7FDD-BE01-1221665F44B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D64AB96-16DD-14F4-64A8-FFDD1CBCE4C7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653BEB8-EE41-F8A5-12D9-A94AE1EADF51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9D18E3-432E-6BDC-DAFF-6796C0971901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826D620-7B90-3A59-FF2C-58C42698E8A1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4E11FBA-0F6F-6239-B4CA-F39F192F8EF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E6F87CF-DCCC-954C-4ED6-07F51D828684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76B1914-50E9-F48F-D8BD-937317915D9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521325D-AF3E-60EE-B06A-61CBE6800A66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EA6D351-C693-5D91-4937-61D2144237B5}"/>
              </a:ext>
            </a:extLst>
          </p:cNvPr>
          <p:cNvGrpSpPr/>
          <p:nvPr/>
        </p:nvGrpSpPr>
        <p:grpSpPr>
          <a:xfrm>
            <a:off x="1523702" y="2871695"/>
            <a:ext cx="574430" cy="635776"/>
            <a:chOff x="2041401" y="3235569"/>
            <a:chExt cx="574430" cy="635776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8E57D1C-A166-F040-1E55-4BD08C79D97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ED2431F-FCE7-9AE2-0BDC-3D526E9BCBA4}"/>
                </a:ext>
              </a:extLst>
            </p:cNvPr>
            <p:cNvSpPr txBox="1"/>
            <p:nvPr/>
          </p:nvSpPr>
          <p:spPr>
            <a:xfrm>
              <a:off x="2130910" y="328657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20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55467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56408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56687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BE63ED-E2F2-10C7-11F9-0192DC8DFDD3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4D766E-7733-F051-3F43-1092AB703874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FD2E4-6988-56DB-DA7E-0DA5FB1D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9</a:t>
            </a:fld>
            <a:endParaRPr lang="en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155C53-6FF0-600E-CB80-006980AAA46B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418981-EB12-1ED9-C2BA-5E397162707C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371EDA-830F-E7FB-FCFD-80D2D1A1B815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F93FFC-F138-6225-40FF-DE5B88EF90C3}"/>
              </a:ext>
            </a:extLst>
          </p:cNvPr>
          <p:cNvGrpSpPr/>
          <p:nvPr/>
        </p:nvGrpSpPr>
        <p:grpSpPr>
          <a:xfrm>
            <a:off x="4866572" y="2866523"/>
            <a:ext cx="574430" cy="645475"/>
            <a:chOff x="2041401" y="3235569"/>
            <a:chExt cx="574430" cy="6454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31CACC-6A46-25AC-C233-FA92AAE70C3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5A9BD6-916E-005C-7E12-BC6F70A2333B}"/>
                </a:ext>
              </a:extLst>
            </p:cNvPr>
            <p:cNvSpPr txBox="1"/>
            <p:nvPr/>
          </p:nvSpPr>
          <p:spPr>
            <a:xfrm>
              <a:off x="2133691" y="3296269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34A223-436D-787F-2A68-77A0D0900D3D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4947B59-94FD-7880-2153-FFF6CF56D56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1317DB-9943-CDF3-97CC-6D324E86CAC0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93BCFBF-CE27-DE61-BEA6-9924DBB658B6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9BCAAD-0FA9-BE42-E979-D5B3CA81DF3E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14F6365-A6BC-A406-C59F-2AA04ED8D535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15BFE27-C653-36B2-F1AB-080C489540D1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C707C6-A261-E8D1-D637-09C9EDC782B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F28495-22CC-9A8D-A8A7-4ACC2BC5FE4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65D88F3-DFED-3D47-9108-F5E82851D5D9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7C2024-3DDF-81F3-B60A-193F66CC135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C77F14C-AE21-96BC-88D3-74BEC8A5FE4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A0A1F59-D0F4-40E1-2176-66C5B8F5153D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1FBEBBF-E97F-0E12-BBCD-F0D5A8138F3F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D53FD8-0FCE-1878-AB9D-143108608E01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307A6A-0237-EBB9-EDD9-94D5977E7BA4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2CB85BD-745F-7E96-F88D-57CA28A2299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4545FD-E876-6745-47DE-C79393A17C34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74FCC71-44BD-25EF-BCB5-2755BD7EC94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C6CDCD8-DF69-1E11-8D59-F8E196C83D69}"/>
              </a:ext>
            </a:extLst>
          </p:cNvPr>
          <p:cNvGrpSpPr/>
          <p:nvPr/>
        </p:nvGrpSpPr>
        <p:grpSpPr>
          <a:xfrm>
            <a:off x="1523702" y="2871695"/>
            <a:ext cx="574430" cy="635776"/>
            <a:chOff x="2041401" y="3235569"/>
            <a:chExt cx="574430" cy="635776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0F7306E-1237-D586-20DB-8443050077EC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0E64E2-A8F6-77DE-8CD3-B61E96C82EAD}"/>
                </a:ext>
              </a:extLst>
            </p:cNvPr>
            <p:cNvSpPr txBox="1"/>
            <p:nvPr/>
          </p:nvSpPr>
          <p:spPr>
            <a:xfrm>
              <a:off x="2130910" y="328657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3770249-7CC1-0A84-AD34-52CE26D94F6B}"/>
              </a:ext>
            </a:extLst>
          </p:cNvPr>
          <p:cNvSpPr/>
          <p:nvPr/>
        </p:nvSpPr>
        <p:spPr>
          <a:xfrm>
            <a:off x="1910536" y="160182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5F7AB4-6E9C-88FA-3CBC-C817E5953CBB}"/>
              </a:ext>
            </a:extLst>
          </p:cNvPr>
          <p:cNvSpPr/>
          <p:nvPr/>
        </p:nvSpPr>
        <p:spPr>
          <a:xfrm>
            <a:off x="1910536" y="159899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CF688EB-F21C-0C6B-48E1-80454F32BB50}"/>
              </a:ext>
            </a:extLst>
          </p:cNvPr>
          <p:cNvSpPr/>
          <p:nvPr/>
        </p:nvSpPr>
        <p:spPr>
          <a:xfrm>
            <a:off x="887324" y="26877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E55154D-A59E-A57F-DA90-A8A8E3AB7BDF}"/>
              </a:ext>
            </a:extLst>
          </p:cNvPr>
          <p:cNvSpPr/>
          <p:nvPr/>
        </p:nvSpPr>
        <p:spPr>
          <a:xfrm>
            <a:off x="887849" y="288143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0E4B253-A1A8-E320-290D-5B232DAEA083}"/>
              </a:ext>
            </a:extLst>
          </p:cNvPr>
          <p:cNvSpPr/>
          <p:nvPr/>
        </p:nvSpPr>
        <p:spPr>
          <a:xfrm>
            <a:off x="887324" y="309208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9CDA9EE-ECB5-C411-A934-245F2D438272}"/>
              </a:ext>
            </a:extLst>
          </p:cNvPr>
          <p:cNvSpPr/>
          <p:nvPr/>
        </p:nvSpPr>
        <p:spPr>
          <a:xfrm>
            <a:off x="883679" y="329278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4E848AE-0FE4-8725-C312-8FCEC21DF2E7}"/>
              </a:ext>
            </a:extLst>
          </p:cNvPr>
          <p:cNvSpPr/>
          <p:nvPr/>
        </p:nvSpPr>
        <p:spPr>
          <a:xfrm>
            <a:off x="891635" y="350145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8AA531F-581F-52E9-A088-E9FF5B9CACAB}"/>
              </a:ext>
            </a:extLst>
          </p:cNvPr>
          <p:cNvSpPr/>
          <p:nvPr/>
        </p:nvSpPr>
        <p:spPr>
          <a:xfrm>
            <a:off x="1910536" y="1601821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921E7A7-F9E7-41C8-F8F0-00A74B055A96}"/>
              </a:ext>
            </a:extLst>
          </p:cNvPr>
          <p:cNvSpPr/>
          <p:nvPr/>
        </p:nvSpPr>
        <p:spPr>
          <a:xfrm>
            <a:off x="1910916" y="1604595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DFFC5CF-994A-699C-201E-23318B458DB7}"/>
              </a:ext>
            </a:extLst>
          </p:cNvPr>
          <p:cNvSpPr/>
          <p:nvPr/>
        </p:nvSpPr>
        <p:spPr>
          <a:xfrm>
            <a:off x="887324" y="2685822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ECF6E5D-43FB-66EB-637A-58B695BBE90A}"/>
              </a:ext>
            </a:extLst>
          </p:cNvPr>
          <p:cNvSpPr/>
          <p:nvPr/>
        </p:nvSpPr>
        <p:spPr>
          <a:xfrm>
            <a:off x="887849" y="2879483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42B6F7E-960E-58A1-E62A-E38C4B4FFB53}"/>
              </a:ext>
            </a:extLst>
          </p:cNvPr>
          <p:cNvSpPr/>
          <p:nvPr/>
        </p:nvSpPr>
        <p:spPr>
          <a:xfrm>
            <a:off x="887324" y="3090137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C0095CD-23E5-6326-20BE-06821971AF42}"/>
              </a:ext>
            </a:extLst>
          </p:cNvPr>
          <p:cNvSpPr/>
          <p:nvPr/>
        </p:nvSpPr>
        <p:spPr>
          <a:xfrm>
            <a:off x="883679" y="3290839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11518BE-F5A1-A3A9-5836-6A26184271EA}"/>
              </a:ext>
            </a:extLst>
          </p:cNvPr>
          <p:cNvSpPr/>
          <p:nvPr/>
        </p:nvSpPr>
        <p:spPr>
          <a:xfrm>
            <a:off x="891635" y="3499855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777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08255 0.156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8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1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2.5E-6 0.025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1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0.0888 0.1965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4" y="9792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894 0.11805 L 0.0418 0.35926 L 0.00469 0.47592 " pathEditMode="relative" ptsTypes="AAAA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7037E-6 L -0.08255 0.15648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8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1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1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1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2.08333E-6 0.025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1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2.5E-6 0.025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0.0888 0.19653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4" y="9792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0.03893 0.11805 L 0.0418 0.35926 L 0.00469 0.47593 " pathEditMode="relative" rAng="0" ptsTypes="AAAA">
                                      <p:cBhvr>
                                        <p:cTn id="12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2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2" grpId="0" animBg="1"/>
      <p:bldP spid="2" grpId="1" animBg="1"/>
      <p:bldP spid="4" grpId="0" animBg="1"/>
      <p:bldP spid="4" grpId="1" animBg="1"/>
      <p:bldP spid="69" grpId="0" animBg="1"/>
      <p:bldP spid="69" grpId="1" animBg="1"/>
      <p:bldP spid="69" grpId="2" animBg="1"/>
      <p:bldP spid="71" grpId="0" animBg="1"/>
      <p:bldP spid="71" grpId="1" animBg="1"/>
      <p:bldP spid="71" grpId="2" animBg="1"/>
      <p:bldP spid="72" grpId="0" animBg="1"/>
      <p:bldP spid="72" grpId="1" animBg="1"/>
      <p:bldP spid="72" grpId="2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91" grpId="0" animBg="1"/>
      <p:bldP spid="91" grpId="1" animBg="1"/>
      <p:bldP spid="91" grpId="2" animBg="1"/>
      <p:bldP spid="92" grpId="0" animBg="1"/>
      <p:bldP spid="92" grpId="1" animBg="1"/>
      <p:bldP spid="93" grpId="0" animBg="1"/>
      <p:bldP spid="93" grpId="1" animBg="1"/>
      <p:bldP spid="93" grpId="2" animBg="1"/>
      <p:bldP spid="94" grpId="0" animBg="1"/>
      <p:bldP spid="94" grpId="1" animBg="1"/>
      <p:bldP spid="94" grpId="2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9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10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402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8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11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52F06D4-D3E1-9A63-F036-3958A25CADCD}"/>
              </a:ext>
            </a:extLst>
          </p:cNvPr>
          <p:cNvSpPr/>
          <p:nvPr/>
        </p:nvSpPr>
        <p:spPr>
          <a:xfrm>
            <a:off x="4193461" y="27059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AC7153-5B97-9E29-D093-4AD21E7EFD93}"/>
              </a:ext>
            </a:extLst>
          </p:cNvPr>
          <p:cNvSpPr/>
          <p:nvPr/>
        </p:nvSpPr>
        <p:spPr>
          <a:xfrm>
            <a:off x="5994736" y="280651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044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8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94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1.875E-6 0.0328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6" grpId="0" animBg="1"/>
      <p:bldP spid="34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12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52F06D4-D3E1-9A63-F036-3958A25CADCD}"/>
              </a:ext>
            </a:extLst>
          </p:cNvPr>
          <p:cNvSpPr/>
          <p:nvPr/>
        </p:nvSpPr>
        <p:spPr>
          <a:xfrm>
            <a:off x="4193461" y="27059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AC7153-5B97-9E29-D093-4AD21E7EFD93}"/>
              </a:ext>
            </a:extLst>
          </p:cNvPr>
          <p:cNvSpPr/>
          <p:nvPr/>
        </p:nvSpPr>
        <p:spPr>
          <a:xfrm>
            <a:off x="5994736" y="280651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74EC59-C018-36FF-7B77-E302B22A7E85}"/>
              </a:ext>
            </a:extLst>
          </p:cNvPr>
          <p:cNvSpPr/>
          <p:nvPr/>
        </p:nvSpPr>
        <p:spPr>
          <a:xfrm>
            <a:off x="4193460" y="289057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8221E5-560F-66BC-9BB2-EAFD159AF7D3}"/>
              </a:ext>
            </a:extLst>
          </p:cNvPr>
          <p:cNvSpPr/>
          <p:nvPr/>
        </p:nvSpPr>
        <p:spPr>
          <a:xfrm>
            <a:off x="6002726" y="30175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9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8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94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1.875E-6 0.0328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6" grpId="0" animBg="1"/>
      <p:bldP spid="34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13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52F06D4-D3E1-9A63-F036-3958A25CADCD}"/>
              </a:ext>
            </a:extLst>
          </p:cNvPr>
          <p:cNvSpPr/>
          <p:nvPr/>
        </p:nvSpPr>
        <p:spPr>
          <a:xfrm>
            <a:off x="4193461" y="27059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AC7153-5B97-9E29-D093-4AD21E7EFD93}"/>
              </a:ext>
            </a:extLst>
          </p:cNvPr>
          <p:cNvSpPr/>
          <p:nvPr/>
        </p:nvSpPr>
        <p:spPr>
          <a:xfrm>
            <a:off x="5994736" y="280651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74EC59-C018-36FF-7B77-E302B22A7E85}"/>
              </a:ext>
            </a:extLst>
          </p:cNvPr>
          <p:cNvSpPr/>
          <p:nvPr/>
        </p:nvSpPr>
        <p:spPr>
          <a:xfrm>
            <a:off x="4193460" y="289057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8221E5-560F-66BC-9BB2-EAFD159AF7D3}"/>
              </a:ext>
            </a:extLst>
          </p:cNvPr>
          <p:cNvSpPr/>
          <p:nvPr/>
        </p:nvSpPr>
        <p:spPr>
          <a:xfrm>
            <a:off x="6002726" y="30175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651713-0729-008B-FE68-CB408DBA2F76}"/>
              </a:ext>
            </a:extLst>
          </p:cNvPr>
          <p:cNvSpPr/>
          <p:nvPr/>
        </p:nvSpPr>
        <p:spPr>
          <a:xfrm>
            <a:off x="4193460" y="309415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7B2B44-7880-8357-F4EA-78E87220134D}"/>
              </a:ext>
            </a:extLst>
          </p:cNvPr>
          <p:cNvSpPr/>
          <p:nvPr/>
        </p:nvSpPr>
        <p:spPr>
          <a:xfrm>
            <a:off x="6002726" y="323319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818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8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94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1.875E-6 0.0328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6" grpId="0" animBg="1"/>
      <p:bldP spid="34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14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52F06D4-D3E1-9A63-F036-3958A25CADCD}"/>
              </a:ext>
            </a:extLst>
          </p:cNvPr>
          <p:cNvSpPr/>
          <p:nvPr/>
        </p:nvSpPr>
        <p:spPr>
          <a:xfrm>
            <a:off x="4193461" y="270593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AC7153-5B97-9E29-D093-4AD21E7EFD93}"/>
              </a:ext>
            </a:extLst>
          </p:cNvPr>
          <p:cNvSpPr/>
          <p:nvPr/>
        </p:nvSpPr>
        <p:spPr>
          <a:xfrm>
            <a:off x="5994736" y="280651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74EC59-C018-36FF-7B77-E302B22A7E85}"/>
              </a:ext>
            </a:extLst>
          </p:cNvPr>
          <p:cNvSpPr/>
          <p:nvPr/>
        </p:nvSpPr>
        <p:spPr>
          <a:xfrm>
            <a:off x="4193460" y="289057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8221E5-560F-66BC-9BB2-EAFD159AF7D3}"/>
              </a:ext>
            </a:extLst>
          </p:cNvPr>
          <p:cNvSpPr/>
          <p:nvPr/>
        </p:nvSpPr>
        <p:spPr>
          <a:xfrm>
            <a:off x="6002726" y="30175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651713-0729-008B-FE68-CB408DBA2F76}"/>
              </a:ext>
            </a:extLst>
          </p:cNvPr>
          <p:cNvSpPr/>
          <p:nvPr/>
        </p:nvSpPr>
        <p:spPr>
          <a:xfrm>
            <a:off x="4193460" y="309415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7B2B44-7880-8357-F4EA-78E87220134D}"/>
              </a:ext>
            </a:extLst>
          </p:cNvPr>
          <p:cNvSpPr/>
          <p:nvPr/>
        </p:nvSpPr>
        <p:spPr>
          <a:xfrm>
            <a:off x="6002726" y="323319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FD1C71-CFDC-3FBE-A1D4-249747EF9D4C}"/>
              </a:ext>
            </a:extLst>
          </p:cNvPr>
          <p:cNvSpPr/>
          <p:nvPr/>
        </p:nvSpPr>
        <p:spPr>
          <a:xfrm>
            <a:off x="4191349" y="330296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4ECFB8A-BD45-64DD-9B6A-BEFB22E690A9}"/>
              </a:ext>
            </a:extLst>
          </p:cNvPr>
          <p:cNvSpPr/>
          <p:nvPr/>
        </p:nvSpPr>
        <p:spPr>
          <a:xfrm>
            <a:off x="6002726" y="34551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034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8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94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1.875E-6 0.0328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-1.875E-6 0.025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7 L -1.45833E-6 0.025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20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69 L 8.33333E-7 0.0328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6" grpId="0" animBg="1"/>
      <p:bldP spid="3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2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A728A1-DE42-E0B2-1C39-941C42EFB05C}"/>
              </a:ext>
            </a:extLst>
          </p:cNvPr>
          <p:cNvCxnSpPr>
            <a:cxnSpLocks/>
          </p:cNvCxnSpPr>
          <p:nvPr/>
        </p:nvCxnSpPr>
        <p:spPr>
          <a:xfrm flipV="1">
            <a:off x="4340176" y="1706881"/>
            <a:ext cx="995961" cy="88812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FC53D-D6C9-C099-DD66-8D8357E8011C}"/>
              </a:ext>
            </a:extLst>
          </p:cNvPr>
          <p:cNvCxnSpPr>
            <a:cxnSpLocks/>
          </p:cNvCxnSpPr>
          <p:nvPr/>
        </p:nvCxnSpPr>
        <p:spPr>
          <a:xfrm flipH="1" flipV="1">
            <a:off x="5594733" y="1731510"/>
            <a:ext cx="448547" cy="933298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CAD16-820F-097C-F3F7-34FFAB779492}"/>
              </a:ext>
            </a:extLst>
          </p:cNvPr>
          <p:cNvCxnSpPr>
            <a:cxnSpLocks/>
          </p:cNvCxnSpPr>
          <p:nvPr/>
        </p:nvCxnSpPr>
        <p:spPr>
          <a:xfrm flipH="1" flipV="1">
            <a:off x="4260691" y="3773758"/>
            <a:ext cx="1259899" cy="141725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6FDBF7-C1BF-BB48-D741-166B77057650}"/>
              </a:ext>
            </a:extLst>
          </p:cNvPr>
          <p:cNvCxnSpPr>
            <a:cxnSpLocks/>
          </p:cNvCxnSpPr>
          <p:nvPr/>
        </p:nvCxnSpPr>
        <p:spPr>
          <a:xfrm flipV="1">
            <a:off x="5710340" y="3959888"/>
            <a:ext cx="360638" cy="116746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7CF3FB-1F7D-6044-CA87-9ABE8A1EEB59}"/>
              </a:ext>
            </a:extLst>
          </p:cNvPr>
          <p:cNvSpPr/>
          <p:nvPr/>
        </p:nvSpPr>
        <p:spPr>
          <a:xfrm>
            <a:off x="5994736" y="27969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EC479E-08CE-94C9-906D-EC6A1C4E09F3}"/>
              </a:ext>
            </a:extLst>
          </p:cNvPr>
          <p:cNvSpPr/>
          <p:nvPr/>
        </p:nvSpPr>
        <p:spPr>
          <a:xfrm>
            <a:off x="5994736" y="301079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7ABD1C3-F737-8169-0926-725BE9059CBF}"/>
              </a:ext>
            </a:extLst>
          </p:cNvPr>
          <p:cNvSpPr/>
          <p:nvPr/>
        </p:nvSpPr>
        <p:spPr>
          <a:xfrm>
            <a:off x="5994736" y="322461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236C9C-B82A-E770-5CB1-9EC028DA3E1D}"/>
              </a:ext>
            </a:extLst>
          </p:cNvPr>
          <p:cNvSpPr/>
          <p:nvPr/>
        </p:nvSpPr>
        <p:spPr>
          <a:xfrm>
            <a:off x="5994736" y="3438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154C02-9ABD-2226-88B9-06DD6F7F9248}"/>
              </a:ext>
            </a:extLst>
          </p:cNvPr>
          <p:cNvSpPr/>
          <p:nvPr/>
        </p:nvSpPr>
        <p:spPr>
          <a:xfrm>
            <a:off x="5994736" y="365225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0E9C655E-FCA4-B597-C0AB-0CF897FFF389}"/>
              </a:ext>
            </a:extLst>
          </p:cNvPr>
          <p:cNvSpPr/>
          <p:nvPr/>
        </p:nvSpPr>
        <p:spPr>
          <a:xfrm>
            <a:off x="4188056" y="267028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8D3480-ACED-B1FD-C629-4E18EB3CAA62}"/>
              </a:ext>
            </a:extLst>
          </p:cNvPr>
          <p:cNvSpPr/>
          <p:nvPr/>
        </p:nvSpPr>
        <p:spPr>
          <a:xfrm>
            <a:off x="4188056" y="28841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51A686-A2C1-E76C-0BE2-3AF4EE54DF78}"/>
              </a:ext>
            </a:extLst>
          </p:cNvPr>
          <p:cNvSpPr/>
          <p:nvPr/>
        </p:nvSpPr>
        <p:spPr>
          <a:xfrm>
            <a:off x="4188056" y="309792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4A43BB-0EC2-C634-9E3F-AA2364E4F2BD}"/>
              </a:ext>
            </a:extLst>
          </p:cNvPr>
          <p:cNvSpPr/>
          <p:nvPr/>
        </p:nvSpPr>
        <p:spPr>
          <a:xfrm>
            <a:off x="4188056" y="33117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5A4AD0-44F8-D5FA-4A9E-2CD4F327B53E}"/>
              </a:ext>
            </a:extLst>
          </p:cNvPr>
          <p:cNvSpPr/>
          <p:nvPr/>
        </p:nvSpPr>
        <p:spPr>
          <a:xfrm>
            <a:off x="4188056" y="352556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6C45AB6-3FC6-8134-F430-D242ABE4C45D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558153-96B8-6C85-8B23-719B7384E563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291C-59AE-299F-7FC2-1776FA63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15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E77FED-DC45-3B62-EF98-9F2AC0DE627D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A4CBD3-7097-21C0-4060-1A7E09C61C7F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6DFA888-BC09-65A8-789C-A91EC5C9E5D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D63ACE-EAF2-D442-43F8-E88F822D2022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AAB96D-3812-A2A3-67A2-95F33AD1D4A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624BA0-C3EE-E975-18B7-B5FF457FECEE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0EEAF7-4C34-6E26-F907-584D853A4EDA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99E95F-C0A3-6ADE-BA4F-7A1CDD5998D8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50F018-4C54-24E3-7722-4D590AC82798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8656713-753E-D5B8-3FF3-835FB3FD7B1B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BBAB891-E1A7-DCB8-7C26-724BD78A5D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BE53C7D-21C2-8314-55AF-19F2FB0F4F2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802CC5-7E99-19E0-6580-02463720382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D57ADF4-A2A0-9C17-358C-F905A052E83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35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ptsTypes="AA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ptsTypes="AA">
                                      <p:cBhvr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224 0.23727 " pathEditMode="relative" ptsTypes="AA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529 0.22014 " pathEditMode="relative" ptsTypes="AA">
                                      <p:cBhvr>
                                        <p:cTn id="2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1" grpId="0" animBg="1"/>
      <p:bldP spid="42" grpId="0" animBg="1"/>
      <p:bldP spid="4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7" grpId="0" animBg="1"/>
      <p:bldP spid="7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A728A1-DE42-E0B2-1C39-941C42EFB05C}"/>
              </a:ext>
            </a:extLst>
          </p:cNvPr>
          <p:cNvCxnSpPr>
            <a:cxnSpLocks/>
          </p:cNvCxnSpPr>
          <p:nvPr/>
        </p:nvCxnSpPr>
        <p:spPr>
          <a:xfrm flipV="1">
            <a:off x="4340176" y="1706881"/>
            <a:ext cx="995961" cy="88812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FC53D-D6C9-C099-DD66-8D8357E8011C}"/>
              </a:ext>
            </a:extLst>
          </p:cNvPr>
          <p:cNvCxnSpPr>
            <a:cxnSpLocks/>
          </p:cNvCxnSpPr>
          <p:nvPr/>
        </p:nvCxnSpPr>
        <p:spPr>
          <a:xfrm flipH="1" flipV="1">
            <a:off x="5594733" y="1731510"/>
            <a:ext cx="448547" cy="933298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CAD16-820F-097C-F3F7-34FFAB779492}"/>
              </a:ext>
            </a:extLst>
          </p:cNvPr>
          <p:cNvCxnSpPr>
            <a:cxnSpLocks/>
          </p:cNvCxnSpPr>
          <p:nvPr/>
        </p:nvCxnSpPr>
        <p:spPr>
          <a:xfrm flipH="1" flipV="1">
            <a:off x="4260691" y="3773758"/>
            <a:ext cx="1259899" cy="141725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6FDBF7-C1BF-BB48-D741-166B77057650}"/>
              </a:ext>
            </a:extLst>
          </p:cNvPr>
          <p:cNvCxnSpPr>
            <a:cxnSpLocks/>
          </p:cNvCxnSpPr>
          <p:nvPr/>
        </p:nvCxnSpPr>
        <p:spPr>
          <a:xfrm flipV="1">
            <a:off x="5710340" y="3959888"/>
            <a:ext cx="360638" cy="116746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CAC2342-32A5-499F-D751-C1C9A3F8FC0A}"/>
              </a:ext>
            </a:extLst>
          </p:cNvPr>
          <p:cNvSpPr/>
          <p:nvPr/>
        </p:nvSpPr>
        <p:spPr>
          <a:xfrm>
            <a:off x="5563433" y="515280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7CF3FB-1F7D-6044-CA87-9ABE8A1EEB59}"/>
              </a:ext>
            </a:extLst>
          </p:cNvPr>
          <p:cNvSpPr/>
          <p:nvPr/>
        </p:nvSpPr>
        <p:spPr>
          <a:xfrm>
            <a:off x="5994736" y="27969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EC479E-08CE-94C9-906D-EC6A1C4E09F3}"/>
              </a:ext>
            </a:extLst>
          </p:cNvPr>
          <p:cNvSpPr/>
          <p:nvPr/>
        </p:nvSpPr>
        <p:spPr>
          <a:xfrm>
            <a:off x="5994736" y="301079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7ABD1C3-F737-8169-0926-725BE9059CBF}"/>
              </a:ext>
            </a:extLst>
          </p:cNvPr>
          <p:cNvSpPr/>
          <p:nvPr/>
        </p:nvSpPr>
        <p:spPr>
          <a:xfrm>
            <a:off x="5994736" y="322461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236C9C-B82A-E770-5CB1-9EC028DA3E1D}"/>
              </a:ext>
            </a:extLst>
          </p:cNvPr>
          <p:cNvSpPr/>
          <p:nvPr/>
        </p:nvSpPr>
        <p:spPr>
          <a:xfrm>
            <a:off x="5994736" y="3438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154C02-9ABD-2226-88B9-06DD6F7F9248}"/>
              </a:ext>
            </a:extLst>
          </p:cNvPr>
          <p:cNvSpPr/>
          <p:nvPr/>
        </p:nvSpPr>
        <p:spPr>
          <a:xfrm>
            <a:off x="5994736" y="365225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0E9C655E-FCA4-B597-C0AB-0CF897FFF389}"/>
              </a:ext>
            </a:extLst>
          </p:cNvPr>
          <p:cNvSpPr/>
          <p:nvPr/>
        </p:nvSpPr>
        <p:spPr>
          <a:xfrm>
            <a:off x="4188056" y="267028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8D3480-ACED-B1FD-C629-4E18EB3CAA62}"/>
              </a:ext>
            </a:extLst>
          </p:cNvPr>
          <p:cNvSpPr/>
          <p:nvPr/>
        </p:nvSpPr>
        <p:spPr>
          <a:xfrm>
            <a:off x="4188056" y="28841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51A686-A2C1-E76C-0BE2-3AF4EE54DF78}"/>
              </a:ext>
            </a:extLst>
          </p:cNvPr>
          <p:cNvSpPr/>
          <p:nvPr/>
        </p:nvSpPr>
        <p:spPr>
          <a:xfrm>
            <a:off x="4188056" y="309792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4A43BB-0EC2-C634-9E3F-AA2364E4F2BD}"/>
              </a:ext>
            </a:extLst>
          </p:cNvPr>
          <p:cNvSpPr/>
          <p:nvPr/>
        </p:nvSpPr>
        <p:spPr>
          <a:xfrm>
            <a:off x="4188056" y="33117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5A4AD0-44F8-D5FA-4A9E-2CD4F327B53E}"/>
              </a:ext>
            </a:extLst>
          </p:cNvPr>
          <p:cNvSpPr/>
          <p:nvPr/>
        </p:nvSpPr>
        <p:spPr>
          <a:xfrm>
            <a:off x="4188056" y="352556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EC6F83C-BCB9-3C4D-D588-C88B601D4C19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824DA5-5F54-186B-C47F-9EDB73791A87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D2188-7D91-39EB-45BE-DC7070E2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16</a:t>
            </a:fld>
            <a:endParaRPr lang="en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1E1178-F2D4-4B24-7E28-F12D93C0508C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7CB0B3-8E87-D792-3796-4256D37F309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781DB9-0DCF-7060-8617-4F0F991D46D9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C8A162-2389-34F4-4221-D86048E66BC8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2F85B90-FA5A-2738-3753-F6664AB183E1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FBDA3F-7DBC-BFD2-388A-9F3F31D5788C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CC0ACDC-B527-299F-37B3-0312A625E253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23EF9FC-8DBF-BFF0-E036-409E5F444C39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89C63C0-C99B-A8CA-9C52-0D96703164AB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202F21-53E7-5C56-160C-A5ADA4932AB0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5D3352F-8727-971D-5B3B-A4ACD75BEE5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58A2D17-E5C9-FE2C-7CEA-3224C55ACA11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EE46A05-E587-6CA4-D4EB-D2CC800B2242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9655E98-17E7-F1C3-E497-1BE03E90E3E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394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ptsTypes="AA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ptsTypes="AA">
                                      <p:cBhvr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224 0.23727 " pathEditMode="relative" ptsTypes="AA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529 0.22014 " pathEditMode="relative" ptsTypes="AA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7" grpId="0" animBg="1"/>
      <p:bldP spid="7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</p:cNvCxnSpPr>
          <p:nvPr/>
        </p:nvCxnSpPr>
        <p:spPr>
          <a:xfrm rot="5400000">
            <a:off x="5718675" y="3921319"/>
            <a:ext cx="435050" cy="2925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2781207"/>
            <a:ext cx="774095" cy="1058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52678" y="2451414"/>
            <a:ext cx="367027" cy="29255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4379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94F088-147F-6808-E4C6-CEA40D0ED473}"/>
              </a:ext>
            </a:extLst>
          </p:cNvPr>
          <p:cNvSpPr/>
          <p:nvPr/>
        </p:nvSpPr>
        <p:spPr>
          <a:xfrm>
            <a:off x="5390222" y="15104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A728A1-DE42-E0B2-1C39-941C42EFB05C}"/>
              </a:ext>
            </a:extLst>
          </p:cNvPr>
          <p:cNvCxnSpPr>
            <a:cxnSpLocks/>
          </p:cNvCxnSpPr>
          <p:nvPr/>
        </p:nvCxnSpPr>
        <p:spPr>
          <a:xfrm flipV="1">
            <a:off x="4340176" y="1706881"/>
            <a:ext cx="995961" cy="88812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FC53D-D6C9-C099-DD66-8D8357E8011C}"/>
              </a:ext>
            </a:extLst>
          </p:cNvPr>
          <p:cNvCxnSpPr>
            <a:cxnSpLocks/>
          </p:cNvCxnSpPr>
          <p:nvPr/>
        </p:nvCxnSpPr>
        <p:spPr>
          <a:xfrm flipH="1" flipV="1">
            <a:off x="5594733" y="1731510"/>
            <a:ext cx="448547" cy="933298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CAD16-820F-097C-F3F7-34FFAB779492}"/>
              </a:ext>
            </a:extLst>
          </p:cNvPr>
          <p:cNvCxnSpPr>
            <a:cxnSpLocks/>
          </p:cNvCxnSpPr>
          <p:nvPr/>
        </p:nvCxnSpPr>
        <p:spPr>
          <a:xfrm flipH="1" flipV="1">
            <a:off x="4260691" y="3773758"/>
            <a:ext cx="1259899" cy="141725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6FDBF7-C1BF-BB48-D741-166B77057650}"/>
              </a:ext>
            </a:extLst>
          </p:cNvPr>
          <p:cNvCxnSpPr>
            <a:cxnSpLocks/>
          </p:cNvCxnSpPr>
          <p:nvPr/>
        </p:nvCxnSpPr>
        <p:spPr>
          <a:xfrm flipV="1">
            <a:off x="5710340" y="3959888"/>
            <a:ext cx="360638" cy="116746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CAC2342-32A5-499F-D751-C1C9A3F8FC0A}"/>
              </a:ext>
            </a:extLst>
          </p:cNvPr>
          <p:cNvSpPr/>
          <p:nvPr/>
        </p:nvSpPr>
        <p:spPr>
          <a:xfrm>
            <a:off x="5563433" y="515280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9394DF-739A-9AA2-78FC-0390F75037EE}"/>
              </a:ext>
            </a:extLst>
          </p:cNvPr>
          <p:cNvSpPr/>
          <p:nvPr/>
        </p:nvSpPr>
        <p:spPr>
          <a:xfrm>
            <a:off x="5390222" y="1507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371F35F-20D4-A349-91CB-A378FEF50EA4}"/>
              </a:ext>
            </a:extLst>
          </p:cNvPr>
          <p:cNvSpPr/>
          <p:nvPr/>
        </p:nvSpPr>
        <p:spPr>
          <a:xfrm>
            <a:off x="5387963" y="150997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C6ADD7-C4FE-38A6-4F37-0869D6391C95}"/>
              </a:ext>
            </a:extLst>
          </p:cNvPr>
          <p:cNvSpPr txBox="1"/>
          <p:nvPr/>
        </p:nvSpPr>
        <p:spPr>
          <a:xfrm>
            <a:off x="1599158" y="5347773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7CF3FB-1F7D-6044-CA87-9ABE8A1EEB59}"/>
              </a:ext>
            </a:extLst>
          </p:cNvPr>
          <p:cNvSpPr/>
          <p:nvPr/>
        </p:nvSpPr>
        <p:spPr>
          <a:xfrm>
            <a:off x="5994736" y="279696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EC479E-08CE-94C9-906D-EC6A1C4E09F3}"/>
              </a:ext>
            </a:extLst>
          </p:cNvPr>
          <p:cNvSpPr/>
          <p:nvPr/>
        </p:nvSpPr>
        <p:spPr>
          <a:xfrm>
            <a:off x="5994736" y="301079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7ABD1C3-F737-8169-0926-725BE9059CBF}"/>
              </a:ext>
            </a:extLst>
          </p:cNvPr>
          <p:cNvSpPr/>
          <p:nvPr/>
        </p:nvSpPr>
        <p:spPr>
          <a:xfrm>
            <a:off x="5994736" y="3224613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236C9C-B82A-E770-5CB1-9EC028DA3E1D}"/>
              </a:ext>
            </a:extLst>
          </p:cNvPr>
          <p:cNvSpPr/>
          <p:nvPr/>
        </p:nvSpPr>
        <p:spPr>
          <a:xfrm>
            <a:off x="5994736" y="343843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154C02-9ABD-2226-88B9-06DD6F7F9248}"/>
              </a:ext>
            </a:extLst>
          </p:cNvPr>
          <p:cNvSpPr/>
          <p:nvPr/>
        </p:nvSpPr>
        <p:spPr>
          <a:xfrm>
            <a:off x="5994736" y="365225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429B0EF-B41E-5625-037E-CE147CCF4563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2B910-7390-C8B3-1446-BE4D18DA95C3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6292D2-BDD3-47BD-7F31-F6464EE484CA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13C629-B3C0-ABC8-6FAB-4EF77BC5CD5E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E1D8B50-153E-9C86-15AE-3698C25F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21902B0-87FB-1B42-2C42-F07626B443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C8738F-4263-246B-0B1B-D57C8E4E2E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C48693E-565A-0071-E0BC-6D6428F63945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0E9C655E-FCA4-B597-C0AB-0CF897FFF389}"/>
              </a:ext>
            </a:extLst>
          </p:cNvPr>
          <p:cNvSpPr/>
          <p:nvPr/>
        </p:nvSpPr>
        <p:spPr>
          <a:xfrm>
            <a:off x="4188056" y="267028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8D3480-ACED-B1FD-C629-4E18EB3CAA62}"/>
              </a:ext>
            </a:extLst>
          </p:cNvPr>
          <p:cNvSpPr/>
          <p:nvPr/>
        </p:nvSpPr>
        <p:spPr>
          <a:xfrm>
            <a:off x="4188056" y="28841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51A686-A2C1-E76C-0BE2-3AF4EE54DF78}"/>
              </a:ext>
            </a:extLst>
          </p:cNvPr>
          <p:cNvSpPr/>
          <p:nvPr/>
        </p:nvSpPr>
        <p:spPr>
          <a:xfrm>
            <a:off x="4188056" y="309792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4A43BB-0EC2-C634-9E3F-AA2364E4F2BD}"/>
              </a:ext>
            </a:extLst>
          </p:cNvPr>
          <p:cNvSpPr/>
          <p:nvPr/>
        </p:nvSpPr>
        <p:spPr>
          <a:xfrm>
            <a:off x="4188056" y="33117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5A4AD0-44F8-D5FA-4A9E-2CD4F327B53E}"/>
              </a:ext>
            </a:extLst>
          </p:cNvPr>
          <p:cNvSpPr/>
          <p:nvPr/>
        </p:nvSpPr>
        <p:spPr>
          <a:xfrm>
            <a:off x="4188056" y="352556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CCDE83-C045-01BD-C3FD-8801ECC668C0}"/>
              </a:ext>
            </a:extLst>
          </p:cNvPr>
          <p:cNvGrpSpPr/>
          <p:nvPr/>
        </p:nvGrpSpPr>
        <p:grpSpPr>
          <a:xfrm>
            <a:off x="5683931" y="2995914"/>
            <a:ext cx="774094" cy="656342"/>
            <a:chOff x="858485" y="4406989"/>
            <a:chExt cx="379530" cy="4572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45515FD-2802-799D-B0F4-F23143692A6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C27D2B-6F5F-D9CB-7255-44B90D8DF27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5F7448-D52C-3DD9-C801-78C1C7088E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E67E19-B8E4-3BFE-5AFE-19B52B58E9B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5632B993-8E77-401F-B450-BE741EA7B73F}"/>
              </a:ext>
            </a:extLst>
          </p:cNvPr>
          <p:cNvSpPr/>
          <p:nvPr/>
        </p:nvSpPr>
        <p:spPr>
          <a:xfrm>
            <a:off x="5388807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2D2B89F-A86E-0A65-F25C-70FF2A6A398D}"/>
              </a:ext>
            </a:extLst>
          </p:cNvPr>
          <p:cNvSpPr/>
          <p:nvPr/>
        </p:nvSpPr>
        <p:spPr>
          <a:xfrm>
            <a:off x="5385704" y="15057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B67B9-2E29-05BF-DEF8-B33CB63153BA}"/>
              </a:ext>
            </a:extLst>
          </p:cNvPr>
          <p:cNvSpPr txBox="1"/>
          <p:nvPr/>
        </p:nvSpPr>
        <p:spPr>
          <a:xfrm>
            <a:off x="4903881" y="5353730"/>
            <a:ext cx="1098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9FC2EA-746A-544D-566A-BA2BD191EC78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F6F25C-2715-255F-E6C4-6FAAF31899F2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18AE3-9EBA-0803-44A6-4314705D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17</a:t>
            </a:fld>
            <a:endParaRPr lang="en-CN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51C79BE-7041-9C3D-D62E-8B92FCE3C82E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6F7F4E3-EEAE-4F5D-E0FA-ACF1FDA2849B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5EC2C49-1704-93E2-22E2-DECDB5847345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946D288-1BAD-B57A-8C0A-2CC417EF480A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0C2842B-A622-DFDA-7DC4-BB52AE0BB44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69030EE-DAF5-A375-4B31-7076059AB457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2C629143-9A71-004C-A7FB-4234E92E816C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0DABEE8-E54D-9D87-A5B4-0DC2FE48C89E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727260E-EF65-F972-5A43-90A5A4E29406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25EEA51-9316-9D3E-BBD8-723F18B91658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82DFF30-F597-FBE9-B64B-964139893E0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983D7FB-AC1B-ECCA-BB10-A0DD9FAC98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D2A457E-6468-013C-4518-3DEB5D3625C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5343F02-3FA3-DF9A-375A-B172CF435EE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816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24 L -0.09857 0.17222 " pathEditMode="relative" ptsTypes="AA">
                                      <p:cBhvr>
                                        <p:cTn id="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24 L 0.04987 0.18842 " pathEditMode="relative" ptsTypes="AA">
                                      <p:cBhvr>
                                        <p:cTn id="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403 " pathEditMode="relative" ptsTypes="AA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357 " pathEditMode="relative" ptsTypes="AA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224 0.23727 " pathEditMode="relative" ptsTypes="AA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529 0.22014 " pathEditMode="relative" ptsTypes="AA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7" grpId="0" animBg="1"/>
      <p:bldP spid="76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55467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56408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56687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3892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 =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805304-5C17-BC96-F689-0F3E73EB2FFD}"/>
              </a:ext>
            </a:extLst>
          </p:cNvPr>
          <p:cNvSpPr/>
          <p:nvPr/>
        </p:nvSpPr>
        <p:spPr>
          <a:xfrm rot="5400000">
            <a:off x="9030319" y="1101890"/>
            <a:ext cx="1171038" cy="21556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DF037A-6FB6-972D-8E5F-D8102A0A57A2}"/>
              </a:ext>
            </a:extLst>
          </p:cNvPr>
          <p:cNvSpPr/>
          <p:nvPr/>
        </p:nvSpPr>
        <p:spPr>
          <a:xfrm rot="5400000">
            <a:off x="9030319" y="3600413"/>
            <a:ext cx="1171038" cy="21556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A7CA73-68AA-DDEB-C3A6-552CC618AB78}"/>
              </a:ext>
            </a:extLst>
          </p:cNvPr>
          <p:cNvCxnSpPr>
            <a:cxnSpLocks/>
          </p:cNvCxnSpPr>
          <p:nvPr/>
        </p:nvCxnSpPr>
        <p:spPr>
          <a:xfrm rot="5400000">
            <a:off x="8951300" y="3443920"/>
            <a:ext cx="13274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5C6154A-1306-9C78-1DF9-2548BDA3D818}"/>
              </a:ext>
            </a:extLst>
          </p:cNvPr>
          <p:cNvSpPr txBox="1"/>
          <p:nvPr/>
        </p:nvSpPr>
        <p:spPr>
          <a:xfrm>
            <a:off x="8992916" y="1764240"/>
            <a:ext cx="1244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(Sender)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79ABE4-0776-E827-0E1C-DC8E23E49B18}"/>
              </a:ext>
            </a:extLst>
          </p:cNvPr>
          <p:cNvSpPr txBox="1"/>
          <p:nvPr/>
        </p:nvSpPr>
        <p:spPr>
          <a:xfrm>
            <a:off x="8874294" y="4270224"/>
            <a:ext cx="1481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(Receiver)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4EFA9E-7461-74D3-E2BE-BF75F3EBC275}"/>
              </a:ext>
            </a:extLst>
          </p:cNvPr>
          <p:cNvSpPr/>
          <p:nvPr/>
        </p:nvSpPr>
        <p:spPr>
          <a:xfrm>
            <a:off x="8884450" y="218941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710CE7-1A56-EEEA-65AE-18201026F097}"/>
              </a:ext>
            </a:extLst>
          </p:cNvPr>
          <p:cNvCxnSpPr>
            <a:cxnSpLocks/>
          </p:cNvCxnSpPr>
          <p:nvPr/>
        </p:nvCxnSpPr>
        <p:spPr>
          <a:xfrm>
            <a:off x="8971371" y="2448340"/>
            <a:ext cx="4411" cy="19732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4E1CEF-6032-475A-D287-CDC156484AFB}"/>
              </a:ext>
            </a:extLst>
          </p:cNvPr>
          <p:cNvGrpSpPr/>
          <p:nvPr/>
        </p:nvGrpSpPr>
        <p:grpSpPr>
          <a:xfrm>
            <a:off x="8796931" y="3291959"/>
            <a:ext cx="357702" cy="348881"/>
            <a:chOff x="8897271" y="2897127"/>
            <a:chExt cx="153241" cy="14946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5993214-40CB-72F5-846E-F36792F6C4A2}"/>
                </a:ext>
              </a:extLst>
            </p:cNvPr>
            <p:cNvCxnSpPr/>
            <p:nvPr/>
          </p:nvCxnSpPr>
          <p:spPr>
            <a:xfrm>
              <a:off x="8901050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7B12BB4-B025-ECDF-99A3-F91F7CAB9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7271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40A244-8B60-C660-3222-D01A2C7DB229}"/>
              </a:ext>
            </a:extLst>
          </p:cNvPr>
          <p:cNvCxnSpPr>
            <a:cxnSpLocks/>
          </p:cNvCxnSpPr>
          <p:nvPr/>
        </p:nvCxnSpPr>
        <p:spPr>
          <a:xfrm>
            <a:off x="8958416" y="1391762"/>
            <a:ext cx="0" cy="4919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968FE9-0746-26E6-7AF3-E759522A9BE0}"/>
              </a:ext>
            </a:extLst>
          </p:cNvPr>
          <p:cNvGrpSpPr/>
          <p:nvPr/>
        </p:nvGrpSpPr>
        <p:grpSpPr>
          <a:xfrm>
            <a:off x="8779565" y="1042881"/>
            <a:ext cx="357702" cy="348881"/>
            <a:chOff x="8897271" y="2897127"/>
            <a:chExt cx="153241" cy="14946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E48655C-A969-2C00-BAD9-D4A7E65F5AF6}"/>
                </a:ext>
              </a:extLst>
            </p:cNvPr>
            <p:cNvCxnSpPr/>
            <p:nvPr/>
          </p:nvCxnSpPr>
          <p:spPr>
            <a:xfrm>
              <a:off x="8901050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6CD133-4DB9-6F88-7FDD-9D80463B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7271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A798D29-3062-0727-CF05-7B6281BD3570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069986-C590-ACFE-7F25-C178D31C724B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0CE82D-F5F2-0EDC-CBAF-BA7DA422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18</a:t>
            </a:fld>
            <a:endParaRPr lang="en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5680A9-8850-7C6F-E07C-07308B1E427B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27F3CF-5FA0-3168-6BC1-9344CBD3F08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043493-7373-EBC8-A547-9A7E8DCD6217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2B9924-A91B-F5AE-EC14-1BF2A6F29A91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A95C99D-B6DC-0010-9F2C-682305471C4A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518B8B-C493-068B-7FED-A354ACA17799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130257F-BD4F-A342-D912-226B1B0F1E3D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1266FA-2D4A-C8F2-F719-6207F49D56FF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2656F6-0E2F-F3D2-CC3F-2D2CED12ED4A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3FCD46-122F-DE2F-9CC8-CB832B09D390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8D55233-7176-2C70-8758-BAFDD4C6C8F0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5EDACD8-4B44-3107-5BFD-917ECBE41F9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F9FBE76-EEEE-7AF1-2C10-0A16463F72D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8B50039-3A11-4DE4-2729-AC5656721E7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A74A758-1BF1-CB54-7D04-3FFA6B82089A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583A3D-1D27-2A61-AAC8-44BAE6CCEF71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70BEAC-7B63-3963-E8DD-F18D534C7947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B599E8C-0F9C-1DCD-31D3-FA7B9A24BEFB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F3C98F1-F450-F331-893C-8715595F283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0749164-FD38-7642-0795-49EC2961916C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B2F2ACF-D6FD-1DB9-2FA0-2226BC271BE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1EA9631-55E3-589F-606D-30093E508658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10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55467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56408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56687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470576" y="1030019"/>
            <a:ext cx="3892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Initiation Interval =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BA3EB-50E2-A266-2A08-A688AA689CC8}"/>
              </a:ext>
            </a:extLst>
          </p:cNvPr>
          <p:cNvSpPr txBox="1"/>
          <p:nvPr/>
        </p:nvSpPr>
        <p:spPr>
          <a:xfrm>
            <a:off x="234461" y="90826"/>
            <a:ext cx="8574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Important?</a:t>
            </a:r>
            <a:endParaRPr lang="en-CN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138E13-CBF0-E6EA-90D4-AB88277945E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cycle?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805304-5C17-BC96-F689-0F3E73EB2FFD}"/>
              </a:ext>
            </a:extLst>
          </p:cNvPr>
          <p:cNvSpPr/>
          <p:nvPr/>
        </p:nvSpPr>
        <p:spPr>
          <a:xfrm rot="5400000">
            <a:off x="9030319" y="1101890"/>
            <a:ext cx="1171038" cy="21556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DF037A-6FB6-972D-8E5F-D8102A0A57A2}"/>
              </a:ext>
            </a:extLst>
          </p:cNvPr>
          <p:cNvSpPr/>
          <p:nvPr/>
        </p:nvSpPr>
        <p:spPr>
          <a:xfrm rot="5400000">
            <a:off x="9030319" y="3600413"/>
            <a:ext cx="1171038" cy="21556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A7CA73-68AA-DDEB-C3A6-552CC618AB78}"/>
              </a:ext>
            </a:extLst>
          </p:cNvPr>
          <p:cNvCxnSpPr>
            <a:cxnSpLocks/>
          </p:cNvCxnSpPr>
          <p:nvPr/>
        </p:nvCxnSpPr>
        <p:spPr>
          <a:xfrm rot="5400000">
            <a:off x="8951300" y="3443920"/>
            <a:ext cx="13274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5C6154A-1306-9C78-1DF9-2548BDA3D818}"/>
              </a:ext>
            </a:extLst>
          </p:cNvPr>
          <p:cNvSpPr txBox="1"/>
          <p:nvPr/>
        </p:nvSpPr>
        <p:spPr>
          <a:xfrm>
            <a:off x="8992916" y="1764240"/>
            <a:ext cx="1244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(Sender)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79ABE4-0776-E827-0E1C-DC8E23E49B18}"/>
              </a:ext>
            </a:extLst>
          </p:cNvPr>
          <p:cNvSpPr txBox="1"/>
          <p:nvPr/>
        </p:nvSpPr>
        <p:spPr>
          <a:xfrm>
            <a:off x="8874294" y="4270224"/>
            <a:ext cx="1481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(Receiver)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62C57F-982E-8489-4C15-8AAD7CE49893}"/>
              </a:ext>
            </a:extLst>
          </p:cNvPr>
          <p:cNvSpPr/>
          <p:nvPr/>
        </p:nvSpPr>
        <p:spPr>
          <a:xfrm>
            <a:off x="8802467" y="3166361"/>
            <a:ext cx="1214517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4EFA9E-7461-74D3-E2BE-BF75F3EBC275}"/>
              </a:ext>
            </a:extLst>
          </p:cNvPr>
          <p:cNvSpPr/>
          <p:nvPr/>
        </p:nvSpPr>
        <p:spPr>
          <a:xfrm>
            <a:off x="8884450" y="329155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40A244-8B60-C660-3222-D01A2C7DB229}"/>
              </a:ext>
            </a:extLst>
          </p:cNvPr>
          <p:cNvCxnSpPr>
            <a:cxnSpLocks/>
          </p:cNvCxnSpPr>
          <p:nvPr/>
        </p:nvCxnSpPr>
        <p:spPr>
          <a:xfrm>
            <a:off x="8958416" y="1030019"/>
            <a:ext cx="0" cy="8536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0E5267-D3B2-F1AD-8E56-D9B8E7EE11B7}"/>
              </a:ext>
            </a:extLst>
          </p:cNvPr>
          <p:cNvSpPr txBox="1"/>
          <p:nvPr/>
        </p:nvSpPr>
        <p:spPr>
          <a:xfrm>
            <a:off x="9216201" y="3220758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F65627-1B28-AD53-91D1-6069C7B01646}"/>
              </a:ext>
            </a:extLst>
          </p:cNvPr>
          <p:cNvSpPr/>
          <p:nvPr/>
        </p:nvSpPr>
        <p:spPr>
          <a:xfrm>
            <a:off x="8880730" y="21332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160262-A57A-3781-6A81-39EE922F9A82}"/>
              </a:ext>
            </a:extLst>
          </p:cNvPr>
          <p:cNvCxnSpPr>
            <a:cxnSpLocks/>
          </p:cNvCxnSpPr>
          <p:nvPr/>
        </p:nvCxnSpPr>
        <p:spPr>
          <a:xfrm>
            <a:off x="8968364" y="2563379"/>
            <a:ext cx="0" cy="5903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05FBB6-E98C-8473-77C3-CE03814A1B2F}"/>
              </a:ext>
            </a:extLst>
          </p:cNvPr>
          <p:cNvGrpSpPr/>
          <p:nvPr/>
        </p:nvGrpSpPr>
        <p:grpSpPr>
          <a:xfrm>
            <a:off x="8796931" y="3826032"/>
            <a:ext cx="357702" cy="348881"/>
            <a:chOff x="8897271" y="2897127"/>
            <a:chExt cx="153241" cy="14946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9BF6FC5-34DA-EB58-156F-9E28728F7ABD}"/>
                </a:ext>
              </a:extLst>
            </p:cNvPr>
            <p:cNvCxnSpPr/>
            <p:nvPr/>
          </p:nvCxnSpPr>
          <p:spPr>
            <a:xfrm>
              <a:off x="8901050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ABC6721-5ED1-BF57-2841-8AE1DEDF7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7271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C2F570-39B2-629C-EA12-1E26C0357E8E}"/>
              </a:ext>
            </a:extLst>
          </p:cNvPr>
          <p:cNvCxnSpPr>
            <a:cxnSpLocks/>
          </p:cNvCxnSpPr>
          <p:nvPr/>
        </p:nvCxnSpPr>
        <p:spPr>
          <a:xfrm>
            <a:off x="8968364" y="3823782"/>
            <a:ext cx="0" cy="5903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6A14EFA-84D0-1983-BF91-6FBB928A1F6B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50E4EC-8149-40C0-7FFF-B62E376AC74A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E4AB6-E15C-94DE-9B30-CD45E333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19</a:t>
            </a:fld>
            <a:endParaRPr lang="en-C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5FC520-D8EB-F3D8-03F8-ED18AEEA76DF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806DCA3-CF21-7804-AC5C-2695724CAEEE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796E11-D228-0356-0DD8-541FA1E93393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1123BB-F456-A54B-C681-22E54C918B45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AAB1D64-E3C1-F6C5-20D2-1401563BAA22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837622-849E-2632-7F90-00C346E81719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6AACFA-A871-C41E-BE74-8707FA0AE72C}"/>
              </a:ext>
            </a:extLst>
          </p:cNvPr>
          <p:cNvSpPr/>
          <p:nvPr/>
        </p:nvSpPr>
        <p:spPr>
          <a:xfrm>
            <a:off x="685099" y="2682911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F291FB-6B86-6807-84E0-F9233F49903F}"/>
              </a:ext>
            </a:extLst>
          </p:cNvPr>
          <p:cNvCxnSpPr>
            <a:cxnSpLocks/>
          </p:cNvCxnSpPr>
          <p:nvPr/>
        </p:nvCxnSpPr>
        <p:spPr>
          <a:xfrm>
            <a:off x="1243646" y="269856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45F87A-D6CC-CC51-7B9B-6DE0C497178A}"/>
              </a:ext>
            </a:extLst>
          </p:cNvPr>
          <p:cNvCxnSpPr>
            <a:cxnSpLocks/>
          </p:cNvCxnSpPr>
          <p:nvPr/>
        </p:nvCxnSpPr>
        <p:spPr>
          <a:xfrm flipV="1">
            <a:off x="1275647" y="340423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7D4509-3E6A-B608-5B77-6839F17BCB1E}"/>
              </a:ext>
            </a:extLst>
          </p:cNvPr>
          <p:cNvGrpSpPr/>
          <p:nvPr/>
        </p:nvGrpSpPr>
        <p:grpSpPr>
          <a:xfrm>
            <a:off x="689936" y="2868097"/>
            <a:ext cx="556814" cy="611010"/>
            <a:chOff x="858485" y="4406989"/>
            <a:chExt cx="379530" cy="4572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B8C96BF-0D89-AB7B-7B5F-E63DDB40D6D6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6346BC1-AC28-7D79-9FE4-35460D9545D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BC1056B-FCC8-D97B-E7BA-DA5FD5E09E8F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FA9456A-D134-E3B8-B6F1-657FBE8DB807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0141569-EFB7-7053-5DFE-2167AA19AAEC}"/>
              </a:ext>
            </a:extLst>
          </p:cNvPr>
          <p:cNvSpPr/>
          <p:nvPr/>
        </p:nvSpPr>
        <p:spPr>
          <a:xfrm>
            <a:off x="3991217" y="2696129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EC6CC03-356C-61B6-DD65-F81EBC7F898C}"/>
              </a:ext>
            </a:extLst>
          </p:cNvPr>
          <p:cNvCxnSpPr>
            <a:cxnSpLocks/>
          </p:cNvCxnSpPr>
          <p:nvPr/>
        </p:nvCxnSpPr>
        <p:spPr>
          <a:xfrm>
            <a:off x="4549764" y="2711778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088752F-5817-C697-4F8D-B455BBFD9203}"/>
              </a:ext>
            </a:extLst>
          </p:cNvPr>
          <p:cNvCxnSpPr>
            <a:cxnSpLocks/>
          </p:cNvCxnSpPr>
          <p:nvPr/>
        </p:nvCxnSpPr>
        <p:spPr>
          <a:xfrm flipV="1">
            <a:off x="4581765" y="3417456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D88486E-DBEC-EF8A-004F-7DB901FB6426}"/>
              </a:ext>
            </a:extLst>
          </p:cNvPr>
          <p:cNvGrpSpPr/>
          <p:nvPr/>
        </p:nvGrpSpPr>
        <p:grpSpPr>
          <a:xfrm>
            <a:off x="3996054" y="2881315"/>
            <a:ext cx="556814" cy="611010"/>
            <a:chOff x="858485" y="4406989"/>
            <a:chExt cx="379530" cy="45720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BFAFC66-BF17-FB12-74C5-8002F7D4CDCE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795436-7EAB-8EF0-0035-467E300A65C2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D0FEAC-540D-B4FC-21FE-71C18FB9E41A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EC24349-0817-BC31-ADBE-75F96B2DF8A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62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20606" y="229592"/>
            <a:ext cx="13121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Achieved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Throughput,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Better?</a:t>
            </a:r>
            <a:endParaRPr lang="en-CN" sz="2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94FCCA-DC0C-BD09-189C-44D7FC1916C6}"/>
              </a:ext>
            </a:extLst>
          </p:cNvPr>
          <p:cNvGrpSpPr/>
          <p:nvPr/>
        </p:nvGrpSpPr>
        <p:grpSpPr>
          <a:xfrm>
            <a:off x="1626416" y="1941361"/>
            <a:ext cx="1043864" cy="495040"/>
            <a:chOff x="2195060" y="1943360"/>
            <a:chExt cx="1043864" cy="4950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7959F2-C438-D16D-4793-062D7850D537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4EA780-18DF-89E1-2C18-465B0D3914EA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1DC00-C693-237D-75C2-8F88E5DF0EFD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821341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CDADC-D263-E9BC-D53C-8B57EFB3EAC3}"/>
              </a:ext>
            </a:extLst>
          </p:cNvPr>
          <p:cNvGrpSpPr/>
          <p:nvPr/>
        </p:nvGrpSpPr>
        <p:grpSpPr>
          <a:xfrm>
            <a:off x="1534126" y="2866523"/>
            <a:ext cx="574430" cy="639688"/>
            <a:chOff x="2041401" y="3235569"/>
            <a:chExt cx="574430" cy="6396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1644E6-74F8-BD30-DA87-9B0C8345BF2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3AB947-A5D3-0338-8AC0-BF20A4222A97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AA9BEC3-3EF8-39D3-CCD4-C12D0CDB72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2120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621856-27C1-4F90-944A-BBF1FB1465EC}"/>
              </a:ext>
            </a:extLst>
          </p:cNvPr>
          <p:cNvCxnSpPr>
            <a:cxnSpLocks/>
          </p:cNvCxnSpPr>
          <p:nvPr/>
        </p:nvCxnSpPr>
        <p:spPr>
          <a:xfrm>
            <a:off x="2498406" y="2448340"/>
            <a:ext cx="0" cy="1843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81BBC7-E396-F005-4BF6-464481ADEEFE}"/>
              </a:ext>
            </a:extLst>
          </p:cNvPr>
          <p:cNvCxnSpPr>
            <a:cxnSpLocks/>
          </p:cNvCxnSpPr>
          <p:nvPr/>
        </p:nvCxnSpPr>
        <p:spPr>
          <a:xfrm>
            <a:off x="2148347" y="1636502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662029-0246-C2B1-7B67-351B9F9A29EB}"/>
              </a:ext>
            </a:extLst>
          </p:cNvPr>
          <p:cNvCxnSpPr>
            <a:cxnSpLocks/>
          </p:cNvCxnSpPr>
          <p:nvPr/>
        </p:nvCxnSpPr>
        <p:spPr>
          <a:xfrm>
            <a:off x="2303481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79779A-A241-D750-8E86-628B94A7B87D}"/>
              </a:ext>
            </a:extLst>
          </p:cNvPr>
          <p:cNvCxnSpPr>
            <a:cxnSpLocks/>
          </p:cNvCxnSpPr>
          <p:nvPr/>
        </p:nvCxnSpPr>
        <p:spPr>
          <a:xfrm flipV="1">
            <a:off x="2670283" y="3137857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EE607A0-8895-59FA-8227-DE5F868435B0}"/>
              </a:ext>
            </a:extLst>
          </p:cNvPr>
          <p:cNvSpPr txBox="1"/>
          <p:nvPr/>
        </p:nvSpPr>
        <p:spPr>
          <a:xfrm>
            <a:off x="2670283" y="331506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1537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48665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645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56359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55467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56954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56408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56687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49588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54807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64719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64695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78719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74849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78581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85701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78581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78227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82141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A791B89D-36CA-A872-6F37-4148A154B25B}"/>
              </a:ext>
            </a:extLst>
          </p:cNvPr>
          <p:cNvSpPr txBox="1"/>
          <p:nvPr/>
        </p:nvSpPr>
        <p:spPr>
          <a:xfrm>
            <a:off x="8982475" y="3191420"/>
            <a:ext cx="22333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  <a:p>
            <a:pPr algn="l"/>
            <a:r>
              <a:rPr lang="en-CN" dirty="0"/>
              <a:t>(Under bitwidth 32)</a:t>
            </a:r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530BF2-A2D0-4B10-785F-301E0354ACAC}"/>
              </a:ext>
            </a:extLst>
          </p:cNvPr>
          <p:cNvSpPr txBox="1"/>
          <p:nvPr/>
        </p:nvSpPr>
        <p:spPr>
          <a:xfrm>
            <a:off x="8982475" y="2610316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8983704" y="2210206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18CA4-49B2-ADD1-83F1-494937C03AA9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92D3C6-6F1E-7CCD-D120-C7C51772A1F3}"/>
              </a:ext>
            </a:extLst>
          </p:cNvPr>
          <p:cNvCxnSpPr>
            <a:cxnSpLocks/>
          </p:cNvCxnSpPr>
          <p:nvPr/>
        </p:nvCxnSpPr>
        <p:spPr>
          <a:xfrm>
            <a:off x="2086072" y="2641051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F64AC66-68B3-D42D-CA11-2308391C5C09}"/>
              </a:ext>
            </a:extLst>
          </p:cNvPr>
          <p:cNvCxnSpPr>
            <a:cxnSpLocks/>
          </p:cNvCxnSpPr>
          <p:nvPr/>
        </p:nvCxnSpPr>
        <p:spPr>
          <a:xfrm>
            <a:off x="5367098" y="2527552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C6C0-B69E-D25B-4624-374DF1DA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20</a:t>
            </a:fld>
            <a:endParaRPr lang="en-C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60E8F2-3809-0417-A05B-16FE8DB6060E}"/>
              </a:ext>
            </a:extLst>
          </p:cNvPr>
          <p:cNvGrpSpPr/>
          <p:nvPr/>
        </p:nvGrpSpPr>
        <p:grpSpPr>
          <a:xfrm>
            <a:off x="2016266" y="4206890"/>
            <a:ext cx="574430" cy="584775"/>
            <a:chOff x="2041401" y="3230397"/>
            <a:chExt cx="574430" cy="58477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6837E5-D772-44E9-B5E9-EEC27B595572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416501-B63A-D622-81E0-C26F4893E850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DF7E78-21DD-5B8A-8EA5-B992DD0A5180}"/>
              </a:ext>
            </a:extLst>
          </p:cNvPr>
          <p:cNvGrpSpPr/>
          <p:nvPr/>
        </p:nvGrpSpPr>
        <p:grpSpPr>
          <a:xfrm>
            <a:off x="5348712" y="4210205"/>
            <a:ext cx="574430" cy="584775"/>
            <a:chOff x="2041401" y="3233712"/>
            <a:chExt cx="574430" cy="5847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8AA859C-DDCC-909D-F31C-0A34B7FEC048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5ABC29-31A2-3603-BA3A-93BB50E91EED}"/>
                </a:ext>
              </a:extLst>
            </p:cNvPr>
            <p:cNvSpPr txBox="1"/>
            <p:nvPr/>
          </p:nvSpPr>
          <p:spPr>
            <a:xfrm>
              <a:off x="2119466" y="3233712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14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32" grpId="0"/>
      <p:bldP spid="133" grpId="0"/>
      <p:bldP spid="1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200774"/>
            <a:ext cx="10807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Throughput?</a:t>
            </a:r>
            <a:endParaRPr lang="en-CN" sz="2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277836" y="3059234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A791B89D-36CA-A872-6F37-4148A154B25B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FA0DB281-A38D-DF1F-5B9E-CFAAFBF2F073}"/>
              </a:ext>
            </a:extLst>
          </p:cNvPr>
          <p:cNvSpPr/>
          <p:nvPr/>
        </p:nvSpPr>
        <p:spPr>
          <a:xfrm>
            <a:off x="5816059" y="2769453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02AC27-31A1-412E-5D6A-812E0FA153D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239632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9448BB0-5183-0E85-17CF-4F70BDF21F66}"/>
              </a:ext>
            </a:extLst>
          </p:cNvPr>
          <p:cNvGrpSpPr/>
          <p:nvPr/>
        </p:nvGrpSpPr>
        <p:grpSpPr>
          <a:xfrm>
            <a:off x="6852584" y="2235986"/>
            <a:ext cx="774095" cy="1684327"/>
            <a:chOff x="7868237" y="2169515"/>
            <a:chExt cx="774095" cy="20974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0AC843-CA79-4473-401C-D4AEB94C2603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ABC928-F1E2-3487-47BE-8214016140F4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A029CB-16B3-F9F1-D6CF-17E04F6C5CEA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0EC627-6D2E-B323-817F-8CD13DE3862A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9876DD-B4B8-2844-6681-532F269CAF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5D30F-1C9D-5FFA-860F-E7F6AFFC30EA}"/>
              </a:ext>
            </a:extLst>
          </p:cNvPr>
          <p:cNvCxnSpPr>
            <a:cxnSpLocks/>
          </p:cNvCxnSpPr>
          <p:nvPr/>
        </p:nvCxnSpPr>
        <p:spPr>
          <a:xfrm>
            <a:off x="7225809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6EDB0FA-9CFC-3705-3440-416F5E7ECD0F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5A8D8-8253-6179-59F6-C1CB9FA2B77C}"/>
              </a:ext>
            </a:extLst>
          </p:cNvPr>
          <p:cNvSpPr txBox="1"/>
          <p:nvPr/>
        </p:nvSpPr>
        <p:spPr>
          <a:xfrm>
            <a:off x="6429865" y="4734200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OEHB Chain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B4A5D4-8B1A-E1A2-D9C3-E6D268477C52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0276861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7E3FEE-B4ED-F099-3603-5487DA1696FB}"/>
              </a:ext>
            </a:extLst>
          </p:cNvPr>
          <p:cNvGrpSpPr/>
          <p:nvPr/>
        </p:nvGrpSpPr>
        <p:grpSpPr>
          <a:xfrm>
            <a:off x="9889813" y="2235986"/>
            <a:ext cx="774095" cy="1684327"/>
            <a:chOff x="7868237" y="2169515"/>
            <a:chExt cx="774095" cy="2097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8DCACB-913D-AF1C-87DD-6CD9AEC46238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303288-B027-8D90-FFC2-3BEBB87E6FD5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AE83D1-C315-A6D3-76ED-0A173756FE7B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E244C0-F100-2B93-C6E5-B1058614B3F0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FF0BB0-BDB3-B505-D951-B3D90EF94D65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D2C4A9-75FC-6C02-3152-ACF51EF2ED20}"/>
              </a:ext>
            </a:extLst>
          </p:cNvPr>
          <p:cNvCxnSpPr>
            <a:cxnSpLocks/>
          </p:cNvCxnSpPr>
          <p:nvPr/>
        </p:nvCxnSpPr>
        <p:spPr>
          <a:xfrm>
            <a:off x="10263038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>
            <a:extLst>
              <a:ext uri="{FF2B5EF4-FFF2-40B4-BE49-F238E27FC236}">
                <a16:creationId xmlns:a16="http://schemas.microsoft.com/office/drawing/2014/main" id="{ACB6C029-B5B1-36A7-11AE-0C4C602B30E7}"/>
              </a:ext>
            </a:extLst>
          </p:cNvPr>
          <p:cNvSpPr/>
          <p:nvPr/>
        </p:nvSpPr>
        <p:spPr>
          <a:xfrm>
            <a:off x="8436250" y="2771996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52D9BD-0AF5-30D0-4A61-BD061EAAF7C3}"/>
              </a:ext>
            </a:extLst>
          </p:cNvPr>
          <p:cNvSpPr/>
          <p:nvPr/>
        </p:nvSpPr>
        <p:spPr>
          <a:xfrm>
            <a:off x="9373020" y="3631960"/>
            <a:ext cx="267342" cy="26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424FF-62D6-0D3B-71C5-7972CB831B2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9506691" y="2404461"/>
            <a:ext cx="3592" cy="12274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A07C4B-1424-910A-4054-E9DB7CE84D49}"/>
              </a:ext>
            </a:extLst>
          </p:cNvPr>
          <p:cNvCxnSpPr>
            <a:cxnSpLocks/>
          </p:cNvCxnSpPr>
          <p:nvPr/>
        </p:nvCxnSpPr>
        <p:spPr>
          <a:xfrm>
            <a:off x="9506691" y="2415899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F00369-7425-E7FC-396C-24A28BF1E0C1}"/>
              </a:ext>
            </a:extLst>
          </p:cNvPr>
          <p:cNvCxnSpPr>
            <a:cxnSpLocks/>
          </p:cNvCxnSpPr>
          <p:nvPr/>
        </p:nvCxnSpPr>
        <p:spPr>
          <a:xfrm>
            <a:off x="9506691" y="2753332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B31A67-3D75-20E1-BF66-C082F90101EE}"/>
              </a:ext>
            </a:extLst>
          </p:cNvPr>
          <p:cNvCxnSpPr>
            <a:cxnSpLocks/>
          </p:cNvCxnSpPr>
          <p:nvPr/>
        </p:nvCxnSpPr>
        <p:spPr>
          <a:xfrm>
            <a:off x="9506691" y="3090765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18DB54-957D-2C34-A57C-DB04972C4872}"/>
              </a:ext>
            </a:extLst>
          </p:cNvPr>
          <p:cNvCxnSpPr>
            <a:cxnSpLocks/>
          </p:cNvCxnSpPr>
          <p:nvPr/>
        </p:nvCxnSpPr>
        <p:spPr>
          <a:xfrm>
            <a:off x="9506691" y="3428197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F16BE4-9506-7451-9566-4DCC003BB786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>
            <a:off x="9640362" y="3765631"/>
            <a:ext cx="2494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CE48204-8862-6967-DCC3-21E12157D820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7FFE25-6B83-7547-18F5-AAB0C3C976CF}"/>
              </a:ext>
            </a:extLst>
          </p:cNvPr>
          <p:cNvSpPr txBox="1"/>
          <p:nvPr/>
        </p:nvSpPr>
        <p:spPr>
          <a:xfrm>
            <a:off x="9105398" y="473420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Pipeline</a:t>
            </a:r>
            <a:endParaRPr lang="en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0F244B-6F0C-6BC1-20AD-3B1870BB52D6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D56127E-3495-9D08-9291-C954F8FC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21</a:t>
            </a:fld>
            <a:endParaRPr lang="en-C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574E9-276D-7B74-04E9-172197AABA7E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85029AA-32FE-4E09-2E13-5AD29DDB5FC6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9E904C-14E6-DE77-827A-79977F8844EB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099245-68BA-0667-3E75-2F445DADEC9B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2A0C860-AC83-6B8D-BA3A-8C13E6A12F31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6257CF-A6F0-B784-E525-FA6567527789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6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CB9B7-F025-D62B-EDAE-EA5ED1479A2A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89D817-F132-0C54-92D4-26485F404482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F38251-15E2-4289-FC00-F931A95DAB02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117EFC-0CB0-AC1A-9195-1179D67E88BF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888B80B3-E274-D0F0-1CEC-8D45FE8B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22</a:t>
            </a:fld>
            <a:endParaRPr lang="en-C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3A448C-F267-1232-351A-89437741F8F8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C63CDD-8F24-5A2A-0ABC-64A7E067D2E7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2EE55EF-DA9E-B41F-E853-356EE2B53BD3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241933-3E87-2776-55FB-94C0A3EC033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D7711DB-C346-6922-3028-7927FBF22352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3E1E6-204E-5A1C-43B7-9E58AD79E869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11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9F8C4-716F-7D61-610E-B194A2004C67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7C5294-D639-A588-DB8D-6C8766746645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816D9D-1C05-DD4F-1F28-B8147BC92506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A24AF7-BEF8-98A8-2793-493EFD10BF21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49FF8FD-4762-AC7C-A61C-442C52F103FD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710407" cy="1901736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C27529-B08C-C84C-2600-35FC799F1CFA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C38F234-5E72-B88A-C3EF-6942C5D3D3C4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EC288FD-C8DF-4A4D-6678-6217CA6B684E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50B5EE-9120-ECAE-7666-04D1589559EB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4BD540-0DF8-0905-7A87-C7C58C0D5308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7D70-072A-DD10-3405-5BE521F1BBA3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2EF1EC9-ED84-B584-9494-B4C816D2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23</a:t>
            </a:fld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63E67-B265-0A72-3F01-53D76A727BDF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9174CBA-9910-9A4E-AF3C-0A91A59F92CE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5A732F-273F-B08F-A0B6-FA7E036C6A6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1896700-1BAD-102F-4ED1-6E3882D42DC7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3EE6D39-0C2C-C70A-E5D8-07E16AE12E4F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EAF9D8-AC27-0687-F77D-289BBB4030E9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9F8C4-716F-7D61-610E-B194A2004C67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7C5294-D639-A588-DB8D-6C8766746645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27B302-6951-D68A-DFB0-2E69E77AEFC4}"/>
              </a:ext>
            </a:extLst>
          </p:cNvPr>
          <p:cNvSpPr/>
          <p:nvPr/>
        </p:nvSpPr>
        <p:spPr>
          <a:xfrm>
            <a:off x="4376086" y="33293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04F119-BF3D-92E5-E20C-0FFC0FA997BC}"/>
              </a:ext>
            </a:extLst>
          </p:cNvPr>
          <p:cNvSpPr/>
          <p:nvPr/>
        </p:nvSpPr>
        <p:spPr>
          <a:xfrm>
            <a:off x="7146890" y="26604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F91C47-62C4-F96C-2678-805B796CD1E5}"/>
              </a:ext>
            </a:extLst>
          </p:cNvPr>
          <p:cNvSpPr/>
          <p:nvPr/>
        </p:nvSpPr>
        <p:spPr>
          <a:xfrm>
            <a:off x="10188313" y="263558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02ED702-59B6-7F19-4064-ECD1AD5FA293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823A545-C866-5378-AD71-0CB01A7E9D4C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705736" cy="159620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F4A95FC-4662-E4A0-317E-C2B67AD6D379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7A245F-FB94-D261-3E17-74E06A5EA68E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0C7728A-9CA0-A4A8-147D-5E2A23D1842E}"/>
              </a:ext>
            </a:extLst>
          </p:cNvPr>
          <p:cNvCxnSpPr>
            <a:cxnSpLocks/>
          </p:cNvCxnSpPr>
          <p:nvPr/>
        </p:nvCxnSpPr>
        <p:spPr>
          <a:xfrm flipV="1">
            <a:off x="7811602" y="2317186"/>
            <a:ext cx="0" cy="510365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C7267F3-CFBF-844E-6E66-1D7A3CE2B6CB}"/>
              </a:ext>
            </a:extLst>
          </p:cNvPr>
          <p:cNvCxnSpPr>
            <a:cxnSpLocks/>
          </p:cNvCxnSpPr>
          <p:nvPr/>
        </p:nvCxnSpPr>
        <p:spPr>
          <a:xfrm flipV="1">
            <a:off x="10813219" y="2324544"/>
            <a:ext cx="0" cy="510365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DB362C-0215-7EA5-7248-D1BF966CF889}"/>
              </a:ext>
            </a:extLst>
          </p:cNvPr>
          <p:cNvCxnSpPr>
            <a:cxnSpLocks/>
          </p:cNvCxnSpPr>
          <p:nvPr/>
        </p:nvCxnSpPr>
        <p:spPr>
          <a:xfrm flipV="1">
            <a:off x="470576" y="2748173"/>
            <a:ext cx="0" cy="326139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F66CE9B-5C5F-7A07-3575-4C52B04DBB55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BF7A41-E804-0A1F-6005-B17E8B330723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A45BB3-6A19-E342-AE10-8A3F7910247F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4F7A7C-6E3E-DD1B-E701-D6E40249A980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B18332B-1841-EBDD-C9C3-1E431D36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24</a:t>
            </a:fld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B55F5E-CEF5-8059-BBF8-8BDD9996CFE9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958B09-6B62-4B60-1C5D-B603E2F2FAA9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532AD1F-658F-BFFD-25CC-AF6668B40AD7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AEE79DC-287E-4DB5-75A9-BE06BF8D0765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4B026CC-C9A0-7AF9-A20F-D1E0F25F9436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DF8911-68AB-ADD5-5741-25046F5ACB93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29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9F8C4-716F-7D61-610E-B194A2004C67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7C5294-D639-A588-DB8D-6C8766746645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27B302-6951-D68A-DFB0-2E69E77AEFC4}"/>
              </a:ext>
            </a:extLst>
          </p:cNvPr>
          <p:cNvSpPr/>
          <p:nvPr/>
        </p:nvSpPr>
        <p:spPr>
          <a:xfrm>
            <a:off x="4376086" y="33293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04F119-BF3D-92E5-E20C-0FFC0FA997BC}"/>
              </a:ext>
            </a:extLst>
          </p:cNvPr>
          <p:cNvSpPr/>
          <p:nvPr/>
        </p:nvSpPr>
        <p:spPr>
          <a:xfrm>
            <a:off x="7146890" y="26604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F91C47-62C4-F96C-2678-805B796CD1E5}"/>
              </a:ext>
            </a:extLst>
          </p:cNvPr>
          <p:cNvSpPr/>
          <p:nvPr/>
        </p:nvSpPr>
        <p:spPr>
          <a:xfrm>
            <a:off x="10188313" y="263558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659511-8808-D866-42B6-E17ED318EA7C}"/>
              </a:ext>
            </a:extLst>
          </p:cNvPr>
          <p:cNvSpPr/>
          <p:nvPr/>
        </p:nvSpPr>
        <p:spPr>
          <a:xfrm>
            <a:off x="823739" y="31183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08F002E-F056-D7D4-873D-BB32934D58F4}"/>
              </a:ext>
            </a:extLst>
          </p:cNvPr>
          <p:cNvSpPr/>
          <p:nvPr/>
        </p:nvSpPr>
        <p:spPr>
          <a:xfrm>
            <a:off x="4372352" y="29924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533CA1-2B53-0787-A392-AE151214D31A}"/>
              </a:ext>
            </a:extLst>
          </p:cNvPr>
          <p:cNvSpPr/>
          <p:nvPr/>
        </p:nvSpPr>
        <p:spPr>
          <a:xfrm>
            <a:off x="7152661" y="29989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B377055-D234-9266-8A35-DE9D92CC9859}"/>
              </a:ext>
            </a:extLst>
          </p:cNvPr>
          <p:cNvSpPr/>
          <p:nvPr/>
        </p:nvSpPr>
        <p:spPr>
          <a:xfrm>
            <a:off x="10188313" y="298542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8492787-0D9F-75A1-0E46-EF42BAAD1015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2D93999-9EA5-ED8E-3844-BFF25AD5FF64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79445" cy="129182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712D0-EE81-18F0-91C7-25D79058E187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DF05D89-84FE-C44E-700F-1C2296DCF7CB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27976D3-A607-CACA-6041-E27A441262D5}"/>
              </a:ext>
            </a:extLst>
          </p:cNvPr>
          <p:cNvCxnSpPr>
            <a:cxnSpLocks/>
          </p:cNvCxnSpPr>
          <p:nvPr/>
        </p:nvCxnSpPr>
        <p:spPr>
          <a:xfrm flipV="1">
            <a:off x="7811602" y="2317186"/>
            <a:ext cx="0" cy="80117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EA9ADEB-7805-3FF3-9242-3A20A19FE90A}"/>
              </a:ext>
            </a:extLst>
          </p:cNvPr>
          <p:cNvCxnSpPr>
            <a:cxnSpLocks/>
          </p:cNvCxnSpPr>
          <p:nvPr/>
        </p:nvCxnSpPr>
        <p:spPr>
          <a:xfrm flipV="1">
            <a:off x="10813219" y="2324544"/>
            <a:ext cx="0" cy="83635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C14EE9-12F5-8620-CC40-F5D9351C2801}"/>
              </a:ext>
            </a:extLst>
          </p:cNvPr>
          <p:cNvCxnSpPr>
            <a:cxnSpLocks/>
          </p:cNvCxnSpPr>
          <p:nvPr/>
        </p:nvCxnSpPr>
        <p:spPr>
          <a:xfrm flipV="1">
            <a:off x="470576" y="2748173"/>
            <a:ext cx="0" cy="48466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E297999-9EBE-D993-CE19-2E1236B5C9CB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3EA944-DE24-C257-387B-EE270A24BF99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483C6B-1482-5A54-BF7F-7E726457ACB5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370AEF-7786-9A51-CE80-47CEBE74B2BA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8EB5F2E-87AF-9662-6F14-509DBC15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25</a:t>
            </a:fld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44928-1F84-2749-89E4-D7FD3535CA38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6BCA576-7D4C-BA76-F947-BA58D849BA1C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6E9C452-D077-6C60-98C4-B39B1B033E6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49899D-52B5-7351-FB63-50EECA30865C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130F554-C3B8-F8C3-0144-DF80F8EA904D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E44C16-59A0-6F0A-DB96-3AD4BF0CCAAC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36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9F8C4-716F-7D61-610E-B194A2004C67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7C5294-D639-A588-DB8D-6C8766746645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27B302-6951-D68A-DFB0-2E69E77AEFC4}"/>
              </a:ext>
            </a:extLst>
          </p:cNvPr>
          <p:cNvSpPr/>
          <p:nvPr/>
        </p:nvSpPr>
        <p:spPr>
          <a:xfrm>
            <a:off x="4376086" y="33293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04F119-BF3D-92E5-E20C-0FFC0FA997BC}"/>
              </a:ext>
            </a:extLst>
          </p:cNvPr>
          <p:cNvSpPr/>
          <p:nvPr/>
        </p:nvSpPr>
        <p:spPr>
          <a:xfrm>
            <a:off x="7146890" y="26604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F91C47-62C4-F96C-2678-805B796CD1E5}"/>
              </a:ext>
            </a:extLst>
          </p:cNvPr>
          <p:cNvSpPr/>
          <p:nvPr/>
        </p:nvSpPr>
        <p:spPr>
          <a:xfrm>
            <a:off x="10188313" y="263558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659511-8808-D866-42B6-E17ED318EA7C}"/>
              </a:ext>
            </a:extLst>
          </p:cNvPr>
          <p:cNvSpPr/>
          <p:nvPr/>
        </p:nvSpPr>
        <p:spPr>
          <a:xfrm>
            <a:off x="823739" y="31183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08F002E-F056-D7D4-873D-BB32934D58F4}"/>
              </a:ext>
            </a:extLst>
          </p:cNvPr>
          <p:cNvSpPr/>
          <p:nvPr/>
        </p:nvSpPr>
        <p:spPr>
          <a:xfrm>
            <a:off x="4372352" y="29924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533CA1-2B53-0787-A392-AE151214D31A}"/>
              </a:ext>
            </a:extLst>
          </p:cNvPr>
          <p:cNvSpPr/>
          <p:nvPr/>
        </p:nvSpPr>
        <p:spPr>
          <a:xfrm>
            <a:off x="7152661" y="29989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B377055-D234-9266-8A35-DE9D92CC9859}"/>
              </a:ext>
            </a:extLst>
          </p:cNvPr>
          <p:cNvSpPr/>
          <p:nvPr/>
        </p:nvSpPr>
        <p:spPr>
          <a:xfrm>
            <a:off x="10188313" y="298542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8B0D28-AA49-9A2F-97B9-64E9540F8B95}"/>
              </a:ext>
            </a:extLst>
          </p:cNvPr>
          <p:cNvSpPr/>
          <p:nvPr/>
        </p:nvSpPr>
        <p:spPr>
          <a:xfrm>
            <a:off x="825700" y="33141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6CA7D1C-6267-EC77-3131-E357003CD962}"/>
              </a:ext>
            </a:extLst>
          </p:cNvPr>
          <p:cNvSpPr/>
          <p:nvPr/>
        </p:nvSpPr>
        <p:spPr>
          <a:xfrm>
            <a:off x="4372352" y="263181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396D184-B192-9917-CB4B-6AFDF6F3E959}"/>
              </a:ext>
            </a:extLst>
          </p:cNvPr>
          <p:cNvSpPr/>
          <p:nvPr/>
        </p:nvSpPr>
        <p:spPr>
          <a:xfrm>
            <a:off x="7153318" y="333415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E0E809F-F3F2-E1BF-79D8-8F957BF98E67}"/>
              </a:ext>
            </a:extLst>
          </p:cNvPr>
          <p:cNvSpPr/>
          <p:nvPr/>
        </p:nvSpPr>
        <p:spPr>
          <a:xfrm>
            <a:off x="10194282" y="332839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1F6F4A5-824B-36A2-916B-6AF69809B24C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CAC34B7-9094-113A-C8BF-F06EABFAE4FF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92697" cy="91861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9196DB5-49D9-E62B-8986-B069587CFE5C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D61139-930E-6680-FA57-A0D138587FBF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2774D0B-CE6C-E887-422E-0B8F847C336E}"/>
              </a:ext>
            </a:extLst>
          </p:cNvPr>
          <p:cNvCxnSpPr>
            <a:cxnSpLocks/>
          </p:cNvCxnSpPr>
          <p:nvPr/>
        </p:nvCxnSpPr>
        <p:spPr>
          <a:xfrm flipV="1">
            <a:off x="7811602" y="2317186"/>
            <a:ext cx="0" cy="117243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50517A-C039-C2B7-B701-5B63EF2B0F1F}"/>
              </a:ext>
            </a:extLst>
          </p:cNvPr>
          <p:cNvCxnSpPr>
            <a:cxnSpLocks/>
          </p:cNvCxnSpPr>
          <p:nvPr/>
        </p:nvCxnSpPr>
        <p:spPr>
          <a:xfrm flipV="1">
            <a:off x="10813219" y="2324544"/>
            <a:ext cx="0" cy="113480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2EB94B3-5227-4362-3226-41A85F1E42A0}"/>
              </a:ext>
            </a:extLst>
          </p:cNvPr>
          <p:cNvCxnSpPr>
            <a:cxnSpLocks/>
          </p:cNvCxnSpPr>
          <p:nvPr/>
        </p:nvCxnSpPr>
        <p:spPr>
          <a:xfrm flipV="1">
            <a:off x="470576" y="2748173"/>
            <a:ext cx="0" cy="69278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6BC0E7A-009F-EA59-1DA2-C274A0CF6C11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EF8F647-B015-C801-A804-BF1DB0C41A1B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CCB694-7996-31D9-7DFB-03C70F5D3221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4CDD57-A20A-C0B5-4DDB-6BAE185E4F0B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735FD87-12D2-6373-654E-596A193C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26</a:t>
            </a:fld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D210C-317E-B0AA-2984-F1E7B1F324C4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1C822D2-4132-74A2-D32A-AEB13A6822A4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9047AF8-4819-0E9D-DA86-06F7C52B2312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92B7A5B-37D4-7596-1FA1-4FE8CD01ABAE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38095AF-8B83-C6C6-BAB3-5C550D2AD56C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53719A-AB76-CF83-F785-61BD037806E9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4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D9F8C4-716F-7D61-610E-B194A2004C67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7C5294-D639-A588-DB8D-6C8766746645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27B302-6951-D68A-DFB0-2E69E77AEFC4}"/>
              </a:ext>
            </a:extLst>
          </p:cNvPr>
          <p:cNvSpPr/>
          <p:nvPr/>
        </p:nvSpPr>
        <p:spPr>
          <a:xfrm>
            <a:off x="4376086" y="33293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04F119-BF3D-92E5-E20C-0FFC0FA997BC}"/>
              </a:ext>
            </a:extLst>
          </p:cNvPr>
          <p:cNvSpPr/>
          <p:nvPr/>
        </p:nvSpPr>
        <p:spPr>
          <a:xfrm>
            <a:off x="7146890" y="26604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F91C47-62C4-F96C-2678-805B796CD1E5}"/>
              </a:ext>
            </a:extLst>
          </p:cNvPr>
          <p:cNvSpPr/>
          <p:nvPr/>
        </p:nvSpPr>
        <p:spPr>
          <a:xfrm>
            <a:off x="10188313" y="263558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659511-8808-D866-42B6-E17ED318EA7C}"/>
              </a:ext>
            </a:extLst>
          </p:cNvPr>
          <p:cNvSpPr/>
          <p:nvPr/>
        </p:nvSpPr>
        <p:spPr>
          <a:xfrm>
            <a:off x="823739" y="31183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08F002E-F056-D7D4-873D-BB32934D58F4}"/>
              </a:ext>
            </a:extLst>
          </p:cNvPr>
          <p:cNvSpPr/>
          <p:nvPr/>
        </p:nvSpPr>
        <p:spPr>
          <a:xfrm>
            <a:off x="4372352" y="29924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533CA1-2B53-0787-A392-AE151214D31A}"/>
              </a:ext>
            </a:extLst>
          </p:cNvPr>
          <p:cNvSpPr/>
          <p:nvPr/>
        </p:nvSpPr>
        <p:spPr>
          <a:xfrm>
            <a:off x="7152661" y="29989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B377055-D234-9266-8A35-DE9D92CC9859}"/>
              </a:ext>
            </a:extLst>
          </p:cNvPr>
          <p:cNvSpPr/>
          <p:nvPr/>
        </p:nvSpPr>
        <p:spPr>
          <a:xfrm>
            <a:off x="10188313" y="298542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8B0D28-AA49-9A2F-97B9-64E9540F8B95}"/>
              </a:ext>
            </a:extLst>
          </p:cNvPr>
          <p:cNvSpPr/>
          <p:nvPr/>
        </p:nvSpPr>
        <p:spPr>
          <a:xfrm>
            <a:off x="825700" y="33141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6CA7D1C-6267-EC77-3131-E357003CD962}"/>
              </a:ext>
            </a:extLst>
          </p:cNvPr>
          <p:cNvSpPr/>
          <p:nvPr/>
        </p:nvSpPr>
        <p:spPr>
          <a:xfrm>
            <a:off x="4372352" y="263181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396D184-B192-9917-CB4B-6AFDF6F3E959}"/>
              </a:ext>
            </a:extLst>
          </p:cNvPr>
          <p:cNvSpPr/>
          <p:nvPr/>
        </p:nvSpPr>
        <p:spPr>
          <a:xfrm>
            <a:off x="7153318" y="333415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E0E809F-F3F2-E1BF-79D8-8F957BF98E67}"/>
              </a:ext>
            </a:extLst>
          </p:cNvPr>
          <p:cNvSpPr/>
          <p:nvPr/>
        </p:nvSpPr>
        <p:spPr>
          <a:xfrm>
            <a:off x="10194282" y="332839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73071B8-54A2-E776-28AD-0E20EAC9491C}"/>
              </a:ext>
            </a:extLst>
          </p:cNvPr>
          <p:cNvSpPr/>
          <p:nvPr/>
        </p:nvSpPr>
        <p:spPr>
          <a:xfrm>
            <a:off x="816820" y="351781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ABCB4E3-21F6-21D0-E380-DC2565B9DD22}"/>
              </a:ext>
            </a:extLst>
          </p:cNvPr>
          <p:cNvSpPr/>
          <p:nvPr/>
        </p:nvSpPr>
        <p:spPr>
          <a:xfrm>
            <a:off x="4372352" y="231200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A438A91-62BB-6878-7928-073EDB56F3D6}"/>
              </a:ext>
            </a:extLst>
          </p:cNvPr>
          <p:cNvSpPr/>
          <p:nvPr/>
        </p:nvSpPr>
        <p:spPr>
          <a:xfrm>
            <a:off x="7155911" y="36778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8F64B39-475D-E9E7-463E-1958F12D783D}"/>
              </a:ext>
            </a:extLst>
          </p:cNvPr>
          <p:cNvSpPr/>
          <p:nvPr/>
        </p:nvSpPr>
        <p:spPr>
          <a:xfrm>
            <a:off x="10187219" y="366183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8950DD0-FBC8-1AF5-43DF-15AA86559D13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74EC1AE-D58A-172E-4E86-1BB78E931B64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92697" cy="59975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1B3E02A-9260-9C57-6560-4EB769F10012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66A8A7-C5F2-693D-1476-88DD4625BB1C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61291B0-D0EB-DF1D-B0B2-E29CE72CE0BD}"/>
              </a:ext>
            </a:extLst>
          </p:cNvPr>
          <p:cNvCxnSpPr>
            <a:cxnSpLocks/>
          </p:cNvCxnSpPr>
          <p:nvPr/>
        </p:nvCxnSpPr>
        <p:spPr>
          <a:xfrm flipV="1">
            <a:off x="7811602" y="2317186"/>
            <a:ext cx="0" cy="1509315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16AE385-6ECF-A379-0AB5-E6137E4D2CDD}"/>
              </a:ext>
            </a:extLst>
          </p:cNvPr>
          <p:cNvCxnSpPr>
            <a:cxnSpLocks/>
          </p:cNvCxnSpPr>
          <p:nvPr/>
        </p:nvCxnSpPr>
        <p:spPr>
          <a:xfrm flipV="1">
            <a:off x="10813219" y="2324544"/>
            <a:ext cx="0" cy="150195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CE6ED73-9EDD-1E66-C050-BEB71C68F4B7}"/>
              </a:ext>
            </a:extLst>
          </p:cNvPr>
          <p:cNvCxnSpPr>
            <a:cxnSpLocks/>
          </p:cNvCxnSpPr>
          <p:nvPr/>
        </p:nvCxnSpPr>
        <p:spPr>
          <a:xfrm flipV="1">
            <a:off x="470576" y="2748173"/>
            <a:ext cx="0" cy="862775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B05519C-BC91-53D5-AC13-48B9DF4F7C77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3E95D39-C6D6-B395-4183-5C6E449506AE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2E9609C-2EB4-B464-719E-8F2FD7F9F4ED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DCE091-0181-38DE-0BE4-FDFE51AB07EA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DDEDA32-4563-EFD7-A8D6-C16F81DC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27</a:t>
            </a:fld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11112C-43F2-DEF0-B179-C072CF648F9B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uffers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EA8ACA1-A473-B6EB-BE1E-CE9BFC09279E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98D5822-0664-DABA-CA17-6ADC9EC2ED56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B2658C4-1C32-3A7A-49C4-52768D959436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90DA78D-6570-7526-7BB0-0516B6B84EF3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243E7F-97EF-9EB8-C4ED-979EF6D7309B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FA0DB281-A38D-DF1F-5B9E-CFAAFBF2F073}"/>
              </a:ext>
            </a:extLst>
          </p:cNvPr>
          <p:cNvSpPr/>
          <p:nvPr/>
        </p:nvSpPr>
        <p:spPr>
          <a:xfrm>
            <a:off x="5816059" y="2769453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02AC27-31A1-412E-5D6A-812E0FA153D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239632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9448BB0-5183-0E85-17CF-4F70BDF21F66}"/>
              </a:ext>
            </a:extLst>
          </p:cNvPr>
          <p:cNvGrpSpPr/>
          <p:nvPr/>
        </p:nvGrpSpPr>
        <p:grpSpPr>
          <a:xfrm>
            <a:off x="6852584" y="2235986"/>
            <a:ext cx="774095" cy="1684327"/>
            <a:chOff x="7868237" y="2169515"/>
            <a:chExt cx="774095" cy="20974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0AC843-CA79-4473-401C-D4AEB94C2603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ABC928-F1E2-3487-47BE-8214016140F4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A029CB-16B3-F9F1-D6CF-17E04F6C5CEA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0EC627-6D2E-B323-817F-8CD13DE3862A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9876DD-B4B8-2844-6681-532F269CAF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5D30F-1C9D-5FFA-860F-E7F6AFFC30EA}"/>
              </a:ext>
            </a:extLst>
          </p:cNvPr>
          <p:cNvCxnSpPr>
            <a:cxnSpLocks/>
          </p:cNvCxnSpPr>
          <p:nvPr/>
        </p:nvCxnSpPr>
        <p:spPr>
          <a:xfrm>
            <a:off x="7225809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35A8D8-8253-6179-59F6-C1CB9FA2B77C}"/>
              </a:ext>
            </a:extLst>
          </p:cNvPr>
          <p:cNvSpPr txBox="1"/>
          <p:nvPr/>
        </p:nvSpPr>
        <p:spPr>
          <a:xfrm>
            <a:off x="6429865" y="4734200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OEHB Chain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B4A5D4-8B1A-E1A2-D9C3-E6D268477C52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0276861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7E3FEE-B4ED-F099-3603-5487DA1696FB}"/>
              </a:ext>
            </a:extLst>
          </p:cNvPr>
          <p:cNvGrpSpPr/>
          <p:nvPr/>
        </p:nvGrpSpPr>
        <p:grpSpPr>
          <a:xfrm>
            <a:off x="9889813" y="2235986"/>
            <a:ext cx="774095" cy="1684327"/>
            <a:chOff x="7868237" y="2169515"/>
            <a:chExt cx="774095" cy="2097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8DCACB-913D-AF1C-87DD-6CD9AEC46238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303288-B027-8D90-FFC2-3BEBB87E6FD5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AE83D1-C315-A6D3-76ED-0A173756FE7B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E244C0-F100-2B93-C6E5-B1058614B3F0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FF0BB0-BDB3-B505-D951-B3D90EF94D65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D2C4A9-75FC-6C02-3152-ACF51EF2ED20}"/>
              </a:ext>
            </a:extLst>
          </p:cNvPr>
          <p:cNvCxnSpPr>
            <a:cxnSpLocks/>
          </p:cNvCxnSpPr>
          <p:nvPr/>
        </p:nvCxnSpPr>
        <p:spPr>
          <a:xfrm>
            <a:off x="10263038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>
            <a:extLst>
              <a:ext uri="{FF2B5EF4-FFF2-40B4-BE49-F238E27FC236}">
                <a16:creationId xmlns:a16="http://schemas.microsoft.com/office/drawing/2014/main" id="{ACB6C029-B5B1-36A7-11AE-0C4C602B30E7}"/>
              </a:ext>
            </a:extLst>
          </p:cNvPr>
          <p:cNvSpPr/>
          <p:nvPr/>
        </p:nvSpPr>
        <p:spPr>
          <a:xfrm>
            <a:off x="8436250" y="2771996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52D9BD-0AF5-30D0-4A61-BD061EAAF7C3}"/>
              </a:ext>
            </a:extLst>
          </p:cNvPr>
          <p:cNvSpPr/>
          <p:nvPr/>
        </p:nvSpPr>
        <p:spPr>
          <a:xfrm>
            <a:off x="9373020" y="3631960"/>
            <a:ext cx="267342" cy="26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424FF-62D6-0D3B-71C5-7972CB831B2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9506691" y="2404461"/>
            <a:ext cx="3592" cy="12274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A07C4B-1424-910A-4054-E9DB7CE84D49}"/>
              </a:ext>
            </a:extLst>
          </p:cNvPr>
          <p:cNvCxnSpPr>
            <a:cxnSpLocks/>
          </p:cNvCxnSpPr>
          <p:nvPr/>
        </p:nvCxnSpPr>
        <p:spPr>
          <a:xfrm>
            <a:off x="9506691" y="2415899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F00369-7425-E7FC-396C-24A28BF1E0C1}"/>
              </a:ext>
            </a:extLst>
          </p:cNvPr>
          <p:cNvCxnSpPr>
            <a:cxnSpLocks/>
          </p:cNvCxnSpPr>
          <p:nvPr/>
        </p:nvCxnSpPr>
        <p:spPr>
          <a:xfrm>
            <a:off x="9506691" y="2753332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B31A67-3D75-20E1-BF66-C082F90101EE}"/>
              </a:ext>
            </a:extLst>
          </p:cNvPr>
          <p:cNvCxnSpPr>
            <a:cxnSpLocks/>
          </p:cNvCxnSpPr>
          <p:nvPr/>
        </p:nvCxnSpPr>
        <p:spPr>
          <a:xfrm>
            <a:off x="9506691" y="3090765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18DB54-957D-2C34-A57C-DB04972C4872}"/>
              </a:ext>
            </a:extLst>
          </p:cNvPr>
          <p:cNvCxnSpPr>
            <a:cxnSpLocks/>
          </p:cNvCxnSpPr>
          <p:nvPr/>
        </p:nvCxnSpPr>
        <p:spPr>
          <a:xfrm>
            <a:off x="9506691" y="3428197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F16BE4-9506-7451-9566-4DCC003BB786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>
            <a:off x="9640362" y="3765631"/>
            <a:ext cx="2494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87FFE25-6B83-7547-18F5-AAB0C3C976CF}"/>
              </a:ext>
            </a:extLst>
          </p:cNvPr>
          <p:cNvSpPr txBox="1"/>
          <p:nvPr/>
        </p:nvSpPr>
        <p:spPr>
          <a:xfrm>
            <a:off x="9105398" y="473420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Pipeline</a:t>
            </a:r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659511-8808-D866-42B6-E17ED318EA7C}"/>
              </a:ext>
            </a:extLst>
          </p:cNvPr>
          <p:cNvSpPr/>
          <p:nvPr/>
        </p:nvSpPr>
        <p:spPr>
          <a:xfrm>
            <a:off x="823739" y="31183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8B0D28-AA49-9A2F-97B9-64E9540F8B95}"/>
              </a:ext>
            </a:extLst>
          </p:cNvPr>
          <p:cNvSpPr/>
          <p:nvPr/>
        </p:nvSpPr>
        <p:spPr>
          <a:xfrm>
            <a:off x="825700" y="33141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B4F6B52-0D1D-877E-A77F-43E18AB70A50}"/>
              </a:ext>
            </a:extLst>
          </p:cNvPr>
          <p:cNvGrpSpPr/>
          <p:nvPr/>
        </p:nvGrpSpPr>
        <p:grpSpPr>
          <a:xfrm>
            <a:off x="7146890" y="2299090"/>
            <a:ext cx="181898" cy="1210536"/>
            <a:chOff x="7146890" y="2299090"/>
            <a:chExt cx="181898" cy="12105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5D9F8C4-716F-7D61-610E-B194A2004C67}"/>
                </a:ext>
              </a:extLst>
            </p:cNvPr>
            <p:cNvSpPr/>
            <p:nvPr/>
          </p:nvSpPr>
          <p:spPr>
            <a:xfrm>
              <a:off x="7151896" y="2299090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304F119-BF3D-92E5-E20C-0FFC0FA997BC}"/>
                </a:ext>
              </a:extLst>
            </p:cNvPr>
            <p:cNvSpPr/>
            <p:nvPr/>
          </p:nvSpPr>
          <p:spPr>
            <a:xfrm>
              <a:off x="7146890" y="2660438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A533CA1-2B53-0787-A392-AE151214D31A}"/>
                </a:ext>
              </a:extLst>
            </p:cNvPr>
            <p:cNvSpPr/>
            <p:nvPr/>
          </p:nvSpPr>
          <p:spPr>
            <a:xfrm>
              <a:off x="7152661" y="2998995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396D184-B192-9917-CB4B-6AFDF6F3E959}"/>
                </a:ext>
              </a:extLst>
            </p:cNvPr>
            <p:cNvSpPr/>
            <p:nvPr/>
          </p:nvSpPr>
          <p:spPr>
            <a:xfrm>
              <a:off x="7153318" y="3334156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AAEC3F-86C7-C1D6-D097-AB00F03F8D9B}"/>
              </a:ext>
            </a:extLst>
          </p:cNvPr>
          <p:cNvGrpSpPr/>
          <p:nvPr/>
        </p:nvGrpSpPr>
        <p:grpSpPr>
          <a:xfrm>
            <a:off x="10188313" y="2316726"/>
            <a:ext cx="181439" cy="1187143"/>
            <a:chOff x="10188313" y="2316726"/>
            <a:chExt cx="181439" cy="118714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7C5294-D639-A588-DB8D-6C8766746645}"/>
                </a:ext>
              </a:extLst>
            </p:cNvPr>
            <p:cNvSpPr/>
            <p:nvPr/>
          </p:nvSpPr>
          <p:spPr>
            <a:xfrm>
              <a:off x="10188313" y="2316726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4F91C47-62C4-F96C-2678-805B796CD1E5}"/>
                </a:ext>
              </a:extLst>
            </p:cNvPr>
            <p:cNvSpPr/>
            <p:nvPr/>
          </p:nvSpPr>
          <p:spPr>
            <a:xfrm>
              <a:off x="10188313" y="263558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B377055-D234-9266-8A35-DE9D92CC9859}"/>
                </a:ext>
              </a:extLst>
            </p:cNvPr>
            <p:cNvSpPr/>
            <p:nvPr/>
          </p:nvSpPr>
          <p:spPr>
            <a:xfrm>
              <a:off x="10188313" y="298542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E0E809F-F3F2-E1BF-79D8-8F957BF98E67}"/>
                </a:ext>
              </a:extLst>
            </p:cNvPr>
            <p:cNvSpPr/>
            <p:nvPr/>
          </p:nvSpPr>
          <p:spPr>
            <a:xfrm>
              <a:off x="10194282" y="3328399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473071B8-54A2-E776-28AD-0E20EAC9491C}"/>
              </a:ext>
            </a:extLst>
          </p:cNvPr>
          <p:cNvSpPr/>
          <p:nvPr/>
        </p:nvSpPr>
        <p:spPr>
          <a:xfrm>
            <a:off x="816820" y="351781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590D952-EB79-1C80-BB4C-A2901A95B719}"/>
              </a:ext>
            </a:extLst>
          </p:cNvPr>
          <p:cNvGrpSpPr/>
          <p:nvPr/>
        </p:nvGrpSpPr>
        <p:grpSpPr>
          <a:xfrm>
            <a:off x="4372352" y="2312008"/>
            <a:ext cx="179204" cy="1192764"/>
            <a:chOff x="4372352" y="2312008"/>
            <a:chExt cx="179204" cy="119276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C27B302-6951-D68A-DFB0-2E69E77AEFC4}"/>
                </a:ext>
              </a:extLst>
            </p:cNvPr>
            <p:cNvSpPr/>
            <p:nvPr/>
          </p:nvSpPr>
          <p:spPr>
            <a:xfrm>
              <a:off x="4376086" y="3329302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08F002E-F056-D7D4-873D-BB32934D58F4}"/>
                </a:ext>
              </a:extLst>
            </p:cNvPr>
            <p:cNvSpPr/>
            <p:nvPr/>
          </p:nvSpPr>
          <p:spPr>
            <a:xfrm>
              <a:off x="4372352" y="2992481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6CA7D1C-6267-EC77-3131-E357003CD962}"/>
                </a:ext>
              </a:extLst>
            </p:cNvPr>
            <p:cNvSpPr/>
            <p:nvPr/>
          </p:nvSpPr>
          <p:spPr>
            <a:xfrm>
              <a:off x="4372352" y="2631812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ABCB4E3-21F6-21D0-E380-DC2565B9DD22}"/>
                </a:ext>
              </a:extLst>
            </p:cNvPr>
            <p:cNvSpPr/>
            <p:nvPr/>
          </p:nvSpPr>
          <p:spPr>
            <a:xfrm>
              <a:off x="4372352" y="2312008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0A438A91-62BB-6878-7928-073EDB56F3D6}"/>
              </a:ext>
            </a:extLst>
          </p:cNvPr>
          <p:cNvSpPr/>
          <p:nvPr/>
        </p:nvSpPr>
        <p:spPr>
          <a:xfrm>
            <a:off x="7155911" y="36778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8F64B39-475D-E9E7-463E-1958F12D783D}"/>
              </a:ext>
            </a:extLst>
          </p:cNvPr>
          <p:cNvSpPr/>
          <p:nvPr/>
        </p:nvSpPr>
        <p:spPr>
          <a:xfrm>
            <a:off x="10187219" y="366183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FF13780-6777-BBB7-B625-CFFB6C6A7341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9F77E71-F114-5CA1-E583-D424515047A8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475A8C5-AB6B-9DF7-73E4-61C15C6E08BF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485BBFF-5ECF-66B4-5F6F-02DF9B95FBC0}"/>
              </a:ext>
            </a:extLst>
          </p:cNvPr>
          <p:cNvSpPr/>
          <p:nvPr/>
        </p:nvSpPr>
        <p:spPr>
          <a:xfrm>
            <a:off x="2002158" y="15920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7578546-F59F-6D04-D1D5-4A888F9AF173}"/>
              </a:ext>
            </a:extLst>
          </p:cNvPr>
          <p:cNvSpPr/>
          <p:nvPr/>
        </p:nvSpPr>
        <p:spPr>
          <a:xfrm>
            <a:off x="2002743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D457353-540C-5F13-FD09-B3630BD62469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A669C01-FC1F-F623-974B-A22557CBB396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92697" cy="59975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E458226-7669-532C-390F-1B6D47DC3456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C51B18B-E9CD-3CCE-193C-37E703598069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29F851B-29FA-F794-CD35-18FC65F78C3D}"/>
              </a:ext>
            </a:extLst>
          </p:cNvPr>
          <p:cNvCxnSpPr>
            <a:cxnSpLocks/>
          </p:cNvCxnSpPr>
          <p:nvPr/>
        </p:nvCxnSpPr>
        <p:spPr>
          <a:xfrm flipV="1">
            <a:off x="2439952" y="4006271"/>
            <a:ext cx="1693387" cy="107185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89C34BC-CA69-C018-C78D-7E6B8FD9D157}"/>
              </a:ext>
            </a:extLst>
          </p:cNvPr>
          <p:cNvCxnSpPr>
            <a:cxnSpLocks/>
          </p:cNvCxnSpPr>
          <p:nvPr/>
        </p:nvCxnSpPr>
        <p:spPr>
          <a:xfrm flipV="1">
            <a:off x="2396810" y="3895663"/>
            <a:ext cx="4361696" cy="1240679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F4A3D26-7618-DC6D-7AF4-1EE1DDE72B89}"/>
              </a:ext>
            </a:extLst>
          </p:cNvPr>
          <p:cNvCxnSpPr>
            <a:cxnSpLocks/>
          </p:cNvCxnSpPr>
          <p:nvPr/>
        </p:nvCxnSpPr>
        <p:spPr>
          <a:xfrm flipV="1">
            <a:off x="2509435" y="3972761"/>
            <a:ext cx="7376786" cy="117020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1BDD053-9117-3BE7-0101-385191F5EE36}"/>
              </a:ext>
            </a:extLst>
          </p:cNvPr>
          <p:cNvCxnSpPr>
            <a:cxnSpLocks/>
          </p:cNvCxnSpPr>
          <p:nvPr/>
        </p:nvCxnSpPr>
        <p:spPr>
          <a:xfrm flipH="1" flipV="1">
            <a:off x="917639" y="3805071"/>
            <a:ext cx="1251497" cy="133621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21C69A9-D7C5-BD91-5619-42E8FD293F53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costs!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1902C7A-2DDC-C92D-B23C-5941D77F61E9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C16AB6-3A66-EBDE-ADB8-87AEF8150801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37F99C2-686C-DB9D-7936-BE3829C0FA99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E79768-4DD3-EA37-4D7D-CB7587839759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1F9F73-21D8-66F6-6808-147A05B7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28</a:t>
            </a:fld>
            <a:endParaRPr lang="en-CN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AE6E9A-A612-B10C-C9C1-A4103F1F7A95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300E775-D384-5199-9010-77869CFF4C36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F981F39-1B00-E776-DA7C-3BC3664442FA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B5F5C49-B428-4867-0CA6-783DDA31C223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5B57B7-3F40-085F-4D5D-1CD0AA51BBF1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67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24 L 0.11016 0.2266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113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-0.18204 0.2081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02" y="1039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72 -0.09351 L -0.41003 0.2044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87" y="1488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86 0.00694 L -0.6586 0.2069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87" y="100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5348 " pathEditMode="relative" ptsTypes="AA">
                                      <p:cBhvr>
                                        <p:cTn id="1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5348 " pathEditMode="relative" ptsTypes="AA">
                                      <p:cBhvr>
                                        <p:cTn id="1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5348 " pathEditMode="relative" ptsTypes="AA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-0.09557 0.1696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9" y="847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19506 0.11111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3" y="555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986 " pathEditMode="relative" ptsTypes="AA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986 " pathEditMode="relative" ptsTypes="AA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986 " pathEditMode="relative" ptsTypes="AA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2986 " pathEditMode="relative" ptsTypes="AA">
                                      <p:cBhvr>
                                        <p:cTn id="3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4224 0.09861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20" y="493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67162 0.10509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81" y="525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-0.09648 0.1625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812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-0.09648 0.1625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812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19623 0.1048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523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-0.09648 0.162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81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19623 0.1048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523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42253 0.10185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20" y="509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0.09648 0.162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31" y="8125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623 0.10486 " pathEditMode="relative" ptsTypes="AA">
                                      <p:cBhvr>
                                        <p:cTn id="5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43" grpId="0" animBg="1"/>
      <p:bldP spid="43" grpId="1" animBg="1"/>
      <p:bldP spid="43" grpId="2" animBg="1"/>
      <p:bldP spid="43" grpId="3" animBg="1"/>
      <p:bldP spid="45" grpId="0" animBg="1"/>
      <p:bldP spid="39" grpId="0" animBg="1"/>
      <p:bldP spid="55" grpId="0" animBg="1"/>
      <p:bldP spid="59" grpId="0" animBg="1"/>
      <p:bldP spid="69" grpId="0" animBg="1"/>
      <p:bldP spid="71" grpId="0" animBg="1"/>
      <p:bldP spid="76" grpId="0" animBg="1"/>
      <p:bldP spid="79" grpId="0" animBg="1"/>
      <p:bldP spid="79" grpId="1" animBg="1"/>
      <p:bldP spid="80" grpId="0" animBg="1"/>
      <p:bldP spid="80" grpId="1" animBg="1"/>
      <p:bldP spid="80" grpId="2" animBg="1"/>
      <p:bldP spid="81" grpId="0" animBg="1"/>
      <p:bldP spid="81" grpId="1" animBg="1"/>
      <p:bldP spid="82" grpId="0" animBg="1"/>
      <p:bldP spid="10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FA0DB281-A38D-DF1F-5B9E-CFAAFBF2F073}"/>
              </a:ext>
            </a:extLst>
          </p:cNvPr>
          <p:cNvSpPr/>
          <p:nvPr/>
        </p:nvSpPr>
        <p:spPr>
          <a:xfrm>
            <a:off x="5816059" y="2769453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02AC27-31A1-412E-5D6A-812E0FA153D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239632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9448BB0-5183-0E85-17CF-4F70BDF21F66}"/>
              </a:ext>
            </a:extLst>
          </p:cNvPr>
          <p:cNvGrpSpPr/>
          <p:nvPr/>
        </p:nvGrpSpPr>
        <p:grpSpPr>
          <a:xfrm>
            <a:off x="6852584" y="2235986"/>
            <a:ext cx="774095" cy="1684327"/>
            <a:chOff x="7868237" y="2169515"/>
            <a:chExt cx="774095" cy="20974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0AC843-CA79-4473-401C-D4AEB94C2603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ABC928-F1E2-3487-47BE-8214016140F4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A029CB-16B3-F9F1-D6CF-17E04F6C5CEA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0EC627-6D2E-B323-817F-8CD13DE3862A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9876DD-B4B8-2844-6681-532F269CAF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5D30F-1C9D-5FFA-860F-E7F6AFFC30EA}"/>
              </a:ext>
            </a:extLst>
          </p:cNvPr>
          <p:cNvCxnSpPr>
            <a:cxnSpLocks/>
          </p:cNvCxnSpPr>
          <p:nvPr/>
        </p:nvCxnSpPr>
        <p:spPr>
          <a:xfrm>
            <a:off x="7225809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35A8D8-8253-6179-59F6-C1CB9FA2B77C}"/>
              </a:ext>
            </a:extLst>
          </p:cNvPr>
          <p:cNvSpPr txBox="1"/>
          <p:nvPr/>
        </p:nvSpPr>
        <p:spPr>
          <a:xfrm>
            <a:off x="6429865" y="4734200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OEHB Chain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392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wider range of buffer types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B4A5D4-8B1A-E1A2-D9C3-E6D268477C52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0276861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7E3FEE-B4ED-F099-3603-5487DA1696FB}"/>
              </a:ext>
            </a:extLst>
          </p:cNvPr>
          <p:cNvGrpSpPr/>
          <p:nvPr/>
        </p:nvGrpSpPr>
        <p:grpSpPr>
          <a:xfrm>
            <a:off x="9889813" y="2235986"/>
            <a:ext cx="774095" cy="1684327"/>
            <a:chOff x="7868237" y="2169515"/>
            <a:chExt cx="774095" cy="2097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8DCACB-913D-AF1C-87DD-6CD9AEC46238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303288-B027-8D90-FFC2-3BEBB87E6FD5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AE83D1-C315-A6D3-76ED-0A173756FE7B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E244C0-F100-2B93-C6E5-B1058614B3F0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FF0BB0-BDB3-B505-D951-B3D90EF94D65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D2C4A9-75FC-6C02-3152-ACF51EF2ED20}"/>
              </a:ext>
            </a:extLst>
          </p:cNvPr>
          <p:cNvCxnSpPr>
            <a:cxnSpLocks/>
          </p:cNvCxnSpPr>
          <p:nvPr/>
        </p:nvCxnSpPr>
        <p:spPr>
          <a:xfrm>
            <a:off x="10263038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>
            <a:extLst>
              <a:ext uri="{FF2B5EF4-FFF2-40B4-BE49-F238E27FC236}">
                <a16:creationId xmlns:a16="http://schemas.microsoft.com/office/drawing/2014/main" id="{ACB6C029-B5B1-36A7-11AE-0C4C602B30E7}"/>
              </a:ext>
            </a:extLst>
          </p:cNvPr>
          <p:cNvSpPr/>
          <p:nvPr/>
        </p:nvSpPr>
        <p:spPr>
          <a:xfrm>
            <a:off x="8436250" y="2771996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52D9BD-0AF5-30D0-4A61-BD061EAAF7C3}"/>
              </a:ext>
            </a:extLst>
          </p:cNvPr>
          <p:cNvSpPr/>
          <p:nvPr/>
        </p:nvSpPr>
        <p:spPr>
          <a:xfrm>
            <a:off x="9373020" y="3631960"/>
            <a:ext cx="267342" cy="26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424FF-62D6-0D3B-71C5-7972CB831B2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9506691" y="2404461"/>
            <a:ext cx="3592" cy="12274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A07C4B-1424-910A-4054-E9DB7CE84D49}"/>
              </a:ext>
            </a:extLst>
          </p:cNvPr>
          <p:cNvCxnSpPr>
            <a:cxnSpLocks/>
          </p:cNvCxnSpPr>
          <p:nvPr/>
        </p:nvCxnSpPr>
        <p:spPr>
          <a:xfrm>
            <a:off x="9506691" y="2415899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F00369-7425-E7FC-396C-24A28BF1E0C1}"/>
              </a:ext>
            </a:extLst>
          </p:cNvPr>
          <p:cNvCxnSpPr>
            <a:cxnSpLocks/>
          </p:cNvCxnSpPr>
          <p:nvPr/>
        </p:nvCxnSpPr>
        <p:spPr>
          <a:xfrm>
            <a:off x="9506691" y="2753332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B31A67-3D75-20E1-BF66-C082F90101EE}"/>
              </a:ext>
            </a:extLst>
          </p:cNvPr>
          <p:cNvCxnSpPr>
            <a:cxnSpLocks/>
          </p:cNvCxnSpPr>
          <p:nvPr/>
        </p:nvCxnSpPr>
        <p:spPr>
          <a:xfrm>
            <a:off x="9506691" y="3090765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18DB54-957D-2C34-A57C-DB04972C4872}"/>
              </a:ext>
            </a:extLst>
          </p:cNvPr>
          <p:cNvCxnSpPr>
            <a:cxnSpLocks/>
          </p:cNvCxnSpPr>
          <p:nvPr/>
        </p:nvCxnSpPr>
        <p:spPr>
          <a:xfrm>
            <a:off x="9506691" y="3428197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F16BE4-9506-7451-9566-4DCC003BB786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>
            <a:off x="9640362" y="3765631"/>
            <a:ext cx="2494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87FFE25-6B83-7547-18F5-AAB0C3C976CF}"/>
              </a:ext>
            </a:extLst>
          </p:cNvPr>
          <p:cNvSpPr txBox="1"/>
          <p:nvPr/>
        </p:nvSpPr>
        <p:spPr>
          <a:xfrm>
            <a:off x="9105398" y="4734200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Pipeline</a:t>
            </a:r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629885" y="2707673"/>
            <a:ext cx="570016" cy="10122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188432" y="2723322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220433" y="3429000"/>
            <a:ext cx="358424" cy="2084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634722" y="2892859"/>
            <a:ext cx="556814" cy="611010"/>
            <a:chOff x="858485" y="4406989"/>
            <a:chExt cx="379530" cy="4572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05ED296-7732-7E7A-3B84-EDB435752AF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7117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4B4F071-48FB-8D3C-157D-183C8C78611B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8641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C629F5B-7BE8-6971-D8F5-5105C861F398}"/>
              </a:ext>
            </a:extLst>
          </p:cNvPr>
          <p:cNvSpPr/>
          <p:nvPr/>
        </p:nvSpPr>
        <p:spPr>
          <a:xfrm>
            <a:off x="827601" y="271362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E3F856-35E4-7A68-8047-4D2235E7C237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CB6A96-A841-043E-1C65-22D55663F807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482DFC-5E21-4B1C-3FB1-35EE304F5FDE}"/>
              </a:ext>
            </a:extLst>
          </p:cNvPr>
          <p:cNvSpPr/>
          <p:nvPr/>
        </p:nvSpPr>
        <p:spPr>
          <a:xfrm>
            <a:off x="824926" y="29123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659511-8808-D866-42B6-E17ED318EA7C}"/>
              </a:ext>
            </a:extLst>
          </p:cNvPr>
          <p:cNvSpPr/>
          <p:nvPr/>
        </p:nvSpPr>
        <p:spPr>
          <a:xfrm>
            <a:off x="823739" y="31183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8B0D28-AA49-9A2F-97B9-64E9540F8B95}"/>
              </a:ext>
            </a:extLst>
          </p:cNvPr>
          <p:cNvSpPr/>
          <p:nvPr/>
        </p:nvSpPr>
        <p:spPr>
          <a:xfrm>
            <a:off x="825700" y="33141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B4F6B52-0D1D-877E-A77F-43E18AB70A50}"/>
              </a:ext>
            </a:extLst>
          </p:cNvPr>
          <p:cNvGrpSpPr/>
          <p:nvPr/>
        </p:nvGrpSpPr>
        <p:grpSpPr>
          <a:xfrm>
            <a:off x="7146890" y="2299090"/>
            <a:ext cx="181898" cy="1210536"/>
            <a:chOff x="7146890" y="2299090"/>
            <a:chExt cx="181898" cy="12105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5D9F8C4-716F-7D61-610E-B194A2004C67}"/>
                </a:ext>
              </a:extLst>
            </p:cNvPr>
            <p:cNvSpPr/>
            <p:nvPr/>
          </p:nvSpPr>
          <p:spPr>
            <a:xfrm>
              <a:off x="7151896" y="2299090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304F119-BF3D-92E5-E20C-0FFC0FA997BC}"/>
                </a:ext>
              </a:extLst>
            </p:cNvPr>
            <p:cNvSpPr/>
            <p:nvPr/>
          </p:nvSpPr>
          <p:spPr>
            <a:xfrm>
              <a:off x="7146890" y="2660438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A533CA1-2B53-0787-A392-AE151214D31A}"/>
                </a:ext>
              </a:extLst>
            </p:cNvPr>
            <p:cNvSpPr/>
            <p:nvPr/>
          </p:nvSpPr>
          <p:spPr>
            <a:xfrm>
              <a:off x="7152661" y="2998995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396D184-B192-9917-CB4B-6AFDF6F3E959}"/>
                </a:ext>
              </a:extLst>
            </p:cNvPr>
            <p:cNvSpPr/>
            <p:nvPr/>
          </p:nvSpPr>
          <p:spPr>
            <a:xfrm>
              <a:off x="7153318" y="3334156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AAEC3F-86C7-C1D6-D097-AB00F03F8D9B}"/>
              </a:ext>
            </a:extLst>
          </p:cNvPr>
          <p:cNvGrpSpPr/>
          <p:nvPr/>
        </p:nvGrpSpPr>
        <p:grpSpPr>
          <a:xfrm>
            <a:off x="10188313" y="2316726"/>
            <a:ext cx="181439" cy="1187143"/>
            <a:chOff x="10188313" y="2316726"/>
            <a:chExt cx="181439" cy="118714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7C5294-D639-A588-DB8D-6C8766746645}"/>
                </a:ext>
              </a:extLst>
            </p:cNvPr>
            <p:cNvSpPr/>
            <p:nvPr/>
          </p:nvSpPr>
          <p:spPr>
            <a:xfrm>
              <a:off x="10188313" y="2316726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4F91C47-62C4-F96C-2678-805B796CD1E5}"/>
                </a:ext>
              </a:extLst>
            </p:cNvPr>
            <p:cNvSpPr/>
            <p:nvPr/>
          </p:nvSpPr>
          <p:spPr>
            <a:xfrm>
              <a:off x="10188313" y="263558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B377055-D234-9266-8A35-DE9D92CC9859}"/>
                </a:ext>
              </a:extLst>
            </p:cNvPr>
            <p:cNvSpPr/>
            <p:nvPr/>
          </p:nvSpPr>
          <p:spPr>
            <a:xfrm>
              <a:off x="10188313" y="298542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E0E809F-F3F2-E1BF-79D8-8F957BF98E67}"/>
                </a:ext>
              </a:extLst>
            </p:cNvPr>
            <p:cNvSpPr/>
            <p:nvPr/>
          </p:nvSpPr>
          <p:spPr>
            <a:xfrm>
              <a:off x="10194282" y="3328399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473071B8-54A2-E776-28AD-0E20EAC9491C}"/>
              </a:ext>
            </a:extLst>
          </p:cNvPr>
          <p:cNvSpPr/>
          <p:nvPr/>
        </p:nvSpPr>
        <p:spPr>
          <a:xfrm>
            <a:off x="816820" y="351781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590D952-EB79-1C80-BB4C-A2901A95B719}"/>
              </a:ext>
            </a:extLst>
          </p:cNvPr>
          <p:cNvGrpSpPr/>
          <p:nvPr/>
        </p:nvGrpSpPr>
        <p:grpSpPr>
          <a:xfrm>
            <a:off x="4372352" y="2312008"/>
            <a:ext cx="179204" cy="1192764"/>
            <a:chOff x="4372352" y="2312008"/>
            <a:chExt cx="179204" cy="119276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C27B302-6951-D68A-DFB0-2E69E77AEFC4}"/>
                </a:ext>
              </a:extLst>
            </p:cNvPr>
            <p:cNvSpPr/>
            <p:nvPr/>
          </p:nvSpPr>
          <p:spPr>
            <a:xfrm>
              <a:off x="4376086" y="3329302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08F002E-F056-D7D4-873D-BB32934D58F4}"/>
                </a:ext>
              </a:extLst>
            </p:cNvPr>
            <p:cNvSpPr/>
            <p:nvPr/>
          </p:nvSpPr>
          <p:spPr>
            <a:xfrm>
              <a:off x="4372352" y="2992481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6CA7D1C-6267-EC77-3131-E357003CD962}"/>
                </a:ext>
              </a:extLst>
            </p:cNvPr>
            <p:cNvSpPr/>
            <p:nvPr/>
          </p:nvSpPr>
          <p:spPr>
            <a:xfrm>
              <a:off x="4372352" y="2631812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ABCB4E3-21F6-21D0-E380-DC2565B9DD22}"/>
                </a:ext>
              </a:extLst>
            </p:cNvPr>
            <p:cNvSpPr/>
            <p:nvPr/>
          </p:nvSpPr>
          <p:spPr>
            <a:xfrm>
              <a:off x="4372352" y="2312008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0A438A91-62BB-6878-7928-073EDB56F3D6}"/>
              </a:ext>
            </a:extLst>
          </p:cNvPr>
          <p:cNvSpPr/>
          <p:nvPr/>
        </p:nvSpPr>
        <p:spPr>
          <a:xfrm>
            <a:off x="7155911" y="36778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8F64B39-475D-E9E7-463E-1958F12D783D}"/>
              </a:ext>
            </a:extLst>
          </p:cNvPr>
          <p:cNvSpPr/>
          <p:nvPr/>
        </p:nvSpPr>
        <p:spPr>
          <a:xfrm>
            <a:off x="10187219" y="366183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FF13780-6777-BBB7-B625-CFFB6C6A7341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9F77E71-F114-5CA1-E583-D424515047A8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475A8C5-AB6B-9DF7-73E4-61C15C6E08BF}"/>
              </a:ext>
            </a:extLst>
          </p:cNvPr>
          <p:cNvSpPr/>
          <p:nvPr/>
        </p:nvSpPr>
        <p:spPr>
          <a:xfrm>
            <a:off x="2003667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485BBFF-5ECF-66B4-5F6F-02DF9B95FBC0}"/>
              </a:ext>
            </a:extLst>
          </p:cNvPr>
          <p:cNvSpPr/>
          <p:nvPr/>
        </p:nvSpPr>
        <p:spPr>
          <a:xfrm>
            <a:off x="2002158" y="159204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7578546-F59F-6D04-D1D5-4A888F9AF173}"/>
              </a:ext>
            </a:extLst>
          </p:cNvPr>
          <p:cNvSpPr/>
          <p:nvPr/>
        </p:nvSpPr>
        <p:spPr>
          <a:xfrm>
            <a:off x="2002743" y="159322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D457353-540C-5F13-FD09-B3630BD62469}"/>
              </a:ext>
            </a:extLst>
          </p:cNvPr>
          <p:cNvCxnSpPr>
            <a:cxnSpLocks/>
          </p:cNvCxnSpPr>
          <p:nvPr/>
        </p:nvCxnSpPr>
        <p:spPr>
          <a:xfrm flipV="1">
            <a:off x="964875" y="1794790"/>
            <a:ext cx="929384" cy="81384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A669C01-FC1F-F623-974B-A22557CBB396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92697" cy="59975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E458226-7669-532C-390F-1B6D47DC3456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C51B18B-E9CD-3CCE-193C-37E703598069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29F851B-29FA-F794-CD35-18FC65F78C3D}"/>
              </a:ext>
            </a:extLst>
          </p:cNvPr>
          <p:cNvCxnSpPr>
            <a:cxnSpLocks/>
          </p:cNvCxnSpPr>
          <p:nvPr/>
        </p:nvCxnSpPr>
        <p:spPr>
          <a:xfrm flipV="1">
            <a:off x="2439952" y="4006271"/>
            <a:ext cx="1693387" cy="107185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89C34BC-CA69-C018-C78D-7E6B8FD9D157}"/>
              </a:ext>
            </a:extLst>
          </p:cNvPr>
          <p:cNvCxnSpPr>
            <a:cxnSpLocks/>
          </p:cNvCxnSpPr>
          <p:nvPr/>
        </p:nvCxnSpPr>
        <p:spPr>
          <a:xfrm flipV="1">
            <a:off x="2396810" y="3895663"/>
            <a:ext cx="4361696" cy="1240679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F4A3D26-7618-DC6D-7AF4-1EE1DDE72B89}"/>
              </a:ext>
            </a:extLst>
          </p:cNvPr>
          <p:cNvCxnSpPr>
            <a:cxnSpLocks/>
          </p:cNvCxnSpPr>
          <p:nvPr/>
        </p:nvCxnSpPr>
        <p:spPr>
          <a:xfrm flipV="1">
            <a:off x="2509435" y="3972761"/>
            <a:ext cx="7376786" cy="117020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1BDD053-9117-3BE7-0101-385191F5EE36}"/>
              </a:ext>
            </a:extLst>
          </p:cNvPr>
          <p:cNvCxnSpPr>
            <a:cxnSpLocks/>
          </p:cNvCxnSpPr>
          <p:nvPr/>
        </p:nvCxnSpPr>
        <p:spPr>
          <a:xfrm flipH="1" flipV="1">
            <a:off x="917639" y="3805071"/>
            <a:ext cx="1251497" cy="133621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21C69A9-D7C5-BD91-5619-42E8FD293F53}"/>
              </a:ext>
            </a:extLst>
          </p:cNvPr>
          <p:cNvSpPr txBox="1"/>
          <p:nvPr/>
        </p:nvSpPr>
        <p:spPr>
          <a:xfrm>
            <a:off x="159099" y="6151291"/>
            <a:ext cx="11873802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cheapest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1902C7A-2DDC-C92D-B23C-5941D77F61E9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C16AB6-3A66-EBDE-ADB8-87AEF8150801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37F99C2-686C-DB9D-7936-BE3829C0FA99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01C1D-1128-FE4C-4A16-02F7697BE708}"/>
              </a:ext>
            </a:extLst>
          </p:cNvPr>
          <p:cNvCxnSpPr>
            <a:cxnSpLocks/>
          </p:cNvCxnSpPr>
          <p:nvPr/>
        </p:nvCxnSpPr>
        <p:spPr>
          <a:xfrm>
            <a:off x="2009022" y="258665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398A848-3497-8111-0202-598C45B9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29</a:t>
            </a:fld>
            <a:endParaRPr lang="en-CN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2B60DE-84E9-4AB6-D5FE-0D90C1330A2B}"/>
              </a:ext>
            </a:extLst>
          </p:cNvPr>
          <p:cNvGrpSpPr/>
          <p:nvPr/>
        </p:nvGrpSpPr>
        <p:grpSpPr>
          <a:xfrm>
            <a:off x="1943134" y="4216795"/>
            <a:ext cx="574430" cy="584775"/>
            <a:chOff x="2041401" y="3230397"/>
            <a:chExt cx="574430" cy="584775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645FAA5-8913-F056-CF27-F212265A382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8E507B5-1EBD-3CE3-B9F6-E9F47DBB1A09}"/>
                </a:ext>
              </a:extLst>
            </p:cNvPr>
            <p:cNvSpPr txBox="1"/>
            <p:nvPr/>
          </p:nvSpPr>
          <p:spPr>
            <a:xfrm>
              <a:off x="2119466" y="3230397"/>
              <a:ext cx="4154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ABCF380-7145-5A48-50B7-FE823A0016F8}"/>
              </a:ext>
            </a:extLst>
          </p:cNvPr>
          <p:cNvSpPr txBox="1"/>
          <p:nvPr/>
        </p:nvSpPr>
        <p:spPr>
          <a:xfrm>
            <a:off x="5195732" y="3534797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9B0CAA-595B-F5A9-4741-09446E76EC38}"/>
              </a:ext>
            </a:extLst>
          </p:cNvPr>
          <p:cNvSpPr txBox="1"/>
          <p:nvPr/>
        </p:nvSpPr>
        <p:spPr>
          <a:xfrm>
            <a:off x="5178381" y="2142490"/>
            <a:ext cx="656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2594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Achieve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EAF325C-B004-2B09-2C3C-72121B65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5" y="941636"/>
            <a:ext cx="11333789" cy="26329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6FCCD-F7DB-B521-B5E3-B87FB7D64631}"/>
              </a:ext>
            </a:extLst>
          </p:cNvPr>
          <p:cNvSpPr txBox="1"/>
          <p:nvPr/>
        </p:nvSpPr>
        <p:spPr>
          <a:xfrm>
            <a:off x="749797" y="3893428"/>
            <a:ext cx="76737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8F55A-8F9B-0D91-21CB-770BD93F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6721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2594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Contribution: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7950A01-5F4B-3CD1-CCB6-D120A9CDAEAB}"/>
              </a:ext>
            </a:extLst>
          </p:cNvPr>
          <p:cNvSpPr txBox="1"/>
          <p:nvPr/>
        </p:nvSpPr>
        <p:spPr>
          <a:xfrm>
            <a:off x="707747" y="1192799"/>
            <a:ext cx="107765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Minimizing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		A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attributes of these buffers?</a:t>
            </a:r>
            <a:endParaRPr lang="en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9ED044-1F6E-C18B-3EC1-92DA98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31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7592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D3D120-11E9-DDBA-3701-0A7B0E75DF09}"/>
              </a:ext>
            </a:extLst>
          </p:cNvPr>
          <p:cNvGrpSpPr/>
          <p:nvPr/>
        </p:nvGrpSpPr>
        <p:grpSpPr>
          <a:xfrm flipH="1">
            <a:off x="1100846" y="2765740"/>
            <a:ext cx="774095" cy="2467259"/>
            <a:chOff x="8282138" y="1259313"/>
            <a:chExt cx="774095" cy="2467259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5627DD1-84EB-321A-35E4-D5936CDACDA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8669186" y="1259313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2B4E16-F6B9-ACE7-B729-85D3BAAF3BEC}"/>
                </a:ext>
              </a:extLst>
            </p:cNvPr>
            <p:cNvGrpSpPr/>
            <p:nvPr/>
          </p:nvGrpSpPr>
          <p:grpSpPr>
            <a:xfrm>
              <a:off x="8282138" y="1670592"/>
              <a:ext cx="774095" cy="1684327"/>
              <a:chOff x="7868237" y="2169515"/>
              <a:chExt cx="774095" cy="20974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8A7316-A730-72B2-0933-5B0BFC3A4869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D67990-6EB4-7D90-E0D1-761300B81561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79E37AE-A0E3-0551-75F9-0BF202E1A479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4158B5-A1F1-8363-5BFA-14C466D787D2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5F676-FBDB-7D73-12F3-AE975FC4A0FA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14218B-E27C-8C3C-2484-1AD3EE336D05}"/>
                </a:ext>
              </a:extLst>
            </p:cNvPr>
            <p:cNvCxnSpPr>
              <a:cxnSpLocks/>
            </p:cNvCxnSpPr>
            <p:nvPr/>
          </p:nvCxnSpPr>
          <p:spPr>
            <a:xfrm>
              <a:off x="8655363" y="3364938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AF56ED5-9493-6274-E62F-25052FB8F023}"/>
              </a:ext>
            </a:extLst>
          </p:cNvPr>
          <p:cNvSpPr txBox="1"/>
          <p:nvPr/>
        </p:nvSpPr>
        <p:spPr>
          <a:xfrm>
            <a:off x="640668" y="1194153"/>
            <a:ext cx="27751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0B9103A-692F-273F-3A03-00F70456C499}"/>
              </a:ext>
            </a:extLst>
          </p:cNvPr>
          <p:cNvSpPr/>
          <p:nvPr/>
        </p:nvSpPr>
        <p:spPr>
          <a:xfrm flipH="1">
            <a:off x="1976587" y="3290870"/>
            <a:ext cx="213756" cy="1472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9A2DC-2E75-7F39-45F6-3DEBEC53A793}"/>
              </a:ext>
            </a:extLst>
          </p:cNvPr>
          <p:cNvSpPr txBox="1"/>
          <p:nvPr/>
        </p:nvSpPr>
        <p:spPr>
          <a:xfrm>
            <a:off x="2213515" y="3788350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FEEDD7-F758-D9E9-70D1-3C2B5E3D746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065017" y="2804983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4023D0C-FDEC-3736-831B-1462901860DA}"/>
              </a:ext>
            </a:extLst>
          </p:cNvPr>
          <p:cNvSpPr/>
          <p:nvPr/>
        </p:nvSpPr>
        <p:spPr>
          <a:xfrm flipH="1">
            <a:off x="7677971" y="3903744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50C291-6626-E669-43A3-D6343293176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065018" y="4213109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ight Arrow 24">
            <a:extLst>
              <a:ext uri="{FF2B5EF4-FFF2-40B4-BE49-F238E27FC236}">
                <a16:creationId xmlns:a16="http://schemas.microsoft.com/office/drawing/2014/main" id="{6F64EEB0-29BA-F053-F26D-B8A63C78714E}"/>
              </a:ext>
            </a:extLst>
          </p:cNvPr>
          <p:cNvSpPr/>
          <p:nvPr/>
        </p:nvSpPr>
        <p:spPr>
          <a:xfrm>
            <a:off x="3643311" y="3855483"/>
            <a:ext cx="3576618" cy="514288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7803A7-CBFB-6AC6-1E10-4D68E86DEA8C}"/>
              </a:ext>
            </a:extLst>
          </p:cNvPr>
          <p:cNvSpPr txBox="1"/>
          <p:nvPr/>
        </p:nvSpPr>
        <p:spPr>
          <a:xfrm>
            <a:off x="3643309" y="3470105"/>
            <a:ext cx="3576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1-slot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31D83D-50B6-B5E5-226E-AD1869C3C513}"/>
              </a:ext>
            </a:extLst>
          </p:cNvPr>
          <p:cNvSpPr txBox="1"/>
          <p:nvPr/>
        </p:nvSpPr>
        <p:spPr>
          <a:xfrm>
            <a:off x="8673739" y="964701"/>
            <a:ext cx="32399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49E9AE-9242-A7B9-8DE8-0FC5E8EBCE8E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single-slot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44D97-9891-C2A6-A801-784462F3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799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AB1EC-50F4-C234-77C4-80DC257CB3E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617081" y="3437667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31C53-9D0B-08B5-B5F8-6E7A27363286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06E38-D820-4D03-1883-F73670BAC6B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617082" y="4845793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2AC37-3DE5-A3B4-7C8B-42C94B91FAC9}"/>
              </a:ext>
            </a:extLst>
          </p:cNvPr>
          <p:cNvSpPr txBox="1"/>
          <p:nvPr/>
        </p:nvSpPr>
        <p:spPr>
          <a:xfrm>
            <a:off x="6271846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A67CE2-F30E-C965-9291-30D1404B70FD}"/>
              </a:ext>
            </a:extLst>
          </p:cNvPr>
          <p:cNvSpPr txBox="1"/>
          <p:nvPr/>
        </p:nvSpPr>
        <p:spPr>
          <a:xfrm>
            <a:off x="6271846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9ADF57-2935-AA34-6F0D-0C6BB61C28DA}"/>
              </a:ext>
            </a:extLst>
          </p:cNvPr>
          <p:cNvSpPr/>
          <p:nvPr/>
        </p:nvSpPr>
        <p:spPr>
          <a:xfrm>
            <a:off x="2529346" y="347369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082332-F22E-621E-9E7A-89FBE8D66884}"/>
              </a:ext>
            </a:extLst>
          </p:cNvPr>
          <p:cNvGrpSpPr/>
          <p:nvPr/>
        </p:nvGrpSpPr>
        <p:grpSpPr>
          <a:xfrm>
            <a:off x="2836641" y="4165727"/>
            <a:ext cx="211079" cy="205874"/>
            <a:chOff x="8897271" y="2897127"/>
            <a:chExt cx="153241" cy="14946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3F070EA-859F-C147-6D49-6A18D043BAC2}"/>
                </a:ext>
              </a:extLst>
            </p:cNvPr>
            <p:cNvCxnSpPr/>
            <p:nvPr/>
          </p:nvCxnSpPr>
          <p:spPr>
            <a:xfrm>
              <a:off x="8901050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BEFDA-DBF9-636B-CDE6-9D01286C3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7271" y="2897127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E45DFBE-41A5-83C6-4D20-AEEF1214C6A5}"/>
              </a:ext>
            </a:extLst>
          </p:cNvPr>
          <p:cNvSpPr txBox="1"/>
          <p:nvPr/>
        </p:nvSpPr>
        <p:spPr>
          <a:xfrm>
            <a:off x="3168809" y="3899332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DDA43AE-4A7B-0435-FC53-DFE0470C724C}"/>
              </a:ext>
            </a:extLst>
          </p:cNvPr>
          <p:cNvCxnSpPr>
            <a:cxnSpLocks/>
          </p:cNvCxnSpPr>
          <p:nvPr/>
        </p:nvCxnSpPr>
        <p:spPr>
          <a:xfrm flipV="1">
            <a:off x="2745142" y="3649169"/>
            <a:ext cx="0" cy="200707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Arrow 36">
            <a:extLst>
              <a:ext uri="{FF2B5EF4-FFF2-40B4-BE49-F238E27FC236}">
                <a16:creationId xmlns:a16="http://schemas.microsoft.com/office/drawing/2014/main" id="{67032A65-9310-5925-3F4E-C75A3FF86CC6}"/>
              </a:ext>
            </a:extLst>
          </p:cNvPr>
          <p:cNvSpPr/>
          <p:nvPr/>
        </p:nvSpPr>
        <p:spPr>
          <a:xfrm>
            <a:off x="5688593" y="4108057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8D56E-B616-459C-88EE-25847880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33</a:t>
            </a:fld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46B84-259C-742A-09BE-4605DFA304E1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E70D7-0227-BBAC-9223-52923649C5C4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F8F3-55AF-A627-AE2D-A5053E18932B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21546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96296E-6 L -3.33333E-6 0.31227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60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1D2EEF-5664-3178-8E1A-17BF53A63A37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AB1EC-50F4-C234-77C4-80DC257CB3E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617081" y="3429000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31C53-9D0B-08B5-B5F8-6E7A27363286}"/>
              </a:ext>
            </a:extLst>
          </p:cNvPr>
          <p:cNvSpPr/>
          <p:nvPr/>
        </p:nvSpPr>
        <p:spPr>
          <a:xfrm flipH="1">
            <a:off x="2230035" y="4527761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06E38-D820-4D03-1883-F73670BAC6B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617082" y="4837126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2AC37-3DE5-A3B4-7C8B-42C94B91FAC9}"/>
              </a:ext>
            </a:extLst>
          </p:cNvPr>
          <p:cNvSpPr txBox="1"/>
          <p:nvPr/>
        </p:nvSpPr>
        <p:spPr>
          <a:xfrm>
            <a:off x="6271846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D8150-10C3-030E-54F3-E333263EB97B}"/>
              </a:ext>
            </a:extLst>
          </p:cNvPr>
          <p:cNvSpPr txBox="1"/>
          <p:nvPr/>
        </p:nvSpPr>
        <p:spPr>
          <a:xfrm>
            <a:off x="8336835" y="38873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9ADF57-2935-AA34-6F0D-0C6BB61C28DA}"/>
              </a:ext>
            </a:extLst>
          </p:cNvPr>
          <p:cNvSpPr/>
          <p:nvPr/>
        </p:nvSpPr>
        <p:spPr>
          <a:xfrm>
            <a:off x="2529346" y="346503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9A7174-406F-4DAA-C0C8-ED17B9050FDA}"/>
              </a:ext>
            </a:extLst>
          </p:cNvPr>
          <p:cNvCxnSpPr>
            <a:cxnSpLocks/>
          </p:cNvCxnSpPr>
          <p:nvPr/>
        </p:nvCxnSpPr>
        <p:spPr>
          <a:xfrm flipV="1">
            <a:off x="2745142" y="3640502"/>
            <a:ext cx="0" cy="74929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0A7666-1FA8-A3CF-740B-C413674DF6B6}"/>
              </a:ext>
            </a:extLst>
          </p:cNvPr>
          <p:cNvCxnSpPr>
            <a:cxnSpLocks/>
          </p:cNvCxnSpPr>
          <p:nvPr/>
        </p:nvCxnSpPr>
        <p:spPr>
          <a:xfrm flipV="1">
            <a:off x="2747530" y="4898278"/>
            <a:ext cx="0" cy="74929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AD0BE5-AEC9-1137-598B-903CBF9A6F0C}"/>
              </a:ext>
            </a:extLst>
          </p:cNvPr>
          <p:cNvSpPr/>
          <p:nvPr/>
        </p:nvSpPr>
        <p:spPr>
          <a:xfrm>
            <a:off x="2529346" y="459470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4B871-E41F-DB09-2FD4-36263C4DCDB8}"/>
              </a:ext>
            </a:extLst>
          </p:cNvPr>
          <p:cNvSpPr txBox="1"/>
          <p:nvPr/>
        </p:nvSpPr>
        <p:spPr>
          <a:xfrm>
            <a:off x="2752186" y="3799270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915AF-05ED-024C-6339-5AB606580860}"/>
              </a:ext>
            </a:extLst>
          </p:cNvPr>
          <p:cNvSpPr txBox="1"/>
          <p:nvPr/>
        </p:nvSpPr>
        <p:spPr>
          <a:xfrm>
            <a:off x="2756511" y="507102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937E0-4B51-8C70-1D20-405EBE164D19}"/>
              </a:ext>
            </a:extLst>
          </p:cNvPr>
          <p:cNvSpPr txBox="1"/>
          <p:nvPr/>
        </p:nvSpPr>
        <p:spPr>
          <a:xfrm>
            <a:off x="6271846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EE4732A6-044E-9C3F-60B3-58BC837B33AB}"/>
              </a:ext>
            </a:extLst>
          </p:cNvPr>
          <p:cNvSpPr/>
          <p:nvPr/>
        </p:nvSpPr>
        <p:spPr>
          <a:xfrm>
            <a:off x="5688593" y="4108057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20656-3A12-F1AE-CFCF-9E30EDF5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34</a:t>
            </a:fld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2E36F-00EA-99D2-5687-9AF06CD21AE8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B65E9C-FA85-CF3E-FFDA-BCC5E8C24EB4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0F860-7A32-9DDC-DC8B-588DC8E9524E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75549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0.00023 L -3.33333E-6 0.1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3.33333E-6 0.1588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 animBg="1"/>
      <p:bldP spid="27" grpId="1" animBg="1"/>
      <p:bldP spid="9" grpId="0" animBg="1"/>
      <p:bldP spid="9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BE9036-DE98-3B22-9D03-1F48DFDCDAD7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A4D-6257-A7BA-6231-C91D144EFA36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incapable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system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stall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AB1EC-50F4-C234-77C4-80DC257CB3E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617081" y="3437667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31C53-9D0B-08B5-B5F8-6E7A27363286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06E38-D820-4D03-1883-F73670BAC6B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617082" y="4845793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2AC37-3DE5-A3B4-7C8B-42C94B91FAC9}"/>
              </a:ext>
            </a:extLst>
          </p:cNvPr>
          <p:cNvSpPr txBox="1"/>
          <p:nvPr/>
        </p:nvSpPr>
        <p:spPr>
          <a:xfrm>
            <a:off x="6271846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9ADF57-2935-AA34-6F0D-0C6BB61C28DA}"/>
              </a:ext>
            </a:extLst>
          </p:cNvPr>
          <p:cNvSpPr/>
          <p:nvPr/>
        </p:nvSpPr>
        <p:spPr>
          <a:xfrm>
            <a:off x="2529346" y="347369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9A7174-406F-4DAA-C0C8-ED17B9050FDA}"/>
              </a:ext>
            </a:extLst>
          </p:cNvPr>
          <p:cNvCxnSpPr>
            <a:cxnSpLocks/>
          </p:cNvCxnSpPr>
          <p:nvPr/>
        </p:nvCxnSpPr>
        <p:spPr>
          <a:xfrm flipV="1">
            <a:off x="2745142" y="3649169"/>
            <a:ext cx="0" cy="74929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34B871-E41F-DB09-2FD4-36263C4DCDB8}"/>
              </a:ext>
            </a:extLst>
          </p:cNvPr>
          <p:cNvSpPr txBox="1"/>
          <p:nvPr/>
        </p:nvSpPr>
        <p:spPr>
          <a:xfrm>
            <a:off x="2752186" y="3807937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528B3-C667-27C6-37C7-32E94E635AB4}"/>
              </a:ext>
            </a:extLst>
          </p:cNvPr>
          <p:cNvSpPr txBox="1"/>
          <p:nvPr/>
        </p:nvSpPr>
        <p:spPr>
          <a:xfrm>
            <a:off x="6271846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30534F8-4DB7-4CAD-217C-AA01D742454E}"/>
              </a:ext>
            </a:extLst>
          </p:cNvPr>
          <p:cNvSpPr/>
          <p:nvPr/>
        </p:nvSpPr>
        <p:spPr>
          <a:xfrm>
            <a:off x="5688593" y="4936451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BA3C5-FEA6-724B-EAD0-D118B43A388D}"/>
              </a:ext>
            </a:extLst>
          </p:cNvPr>
          <p:cNvSpPr txBox="1"/>
          <p:nvPr/>
        </p:nvSpPr>
        <p:spPr>
          <a:xfrm>
            <a:off x="8336835" y="38873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91F0E-7885-B7D8-422B-F3EE3B5C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35</a:t>
            </a:fld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0C87E-0D0B-13A7-C415-BBA50D35571C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8667B2-DEC7-9B5E-B255-F16A3BA41E9F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9CF478-85FC-EA1C-E31B-CE7CD84E8C7A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75977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0.00741 L 0.00118 0.16482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87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D657D7-29DD-D8A9-6DCB-6B9EF0EEC742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A4D-6257-A7BA-6231-C91D144EFA36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incapable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system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stall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AB1EC-50F4-C234-77C4-80DC257CB3E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617081" y="3429976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31C53-9D0B-08B5-B5F8-6E7A27363286}"/>
              </a:ext>
            </a:extLst>
          </p:cNvPr>
          <p:cNvSpPr/>
          <p:nvPr/>
        </p:nvSpPr>
        <p:spPr>
          <a:xfrm flipH="1">
            <a:off x="2230035" y="4528737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06E38-D820-4D03-1883-F73670BAC6B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617082" y="4838102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2AC37-3DE5-A3B4-7C8B-42C94B91FAC9}"/>
              </a:ext>
            </a:extLst>
          </p:cNvPr>
          <p:cNvSpPr txBox="1"/>
          <p:nvPr/>
        </p:nvSpPr>
        <p:spPr>
          <a:xfrm>
            <a:off x="6272128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9A7174-406F-4DAA-C0C8-ED17B9050FDA}"/>
              </a:ext>
            </a:extLst>
          </p:cNvPr>
          <p:cNvCxnSpPr>
            <a:cxnSpLocks/>
          </p:cNvCxnSpPr>
          <p:nvPr/>
        </p:nvCxnSpPr>
        <p:spPr>
          <a:xfrm flipV="1">
            <a:off x="2745142" y="3641478"/>
            <a:ext cx="0" cy="749294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34B871-E41F-DB09-2FD4-36263C4DCDB8}"/>
              </a:ext>
            </a:extLst>
          </p:cNvPr>
          <p:cNvSpPr txBox="1"/>
          <p:nvPr/>
        </p:nvSpPr>
        <p:spPr>
          <a:xfrm>
            <a:off x="2752186" y="3800246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C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528B3-C667-27C6-37C7-32E94E635AB4}"/>
              </a:ext>
            </a:extLst>
          </p:cNvPr>
          <p:cNvSpPr txBox="1"/>
          <p:nvPr/>
        </p:nvSpPr>
        <p:spPr>
          <a:xfrm>
            <a:off x="6272128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30534F8-4DB7-4CAD-217C-AA01D742454E}"/>
              </a:ext>
            </a:extLst>
          </p:cNvPr>
          <p:cNvSpPr/>
          <p:nvPr/>
        </p:nvSpPr>
        <p:spPr>
          <a:xfrm>
            <a:off x="5688875" y="4936451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9974D5-8575-D1A3-BA20-73CE7849A290}"/>
              </a:ext>
            </a:extLst>
          </p:cNvPr>
          <p:cNvSpPr/>
          <p:nvPr/>
        </p:nvSpPr>
        <p:spPr>
          <a:xfrm>
            <a:off x="2529346" y="459568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24E7A0-4D28-3B47-6C53-DED99F10B90A}"/>
              </a:ext>
            </a:extLst>
          </p:cNvPr>
          <p:cNvSpPr/>
          <p:nvPr/>
        </p:nvSpPr>
        <p:spPr>
          <a:xfrm>
            <a:off x="2529346" y="3466008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07546-B69D-95A0-A18D-0C4B55D95C35}"/>
              </a:ext>
            </a:extLst>
          </p:cNvPr>
          <p:cNvSpPr txBox="1"/>
          <p:nvPr/>
        </p:nvSpPr>
        <p:spPr>
          <a:xfrm>
            <a:off x="8337117" y="38873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E8209-52C3-2EAD-1333-EEFC85FD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36</a:t>
            </a:fld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004C1-18BE-2786-49DC-1719E72AAF27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EDCB4A-C7D3-A925-86BE-24666D5C26D5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B8DA0A-2C49-E597-4BF9-BCC765F1596E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119767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3.33333E-6 0.12453 " pathEditMode="relative" rAng="0" ptsTypes="AA">
                                      <p:cBhvr>
                                        <p:cTn id="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F41AFE3-F7C7-1EE6-0D41-A6FDBEDC5DFB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9DA4D-6257-A7BA-6231-C91D144EFA36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incapable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system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stall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FAB1EC-50F4-C234-77C4-80DC257CB3E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2617081" y="3437667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AC31C53-9D0B-08B5-B5F8-6E7A27363286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06E38-D820-4D03-1883-F73670BAC6B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617082" y="4845793"/>
            <a:ext cx="13823" cy="1059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A2AC37-3DE5-A3B4-7C8B-42C94B91FAC9}"/>
              </a:ext>
            </a:extLst>
          </p:cNvPr>
          <p:cNvSpPr txBox="1"/>
          <p:nvPr/>
        </p:nvSpPr>
        <p:spPr>
          <a:xfrm>
            <a:off x="6271846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9A7174-406F-4DAA-C0C8-ED17B9050FDA}"/>
              </a:ext>
            </a:extLst>
          </p:cNvPr>
          <p:cNvCxnSpPr>
            <a:cxnSpLocks/>
          </p:cNvCxnSpPr>
          <p:nvPr/>
        </p:nvCxnSpPr>
        <p:spPr>
          <a:xfrm flipV="1">
            <a:off x="2745142" y="3649169"/>
            <a:ext cx="0" cy="749294"/>
          </a:xfrm>
          <a:prstGeom prst="line">
            <a:avLst/>
          </a:prstGeom>
          <a:ln>
            <a:solidFill>
              <a:srgbClr val="0070C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34B871-E41F-DB09-2FD4-36263C4DCDB8}"/>
              </a:ext>
            </a:extLst>
          </p:cNvPr>
          <p:cNvSpPr txBox="1"/>
          <p:nvPr/>
        </p:nvSpPr>
        <p:spPr>
          <a:xfrm>
            <a:off x="2752186" y="380793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C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528B3-C667-27C6-37C7-32E94E635AB4}"/>
              </a:ext>
            </a:extLst>
          </p:cNvPr>
          <p:cNvSpPr txBox="1"/>
          <p:nvPr/>
        </p:nvSpPr>
        <p:spPr>
          <a:xfrm>
            <a:off x="6271846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30534F8-4DB7-4CAD-217C-AA01D742454E}"/>
              </a:ext>
            </a:extLst>
          </p:cNvPr>
          <p:cNvSpPr/>
          <p:nvPr/>
        </p:nvSpPr>
        <p:spPr>
          <a:xfrm>
            <a:off x="5688593" y="4936451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9974D5-8575-D1A3-BA20-73CE7849A290}"/>
              </a:ext>
            </a:extLst>
          </p:cNvPr>
          <p:cNvSpPr/>
          <p:nvPr/>
        </p:nvSpPr>
        <p:spPr>
          <a:xfrm>
            <a:off x="2529346" y="460337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12B147-8AA3-4EA4-323D-198CCBCA35FF}"/>
              </a:ext>
            </a:extLst>
          </p:cNvPr>
          <p:cNvSpPr/>
          <p:nvPr/>
        </p:nvSpPr>
        <p:spPr>
          <a:xfrm>
            <a:off x="2529346" y="4314522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3E081E-00C1-DC04-0261-03626200B48A}"/>
              </a:ext>
            </a:extLst>
          </p:cNvPr>
          <p:cNvCxnSpPr>
            <a:cxnSpLocks/>
          </p:cNvCxnSpPr>
          <p:nvPr/>
        </p:nvCxnSpPr>
        <p:spPr>
          <a:xfrm flipV="1">
            <a:off x="2747530" y="4906945"/>
            <a:ext cx="0" cy="74929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A2295B-A101-7DC2-D6CE-2E0E75359C75}"/>
              </a:ext>
            </a:extLst>
          </p:cNvPr>
          <p:cNvSpPr txBox="1"/>
          <p:nvPr/>
        </p:nvSpPr>
        <p:spPr>
          <a:xfrm>
            <a:off x="2756511" y="507969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D06B08-069E-37DC-1DBE-9C4E6DC8983E}"/>
              </a:ext>
            </a:extLst>
          </p:cNvPr>
          <p:cNvSpPr txBox="1"/>
          <p:nvPr/>
        </p:nvSpPr>
        <p:spPr>
          <a:xfrm>
            <a:off x="8336835" y="38873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A9329-2271-D0CA-7C50-639CEBD3869C}"/>
              </a:ext>
            </a:extLst>
          </p:cNvPr>
          <p:cNvSpPr txBox="1"/>
          <p:nvPr/>
        </p:nvSpPr>
        <p:spPr>
          <a:xfrm>
            <a:off x="8336835" y="4729422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15B1C-013E-B2FA-2BFF-4EEE1C33B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37</a:t>
            </a:fld>
            <a:endParaRPr lang="en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E8392-DE3B-3EA1-6C1C-3BEFBDF7E4D5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DFCD0-2C45-6B71-6110-B6A9193A8CF9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B7C3F7-DB82-7C4B-E0FB-22658A429271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6142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3.33333E-6 0.15879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4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-3.33333E-6 0.04282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C9F32D6-1523-B9AB-FE8F-8DADA9CFA2A1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023846-F668-58A9-2B62-935C111F38DA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D3D120-11E9-DDBA-3701-0A7B0E75DF09}"/>
              </a:ext>
            </a:extLst>
          </p:cNvPr>
          <p:cNvGrpSpPr/>
          <p:nvPr/>
        </p:nvGrpSpPr>
        <p:grpSpPr>
          <a:xfrm flipH="1">
            <a:off x="2230035" y="3429000"/>
            <a:ext cx="774095" cy="2467259"/>
            <a:chOff x="8282138" y="1259313"/>
            <a:chExt cx="774095" cy="2467259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5627DD1-84EB-321A-35E4-D5936CDACDA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8669186" y="1259313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2B4E16-F6B9-ACE7-B729-85D3BAAF3BEC}"/>
                </a:ext>
              </a:extLst>
            </p:cNvPr>
            <p:cNvGrpSpPr/>
            <p:nvPr/>
          </p:nvGrpSpPr>
          <p:grpSpPr>
            <a:xfrm>
              <a:off x="8282138" y="1670592"/>
              <a:ext cx="774095" cy="1684327"/>
              <a:chOff x="7868237" y="2169515"/>
              <a:chExt cx="774095" cy="20974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8A7316-A730-72B2-0933-5B0BFC3A4869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D67990-6EB4-7D90-E0D1-761300B81561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79E37AE-A0E3-0551-75F9-0BF202E1A479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4158B5-A1F1-8363-5BFA-14C466D787D2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5F676-FBDB-7D73-12F3-AE975FC4A0FA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14218B-E27C-8C3C-2484-1AD3EE336D05}"/>
                </a:ext>
              </a:extLst>
            </p:cNvPr>
            <p:cNvCxnSpPr>
              <a:cxnSpLocks/>
            </p:cNvCxnSpPr>
            <p:nvPr/>
          </p:nvCxnSpPr>
          <p:spPr>
            <a:xfrm>
              <a:off x="8655363" y="3364938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Left Brace 1">
            <a:extLst>
              <a:ext uri="{FF2B5EF4-FFF2-40B4-BE49-F238E27FC236}">
                <a16:creationId xmlns:a16="http://schemas.microsoft.com/office/drawing/2014/main" id="{9E82AB0F-9424-A0B7-2F1E-284B8BD016AC}"/>
              </a:ext>
            </a:extLst>
          </p:cNvPr>
          <p:cNvSpPr/>
          <p:nvPr/>
        </p:nvSpPr>
        <p:spPr>
          <a:xfrm flipH="1">
            <a:off x="3105776" y="3954130"/>
            <a:ext cx="213756" cy="1472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7228A-7CC5-D338-DD32-AD43977AB574}"/>
              </a:ext>
            </a:extLst>
          </p:cNvPr>
          <p:cNvSpPr txBox="1"/>
          <p:nvPr/>
        </p:nvSpPr>
        <p:spPr>
          <a:xfrm>
            <a:off x="3342704" y="4451610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9E556-14E0-9C7C-112D-A34A529052AD}"/>
              </a:ext>
            </a:extLst>
          </p:cNvPr>
          <p:cNvSpPr txBox="1"/>
          <p:nvPr/>
        </p:nvSpPr>
        <p:spPr>
          <a:xfrm>
            <a:off x="6271846" y="3989945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08B820-B53F-5FF6-A5F7-A599F28C8692}"/>
              </a:ext>
            </a:extLst>
          </p:cNvPr>
          <p:cNvSpPr txBox="1"/>
          <p:nvPr/>
        </p:nvSpPr>
        <p:spPr>
          <a:xfrm>
            <a:off x="6271846" y="4818339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18EDC7-DD74-1DCF-B4FC-695588B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38</a:t>
            </a:fld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A6FCA-889B-0FAD-C8C8-1824EC4E3BE7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3ABB5C-8F11-D428-762E-6F613744639E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15EF45-294A-B7D2-029E-19110DD885A4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</p:spTree>
    <p:extLst>
      <p:ext uri="{BB962C8B-B14F-4D97-AF65-F5344CB8AC3E}">
        <p14:creationId xmlns:p14="http://schemas.microsoft.com/office/powerpoint/2010/main" val="345116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A3A062-9B9B-3C3B-DE29-33EB16081D15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E1E861-C103-B834-9620-4C1435F23F2C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497E8E1-B912-CA52-85E6-5D687BF1E3E4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618328" y="3429000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4033D-DAD9-304B-6750-688643F91F7E}"/>
              </a:ext>
            </a:extLst>
          </p:cNvPr>
          <p:cNvSpPr/>
          <p:nvPr/>
        </p:nvSpPr>
        <p:spPr>
          <a:xfrm flipH="1">
            <a:off x="2231282" y="4527761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7A7650-000B-FFBA-3B31-ED85769D4A76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2617082" y="4837126"/>
            <a:ext cx="1247" cy="4125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87D31DF-9D85-6A2C-FF97-32F123891307}"/>
              </a:ext>
            </a:extLst>
          </p:cNvPr>
          <p:cNvSpPr txBox="1"/>
          <p:nvPr/>
        </p:nvSpPr>
        <p:spPr>
          <a:xfrm>
            <a:off x="6271846" y="399647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DBE5C-B32F-4EBC-E759-18BEF27D83F8}"/>
              </a:ext>
            </a:extLst>
          </p:cNvPr>
          <p:cNvSpPr txBox="1"/>
          <p:nvPr/>
        </p:nvSpPr>
        <p:spPr>
          <a:xfrm>
            <a:off x="6271846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DA3F271A-DEEF-A2FE-F672-98173A9B59EB}"/>
              </a:ext>
            </a:extLst>
          </p:cNvPr>
          <p:cNvSpPr/>
          <p:nvPr/>
        </p:nvSpPr>
        <p:spPr>
          <a:xfrm>
            <a:off x="5688593" y="4108057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517922-5028-3D81-C3E5-15F0F3F237AB}"/>
              </a:ext>
            </a:extLst>
          </p:cNvPr>
          <p:cNvSpPr txBox="1"/>
          <p:nvPr/>
        </p:nvSpPr>
        <p:spPr>
          <a:xfrm>
            <a:off x="8336835" y="38873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485B9D-9A86-2B15-1359-90AFF0813B56}"/>
              </a:ext>
            </a:extLst>
          </p:cNvPr>
          <p:cNvSpPr txBox="1"/>
          <p:nvPr/>
        </p:nvSpPr>
        <p:spPr>
          <a:xfrm>
            <a:off x="3276393" y="4042635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C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CBD95E-955F-D9AA-6907-B24879F5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39</a:t>
            </a:fld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726CC-DBEC-5B47-4AB8-409E87EC06A3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41CEE-8B3F-42E5-32E1-E29EB1330A33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63AD-BC08-E885-E221-60DFE0F55014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94A280-ED72-81D6-E863-3E64489033A5}"/>
              </a:ext>
            </a:extLst>
          </p:cNvPr>
          <p:cNvCxnSpPr>
            <a:cxnSpLocks/>
          </p:cNvCxnSpPr>
          <p:nvPr/>
        </p:nvCxnSpPr>
        <p:spPr>
          <a:xfrm>
            <a:off x="2626997" y="3858985"/>
            <a:ext cx="4955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gonal Stripe 9">
            <a:extLst>
              <a:ext uri="{FF2B5EF4-FFF2-40B4-BE49-F238E27FC236}">
                <a16:creationId xmlns:a16="http://schemas.microsoft.com/office/drawing/2014/main" id="{60DE064F-CEFB-E26A-D9FC-0314E61482E9}"/>
              </a:ext>
            </a:extLst>
          </p:cNvPr>
          <p:cNvSpPr/>
          <p:nvPr/>
        </p:nvSpPr>
        <p:spPr>
          <a:xfrm rot="13500000">
            <a:off x="2404771" y="484479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FFC7A0-B1E0-22BA-E989-81A251842DF2}"/>
              </a:ext>
            </a:extLst>
          </p:cNvPr>
          <p:cNvCxnSpPr>
            <a:cxnSpLocks/>
          </p:cNvCxnSpPr>
          <p:nvPr/>
        </p:nvCxnSpPr>
        <p:spPr>
          <a:xfrm>
            <a:off x="2800397" y="5537102"/>
            <a:ext cx="0" cy="2850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F78688-3EB9-04C0-0665-CADB5E2CB02F}"/>
              </a:ext>
            </a:extLst>
          </p:cNvPr>
          <p:cNvCxnSpPr>
            <a:cxnSpLocks/>
          </p:cNvCxnSpPr>
          <p:nvPr/>
        </p:nvCxnSpPr>
        <p:spPr>
          <a:xfrm>
            <a:off x="3131247" y="3849654"/>
            <a:ext cx="0" cy="13999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>
            <a:extLst>
              <a:ext uri="{FF2B5EF4-FFF2-40B4-BE49-F238E27FC236}">
                <a16:creationId xmlns:a16="http://schemas.microsoft.com/office/drawing/2014/main" id="{7E908E97-0E9D-803F-0E35-4F3C6DDEC075}"/>
              </a:ext>
            </a:extLst>
          </p:cNvPr>
          <p:cNvSpPr/>
          <p:nvPr/>
        </p:nvSpPr>
        <p:spPr>
          <a:xfrm>
            <a:off x="2594610" y="3371850"/>
            <a:ext cx="537210" cy="2788920"/>
          </a:xfrm>
          <a:custGeom>
            <a:avLst/>
            <a:gdLst>
              <a:gd name="connsiteX0" fmla="*/ 0 w 537210"/>
              <a:gd name="connsiteY0" fmla="*/ 0 h 2788920"/>
              <a:gd name="connsiteX1" fmla="*/ 11430 w 537210"/>
              <a:gd name="connsiteY1" fmla="*/ 354330 h 2788920"/>
              <a:gd name="connsiteX2" fmla="*/ 22860 w 537210"/>
              <a:gd name="connsiteY2" fmla="*/ 422910 h 2788920"/>
              <a:gd name="connsiteX3" fmla="*/ 45720 w 537210"/>
              <a:gd name="connsiteY3" fmla="*/ 491490 h 2788920"/>
              <a:gd name="connsiteX4" fmla="*/ 80010 w 537210"/>
              <a:gd name="connsiteY4" fmla="*/ 525780 h 2788920"/>
              <a:gd name="connsiteX5" fmla="*/ 114300 w 537210"/>
              <a:gd name="connsiteY5" fmla="*/ 537210 h 2788920"/>
              <a:gd name="connsiteX6" fmla="*/ 502920 w 537210"/>
              <a:gd name="connsiteY6" fmla="*/ 548640 h 2788920"/>
              <a:gd name="connsiteX7" fmla="*/ 514350 w 537210"/>
              <a:gd name="connsiteY7" fmla="*/ 628650 h 2788920"/>
              <a:gd name="connsiteX8" fmla="*/ 537210 w 537210"/>
              <a:gd name="connsiteY8" fmla="*/ 857250 h 2788920"/>
              <a:gd name="connsiteX9" fmla="*/ 525780 w 537210"/>
              <a:gd name="connsiteY9" fmla="*/ 1257300 h 2788920"/>
              <a:gd name="connsiteX10" fmla="*/ 514350 w 537210"/>
              <a:gd name="connsiteY10" fmla="*/ 1314450 h 2788920"/>
              <a:gd name="connsiteX11" fmla="*/ 502920 w 537210"/>
              <a:gd name="connsiteY11" fmla="*/ 1383030 h 2788920"/>
              <a:gd name="connsiteX12" fmla="*/ 491490 w 537210"/>
              <a:gd name="connsiteY12" fmla="*/ 1783080 h 2788920"/>
              <a:gd name="connsiteX13" fmla="*/ 468630 w 537210"/>
              <a:gd name="connsiteY13" fmla="*/ 1897380 h 2788920"/>
              <a:gd name="connsiteX14" fmla="*/ 457200 w 537210"/>
              <a:gd name="connsiteY14" fmla="*/ 1931670 h 2788920"/>
              <a:gd name="connsiteX15" fmla="*/ 388620 w 537210"/>
              <a:gd name="connsiteY15" fmla="*/ 2000250 h 2788920"/>
              <a:gd name="connsiteX16" fmla="*/ 331470 w 537210"/>
              <a:gd name="connsiteY16" fmla="*/ 2103120 h 2788920"/>
              <a:gd name="connsiteX17" fmla="*/ 308610 w 537210"/>
              <a:gd name="connsiteY17" fmla="*/ 2137410 h 2788920"/>
              <a:gd name="connsiteX18" fmla="*/ 274320 w 537210"/>
              <a:gd name="connsiteY18" fmla="*/ 2251710 h 2788920"/>
              <a:gd name="connsiteX19" fmla="*/ 251460 w 537210"/>
              <a:gd name="connsiteY19" fmla="*/ 2331720 h 2788920"/>
              <a:gd name="connsiteX20" fmla="*/ 228600 w 537210"/>
              <a:gd name="connsiteY20" fmla="*/ 2788920 h 2788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37210" h="2788920">
                <a:moveTo>
                  <a:pt x="0" y="0"/>
                </a:moveTo>
                <a:cubicBezTo>
                  <a:pt x="3810" y="118110"/>
                  <a:pt x="5052" y="236331"/>
                  <a:pt x="11430" y="354330"/>
                </a:cubicBezTo>
                <a:cubicBezTo>
                  <a:pt x="12681" y="377472"/>
                  <a:pt x="17239" y="400427"/>
                  <a:pt x="22860" y="422910"/>
                </a:cubicBezTo>
                <a:cubicBezTo>
                  <a:pt x="28704" y="446287"/>
                  <a:pt x="28681" y="474451"/>
                  <a:pt x="45720" y="491490"/>
                </a:cubicBezTo>
                <a:cubicBezTo>
                  <a:pt x="57150" y="502920"/>
                  <a:pt x="66560" y="516814"/>
                  <a:pt x="80010" y="525780"/>
                </a:cubicBezTo>
                <a:cubicBezTo>
                  <a:pt x="90035" y="532463"/>
                  <a:pt x="102269" y="536560"/>
                  <a:pt x="114300" y="537210"/>
                </a:cubicBezTo>
                <a:cubicBezTo>
                  <a:pt x="243707" y="544205"/>
                  <a:pt x="373380" y="544830"/>
                  <a:pt x="502920" y="548640"/>
                </a:cubicBezTo>
                <a:cubicBezTo>
                  <a:pt x="506730" y="575310"/>
                  <a:pt x="511530" y="601857"/>
                  <a:pt x="514350" y="628650"/>
                </a:cubicBezTo>
                <a:cubicBezTo>
                  <a:pt x="551632" y="982833"/>
                  <a:pt x="504488" y="595476"/>
                  <a:pt x="537210" y="857250"/>
                </a:cubicBezTo>
                <a:cubicBezTo>
                  <a:pt x="533400" y="990600"/>
                  <a:pt x="532442" y="1124062"/>
                  <a:pt x="525780" y="1257300"/>
                </a:cubicBezTo>
                <a:cubicBezTo>
                  <a:pt x="524810" y="1276703"/>
                  <a:pt x="517825" y="1295336"/>
                  <a:pt x="514350" y="1314450"/>
                </a:cubicBezTo>
                <a:cubicBezTo>
                  <a:pt x="510204" y="1337252"/>
                  <a:pt x="506730" y="1360170"/>
                  <a:pt x="502920" y="1383030"/>
                </a:cubicBezTo>
                <a:cubicBezTo>
                  <a:pt x="499110" y="1516380"/>
                  <a:pt x="497990" y="1649834"/>
                  <a:pt x="491490" y="1783080"/>
                </a:cubicBezTo>
                <a:cubicBezTo>
                  <a:pt x="490169" y="1810157"/>
                  <a:pt x="477078" y="1867812"/>
                  <a:pt x="468630" y="1897380"/>
                </a:cubicBezTo>
                <a:cubicBezTo>
                  <a:pt x="465320" y="1908965"/>
                  <a:pt x="464597" y="1922160"/>
                  <a:pt x="457200" y="1931670"/>
                </a:cubicBezTo>
                <a:cubicBezTo>
                  <a:pt x="437352" y="1957189"/>
                  <a:pt x="406553" y="1973351"/>
                  <a:pt x="388620" y="2000250"/>
                </a:cubicBezTo>
                <a:cubicBezTo>
                  <a:pt x="244464" y="2216484"/>
                  <a:pt x="391824" y="1982411"/>
                  <a:pt x="331470" y="2103120"/>
                </a:cubicBezTo>
                <a:cubicBezTo>
                  <a:pt x="325327" y="2115407"/>
                  <a:pt x="314189" y="2124857"/>
                  <a:pt x="308610" y="2137410"/>
                </a:cubicBezTo>
                <a:cubicBezTo>
                  <a:pt x="286880" y="2186303"/>
                  <a:pt x="287619" y="2205163"/>
                  <a:pt x="274320" y="2251710"/>
                </a:cubicBezTo>
                <a:cubicBezTo>
                  <a:pt x="241525" y="2366493"/>
                  <a:pt x="287192" y="2188792"/>
                  <a:pt x="251460" y="2331720"/>
                </a:cubicBezTo>
                <a:cubicBezTo>
                  <a:pt x="243645" y="2484110"/>
                  <a:pt x="228600" y="2636330"/>
                  <a:pt x="228600" y="278892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3425878-3F8C-8C22-573B-742DEE1B5565}"/>
              </a:ext>
            </a:extLst>
          </p:cNvPr>
          <p:cNvSpPr/>
          <p:nvPr/>
        </p:nvSpPr>
        <p:spPr>
          <a:xfrm>
            <a:off x="2530593" y="346503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391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052 0.00694 -0.00182 0.02199 -0.00182 0.02824 C -0.00182 0.03495 -0.00221 0.0419 -0.00091 0.04815 C -0.00039 0.05046 0.00156 0.04953 0.00287 0.04977 C 0.0056 0.05069 0.00847 0.05092 0.01133 0.05162 C 0.01719 0.05416 0.01823 0.05486 0.02344 0.05648 C 0.02539 0.05717 0.02722 0.05787 0.02904 0.0581 C 0.03281 0.05902 0.03659 0.05926 0.04037 0.05995 C 0.03998 0.06157 0.03932 0.06319 0.03932 0.06481 C 0.03932 0.11458 0.03893 0.10648 0.04128 0.13495 C 0.04271 0.17615 0.04284 0.16643 0.04128 0.22315 C 0.04115 0.22708 0.03985 0.23102 0.03932 0.23495 C 0.03893 0.2375 0.0388 0.24051 0.03841 0.24328 C 0.03568 0.26319 0.04076 0.22083 0.03373 0.2581 C 0.03281 0.26319 0.03294 0.26389 0.03099 0.26828 C 0.02826 0.27384 0.02591 0.27477 0.02435 0.2831 L 0.02253 0.29328 C 0.02227 0.2949 0.02175 0.29652 0.02162 0.29815 C 0.02057 0.30926 0.02005 0.31365 0.01966 0.32662 C 0.01953 0.33472 0.01966 0.34328 0.01966 0.35162 " pathEditMode="relative" ptsTypes="AAAAAAAAAAAAAAAAAAAA">
                                      <p:cBhvr>
                                        <p:cTn id="9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/>
      <p:bldP spid="18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onal Stripe 18">
            <a:extLst>
              <a:ext uri="{FF2B5EF4-FFF2-40B4-BE49-F238E27FC236}">
                <a16:creationId xmlns:a16="http://schemas.microsoft.com/office/drawing/2014/main" id="{14A101CD-7035-B84D-BC90-C3916E87CD0E}"/>
              </a:ext>
            </a:extLst>
          </p:cNvPr>
          <p:cNvSpPr/>
          <p:nvPr/>
        </p:nvSpPr>
        <p:spPr>
          <a:xfrm rot="13500000">
            <a:off x="2404771" y="484479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4C23A-C43A-5E86-9356-ECAF59FA2B28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E1E861-C103-B834-9620-4C1435F23F2C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497E8E1-B912-CA52-85E6-5D687BF1E3E4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617081" y="3437667"/>
            <a:ext cx="1" cy="109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4033D-DAD9-304B-6750-688643F91F7E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D31DF-9D85-6A2C-FF97-32F123891307}"/>
              </a:ext>
            </a:extLst>
          </p:cNvPr>
          <p:cNvSpPr txBox="1"/>
          <p:nvPr/>
        </p:nvSpPr>
        <p:spPr>
          <a:xfrm>
            <a:off x="6271846" y="3991063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DBE5C-B32F-4EBC-E759-18BEF27D83F8}"/>
              </a:ext>
            </a:extLst>
          </p:cNvPr>
          <p:cNvSpPr txBox="1"/>
          <p:nvPr/>
        </p:nvSpPr>
        <p:spPr>
          <a:xfrm>
            <a:off x="6271846" y="4819457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DA3F271A-DEEF-A2FE-F672-98173A9B59EB}"/>
              </a:ext>
            </a:extLst>
          </p:cNvPr>
          <p:cNvSpPr/>
          <p:nvPr/>
        </p:nvSpPr>
        <p:spPr>
          <a:xfrm>
            <a:off x="5688593" y="4936451"/>
            <a:ext cx="392411" cy="23848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</a:t>
            </a:r>
            <a:endParaRPr lang="en-C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517922-5028-3D81-C3E5-15F0F3F237AB}"/>
              </a:ext>
            </a:extLst>
          </p:cNvPr>
          <p:cNvSpPr txBox="1"/>
          <p:nvPr/>
        </p:nvSpPr>
        <p:spPr>
          <a:xfrm>
            <a:off x="8336835" y="3881903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15FCB8-85E8-6770-1E8B-BF18F654433C}"/>
              </a:ext>
            </a:extLst>
          </p:cNvPr>
          <p:cNvSpPr txBox="1"/>
          <p:nvPr/>
        </p:nvSpPr>
        <p:spPr>
          <a:xfrm>
            <a:off x="8336835" y="472401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0A556-DF16-1643-F7A7-780FF66D4AC8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incapable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system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stall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94504-DB1E-56E9-A668-ED3F5BEFF084}"/>
              </a:ext>
            </a:extLst>
          </p:cNvPr>
          <p:cNvSpPr txBox="1"/>
          <p:nvPr/>
        </p:nvSpPr>
        <p:spPr>
          <a:xfrm>
            <a:off x="1594475" y="3852563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C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6B89CA-1715-8541-0D30-C02CA66D6CBA}"/>
              </a:ext>
            </a:extLst>
          </p:cNvPr>
          <p:cNvSpPr/>
          <p:nvPr/>
        </p:nvSpPr>
        <p:spPr>
          <a:xfrm>
            <a:off x="2529346" y="460337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EEC970-D748-1302-4268-17B0426E877E}"/>
              </a:ext>
            </a:extLst>
          </p:cNvPr>
          <p:cNvSpPr/>
          <p:nvPr/>
        </p:nvSpPr>
        <p:spPr>
          <a:xfrm>
            <a:off x="2529346" y="3431512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5E015-9047-21B5-55E5-437CB571C025}"/>
              </a:ext>
            </a:extLst>
          </p:cNvPr>
          <p:cNvCxnSpPr>
            <a:cxnSpLocks/>
          </p:cNvCxnSpPr>
          <p:nvPr/>
        </p:nvCxnSpPr>
        <p:spPr>
          <a:xfrm flipV="1">
            <a:off x="2529346" y="4906475"/>
            <a:ext cx="0" cy="74929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048578-B575-3D63-1A90-89DCF24A2644}"/>
              </a:ext>
            </a:extLst>
          </p:cNvPr>
          <p:cNvSpPr txBox="1"/>
          <p:nvPr/>
        </p:nvSpPr>
        <p:spPr>
          <a:xfrm>
            <a:off x="1442149" y="491899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II-1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0E81685-FD96-5B9C-C39F-F6A31507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40</a:t>
            </a:fld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0ED76D-B279-A7C6-D8E9-B2AF903D2639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14A01-5DC2-0B47-6375-684256255747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A9AA7A-370E-313E-3BE7-4ED0BDCDDCA7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0FAE4F-C3C7-2EB4-161D-BF679292FA88}"/>
              </a:ext>
            </a:extLst>
          </p:cNvPr>
          <p:cNvCxnSpPr>
            <a:cxnSpLocks/>
          </p:cNvCxnSpPr>
          <p:nvPr/>
        </p:nvCxnSpPr>
        <p:spPr>
          <a:xfrm flipH="1">
            <a:off x="2617082" y="4837126"/>
            <a:ext cx="1247" cy="4125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511805-B812-9570-47D9-332E2A35A8B3}"/>
              </a:ext>
            </a:extLst>
          </p:cNvPr>
          <p:cNvCxnSpPr>
            <a:cxnSpLocks/>
          </p:cNvCxnSpPr>
          <p:nvPr/>
        </p:nvCxnSpPr>
        <p:spPr>
          <a:xfrm>
            <a:off x="2626997" y="3858985"/>
            <a:ext cx="4955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FD12F4B-715D-2923-C75C-F1940B0C39E4}"/>
              </a:ext>
            </a:extLst>
          </p:cNvPr>
          <p:cNvCxnSpPr>
            <a:cxnSpLocks/>
          </p:cNvCxnSpPr>
          <p:nvPr/>
        </p:nvCxnSpPr>
        <p:spPr>
          <a:xfrm>
            <a:off x="2800397" y="5537102"/>
            <a:ext cx="0" cy="2850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CAA932-EFA0-991E-7DB5-337CC5C2CC67}"/>
              </a:ext>
            </a:extLst>
          </p:cNvPr>
          <p:cNvCxnSpPr>
            <a:cxnSpLocks/>
          </p:cNvCxnSpPr>
          <p:nvPr/>
        </p:nvCxnSpPr>
        <p:spPr>
          <a:xfrm>
            <a:off x="3131247" y="3849654"/>
            <a:ext cx="0" cy="13999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42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3.33333E-6 0.15879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4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0.17084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54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" grpId="0"/>
      <p:bldP spid="5" grpId="0" animBg="1"/>
      <p:bldP spid="6" grpId="0" animBg="1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iagonal Stripe 29">
            <a:extLst>
              <a:ext uri="{FF2B5EF4-FFF2-40B4-BE49-F238E27FC236}">
                <a16:creationId xmlns:a16="http://schemas.microsoft.com/office/drawing/2014/main" id="{DBB4EDF4-4E62-5BC8-D243-2186EF205056}"/>
              </a:ext>
            </a:extLst>
          </p:cNvPr>
          <p:cNvSpPr/>
          <p:nvPr/>
        </p:nvSpPr>
        <p:spPr>
          <a:xfrm rot="13500000">
            <a:off x="2411699" y="5182434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8F9718-CEEF-A7CE-BF69-4DD4B4E28F60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30BC18-FA6D-F8B6-4366-AA8320AE2BC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617081" y="3447645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72DF53-2213-12F0-E3AA-AFAA6D648549}"/>
              </a:ext>
            </a:extLst>
          </p:cNvPr>
          <p:cNvGrpSpPr/>
          <p:nvPr/>
        </p:nvGrpSpPr>
        <p:grpSpPr>
          <a:xfrm flipH="1">
            <a:off x="2230035" y="3858924"/>
            <a:ext cx="774095" cy="1684327"/>
            <a:chOff x="7868237" y="2169515"/>
            <a:chExt cx="774095" cy="2097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62DCDD-2092-AC46-2393-C4A21BEB708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6D5B58-D2CC-ECFB-D018-C2B4A2E1E969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34B527-04C3-6785-D7CE-AFDF116CB64E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02C458-EDA2-D58F-301F-64061779224A}"/>
              </a:ext>
            </a:extLst>
          </p:cNvPr>
          <p:cNvCxnSpPr>
            <a:cxnSpLocks/>
          </p:cNvCxnSpPr>
          <p:nvPr/>
        </p:nvCxnSpPr>
        <p:spPr>
          <a:xfrm>
            <a:off x="2816548" y="5862124"/>
            <a:ext cx="0" cy="2483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29F6B588-6E32-C36C-0CD7-08655BE64705}"/>
              </a:ext>
            </a:extLst>
          </p:cNvPr>
          <p:cNvSpPr/>
          <p:nvPr/>
        </p:nvSpPr>
        <p:spPr>
          <a:xfrm flipH="1">
            <a:off x="3330652" y="3964817"/>
            <a:ext cx="213756" cy="1472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1FC23-80F4-7CA5-6BB9-060FBC061B01}"/>
              </a:ext>
            </a:extLst>
          </p:cNvPr>
          <p:cNvSpPr txBox="1"/>
          <p:nvPr/>
        </p:nvSpPr>
        <p:spPr>
          <a:xfrm>
            <a:off x="3504450" y="4470254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8A44EE-A3EB-4D92-F2AF-A83EC1CB7ECF}"/>
              </a:ext>
            </a:extLst>
          </p:cNvPr>
          <p:cNvSpPr txBox="1"/>
          <p:nvPr/>
        </p:nvSpPr>
        <p:spPr>
          <a:xfrm>
            <a:off x="6271846" y="3996470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888B27-4C6B-7D27-BE76-90878DB702B2}"/>
              </a:ext>
            </a:extLst>
          </p:cNvPr>
          <p:cNvSpPr txBox="1"/>
          <p:nvPr/>
        </p:nvSpPr>
        <p:spPr>
          <a:xfrm>
            <a:off x="6271846" y="4824864"/>
            <a:ext cx="351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10365F-966E-6BC5-0732-837C3D01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41</a:t>
            </a:fld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770B9-A415-DB31-49A3-89B4F654A4D6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0ECE7-9689-7363-E98D-4685F38ED1D1}"/>
              </a:ext>
            </a:extLst>
          </p:cNvPr>
          <p:cNvSpPr/>
          <p:nvPr/>
        </p:nvSpPr>
        <p:spPr>
          <a:xfrm flipH="1">
            <a:off x="2230035" y="4536428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03F24A-D1EE-E920-BA71-7CF60CC32578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D5A0DA-4901-9160-2F58-1E13DB40457C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  <p:sp>
        <p:nvSpPr>
          <p:cNvPr id="28" name="Diagonal Stripe 27">
            <a:extLst>
              <a:ext uri="{FF2B5EF4-FFF2-40B4-BE49-F238E27FC236}">
                <a16:creationId xmlns:a16="http://schemas.microsoft.com/office/drawing/2014/main" id="{811D1CC6-1D50-FF59-1D56-65B8157162E3}"/>
              </a:ext>
            </a:extLst>
          </p:cNvPr>
          <p:cNvSpPr/>
          <p:nvPr/>
        </p:nvSpPr>
        <p:spPr>
          <a:xfrm rot="13500000">
            <a:off x="2397729" y="4495981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9" name="Diagonal Stripe 28">
            <a:extLst>
              <a:ext uri="{FF2B5EF4-FFF2-40B4-BE49-F238E27FC236}">
                <a16:creationId xmlns:a16="http://schemas.microsoft.com/office/drawing/2014/main" id="{C0C95618-0861-9F50-C3F8-972A93A40E19}"/>
              </a:ext>
            </a:extLst>
          </p:cNvPr>
          <p:cNvSpPr/>
          <p:nvPr/>
        </p:nvSpPr>
        <p:spPr>
          <a:xfrm rot="13500000">
            <a:off x="2411699" y="3809587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8AC422-3ADD-E83E-E951-368E6F26B348}"/>
              </a:ext>
            </a:extLst>
          </p:cNvPr>
          <p:cNvCxnSpPr>
            <a:cxnSpLocks/>
          </p:cNvCxnSpPr>
          <p:nvPr/>
        </p:nvCxnSpPr>
        <p:spPr>
          <a:xfrm>
            <a:off x="3004130" y="3991026"/>
            <a:ext cx="1962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6F4A93-A069-4505-7B90-7E3E2E03DBF1}"/>
              </a:ext>
            </a:extLst>
          </p:cNvPr>
          <p:cNvCxnSpPr>
            <a:cxnSpLocks/>
          </p:cNvCxnSpPr>
          <p:nvPr/>
        </p:nvCxnSpPr>
        <p:spPr>
          <a:xfrm>
            <a:off x="3208434" y="3991026"/>
            <a:ext cx="0" cy="22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06E99A-7512-8E28-B966-4B2B0B3364F6}"/>
              </a:ext>
            </a:extLst>
          </p:cNvPr>
          <p:cNvCxnSpPr>
            <a:cxnSpLocks/>
          </p:cNvCxnSpPr>
          <p:nvPr/>
        </p:nvCxnSpPr>
        <p:spPr>
          <a:xfrm>
            <a:off x="3004819" y="4675887"/>
            <a:ext cx="1962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96FD3D-AE3E-45DB-5C04-EBD420A3E112}"/>
              </a:ext>
            </a:extLst>
          </p:cNvPr>
          <p:cNvCxnSpPr>
            <a:cxnSpLocks/>
          </p:cNvCxnSpPr>
          <p:nvPr/>
        </p:nvCxnSpPr>
        <p:spPr>
          <a:xfrm>
            <a:off x="3209123" y="4675887"/>
            <a:ext cx="0" cy="22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A213BC-D1DF-6322-B129-1D602AAAF903}"/>
              </a:ext>
            </a:extLst>
          </p:cNvPr>
          <p:cNvCxnSpPr>
            <a:cxnSpLocks/>
          </p:cNvCxnSpPr>
          <p:nvPr/>
        </p:nvCxnSpPr>
        <p:spPr>
          <a:xfrm>
            <a:off x="2996096" y="5365099"/>
            <a:ext cx="1962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AFA7E34-166B-0BC2-D632-9E1278EAB04D}"/>
              </a:ext>
            </a:extLst>
          </p:cNvPr>
          <p:cNvCxnSpPr>
            <a:cxnSpLocks/>
          </p:cNvCxnSpPr>
          <p:nvPr/>
        </p:nvCxnSpPr>
        <p:spPr>
          <a:xfrm>
            <a:off x="3200400" y="5365099"/>
            <a:ext cx="0" cy="2221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8F9718-CEEF-A7CE-BF69-4DD4B4E28F60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909C3E-7D2D-9004-8797-C665E9C560C7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67440" y="322671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F3822F-4F66-3FA4-9451-4DF95C7370DB}"/>
              </a:ext>
            </a:extLst>
          </p:cNvPr>
          <p:cNvGrpSpPr/>
          <p:nvPr/>
        </p:nvGrpSpPr>
        <p:grpSpPr>
          <a:xfrm>
            <a:off x="2080392" y="3637989"/>
            <a:ext cx="774095" cy="1684327"/>
            <a:chOff x="7868237" y="2169515"/>
            <a:chExt cx="774095" cy="2097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798458C-8C6B-E031-070E-918AAA241A67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D17EA5-A50C-83B8-0CFF-CEFBDDF9D9D4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9414590-4647-9EAC-9ED6-0A1AC647FEF6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14624EF-FB95-7060-EBAB-304F4740A117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949543-152F-9AD0-21B8-DEB5352B85DF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579E92-A4BB-DE13-CE01-7504CBA0D07A}"/>
              </a:ext>
            </a:extLst>
          </p:cNvPr>
          <p:cNvCxnSpPr>
            <a:cxnSpLocks/>
          </p:cNvCxnSpPr>
          <p:nvPr/>
        </p:nvCxnSpPr>
        <p:spPr>
          <a:xfrm>
            <a:off x="2453617" y="533233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000DD1-6A70-1719-382E-7DBC4EE58C11}"/>
              </a:ext>
            </a:extLst>
          </p:cNvPr>
          <p:cNvCxnSpPr>
            <a:cxnSpLocks/>
          </p:cNvCxnSpPr>
          <p:nvPr/>
        </p:nvCxnSpPr>
        <p:spPr>
          <a:xfrm>
            <a:off x="3165624" y="341326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B158D4F-ED1B-CC64-9B82-19389C489D08}"/>
              </a:ext>
            </a:extLst>
          </p:cNvPr>
          <p:cNvCxnSpPr>
            <a:cxnSpLocks/>
          </p:cNvCxnSpPr>
          <p:nvPr/>
        </p:nvCxnSpPr>
        <p:spPr>
          <a:xfrm>
            <a:off x="2453616" y="341526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gonal Stripe 32">
            <a:extLst>
              <a:ext uri="{FF2B5EF4-FFF2-40B4-BE49-F238E27FC236}">
                <a16:creationId xmlns:a16="http://schemas.microsoft.com/office/drawing/2014/main" id="{BA55F9F6-3963-957B-2098-40B4BBE22EAA}"/>
              </a:ext>
            </a:extLst>
          </p:cNvPr>
          <p:cNvSpPr/>
          <p:nvPr/>
        </p:nvSpPr>
        <p:spPr>
          <a:xfrm rot="13500000">
            <a:off x="2418282" y="513312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937401-A9D9-7858-0928-D8D5F98CB2B2}"/>
              </a:ext>
            </a:extLst>
          </p:cNvPr>
          <p:cNvCxnSpPr>
            <a:cxnSpLocks/>
          </p:cNvCxnSpPr>
          <p:nvPr/>
        </p:nvCxnSpPr>
        <p:spPr>
          <a:xfrm>
            <a:off x="2809620" y="581974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0D950B-6EF8-7D38-6254-55A82091B588}"/>
              </a:ext>
            </a:extLst>
          </p:cNvPr>
          <p:cNvCxnSpPr>
            <a:cxnSpLocks/>
          </p:cNvCxnSpPr>
          <p:nvPr/>
        </p:nvCxnSpPr>
        <p:spPr>
          <a:xfrm>
            <a:off x="3165624" y="3048400"/>
            <a:ext cx="0" cy="3241624"/>
          </a:xfrm>
          <a:prstGeom prst="straightConnector1">
            <a:avLst/>
          </a:prstGeom>
          <a:ln w="76200">
            <a:solidFill>
              <a:schemeClr val="accent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2B23C0-889E-9508-0EF9-F45BEE07F2CF}"/>
              </a:ext>
            </a:extLst>
          </p:cNvPr>
          <p:cNvCxnSpPr>
            <a:cxnSpLocks/>
          </p:cNvCxnSpPr>
          <p:nvPr/>
        </p:nvCxnSpPr>
        <p:spPr>
          <a:xfrm flipV="1">
            <a:off x="2467440" y="3048400"/>
            <a:ext cx="0" cy="3241624"/>
          </a:xfrm>
          <a:prstGeom prst="straightConnector1">
            <a:avLst/>
          </a:prstGeom>
          <a:ln w="76200">
            <a:solidFill>
              <a:schemeClr val="accent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A7277B-B80C-5BBE-B62B-561EC42C1626}"/>
              </a:ext>
            </a:extLst>
          </p:cNvPr>
          <p:cNvSpPr txBox="1"/>
          <p:nvPr/>
        </p:nvSpPr>
        <p:spPr>
          <a:xfrm>
            <a:off x="6271846" y="3996470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4DF65-719D-5A05-9B5A-B378008AECBA}"/>
              </a:ext>
            </a:extLst>
          </p:cNvPr>
          <p:cNvSpPr txBox="1"/>
          <p:nvPr/>
        </p:nvSpPr>
        <p:spPr>
          <a:xfrm>
            <a:off x="6271846" y="4824864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CD5DA-25E0-26E4-8AE7-3212A5F9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42</a:t>
            </a:fld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E859B-D2B6-02F6-ECC3-918B9BF54ACE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E8550D-2041-6F6D-104E-43C32EFCCEBA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72D27-8A16-DA80-5DCF-0AEDE0B97C26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FEE861D-7365-3285-ADA2-ED954351E466}"/>
              </a:ext>
            </a:extLst>
          </p:cNvPr>
          <p:cNvSpPr/>
          <p:nvPr/>
        </p:nvSpPr>
        <p:spPr>
          <a:xfrm flipH="1">
            <a:off x="3347830" y="3785658"/>
            <a:ext cx="213756" cy="1472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40FA8-24C3-83E5-A22A-22C9B01ED5A9}"/>
              </a:ext>
            </a:extLst>
          </p:cNvPr>
          <p:cNvSpPr txBox="1"/>
          <p:nvPr/>
        </p:nvSpPr>
        <p:spPr>
          <a:xfrm>
            <a:off x="3521628" y="4291095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N-slots</a:t>
            </a:r>
          </a:p>
        </p:txBody>
      </p:sp>
    </p:spTree>
    <p:extLst>
      <p:ext uri="{BB962C8B-B14F-4D97-AF65-F5344CB8AC3E}">
        <p14:creationId xmlns:p14="http://schemas.microsoft.com/office/powerpoint/2010/main" val="11356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8F9718-CEEF-A7CE-BF69-4DD4B4E28F60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0D9CB3-A1E1-DAED-4831-900183899F64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2818584" y="3408314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FF0A13B-1FC4-F756-DDF1-17FF6AA4E7E8}"/>
              </a:ext>
            </a:extLst>
          </p:cNvPr>
          <p:cNvGrpSpPr/>
          <p:nvPr/>
        </p:nvGrpSpPr>
        <p:grpSpPr>
          <a:xfrm>
            <a:off x="2431536" y="3819593"/>
            <a:ext cx="774095" cy="1684327"/>
            <a:chOff x="7868237" y="2169515"/>
            <a:chExt cx="774095" cy="20974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9925451-797B-0CEE-F19C-B6BFF8CED75C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0F1E01-88FB-73B9-8C6E-6A28B1467555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CF0F41C-B4B1-799E-A50B-F5C11E9A1534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BBF1E9E-CBD0-ED87-23D6-CE33915AC5C1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D7BDA9D-B4A3-0BDA-9DD0-587B217EB494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A473D3-EA42-8BD7-89F0-E1C187917CA5}"/>
              </a:ext>
            </a:extLst>
          </p:cNvPr>
          <p:cNvCxnSpPr>
            <a:cxnSpLocks/>
          </p:cNvCxnSpPr>
          <p:nvPr/>
        </p:nvCxnSpPr>
        <p:spPr>
          <a:xfrm>
            <a:off x="2804761" y="5513939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E08E1-2CAA-3E6C-6381-866F88730C8B}"/>
              </a:ext>
            </a:extLst>
          </p:cNvPr>
          <p:cNvSpPr/>
          <p:nvPr/>
        </p:nvSpPr>
        <p:spPr>
          <a:xfrm>
            <a:off x="1914743" y="5215567"/>
            <a:ext cx="267342" cy="26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2D325B-2A00-4E34-BD90-C3C95C31166C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2048414" y="3988068"/>
            <a:ext cx="3592" cy="12274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459178-A5A2-4543-FEEB-5F2879B91579}"/>
              </a:ext>
            </a:extLst>
          </p:cNvPr>
          <p:cNvCxnSpPr>
            <a:cxnSpLocks/>
          </p:cNvCxnSpPr>
          <p:nvPr/>
        </p:nvCxnSpPr>
        <p:spPr>
          <a:xfrm>
            <a:off x="2048414" y="3999506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B403BC-8395-EEC3-FE16-FD84547C26A6}"/>
              </a:ext>
            </a:extLst>
          </p:cNvPr>
          <p:cNvCxnSpPr>
            <a:cxnSpLocks/>
          </p:cNvCxnSpPr>
          <p:nvPr/>
        </p:nvCxnSpPr>
        <p:spPr>
          <a:xfrm>
            <a:off x="2048414" y="4336939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3509D4-0201-2284-C358-86E01ECADA5E}"/>
              </a:ext>
            </a:extLst>
          </p:cNvPr>
          <p:cNvCxnSpPr>
            <a:cxnSpLocks/>
          </p:cNvCxnSpPr>
          <p:nvPr/>
        </p:nvCxnSpPr>
        <p:spPr>
          <a:xfrm>
            <a:off x="2048414" y="4674372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D5C6F-C062-AB91-2A35-A1AC4539470E}"/>
              </a:ext>
            </a:extLst>
          </p:cNvPr>
          <p:cNvCxnSpPr>
            <a:cxnSpLocks/>
          </p:cNvCxnSpPr>
          <p:nvPr/>
        </p:nvCxnSpPr>
        <p:spPr>
          <a:xfrm>
            <a:off x="2048414" y="5011804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431135-6A18-D899-74C4-091134837FFB}"/>
              </a:ext>
            </a:extLst>
          </p:cNvPr>
          <p:cNvCxnSpPr>
            <a:cxnSpLocks/>
            <a:stCxn id="12" idx="3"/>
            <a:endCxn id="41" idx="1"/>
          </p:cNvCxnSpPr>
          <p:nvPr/>
        </p:nvCxnSpPr>
        <p:spPr>
          <a:xfrm>
            <a:off x="2182085" y="5349238"/>
            <a:ext cx="2494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5809E87-B65A-ED33-5498-BAFF6AE3F0BD}"/>
              </a:ext>
            </a:extLst>
          </p:cNvPr>
          <p:cNvSpPr txBox="1"/>
          <p:nvPr/>
        </p:nvSpPr>
        <p:spPr>
          <a:xfrm>
            <a:off x="1462721" y="5194555"/>
            <a:ext cx="455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/>
              <a:t>🤝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8D53A64-AAC5-DFA0-73D8-ED020BB56665}"/>
              </a:ext>
            </a:extLst>
          </p:cNvPr>
          <p:cNvSpPr/>
          <p:nvPr/>
        </p:nvSpPr>
        <p:spPr>
          <a:xfrm>
            <a:off x="2717026" y="526032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0A5101-C0ED-A974-4F97-4AA8205D063B}"/>
              </a:ext>
            </a:extLst>
          </p:cNvPr>
          <p:cNvCxnSpPr>
            <a:cxnSpLocks/>
          </p:cNvCxnSpPr>
          <p:nvPr/>
        </p:nvCxnSpPr>
        <p:spPr>
          <a:xfrm flipV="1">
            <a:off x="3048601" y="5513939"/>
            <a:ext cx="0" cy="4009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0509B9-4C28-E937-E00C-985A9C140929}"/>
              </a:ext>
            </a:extLst>
          </p:cNvPr>
          <p:cNvSpPr txBox="1"/>
          <p:nvPr/>
        </p:nvSpPr>
        <p:spPr>
          <a:xfrm>
            <a:off x="2427944" y="5850669"/>
            <a:ext cx="1508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ready!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79A3F5F-81D0-0AF1-F5BB-9D5B7C275B3D}"/>
              </a:ext>
            </a:extLst>
          </p:cNvPr>
          <p:cNvGrpSpPr/>
          <p:nvPr/>
        </p:nvGrpSpPr>
        <p:grpSpPr>
          <a:xfrm>
            <a:off x="2924373" y="3468905"/>
            <a:ext cx="175470" cy="586749"/>
            <a:chOff x="3030161" y="2987207"/>
            <a:chExt cx="175470" cy="586749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819ED9D-F23D-47BE-A719-9A407F6134F8}"/>
                </a:ext>
              </a:extLst>
            </p:cNvPr>
            <p:cNvSpPr/>
            <p:nvPr/>
          </p:nvSpPr>
          <p:spPr>
            <a:xfrm>
              <a:off x="3030161" y="298720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9F65BDD-F1DF-C477-D8CF-B4FD34AA0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7895" y="3162677"/>
              <a:ext cx="1" cy="4112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5D73D38-AD52-12BD-4A3F-217CC00491D8}"/>
                </a:ext>
              </a:extLst>
            </p:cNvPr>
            <p:cNvCxnSpPr/>
            <p:nvPr/>
          </p:nvCxnSpPr>
          <p:spPr>
            <a:xfrm>
              <a:off x="3043164" y="3271555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0A88756-FE9E-84A0-CF1D-4F53F5E7F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9385" y="3271555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B050B3D-4F62-37B0-1FA0-E5735F812F74}"/>
              </a:ext>
            </a:extLst>
          </p:cNvPr>
          <p:cNvGrpSpPr/>
          <p:nvPr/>
        </p:nvGrpSpPr>
        <p:grpSpPr>
          <a:xfrm>
            <a:off x="2730848" y="4228872"/>
            <a:ext cx="175470" cy="462207"/>
            <a:chOff x="3030161" y="2987207"/>
            <a:chExt cx="175470" cy="462207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47324C3-94AC-2380-5273-FA32F6669539}"/>
                </a:ext>
              </a:extLst>
            </p:cNvPr>
            <p:cNvSpPr/>
            <p:nvPr/>
          </p:nvSpPr>
          <p:spPr>
            <a:xfrm>
              <a:off x="3030161" y="2987207"/>
              <a:ext cx="175470" cy="17547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50A3562-4EBB-6A30-8AAA-38C4B70ABD38}"/>
                </a:ext>
              </a:extLst>
            </p:cNvPr>
            <p:cNvCxnSpPr>
              <a:cxnSpLocks/>
            </p:cNvCxnSpPr>
            <p:nvPr/>
          </p:nvCxnSpPr>
          <p:spPr>
            <a:xfrm>
              <a:off x="3117896" y="3162677"/>
              <a:ext cx="1" cy="2867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B6A39D6-6818-000C-E28A-1BE3550CBBA1}"/>
                </a:ext>
              </a:extLst>
            </p:cNvPr>
            <p:cNvCxnSpPr>
              <a:cxnSpLocks/>
            </p:cNvCxnSpPr>
            <p:nvPr/>
          </p:nvCxnSpPr>
          <p:spPr>
            <a:xfrm>
              <a:off x="3043164" y="3178322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7566E6D-34BA-230F-F9F4-2B1F48216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9385" y="3178322"/>
              <a:ext cx="149462" cy="1494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B69731F-6220-FD5B-53D6-EC833F140752}"/>
              </a:ext>
            </a:extLst>
          </p:cNvPr>
          <p:cNvSpPr txBox="1"/>
          <p:nvPr/>
        </p:nvSpPr>
        <p:spPr>
          <a:xfrm>
            <a:off x="6271846" y="3996470"/>
            <a:ext cx="2364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C213FC-E2E0-8CD3-8CA4-7EE16639532C}"/>
                  </a:ext>
                </a:extLst>
              </p:cNvPr>
              <p:cNvSpPr txBox="1"/>
              <p:nvPr/>
            </p:nvSpPr>
            <p:spPr>
              <a:xfrm>
                <a:off x="6271846" y="4824864"/>
                <a:ext cx="33758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Max.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latency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II</m:t>
                        </m:r>
                      </m:e>
                    </m:d>
                    <m:r>
                      <a:rPr lang="zh-CN" alt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II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C213FC-E2E0-8CD3-8CA4-7EE166395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846" y="4824864"/>
                <a:ext cx="3375861" cy="461665"/>
              </a:xfrm>
              <a:prstGeom prst="rect">
                <a:avLst/>
              </a:prstGeom>
              <a:blipFill>
                <a:blip r:embed="rId3"/>
                <a:stretch>
                  <a:fillRect l="-2622" t="-10526" b="-289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7F1F7F5-7807-0D3F-52C1-173ACF8E9C0D}"/>
              </a:ext>
            </a:extLst>
          </p:cNvPr>
          <p:cNvSpPr txBox="1"/>
          <p:nvPr/>
        </p:nvSpPr>
        <p:spPr>
          <a:xfrm>
            <a:off x="6268067" y="3996470"/>
            <a:ext cx="2141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0720C-6D37-9389-C893-C7968A3CEB34}"/>
              </a:ext>
            </a:extLst>
          </p:cNvPr>
          <p:cNvSpPr txBox="1"/>
          <p:nvPr/>
        </p:nvSpPr>
        <p:spPr>
          <a:xfrm>
            <a:off x="6268067" y="4824864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1FA28E-FBD4-598E-D43A-E7996349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43</a:t>
            </a:fld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92DF8-9DFC-3A2B-486F-B16F8DEBDF2D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27979-CFD8-ED35-E9E4-A89EB2258366}"/>
              </a:ext>
            </a:extLst>
          </p:cNvPr>
          <p:cNvSpPr txBox="1"/>
          <p:nvPr/>
        </p:nvSpPr>
        <p:spPr>
          <a:xfrm>
            <a:off x="4881094" y="867937"/>
            <a:ext cx="7129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Minimum latency means the minumum clock cycles a token resides in this buffer during the whole process it passes through the buffer.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586B9-845B-67D6-4435-F9A405336C19}"/>
              </a:ext>
            </a:extLst>
          </p:cNvPr>
          <p:cNvSpPr txBox="1"/>
          <p:nvPr/>
        </p:nvSpPr>
        <p:spPr>
          <a:xfrm>
            <a:off x="4881093" y="2142050"/>
            <a:ext cx="692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latency means the maximum clock cycles a token resides in this buffer which will not violate the initiation interval of the circuit. 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0E98C2E5-927A-3B15-A8A8-76B0F29E2E54}"/>
              </a:ext>
            </a:extLst>
          </p:cNvPr>
          <p:cNvSpPr/>
          <p:nvPr/>
        </p:nvSpPr>
        <p:spPr>
          <a:xfrm flipH="1">
            <a:off x="3330652" y="3964817"/>
            <a:ext cx="213756" cy="1472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88669C-0F19-688C-3DA9-7B7B7C1F1683}"/>
              </a:ext>
            </a:extLst>
          </p:cNvPr>
          <p:cNvSpPr txBox="1"/>
          <p:nvPr/>
        </p:nvSpPr>
        <p:spPr>
          <a:xfrm>
            <a:off x="3504450" y="4470254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N-slots</a:t>
            </a:r>
          </a:p>
        </p:txBody>
      </p:sp>
    </p:spTree>
    <p:extLst>
      <p:ext uri="{BB962C8B-B14F-4D97-AF65-F5344CB8AC3E}">
        <p14:creationId xmlns:p14="http://schemas.microsoft.com/office/powerpoint/2010/main" val="168540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/>
      <p:bldP spid="2" grpId="0"/>
      <p:bldP spid="11" grpId="0"/>
      <p:bldP spid="19" grpId="1"/>
      <p:bldP spid="20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55B83B-2232-CBCF-16D2-E1B8958A1005}"/>
              </a:ext>
            </a:extLst>
          </p:cNvPr>
          <p:cNvSpPr txBox="1"/>
          <p:nvPr/>
        </p:nvSpPr>
        <p:spPr>
          <a:xfrm>
            <a:off x="2294363" y="2834184"/>
            <a:ext cx="3239990" cy="2241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8997A9-7864-8EEC-F317-8000B2D98E56}"/>
                  </a:ext>
                </a:extLst>
              </p:cNvPr>
              <p:cNvSpPr txBox="1"/>
              <p:nvPr/>
            </p:nvSpPr>
            <p:spPr>
              <a:xfrm>
                <a:off x="6513485" y="2963568"/>
                <a:ext cx="22172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8997A9-7864-8EEC-F317-8000B2D98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85" y="2963568"/>
                <a:ext cx="221727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C4738-DFDF-61FE-F37E-9A0EDB3BBA02}"/>
                  </a:ext>
                </a:extLst>
              </p:cNvPr>
              <p:cNvSpPr txBox="1"/>
              <p:nvPr/>
            </p:nvSpPr>
            <p:spPr>
              <a:xfrm>
                <a:off x="6513485" y="3493499"/>
                <a:ext cx="2946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C4738-DFDF-61FE-F37E-9A0EDB3B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85" y="3493499"/>
                <a:ext cx="2946128" cy="461665"/>
              </a:xfrm>
              <a:prstGeom prst="rect">
                <a:avLst/>
              </a:prstGeom>
              <a:blipFill>
                <a:blip r:embed="rId4"/>
                <a:stretch>
                  <a:fillRect r="-429" b="-135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862721-7592-54FB-0B40-982A20650FEC}"/>
                  </a:ext>
                </a:extLst>
              </p:cNvPr>
              <p:cNvSpPr txBox="1"/>
              <p:nvPr/>
            </p:nvSpPr>
            <p:spPr>
              <a:xfrm>
                <a:off x="6513485" y="4023430"/>
                <a:ext cx="2153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862721-7592-54FB-0B40-982A2065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85" y="4023430"/>
                <a:ext cx="215366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0107A8-251D-67FD-7A87-E8D379D927EB}"/>
                  </a:ext>
                </a:extLst>
              </p:cNvPr>
              <p:cNvSpPr txBox="1"/>
              <p:nvPr/>
            </p:nvSpPr>
            <p:spPr>
              <a:xfrm>
                <a:off x="6513485" y="4553361"/>
                <a:ext cx="28271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𝐼𝐼</m:t>
                          </m:r>
                        </m:e>
                      </m:d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0107A8-251D-67FD-7A87-E8D379D92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85" y="4553361"/>
                <a:ext cx="2827184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B6F54E-BBB6-C8BA-605F-137A898751D4}"/>
              </a:ext>
            </a:extLst>
          </p:cNvPr>
          <p:cNvSpPr txBox="1"/>
          <p:nvPr/>
        </p:nvSpPr>
        <p:spPr>
          <a:xfrm>
            <a:off x="1073406" y="950358"/>
            <a:ext cx="69452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6673F9-9BA8-BB47-8C0C-82B72B0E910B}"/>
                  </a:ext>
                </a:extLst>
              </p:cNvPr>
              <p:cNvSpPr txBox="1"/>
              <p:nvPr/>
            </p:nvSpPr>
            <p:spPr>
              <a:xfrm>
                <a:off x="4173358" y="2048621"/>
                <a:ext cx="3845283" cy="49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𝑡𝑦𝑝𝑒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𝑡𝑦𝑝𝑒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36673F9-9BA8-BB47-8C0C-82B72B0E9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358" y="2048621"/>
                <a:ext cx="3845283" cy="497252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3E2D-CFA1-F013-5099-9056526A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44</a:t>
            </a:fld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FAA8B-6C08-34D9-F9A9-D0DE53729493}"/>
              </a:ext>
            </a:extLst>
          </p:cNvPr>
          <p:cNvSpPr txBox="1"/>
          <p:nvPr/>
        </p:nvSpPr>
        <p:spPr>
          <a:xfrm>
            <a:off x="234461" y="90826"/>
            <a:ext cx="10599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endParaRPr lang="en-CN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21059-5D5D-A1D4-37C0-FDB9DB294510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8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EDFB17-2FC9-3EDB-359F-208BB25ACC0C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3494317" y="4335904"/>
            <a:ext cx="0" cy="1774613"/>
          </a:xfrm>
          <a:prstGeom prst="line">
            <a:avLst/>
          </a:prstGeom>
          <a:ln w="28575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905C0EB-D481-8522-1BAA-7BD504A5216D}"/>
              </a:ext>
            </a:extLst>
          </p:cNvPr>
          <p:cNvCxnSpPr>
            <a:cxnSpLocks/>
            <a:stCxn id="84" idx="6"/>
          </p:cNvCxnSpPr>
          <p:nvPr/>
        </p:nvCxnSpPr>
        <p:spPr>
          <a:xfrm>
            <a:off x="2739469" y="6110517"/>
            <a:ext cx="739895" cy="0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6F8CC85-A0C8-84F0-8B7B-CDA0BB4CD86F}"/>
              </a:ext>
            </a:extLst>
          </p:cNvPr>
          <p:cNvSpPr/>
          <p:nvPr/>
        </p:nvSpPr>
        <p:spPr>
          <a:xfrm>
            <a:off x="2065206" y="4908199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EC9894-E018-B1D1-AE83-2B6D0C0E524C}"/>
              </a:ext>
            </a:extLst>
          </p:cNvPr>
          <p:cNvSpPr/>
          <p:nvPr/>
        </p:nvSpPr>
        <p:spPr>
          <a:xfrm>
            <a:off x="3107269" y="4026539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D32B9E9-628B-1171-4904-A297656E6D58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3494316" y="2705944"/>
            <a:ext cx="1" cy="1320595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ACF56D-5181-8647-C228-955CA572ABF7}"/>
              </a:ext>
            </a:extLst>
          </p:cNvPr>
          <p:cNvCxnSpPr>
            <a:cxnSpLocks/>
          </p:cNvCxnSpPr>
          <p:nvPr/>
        </p:nvCxnSpPr>
        <p:spPr>
          <a:xfrm>
            <a:off x="1445627" y="2705944"/>
            <a:ext cx="10243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CFAF1-273B-3234-2DD1-AEF737930CD0}"/>
              </a:ext>
            </a:extLst>
          </p:cNvPr>
          <p:cNvSpPr/>
          <p:nvPr/>
        </p:nvSpPr>
        <p:spPr>
          <a:xfrm>
            <a:off x="2065207" y="3522127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0D702F2-574B-1026-A8FA-6B8982A74ABF}"/>
              </a:ext>
            </a:extLst>
          </p:cNvPr>
          <p:cNvSpPr/>
          <p:nvPr/>
        </p:nvSpPr>
        <p:spPr>
          <a:xfrm>
            <a:off x="1058579" y="3997373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714E7AA-AB3C-75F3-DDD8-BCA0AD8A6186}"/>
              </a:ext>
            </a:extLst>
          </p:cNvPr>
          <p:cNvCxnSpPr>
            <a:cxnSpLocks/>
          </p:cNvCxnSpPr>
          <p:nvPr/>
        </p:nvCxnSpPr>
        <p:spPr>
          <a:xfrm flipV="1">
            <a:off x="1445626" y="4306738"/>
            <a:ext cx="0" cy="18037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3754761-8D0F-34BF-4DA4-57B3C5B8B837}"/>
              </a:ext>
            </a:extLst>
          </p:cNvPr>
          <p:cNvCxnSpPr>
            <a:cxnSpLocks/>
            <a:stCxn id="52" idx="2"/>
            <a:endCxn id="34" idx="0"/>
          </p:cNvCxnSpPr>
          <p:nvPr/>
        </p:nvCxnSpPr>
        <p:spPr>
          <a:xfrm flipH="1">
            <a:off x="2452254" y="3831492"/>
            <a:ext cx="1" cy="107670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F753668-6F21-F5D5-472C-9F1448AAC70B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1443747" y="2705944"/>
            <a:ext cx="1880" cy="12914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5AD9865-FB0E-B545-7E82-99BBE7502FE2}"/>
              </a:ext>
            </a:extLst>
          </p:cNvPr>
          <p:cNvCxnSpPr>
            <a:cxnSpLocks/>
          </p:cNvCxnSpPr>
          <p:nvPr/>
        </p:nvCxnSpPr>
        <p:spPr>
          <a:xfrm>
            <a:off x="2467207" y="2705944"/>
            <a:ext cx="0" cy="81618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69EF08D8-A29F-2734-55D6-48BC8780BD7A}"/>
              </a:ext>
            </a:extLst>
          </p:cNvPr>
          <p:cNvSpPr/>
          <p:nvPr/>
        </p:nvSpPr>
        <p:spPr>
          <a:xfrm>
            <a:off x="2165040" y="2438722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1C39FA3-7610-DFF0-C03B-6494F16FCAAF}"/>
              </a:ext>
            </a:extLst>
          </p:cNvPr>
          <p:cNvSpPr/>
          <p:nvPr/>
        </p:nvSpPr>
        <p:spPr>
          <a:xfrm>
            <a:off x="2157563" y="4066903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5A727BF-03BB-1AA9-D551-AA6FAF5FF5F2}"/>
              </a:ext>
            </a:extLst>
          </p:cNvPr>
          <p:cNvSpPr/>
          <p:nvPr/>
        </p:nvSpPr>
        <p:spPr>
          <a:xfrm>
            <a:off x="2165039" y="5823302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58AD757-84D9-DF6B-9A80-4B94F4BB9D98}"/>
              </a:ext>
            </a:extLst>
          </p:cNvPr>
          <p:cNvCxnSpPr>
            <a:cxnSpLocks/>
            <a:endCxn id="81" idx="6"/>
          </p:cNvCxnSpPr>
          <p:nvPr/>
        </p:nvCxnSpPr>
        <p:spPr>
          <a:xfrm flipH="1">
            <a:off x="2739470" y="2725937"/>
            <a:ext cx="754846" cy="0"/>
          </a:xfrm>
          <a:prstGeom prst="line">
            <a:avLst/>
          </a:prstGeom>
          <a:ln w="28575">
            <a:solidFill>
              <a:srgbClr val="0070C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23F7517-DD89-B26A-67C3-2DD40D33AB05}"/>
              </a:ext>
            </a:extLst>
          </p:cNvPr>
          <p:cNvCxnSpPr>
            <a:cxnSpLocks/>
            <a:stCxn id="34" idx="2"/>
            <a:endCxn id="84" idx="0"/>
          </p:cNvCxnSpPr>
          <p:nvPr/>
        </p:nvCxnSpPr>
        <p:spPr>
          <a:xfrm>
            <a:off x="2452254" y="5217564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E3595C7-E4B4-7461-1D20-F51FDD7DF17B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1425144" y="6110517"/>
            <a:ext cx="73989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A5EE6AAE-5FA2-7A4B-6C4D-1855A4A961A9}"/>
              </a:ext>
            </a:extLst>
          </p:cNvPr>
          <p:cNvSpPr/>
          <p:nvPr/>
        </p:nvSpPr>
        <p:spPr>
          <a:xfrm>
            <a:off x="3391629" y="408241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D1603E0-AD5D-9B2A-D9B0-57D0169B8C03}"/>
              </a:ext>
            </a:extLst>
          </p:cNvPr>
          <p:cNvSpPr/>
          <p:nvPr/>
        </p:nvSpPr>
        <p:spPr>
          <a:xfrm>
            <a:off x="2357043" y="3588564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0660215-10AA-399E-A455-819C335240BB}"/>
              </a:ext>
            </a:extLst>
          </p:cNvPr>
          <p:cNvSpPr/>
          <p:nvPr/>
        </p:nvSpPr>
        <p:spPr>
          <a:xfrm>
            <a:off x="1356012" y="406432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F5A6893-9F68-8605-87A5-504C217380E1}"/>
              </a:ext>
            </a:extLst>
          </p:cNvPr>
          <p:cNvSpPr/>
          <p:nvPr/>
        </p:nvSpPr>
        <p:spPr>
          <a:xfrm>
            <a:off x="2357043" y="497751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220A5D9-37F4-F491-1125-0E29828E900E}"/>
              </a:ext>
            </a:extLst>
          </p:cNvPr>
          <p:cNvSpPr txBox="1"/>
          <p:nvPr/>
        </p:nvSpPr>
        <p:spPr>
          <a:xfrm>
            <a:off x="3894293" y="3991024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1/3</a:t>
            </a:r>
            <a:endParaRPr lang="en-CN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4E12AD7-9F32-54AD-9EB8-D7C15EAD8750}"/>
              </a:ext>
            </a:extLst>
          </p:cNvPr>
          <p:cNvSpPr txBox="1"/>
          <p:nvPr/>
        </p:nvSpPr>
        <p:spPr>
          <a:xfrm>
            <a:off x="2784252" y="3491633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1/3</a:t>
            </a:r>
            <a:endParaRPr lang="en-C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DFBD492-58BA-8BB3-FD0D-8AE01DE239E8}"/>
              </a:ext>
            </a:extLst>
          </p:cNvPr>
          <p:cNvSpPr txBox="1"/>
          <p:nvPr/>
        </p:nvSpPr>
        <p:spPr>
          <a:xfrm>
            <a:off x="2784252" y="4878215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1/3</a:t>
            </a:r>
            <a:endParaRPr lang="en-CN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D69A763-C8DF-4DB6-50C8-773C023A8762}"/>
              </a:ext>
            </a:extLst>
          </p:cNvPr>
          <p:cNvSpPr txBox="1"/>
          <p:nvPr/>
        </p:nvSpPr>
        <p:spPr>
          <a:xfrm>
            <a:off x="578639" y="3952359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2/3</a:t>
            </a:r>
            <a:endParaRPr lang="en-CN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820908E-3F78-337F-3F56-58A00744FD40}"/>
              </a:ext>
            </a:extLst>
          </p:cNvPr>
          <p:cNvSpPr txBox="1"/>
          <p:nvPr/>
        </p:nvSpPr>
        <p:spPr>
          <a:xfrm>
            <a:off x="4669366" y="2721926"/>
            <a:ext cx="3778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Token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occupancy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D33EEA7-5D72-A964-2EDD-FB3A3F26ADE7}"/>
              </a:ext>
            </a:extLst>
          </p:cNvPr>
          <p:cNvSpPr txBox="1"/>
          <p:nvPr/>
        </p:nvSpPr>
        <p:spPr>
          <a:xfrm>
            <a:off x="4669366" y="3289313"/>
            <a:ext cx="1660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Little’s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law: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766202D-8357-92A9-40A9-2924EAAD9FF4}"/>
                  </a:ext>
                </a:extLst>
              </p:cNvPr>
              <p:cNvSpPr txBox="1"/>
              <p:nvPr/>
            </p:nvSpPr>
            <p:spPr>
              <a:xfrm>
                <a:off x="5501997" y="3764034"/>
                <a:ext cx="1654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766202D-8357-92A9-40A9-2924EAAD9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97" y="3764034"/>
                <a:ext cx="1654877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3EB11B8-8A08-0E3E-BB08-13F252A6A89B}"/>
              </a:ext>
            </a:extLst>
          </p:cNvPr>
          <p:cNvCxnSpPr>
            <a:cxnSpLocks/>
          </p:cNvCxnSpPr>
          <p:nvPr/>
        </p:nvCxnSpPr>
        <p:spPr>
          <a:xfrm>
            <a:off x="5749122" y="4169361"/>
            <a:ext cx="0" cy="60158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6E240CE6-1E28-66E0-84E2-3E6B9593BE02}"/>
                  </a:ext>
                </a:extLst>
              </p:cNvPr>
              <p:cNvSpPr txBox="1"/>
              <p:nvPr/>
            </p:nvSpPr>
            <p:spPr>
              <a:xfrm>
                <a:off x="5533817" y="4770947"/>
                <a:ext cx="150381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6E240CE6-1E28-66E0-84E2-3E6B9593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817" y="4770947"/>
                <a:ext cx="1503810" cy="4756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3D9A6AB-B502-1D98-E18C-C7E29804AA26}"/>
              </a:ext>
            </a:extLst>
          </p:cNvPr>
          <p:cNvCxnSpPr>
            <a:cxnSpLocks/>
          </p:cNvCxnSpPr>
          <p:nvPr/>
        </p:nvCxnSpPr>
        <p:spPr>
          <a:xfrm flipH="1">
            <a:off x="6358270" y="4177979"/>
            <a:ext cx="23563" cy="62262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6514E78-856B-72FE-A972-6DD7B2B7BECD}"/>
              </a:ext>
            </a:extLst>
          </p:cNvPr>
          <p:cNvCxnSpPr>
            <a:cxnSpLocks/>
          </p:cNvCxnSpPr>
          <p:nvPr/>
        </p:nvCxnSpPr>
        <p:spPr>
          <a:xfrm flipH="1">
            <a:off x="6826102" y="4189228"/>
            <a:ext cx="63796" cy="63795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0A8A4DE-C533-BDB4-C036-60D72DFC1947}"/>
                  </a:ext>
                </a:extLst>
              </p:cNvPr>
              <p:cNvSpPr txBox="1"/>
              <p:nvPr/>
            </p:nvSpPr>
            <p:spPr>
              <a:xfrm>
                <a:off x="5533817" y="5289600"/>
                <a:ext cx="1412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0A8A4DE-C533-BDB4-C036-60D72DFC1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817" y="5289600"/>
                <a:ext cx="1412118" cy="461665"/>
              </a:xfrm>
              <a:prstGeom prst="rect">
                <a:avLst/>
              </a:prstGeom>
              <a:blipFill>
                <a:blip r:embed="rId5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Right Arrow 141">
            <a:extLst>
              <a:ext uri="{FF2B5EF4-FFF2-40B4-BE49-F238E27FC236}">
                <a16:creationId xmlns:a16="http://schemas.microsoft.com/office/drawing/2014/main" id="{8BDF70CC-A044-AA3F-1F0A-D978F6B4E5F0}"/>
              </a:ext>
            </a:extLst>
          </p:cNvPr>
          <p:cNvSpPr/>
          <p:nvPr/>
        </p:nvSpPr>
        <p:spPr>
          <a:xfrm>
            <a:off x="7329317" y="5006144"/>
            <a:ext cx="317479" cy="514288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025CCD3-1D0B-90D8-9BCF-1AE1B16C4E3E}"/>
                  </a:ext>
                </a:extLst>
              </p:cNvPr>
              <p:cNvSpPr txBox="1"/>
              <p:nvPr/>
            </p:nvSpPr>
            <p:spPr>
              <a:xfrm>
                <a:off x="7903938" y="5051778"/>
                <a:ext cx="141199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025CCD3-1D0B-90D8-9BCF-1AE1B16C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938" y="5051778"/>
                <a:ext cx="1411990" cy="475643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499EA-9B52-9344-CC75-AA17F380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45</a:t>
            </a:fld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A43C97-8736-F9AA-0340-291CB1F23E16}"/>
              </a:ext>
            </a:extLst>
          </p:cNvPr>
          <p:cNvSpPr txBox="1"/>
          <p:nvPr/>
        </p:nvSpPr>
        <p:spPr>
          <a:xfrm>
            <a:off x="1073406" y="950358"/>
            <a:ext cx="98347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Works: the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occupancy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19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/>
      <p:bldP spid="104" grpId="0"/>
      <p:bldP spid="105" grpId="0"/>
      <p:bldP spid="106" grpId="0"/>
      <p:bldP spid="113" grpId="0"/>
      <p:bldP spid="115" grpId="0"/>
      <p:bldP spid="116" grpId="0"/>
      <p:bldP spid="122" grpId="0"/>
      <p:bldP spid="141" grpId="0"/>
      <p:bldP spid="142" grpId="0" animBg="1"/>
      <p:bldP spid="14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0A8A4DE-C533-BDB4-C036-60D72DFC1947}"/>
                  </a:ext>
                </a:extLst>
              </p:cNvPr>
              <p:cNvSpPr txBox="1"/>
              <p:nvPr/>
            </p:nvSpPr>
            <p:spPr>
              <a:xfrm>
                <a:off x="8712023" y="2128993"/>
                <a:ext cx="14121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0A8A4DE-C533-BDB4-C036-60D72DFC1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023" y="2128993"/>
                <a:ext cx="1412118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025CCD3-1D0B-90D8-9BCF-1AE1B16C4E3E}"/>
                  </a:ext>
                </a:extLst>
              </p:cNvPr>
              <p:cNvSpPr txBox="1"/>
              <p:nvPr/>
            </p:nvSpPr>
            <p:spPr>
              <a:xfrm>
                <a:off x="8712151" y="1653350"/>
                <a:ext cx="141199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025CCD3-1D0B-90D8-9BCF-1AE1B16C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151" y="1653350"/>
                <a:ext cx="1411990" cy="475643"/>
              </a:xfrm>
              <a:prstGeom prst="rect">
                <a:avLst/>
              </a:prstGeom>
              <a:blipFill>
                <a:blip r:embed="rId3"/>
                <a:stretch>
                  <a:fillRect t="-2632" b="-184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E55B83B-2232-CBCF-16D2-E1B8958A1005}"/>
              </a:ext>
            </a:extLst>
          </p:cNvPr>
          <p:cNvSpPr txBox="1"/>
          <p:nvPr/>
        </p:nvSpPr>
        <p:spPr>
          <a:xfrm>
            <a:off x="666513" y="924587"/>
            <a:ext cx="3239990" cy="2241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8997A9-7864-8EEC-F317-8000B2D98E56}"/>
                  </a:ext>
                </a:extLst>
              </p:cNvPr>
              <p:cNvSpPr txBox="1"/>
              <p:nvPr/>
            </p:nvSpPr>
            <p:spPr>
              <a:xfrm>
                <a:off x="4885635" y="1053971"/>
                <a:ext cx="22172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8997A9-7864-8EEC-F317-8000B2D98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1053971"/>
                <a:ext cx="221727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C4738-DFDF-61FE-F37E-9A0EDB3BBA02}"/>
                  </a:ext>
                </a:extLst>
              </p:cNvPr>
              <p:cNvSpPr txBox="1"/>
              <p:nvPr/>
            </p:nvSpPr>
            <p:spPr>
              <a:xfrm>
                <a:off x="4885635" y="1583902"/>
                <a:ext cx="2946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C4738-DFDF-61FE-F37E-9A0EDB3B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1583902"/>
                <a:ext cx="2946128" cy="461665"/>
              </a:xfrm>
              <a:prstGeom prst="rect">
                <a:avLst/>
              </a:prstGeom>
              <a:blipFill>
                <a:blip r:embed="rId5"/>
                <a:stretch>
                  <a:fillRect r="-429" b="-13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862721-7592-54FB-0B40-982A20650FEC}"/>
                  </a:ext>
                </a:extLst>
              </p:cNvPr>
              <p:cNvSpPr txBox="1"/>
              <p:nvPr/>
            </p:nvSpPr>
            <p:spPr>
              <a:xfrm>
                <a:off x="4885635" y="2113833"/>
                <a:ext cx="2153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862721-7592-54FB-0B40-982A2065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2113833"/>
                <a:ext cx="215366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0107A8-251D-67FD-7A87-E8D379D927EB}"/>
                  </a:ext>
                </a:extLst>
              </p:cNvPr>
              <p:cNvSpPr txBox="1"/>
              <p:nvPr/>
            </p:nvSpPr>
            <p:spPr>
              <a:xfrm>
                <a:off x="4885635" y="2643764"/>
                <a:ext cx="28271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𝐼𝐼</m:t>
                          </m:r>
                        </m:e>
                      </m:d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0107A8-251D-67FD-7A87-E8D379D92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2643764"/>
                <a:ext cx="2827184" cy="461665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8F96A-5F7D-271C-8FEB-D48FD37CF5A3}"/>
              </a:ext>
            </a:extLst>
          </p:cNvPr>
          <p:cNvCxnSpPr/>
          <p:nvPr/>
        </p:nvCxnSpPr>
        <p:spPr>
          <a:xfrm>
            <a:off x="8229600" y="926318"/>
            <a:ext cx="0" cy="2375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C4E94A-0E49-37C5-AEA2-E8FB8A048DD4}"/>
              </a:ext>
            </a:extLst>
          </p:cNvPr>
          <p:cNvSpPr txBox="1"/>
          <p:nvPr/>
        </p:nvSpPr>
        <p:spPr>
          <a:xfrm>
            <a:off x="666513" y="3764744"/>
            <a:ext cx="3239990" cy="2241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6DF9-F92A-0D93-0431-8EA400E34A24}"/>
                  </a:ext>
                </a:extLst>
              </p:cNvPr>
              <p:cNvSpPr txBox="1"/>
              <p:nvPr/>
            </p:nvSpPr>
            <p:spPr>
              <a:xfrm>
                <a:off x="4885635" y="3894128"/>
                <a:ext cx="220445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6DF9-F92A-0D93-0431-8EA400E34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3894128"/>
                <a:ext cx="2204450" cy="4756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9204F8-8071-86AC-48C3-040FF92E6A05}"/>
                  </a:ext>
                </a:extLst>
              </p:cNvPr>
              <p:cNvSpPr txBox="1"/>
              <p:nvPr/>
            </p:nvSpPr>
            <p:spPr>
              <a:xfrm>
                <a:off x="5470851" y="4424059"/>
                <a:ext cx="2933304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9204F8-8071-86AC-48C3-040FF92E6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851" y="4424059"/>
                <a:ext cx="2933304" cy="475643"/>
              </a:xfrm>
              <a:prstGeom prst="rect">
                <a:avLst/>
              </a:prstGeom>
              <a:blipFill>
                <a:blip r:embed="rId9"/>
                <a:stretch>
                  <a:fillRect r="-431" b="-184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27B55A-CA77-0E21-D11F-E00B118F6576}"/>
                  </a:ext>
                </a:extLst>
              </p:cNvPr>
              <p:cNvSpPr txBox="1"/>
              <p:nvPr/>
            </p:nvSpPr>
            <p:spPr>
              <a:xfrm>
                <a:off x="5471949" y="4953990"/>
                <a:ext cx="1654556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27B55A-CA77-0E21-D11F-E00B118F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49" y="4953990"/>
                <a:ext cx="1654556" cy="475643"/>
              </a:xfrm>
              <a:prstGeom prst="rect">
                <a:avLst/>
              </a:prstGeom>
              <a:blipFill>
                <a:blip r:embed="rId10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4FF87F-3663-D087-8053-5803F6AAA4D6}"/>
                  </a:ext>
                </a:extLst>
              </p:cNvPr>
              <p:cNvSpPr txBox="1"/>
              <p:nvPr/>
            </p:nvSpPr>
            <p:spPr>
              <a:xfrm>
                <a:off x="4885635" y="5483921"/>
                <a:ext cx="290618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4FF87F-3663-D087-8053-5803F6AAA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35" y="5483921"/>
                <a:ext cx="2906180" cy="475643"/>
              </a:xfrm>
              <a:prstGeom prst="rect">
                <a:avLst/>
              </a:prstGeom>
              <a:blipFill>
                <a:blip r:embed="rId11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>
            <a:extLst>
              <a:ext uri="{FF2B5EF4-FFF2-40B4-BE49-F238E27FC236}">
                <a16:creationId xmlns:a16="http://schemas.microsoft.com/office/drawing/2014/main" id="{B7C1A00F-D23D-11B4-BDA6-14C470AAB28E}"/>
              </a:ext>
            </a:extLst>
          </p:cNvPr>
          <p:cNvSpPr/>
          <p:nvPr/>
        </p:nvSpPr>
        <p:spPr>
          <a:xfrm rot="5400000">
            <a:off x="4143699" y="2935584"/>
            <a:ext cx="504739" cy="1236264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98921B-D411-14CF-59D2-5CBE08C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46</a:t>
            </a:fld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C9E48-8B75-E4F2-E11E-6DD3007FF4CC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</p:spTree>
    <p:extLst>
      <p:ext uri="{BB962C8B-B14F-4D97-AF65-F5344CB8AC3E}">
        <p14:creationId xmlns:p14="http://schemas.microsoft.com/office/powerpoint/2010/main" val="428257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EDFA95A3-0E81-D538-E36D-11198922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514" y="3938470"/>
            <a:ext cx="3329896" cy="7067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D39973-EF6C-BB44-BEDE-9855C32DD9D7}"/>
              </a:ext>
            </a:extLst>
          </p:cNvPr>
          <p:cNvSpPr/>
          <p:nvPr/>
        </p:nvSpPr>
        <p:spPr>
          <a:xfrm>
            <a:off x="961798" y="3337167"/>
            <a:ext cx="4745069" cy="1716190"/>
          </a:xfrm>
          <a:prstGeom prst="roundRect">
            <a:avLst>
              <a:gd name="adj" fmla="val 22126"/>
            </a:avLst>
          </a:prstGeom>
          <a:solidFill>
            <a:schemeClr val="accent5">
              <a:lumMod val="20000"/>
              <a:lumOff val="80000"/>
              <a:alpha val="41916"/>
            </a:schemeClr>
          </a:solidFill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C649390-7CE0-560E-5812-1BE40B4E8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9859" y="1708737"/>
            <a:ext cx="7772400" cy="5475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EA67A06-5A1C-6DDD-D799-E2D41651E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0899" y="2248024"/>
            <a:ext cx="7772400" cy="6441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411236F-B642-D2AE-5882-B80DACB9F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3738" y="1223127"/>
            <a:ext cx="7772400" cy="49382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15A3BF-D08B-DB20-9AEB-E73B9591059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158" t="-18714"/>
          <a:stretch/>
        </p:blipFill>
        <p:spPr>
          <a:xfrm>
            <a:off x="6569851" y="930632"/>
            <a:ext cx="5428408" cy="497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lide Number Placeholder 8">
            <a:extLst>
              <a:ext uri="{FF2B5EF4-FFF2-40B4-BE49-F238E27FC236}">
                <a16:creationId xmlns:a16="http://schemas.microsoft.com/office/drawing/2014/main" id="{4119A3FE-2439-17EE-2EEC-B699B7BD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6E1A6A26-1766-F54F-AADB-31A72CB35CD5}" type="slidenum">
              <a:rPr lang="en-CN" smtClean="0"/>
              <a:t>47</a:t>
            </a:fld>
            <a:endParaRPr lang="en-CN" dirty="0"/>
          </a:p>
        </p:txBody>
      </p:sp>
      <p:pic>
        <p:nvPicPr>
          <p:cNvPr id="47" name="Picture 46" descr="A group of mathematical symbols&#10;&#10;Description automatically generated">
            <a:extLst>
              <a:ext uri="{FF2B5EF4-FFF2-40B4-BE49-F238E27FC236}">
                <a16:creationId xmlns:a16="http://schemas.microsoft.com/office/drawing/2014/main" id="{F29F737F-9695-BCA2-18C5-D195E254A88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1493" r="33503"/>
          <a:stretch/>
        </p:blipFill>
        <p:spPr>
          <a:xfrm>
            <a:off x="6776098" y="1472660"/>
            <a:ext cx="2720651" cy="1148683"/>
          </a:xfrm>
          <a:prstGeom prst="rect">
            <a:avLst/>
          </a:prstGeom>
        </p:spPr>
      </p:pic>
      <p:pic>
        <p:nvPicPr>
          <p:cNvPr id="49" name="Picture 48" descr="A group of equations with numbers&#10;&#10;Description automatically generated">
            <a:extLst>
              <a:ext uri="{FF2B5EF4-FFF2-40B4-BE49-F238E27FC236}">
                <a16:creationId xmlns:a16="http://schemas.microsoft.com/office/drawing/2014/main" id="{9CC3ECEA-65E6-C840-8F46-E28B8A9F8C9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205" r="19288"/>
          <a:stretch/>
        </p:blipFill>
        <p:spPr>
          <a:xfrm>
            <a:off x="6209267" y="2746695"/>
            <a:ext cx="3854311" cy="2233085"/>
          </a:xfrm>
          <a:prstGeom prst="rect">
            <a:avLst/>
          </a:prstGeom>
        </p:spPr>
      </p:pic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B8BD85F-A3FD-24FB-A88A-D4B24FE5C328}"/>
              </a:ext>
            </a:extLst>
          </p:cNvPr>
          <p:cNvSpPr/>
          <p:nvPr/>
        </p:nvSpPr>
        <p:spPr>
          <a:xfrm>
            <a:off x="961798" y="952325"/>
            <a:ext cx="4745069" cy="2071038"/>
          </a:xfrm>
          <a:prstGeom prst="roundRect">
            <a:avLst>
              <a:gd name="adj" fmla="val 15917"/>
            </a:avLst>
          </a:prstGeom>
          <a:solidFill>
            <a:schemeClr val="accent6">
              <a:lumMod val="20000"/>
              <a:lumOff val="80000"/>
              <a:alpha val="41916"/>
            </a:schemeClr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6F65D28-BA3F-85DC-667B-930C53C7E5E3}"/>
              </a:ext>
            </a:extLst>
          </p:cNvPr>
          <p:cNvSpPr/>
          <p:nvPr/>
        </p:nvSpPr>
        <p:spPr>
          <a:xfrm>
            <a:off x="6096000" y="936031"/>
            <a:ext cx="4745068" cy="4127206"/>
          </a:xfrm>
          <a:prstGeom prst="roundRect">
            <a:avLst>
              <a:gd name="adj" fmla="val 8284"/>
            </a:avLst>
          </a:prstGeom>
          <a:solidFill>
            <a:schemeClr val="accent2">
              <a:lumMod val="40000"/>
              <a:lumOff val="60000"/>
              <a:alpha val="41916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A067CD-4FC9-9118-9EE4-86AF6920E6CD}"/>
              </a:ext>
            </a:extLst>
          </p:cNvPr>
          <p:cNvSpPr txBox="1"/>
          <p:nvPr/>
        </p:nvSpPr>
        <p:spPr>
          <a:xfrm>
            <a:off x="4557484" y="966116"/>
            <a:ext cx="16395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Constraints</a:t>
            </a:r>
            <a:endParaRPr lang="en-US" altLang="zh-CN" sz="1600" b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A109DD-98A5-D619-0205-F8ED8BDAC8E3}"/>
              </a:ext>
            </a:extLst>
          </p:cNvPr>
          <p:cNvSpPr txBox="1"/>
          <p:nvPr/>
        </p:nvSpPr>
        <p:spPr>
          <a:xfrm>
            <a:off x="9675220" y="1052272"/>
            <a:ext cx="18459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 Constraints</a:t>
            </a:r>
            <a:endParaRPr lang="en-US" altLang="zh-CN" sz="1600" b="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E03E68-F0E8-1763-5AD8-5F0C3EFF0C25}"/>
                  </a:ext>
                </a:extLst>
              </p:cNvPr>
              <p:cNvSpPr txBox="1"/>
              <p:nvPr/>
            </p:nvSpPr>
            <p:spPr>
              <a:xfrm>
                <a:off x="1617514" y="5367161"/>
                <a:ext cx="8940589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𝑃𝐿</m:t>
                          </m:r>
                        </m:sub>
                      </m:sSub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𝑃𝐿</m:t>
                              </m:r>
                            </m:sub>
                          </m:sSub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E03E68-F0E8-1763-5AD8-5F0C3EFF0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514" y="5367161"/>
                <a:ext cx="8940589" cy="475643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287D35-D346-85CE-94E8-C4706973C01F}"/>
              </a:ext>
            </a:extLst>
          </p:cNvPr>
          <p:cNvCxnSpPr>
            <a:cxnSpLocks/>
          </p:cNvCxnSpPr>
          <p:nvPr/>
        </p:nvCxnSpPr>
        <p:spPr>
          <a:xfrm>
            <a:off x="1906989" y="5842804"/>
            <a:ext cx="967958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11C33B-4B07-F1E8-64EF-675C19E48C8F}"/>
              </a:ext>
            </a:extLst>
          </p:cNvPr>
          <p:cNvCxnSpPr>
            <a:cxnSpLocks/>
          </p:cNvCxnSpPr>
          <p:nvPr/>
        </p:nvCxnSpPr>
        <p:spPr>
          <a:xfrm>
            <a:off x="3257617" y="5842804"/>
            <a:ext cx="94933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53C43F-D226-97D7-3F49-9C64BEFB3B7E}"/>
              </a:ext>
            </a:extLst>
          </p:cNvPr>
          <p:cNvCxnSpPr>
            <a:cxnSpLocks/>
          </p:cNvCxnSpPr>
          <p:nvPr/>
        </p:nvCxnSpPr>
        <p:spPr>
          <a:xfrm>
            <a:off x="6087808" y="5842804"/>
            <a:ext cx="1755139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4CC0-FEB6-F795-934D-60407ABD78A2}"/>
              </a:ext>
            </a:extLst>
          </p:cNvPr>
          <p:cNvCxnSpPr>
            <a:cxnSpLocks/>
          </p:cNvCxnSpPr>
          <p:nvPr/>
        </p:nvCxnSpPr>
        <p:spPr>
          <a:xfrm>
            <a:off x="9131747" y="5842804"/>
            <a:ext cx="115320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653084-9F35-599A-7D6B-8A1A43A7AD55}"/>
              </a:ext>
            </a:extLst>
          </p:cNvPr>
          <p:cNvSpPr txBox="1"/>
          <p:nvPr/>
        </p:nvSpPr>
        <p:spPr>
          <a:xfrm>
            <a:off x="6234347" y="62449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E9E55-73E4-BF22-28FC-C0E8CCFC5AFB}"/>
              </a:ext>
            </a:extLst>
          </p:cNvPr>
          <p:cNvSpPr txBox="1"/>
          <p:nvPr/>
        </p:nvSpPr>
        <p:spPr>
          <a:xfrm>
            <a:off x="3039809" y="5967920"/>
            <a:ext cx="827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Quadratically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Constrained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(MIQCP)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564CDE-D66E-2F67-026D-7154EE94D3ED}"/>
              </a:ext>
            </a:extLst>
          </p:cNvPr>
          <p:cNvSpPr txBox="1"/>
          <p:nvPr/>
        </p:nvSpPr>
        <p:spPr>
          <a:xfrm>
            <a:off x="4557484" y="3431497"/>
            <a:ext cx="1639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74647E-BD9C-2B0E-8D8D-D1A8E3D06C16}"/>
              </a:ext>
            </a:extLst>
          </p:cNvPr>
          <p:cNvCxnSpPr>
            <a:cxnSpLocks/>
          </p:cNvCxnSpPr>
          <p:nvPr/>
        </p:nvCxnSpPr>
        <p:spPr>
          <a:xfrm flipV="1">
            <a:off x="2128422" y="4717870"/>
            <a:ext cx="4068628" cy="6394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5642AC3-953C-EC6D-1350-D24E1A2CE4EC}"/>
              </a:ext>
            </a:extLst>
          </p:cNvPr>
          <p:cNvSpPr/>
          <p:nvPr/>
        </p:nvSpPr>
        <p:spPr>
          <a:xfrm>
            <a:off x="6197050" y="1437541"/>
            <a:ext cx="4255661" cy="3552431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F70DB4-4E89-0DBE-8884-D83285B5AB5D}"/>
              </a:ext>
            </a:extLst>
          </p:cNvPr>
          <p:cNvCxnSpPr>
            <a:cxnSpLocks/>
          </p:cNvCxnSpPr>
          <p:nvPr/>
        </p:nvCxnSpPr>
        <p:spPr>
          <a:xfrm flipH="1" flipV="1">
            <a:off x="10164628" y="5029494"/>
            <a:ext cx="120319" cy="33766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98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A93B0B-3099-7141-20BF-78DA6775E881}"/>
              </a:ext>
            </a:extLst>
          </p:cNvPr>
          <p:cNvSpPr txBox="1"/>
          <p:nvPr/>
        </p:nvSpPr>
        <p:spPr>
          <a:xfrm>
            <a:off x="818927" y="1294770"/>
            <a:ext cx="1463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503A1-BF32-7ECC-B982-FDD90D5C6CE7}"/>
              </a:ext>
            </a:extLst>
          </p:cNvPr>
          <p:cNvSpPr txBox="1"/>
          <p:nvPr/>
        </p:nvSpPr>
        <p:spPr>
          <a:xfrm>
            <a:off x="1911569" y="3936583"/>
            <a:ext cx="302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BE731-275C-D54F-3982-689D217B8048}"/>
              </a:ext>
            </a:extLst>
          </p:cNvPr>
          <p:cNvSpPr txBox="1"/>
          <p:nvPr/>
        </p:nvSpPr>
        <p:spPr>
          <a:xfrm>
            <a:off x="1911569" y="5083237"/>
            <a:ext cx="315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9606A-51E6-1092-9F8F-63620000D5E9}"/>
              </a:ext>
            </a:extLst>
          </p:cNvPr>
          <p:cNvSpPr txBox="1"/>
          <p:nvPr/>
        </p:nvSpPr>
        <p:spPr>
          <a:xfrm>
            <a:off x="1911569" y="4509910"/>
            <a:ext cx="302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48715-BA21-714A-14BB-899A7D322EC6}"/>
              </a:ext>
            </a:extLst>
          </p:cNvPr>
          <p:cNvSpPr txBox="1"/>
          <p:nvPr/>
        </p:nvSpPr>
        <p:spPr>
          <a:xfrm>
            <a:off x="1911569" y="5656563"/>
            <a:ext cx="302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07B45-A5FC-F946-077E-199C3D5B673A}"/>
              </a:ext>
            </a:extLst>
          </p:cNvPr>
          <p:cNvSpPr/>
          <p:nvPr/>
        </p:nvSpPr>
        <p:spPr>
          <a:xfrm>
            <a:off x="4559808" y="4047744"/>
            <a:ext cx="316992" cy="2194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0DB16-37B9-2E00-0445-6DCF973558A3}"/>
              </a:ext>
            </a:extLst>
          </p:cNvPr>
          <p:cNvSpPr/>
          <p:nvPr/>
        </p:nvSpPr>
        <p:spPr>
          <a:xfrm>
            <a:off x="4559808" y="4631014"/>
            <a:ext cx="2011680" cy="21945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B29CC6-478D-4D2B-3CD9-8E5ECE9EF1BE}"/>
              </a:ext>
            </a:extLst>
          </p:cNvPr>
          <p:cNvSpPr/>
          <p:nvPr/>
        </p:nvSpPr>
        <p:spPr>
          <a:xfrm>
            <a:off x="4559808" y="5204341"/>
            <a:ext cx="1414272" cy="2194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1B985-F93D-E153-059F-6EB241220DCB}"/>
              </a:ext>
            </a:extLst>
          </p:cNvPr>
          <p:cNvSpPr/>
          <p:nvPr/>
        </p:nvSpPr>
        <p:spPr>
          <a:xfrm>
            <a:off x="4559808" y="5777668"/>
            <a:ext cx="45719" cy="2194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81A7D-AA78-F113-D6EF-ADE2B318BBA6}"/>
              </a:ext>
            </a:extLst>
          </p:cNvPr>
          <p:cNvSpPr txBox="1"/>
          <p:nvPr/>
        </p:nvSpPr>
        <p:spPr>
          <a:xfrm>
            <a:off x="5021693" y="39266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F4037-B4E7-37D1-2143-46D7EA8E0E86}"/>
              </a:ext>
            </a:extLst>
          </p:cNvPr>
          <p:cNvSpPr txBox="1"/>
          <p:nvPr/>
        </p:nvSpPr>
        <p:spPr>
          <a:xfrm>
            <a:off x="6740539" y="449465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83945B-7926-FB94-3FBD-A88CA3036244}"/>
              </a:ext>
            </a:extLst>
          </p:cNvPr>
          <p:cNvSpPr txBox="1"/>
          <p:nvPr/>
        </p:nvSpPr>
        <p:spPr>
          <a:xfrm>
            <a:off x="6096000" y="508323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B6234A-1D6D-37DE-6035-00FC3F5C198E}"/>
              </a:ext>
            </a:extLst>
          </p:cNvPr>
          <p:cNvSpPr txBox="1"/>
          <p:nvPr/>
        </p:nvSpPr>
        <p:spPr>
          <a:xfrm>
            <a:off x="4852416" y="5648852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8881E-9CE0-F0CE-E64A-44FA1A8B4C66}"/>
              </a:ext>
            </a:extLst>
          </p:cNvPr>
          <p:cNvSpPr txBox="1"/>
          <p:nvPr/>
        </p:nvSpPr>
        <p:spPr>
          <a:xfrm>
            <a:off x="7839458" y="4619637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6F4BA-351A-929E-ACD6-0878C016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48</a:t>
            </a:fld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4C146C-F9BC-9174-7EC9-112500CE34E4}"/>
                  </a:ext>
                </a:extLst>
              </p:cNvPr>
              <p:cNvSpPr txBox="1"/>
              <p:nvPr/>
            </p:nvSpPr>
            <p:spPr>
              <a:xfrm>
                <a:off x="1876671" y="1949219"/>
                <a:ext cx="89075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N" sz="2400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W</a:t>
                </a:r>
                <a:r>
                  <a:rPr lang="en-CN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eighted sum of all CFDFCs’ </a:t>
                </a:r>
                <a:r>
                  <a:rPr lang="en-CN" sz="2400" b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throughput</a:t>
                </a:r>
                <a:r>
                  <a:rPr lang="en-CN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CN" sz="2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the total buffer </a:t>
                </a:r>
                <a:r>
                  <a:rPr lang="en-CN" sz="2400" b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area</a:t>
                </a:r>
                <a:r>
                  <a:rPr lang="en-CN" sz="24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4C146C-F9BC-9174-7EC9-112500CE3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671" y="1949219"/>
                <a:ext cx="8907581" cy="461665"/>
              </a:xfrm>
              <a:prstGeom prst="rect">
                <a:avLst/>
              </a:prstGeom>
              <a:blipFill>
                <a:blip r:embed="rId3"/>
                <a:stretch>
                  <a:fillRect l="-996" t="-10811" b="-297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4978E8D-40FD-CB08-E6E7-46D68B5272CC}"/>
              </a:ext>
            </a:extLst>
          </p:cNvPr>
          <p:cNvSpPr txBox="1"/>
          <p:nvPr/>
        </p:nvSpPr>
        <p:spPr>
          <a:xfrm>
            <a:off x="1876671" y="2359856"/>
            <a:ext cx="9186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CN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uffer area is a function of slot number </a:t>
            </a:r>
            <a:r>
              <a:rPr lang="en-C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D748A1-B7B2-31EB-F512-7A9D4300316A}"/>
              </a:ext>
            </a:extLst>
          </p:cNvPr>
          <p:cNvSpPr txBox="1"/>
          <p:nvPr/>
        </p:nvSpPr>
        <p:spPr>
          <a:xfrm>
            <a:off x="1876671" y="2770493"/>
            <a:ext cx="6104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CN"/>
            </a:defPPr>
            <a:lvl1pPr>
              <a:defRPr sz="240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CN" dirty="0"/>
              <a:t>Gain coefficients b</a:t>
            </a:r>
            <a:r>
              <a:rPr lang="en-US" altLang="zh-CN" dirty="0"/>
              <a:t>y</a:t>
            </a:r>
            <a:r>
              <a:rPr lang="zh-CN" altLang="en-US" dirty="0"/>
              <a:t> </a:t>
            </a:r>
            <a:r>
              <a:rPr lang="en-US" altLang="zh-CN" dirty="0"/>
              <a:t>synthesis</a:t>
            </a:r>
            <a:r>
              <a:rPr lang="zh-CN" altLang="en-US" dirty="0"/>
              <a:t> </a:t>
            </a:r>
            <a:r>
              <a:rPr lang="en-US" altLang="zh-CN" dirty="0"/>
              <a:t>(LUT</a:t>
            </a:r>
            <a:r>
              <a:rPr lang="zh-CN" altLang="en-US" dirty="0"/>
              <a:t> </a:t>
            </a:r>
            <a:r>
              <a:rPr lang="en-US" altLang="zh-CN" dirty="0"/>
              <a:t>#)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578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 animBg="1"/>
      <p:bldP spid="10" grpId="0" animBg="1"/>
      <p:bldP spid="11" grpId="0" animBg="1"/>
      <p:bldP spid="13" grpId="0" animBg="1"/>
      <p:bldP spid="17" grpId="0"/>
      <p:bldP spid="19" grpId="0"/>
      <p:bldP spid="20" grpId="0"/>
      <p:bldP spid="21" grpId="0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5133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8DE82-F549-BB7B-CD54-468FFD2E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49</a:t>
            </a:fld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7F3CD-AFDF-C137-B069-0A317EBD9267}"/>
              </a:ext>
            </a:extLst>
          </p:cNvPr>
          <p:cNvSpPr txBox="1"/>
          <p:nvPr/>
        </p:nvSpPr>
        <p:spPr>
          <a:xfrm>
            <a:off x="1120105" y="1203460"/>
            <a:ext cx="102336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experimented on 9 benchmarks where we perform buffer placement strategy of dynamitic, our work and FPGA ’20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(using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gurobi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target clock period is 6ns.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run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Modelsim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total clock cycles (representing throughput) and run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synthesis to calculate area cost. 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mainly compare LUT costs, and make sure our work achieves the best throughput. Register costs and timing slack should be within a reasonable range.</a:t>
            </a:r>
          </a:p>
        </p:txBody>
      </p:sp>
    </p:spTree>
    <p:extLst>
      <p:ext uri="{BB962C8B-B14F-4D97-AF65-F5344CB8AC3E}">
        <p14:creationId xmlns:p14="http://schemas.microsoft.com/office/powerpoint/2010/main" val="63620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9025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46EAF-4A8B-8485-5E62-09225F26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50</a:t>
            </a:fld>
            <a:endParaRPr lang="en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F6DF9A-6B4E-90C1-EE37-B5688E284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138451"/>
              </p:ext>
            </p:extLst>
          </p:nvPr>
        </p:nvGraphicFramePr>
        <p:xfrm>
          <a:off x="524656" y="1454052"/>
          <a:ext cx="10829145" cy="42593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5458">
                  <a:extLst>
                    <a:ext uri="{9D8B030D-6E8A-4147-A177-3AD203B41FA5}">
                      <a16:colId xmlns:a16="http://schemas.microsoft.com/office/drawing/2014/main" val="2087476160"/>
                    </a:ext>
                  </a:extLst>
                </a:gridCol>
                <a:gridCol w="1648085">
                  <a:extLst>
                    <a:ext uri="{9D8B030D-6E8A-4147-A177-3AD203B41FA5}">
                      <a16:colId xmlns:a16="http://schemas.microsoft.com/office/drawing/2014/main" val="2004977562"/>
                    </a:ext>
                  </a:extLst>
                </a:gridCol>
                <a:gridCol w="1410951">
                  <a:extLst>
                    <a:ext uri="{9D8B030D-6E8A-4147-A177-3AD203B41FA5}">
                      <a16:colId xmlns:a16="http://schemas.microsoft.com/office/drawing/2014/main" val="1559100474"/>
                    </a:ext>
                  </a:extLst>
                </a:gridCol>
                <a:gridCol w="1482091">
                  <a:extLst>
                    <a:ext uri="{9D8B030D-6E8A-4147-A177-3AD203B41FA5}">
                      <a16:colId xmlns:a16="http://schemas.microsoft.com/office/drawing/2014/main" val="1892012761"/>
                    </a:ext>
                  </a:extLst>
                </a:gridCol>
                <a:gridCol w="1707369">
                  <a:extLst>
                    <a:ext uri="{9D8B030D-6E8A-4147-A177-3AD203B41FA5}">
                      <a16:colId xmlns:a16="http://schemas.microsoft.com/office/drawing/2014/main" val="1972478298"/>
                    </a:ext>
                  </a:extLst>
                </a:gridCol>
                <a:gridCol w="1470234">
                  <a:extLst>
                    <a:ext uri="{9D8B030D-6E8A-4147-A177-3AD203B41FA5}">
                      <a16:colId xmlns:a16="http://schemas.microsoft.com/office/drawing/2014/main" val="1449375222"/>
                    </a:ext>
                  </a:extLst>
                </a:gridCol>
                <a:gridCol w="1244957">
                  <a:extLst>
                    <a:ext uri="{9D8B030D-6E8A-4147-A177-3AD203B41FA5}">
                      <a16:colId xmlns:a16="http://schemas.microsoft.com/office/drawing/2014/main" val="2337297178"/>
                    </a:ext>
                  </a:extLst>
                </a:gridCol>
              </a:tblGrid>
              <a:tr h="5065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Cycle #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Slack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671616"/>
                  </a:ext>
                </a:extLst>
              </a:tr>
              <a:tr h="368717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718302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2.084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1.324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1.313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4232554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5007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1.066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2.267</a:t>
                      </a:r>
                      <a:endParaRPr lang="en-CN" sz="24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1.964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459448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0.617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0.462</a:t>
                      </a:r>
                      <a:endParaRPr lang="en-CN" sz="24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0.518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2351381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0.619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0.521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0.451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8914592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sumi3_mem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2.041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2.268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2.278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1817651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vedio_filter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1368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949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0.957</a:t>
                      </a:r>
                      <a:endParaRPr lang="en-CN" sz="24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4331111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matvec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10119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1.551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</a:t>
                      </a:r>
                      <a:endParaRPr lang="en-CN" sz="24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982283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image_resize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1065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945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1.789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1.997</a:t>
                      </a:r>
                      <a:endParaRPr lang="en-CN" sz="24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00159"/>
                  </a:ext>
                </a:extLst>
              </a:tr>
              <a:tr h="3724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40548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27948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27948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1.187</a:t>
                      </a:r>
                      <a:endParaRPr lang="en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0.975</a:t>
                      </a:r>
                      <a:endParaRPr lang="en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0.779</a:t>
                      </a:r>
                      <a:endParaRPr lang="en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13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8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9025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46EAF-4A8B-8485-5E62-09225F26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51</a:t>
            </a:fld>
            <a:endParaRPr lang="en-C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A39D5C-E070-71F6-70B2-5BB7F834C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136033"/>
              </p:ext>
            </p:extLst>
          </p:nvPr>
        </p:nvGraphicFramePr>
        <p:xfrm>
          <a:off x="119922" y="1259177"/>
          <a:ext cx="11962153" cy="49617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3927">
                  <a:extLst>
                    <a:ext uri="{9D8B030D-6E8A-4147-A177-3AD203B41FA5}">
                      <a16:colId xmlns:a16="http://schemas.microsoft.com/office/drawing/2014/main" val="3475218060"/>
                    </a:ext>
                  </a:extLst>
                </a:gridCol>
                <a:gridCol w="689548">
                  <a:extLst>
                    <a:ext uri="{9D8B030D-6E8A-4147-A177-3AD203B41FA5}">
                      <a16:colId xmlns:a16="http://schemas.microsoft.com/office/drawing/2014/main" val="1569131164"/>
                    </a:ext>
                  </a:extLst>
                </a:gridCol>
                <a:gridCol w="629587">
                  <a:extLst>
                    <a:ext uri="{9D8B030D-6E8A-4147-A177-3AD203B41FA5}">
                      <a16:colId xmlns:a16="http://schemas.microsoft.com/office/drawing/2014/main" val="4041767582"/>
                    </a:ext>
                  </a:extLst>
                </a:gridCol>
                <a:gridCol w="839449">
                  <a:extLst>
                    <a:ext uri="{9D8B030D-6E8A-4147-A177-3AD203B41FA5}">
                      <a16:colId xmlns:a16="http://schemas.microsoft.com/office/drawing/2014/main" val="2448827786"/>
                    </a:ext>
                  </a:extLst>
                </a:gridCol>
                <a:gridCol w="854439">
                  <a:extLst>
                    <a:ext uri="{9D8B030D-6E8A-4147-A177-3AD203B41FA5}">
                      <a16:colId xmlns:a16="http://schemas.microsoft.com/office/drawing/2014/main" val="1847307919"/>
                    </a:ext>
                  </a:extLst>
                </a:gridCol>
                <a:gridCol w="749508">
                  <a:extLst>
                    <a:ext uri="{9D8B030D-6E8A-4147-A177-3AD203B41FA5}">
                      <a16:colId xmlns:a16="http://schemas.microsoft.com/office/drawing/2014/main" val="28562152"/>
                    </a:ext>
                  </a:extLst>
                </a:gridCol>
                <a:gridCol w="959371">
                  <a:extLst>
                    <a:ext uri="{9D8B030D-6E8A-4147-A177-3AD203B41FA5}">
                      <a16:colId xmlns:a16="http://schemas.microsoft.com/office/drawing/2014/main" val="3329395789"/>
                    </a:ext>
                  </a:extLst>
                </a:gridCol>
                <a:gridCol w="749508">
                  <a:extLst>
                    <a:ext uri="{9D8B030D-6E8A-4147-A177-3AD203B41FA5}">
                      <a16:colId xmlns:a16="http://schemas.microsoft.com/office/drawing/2014/main" val="3433981539"/>
                    </a:ext>
                  </a:extLst>
                </a:gridCol>
                <a:gridCol w="638255">
                  <a:extLst>
                    <a:ext uri="{9D8B030D-6E8A-4147-A177-3AD203B41FA5}">
                      <a16:colId xmlns:a16="http://schemas.microsoft.com/office/drawing/2014/main" val="3599276277"/>
                    </a:ext>
                  </a:extLst>
                </a:gridCol>
                <a:gridCol w="882454">
                  <a:extLst>
                    <a:ext uri="{9D8B030D-6E8A-4147-A177-3AD203B41FA5}">
                      <a16:colId xmlns:a16="http://schemas.microsoft.com/office/drawing/2014/main" val="3476603674"/>
                    </a:ext>
                  </a:extLst>
                </a:gridCol>
                <a:gridCol w="810710">
                  <a:extLst>
                    <a:ext uri="{9D8B030D-6E8A-4147-A177-3AD203B41FA5}">
                      <a16:colId xmlns:a16="http://schemas.microsoft.com/office/drawing/2014/main" val="2756038781"/>
                    </a:ext>
                  </a:extLst>
                </a:gridCol>
                <a:gridCol w="796361">
                  <a:extLst>
                    <a:ext uri="{9D8B030D-6E8A-4147-A177-3AD203B41FA5}">
                      <a16:colId xmlns:a16="http://schemas.microsoft.com/office/drawing/2014/main" val="3540826022"/>
                    </a:ext>
                  </a:extLst>
                </a:gridCol>
                <a:gridCol w="868106">
                  <a:extLst>
                    <a:ext uri="{9D8B030D-6E8A-4147-A177-3AD203B41FA5}">
                      <a16:colId xmlns:a16="http://schemas.microsoft.com/office/drawing/2014/main" val="2105688334"/>
                    </a:ext>
                  </a:extLst>
                </a:gridCol>
                <a:gridCol w="860930">
                  <a:extLst>
                    <a:ext uri="{9D8B030D-6E8A-4147-A177-3AD203B41FA5}">
                      <a16:colId xmlns:a16="http://schemas.microsoft.com/office/drawing/2014/main" val="457188398"/>
                    </a:ext>
                  </a:extLst>
                </a:gridCol>
              </a:tblGrid>
              <a:tr h="49183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Savings (%) Compared with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728208"/>
                  </a:ext>
                </a:extLst>
              </a:tr>
              <a:tr h="491835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'20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'20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95144"/>
                  </a:ext>
                </a:extLst>
              </a:tr>
              <a:tr h="361642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extLst>
                  <a:ext uri="{0D108BD9-81ED-4DB2-BD59-A6C34878D82A}">
                    <a16:rowId xmlns:a16="http://schemas.microsoft.com/office/drawing/2014/main" val="3472296324"/>
                  </a:ext>
                </a:extLst>
              </a:tr>
              <a:tr h="361642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13466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528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461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6.44</a:t>
                      </a:r>
                      <a:endParaRPr lang="en-CN" sz="1800" b="0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</a:t>
                      </a:r>
                      <a:endParaRPr lang="en-CN" sz="18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4041838381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iir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848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-5.11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2.88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1826592557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if_loop_1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668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-14.01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-6.03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994278477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if_loop_2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</a:t>
                      </a:r>
                      <a:endParaRPr lang="en-CN" sz="18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-10.87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-5.54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717926431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sumi3_mem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407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457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-2.6</a:t>
                      </a:r>
                      <a:endParaRPr lang="en-CN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14.65</a:t>
                      </a:r>
                      <a:endParaRPr lang="en-CN" sz="1800" b="0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-10.09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2832382546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vedio_filter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1247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1593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1485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16.8</a:t>
                      </a:r>
                      <a:endParaRPr lang="en-CN" sz="18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14.29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-11.37</a:t>
                      </a:r>
                      <a:endParaRPr lang="en-CN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4082613486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matvec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533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597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653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17.74</a:t>
                      </a:r>
                      <a:endParaRPr lang="en-CN" sz="1800" b="0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-3.11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708335806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image_resize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551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630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2.78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-5.84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51606853"/>
                  </a:ext>
                </a:extLst>
              </a:tr>
              <a:tr h="3616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639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-2.04</a:t>
                      </a:r>
                      <a:endParaRPr lang="en-CN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419939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90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5133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8DE82-F549-BB7B-CD54-468FFD2E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52</a:t>
            </a:fld>
            <a:endParaRPr lang="en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313DF3-05FE-425D-71BE-DF67B274E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085501"/>
              </p:ext>
            </p:extLst>
          </p:nvPr>
        </p:nvGraphicFramePr>
        <p:xfrm>
          <a:off x="479495" y="1687177"/>
          <a:ext cx="11233010" cy="38453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4751">
                  <a:extLst>
                    <a:ext uri="{9D8B030D-6E8A-4147-A177-3AD203B41FA5}">
                      <a16:colId xmlns:a16="http://schemas.microsoft.com/office/drawing/2014/main" val="3315676107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3537100428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2521410168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2979805661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204186396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949678276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3770391174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2008671955"/>
                    </a:ext>
                  </a:extLst>
                </a:gridCol>
                <a:gridCol w="1018317">
                  <a:extLst>
                    <a:ext uri="{9D8B030D-6E8A-4147-A177-3AD203B41FA5}">
                      <a16:colId xmlns:a16="http://schemas.microsoft.com/office/drawing/2014/main" val="2518428985"/>
                    </a:ext>
                  </a:extLst>
                </a:gridCol>
                <a:gridCol w="1551723">
                  <a:extLst>
                    <a:ext uri="{9D8B030D-6E8A-4147-A177-3AD203B41FA5}">
                      <a16:colId xmlns:a16="http://schemas.microsoft.com/office/drawing/2014/main" val="4049399408"/>
                    </a:ext>
                  </a:extLst>
                </a:gridCol>
              </a:tblGrid>
              <a:tr h="4176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Slot #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Reduction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extLst>
                  <a:ext uri="{0D108BD9-81ED-4DB2-BD59-A6C34878D82A}">
                    <a16:rowId xmlns:a16="http://schemas.microsoft.com/office/drawing/2014/main" val="938270802"/>
                  </a:ext>
                </a:extLst>
              </a:tr>
              <a:tr h="304011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'20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261237"/>
                  </a:ext>
                </a:extLst>
              </a:tr>
              <a:tr h="307082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OEHB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TEHB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FIFO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OEHB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TEHB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FIFO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84325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712267081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N" sz="20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3959302919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CN" sz="20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1008549782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N" sz="2000" b="0" i="0" u="none" strike="noStrike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3796253901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sumi3_mem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CN" sz="20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2197651912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vedio_filter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CN" sz="20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267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231746371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matvec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N" sz="2000" b="0" i="0" u="none" strike="noStrike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CN" sz="20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3294520795"/>
                  </a:ext>
                </a:extLst>
              </a:tr>
              <a:tr h="3070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image_resize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N" sz="2000" b="0" i="0" u="none" strike="noStrike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CN" sz="20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3251687880"/>
                  </a:ext>
                </a:extLst>
              </a:tr>
              <a:tr h="2048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N" sz="2000" b="0" i="0" u="none" strike="noStrike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CN" sz="2000" b="0" i="0" u="none" strike="noStrike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CN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</a:t>
                      </a:r>
                      <a:endParaRPr lang="en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1" marR="6811" marT="6811" marB="0" anchor="b"/>
                </a:tc>
                <a:extLst>
                  <a:ext uri="{0D108BD9-81ED-4DB2-BD59-A6C34878D82A}">
                    <a16:rowId xmlns:a16="http://schemas.microsoft.com/office/drawing/2014/main" val="4276426194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EF47EC-F76B-7096-B424-98A141C3FA49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6096000" y="2114983"/>
            <a:ext cx="0" cy="341754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36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5215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Interesting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Finding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45BC3-5888-B806-5476-93AD378C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53</a:t>
            </a:fld>
            <a:endParaRPr lang="en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20DFE-85BD-413F-87FC-1939FDE4B1DB}"/>
              </a:ext>
            </a:extLst>
          </p:cNvPr>
          <p:cNvSpPr/>
          <p:nvPr/>
        </p:nvSpPr>
        <p:spPr>
          <a:xfrm flipH="1">
            <a:off x="3350935" y="2054121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D64B77-3EB0-0117-DDCB-0CBBEDE5F5A6}"/>
              </a:ext>
            </a:extLst>
          </p:cNvPr>
          <p:cNvSpPr/>
          <p:nvPr/>
        </p:nvSpPr>
        <p:spPr>
          <a:xfrm flipH="1">
            <a:off x="3350934" y="3322216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B541B-EAF9-158B-C930-AC01B7E47EEF}"/>
              </a:ext>
            </a:extLst>
          </p:cNvPr>
          <p:cNvSpPr/>
          <p:nvPr/>
        </p:nvSpPr>
        <p:spPr>
          <a:xfrm flipH="1">
            <a:off x="6643078" y="2054121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F17F17-CF98-1B97-6604-49E6ED190B9C}"/>
              </a:ext>
            </a:extLst>
          </p:cNvPr>
          <p:cNvSpPr/>
          <p:nvPr/>
        </p:nvSpPr>
        <p:spPr>
          <a:xfrm flipH="1">
            <a:off x="6643077" y="3322216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65FDCD-068C-9FEB-ACB1-38558F3706AB}"/>
              </a:ext>
            </a:extLst>
          </p:cNvPr>
          <p:cNvCxnSpPr>
            <a:cxnSpLocks/>
          </p:cNvCxnSpPr>
          <p:nvPr/>
        </p:nvCxnSpPr>
        <p:spPr>
          <a:xfrm>
            <a:off x="7557805" y="1448383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E5B30D-B26A-0949-5ABD-15A5278AA503}"/>
              </a:ext>
            </a:extLst>
          </p:cNvPr>
          <p:cNvCxnSpPr>
            <a:cxnSpLocks/>
          </p:cNvCxnSpPr>
          <p:nvPr/>
        </p:nvCxnSpPr>
        <p:spPr>
          <a:xfrm>
            <a:off x="7550008" y="4234861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CA16C6-BC7F-3B4E-3327-030FB5D8704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557805" y="2966766"/>
            <a:ext cx="13658" cy="35545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B73086-5338-A609-52C2-733F3E7B698E}"/>
              </a:ext>
            </a:extLst>
          </p:cNvPr>
          <p:cNvSpPr txBox="1"/>
          <p:nvPr/>
        </p:nvSpPr>
        <p:spPr>
          <a:xfrm>
            <a:off x="3116987" y="5547210"/>
            <a:ext cx="2090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FB8AF-90B8-C7A4-C0D8-5B1CDAF7ADB2}"/>
              </a:ext>
            </a:extLst>
          </p:cNvPr>
          <p:cNvSpPr txBox="1"/>
          <p:nvPr/>
        </p:nvSpPr>
        <p:spPr>
          <a:xfrm>
            <a:off x="6545456" y="5541498"/>
            <a:ext cx="2096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5538EF-A90A-D64F-EC68-65FD237BE16F}"/>
              </a:ext>
            </a:extLst>
          </p:cNvPr>
          <p:cNvSpPr txBox="1"/>
          <p:nvPr/>
        </p:nvSpPr>
        <p:spPr>
          <a:xfrm>
            <a:off x="1055271" y="1491105"/>
            <a:ext cx="914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BE0E0B-6CD2-254F-FC4A-F61716C4E5D2}"/>
              </a:ext>
            </a:extLst>
          </p:cNvPr>
          <p:cNvCxnSpPr>
            <a:cxnSpLocks/>
          </p:cNvCxnSpPr>
          <p:nvPr/>
        </p:nvCxnSpPr>
        <p:spPr>
          <a:xfrm>
            <a:off x="4257574" y="1448383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B0D28B-F200-B4D5-C19C-9994088BD8ED}"/>
              </a:ext>
            </a:extLst>
          </p:cNvPr>
          <p:cNvCxnSpPr>
            <a:cxnSpLocks/>
          </p:cNvCxnSpPr>
          <p:nvPr/>
        </p:nvCxnSpPr>
        <p:spPr>
          <a:xfrm>
            <a:off x="4249777" y="4234861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480D69-4D92-1782-567E-97648DAECF7B}"/>
              </a:ext>
            </a:extLst>
          </p:cNvPr>
          <p:cNvCxnSpPr>
            <a:cxnSpLocks/>
          </p:cNvCxnSpPr>
          <p:nvPr/>
        </p:nvCxnSpPr>
        <p:spPr>
          <a:xfrm>
            <a:off x="4257574" y="2966766"/>
            <a:ext cx="13658" cy="35545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rved Right Arrow 26">
            <a:extLst>
              <a:ext uri="{FF2B5EF4-FFF2-40B4-BE49-F238E27FC236}">
                <a16:creationId xmlns:a16="http://schemas.microsoft.com/office/drawing/2014/main" id="{F5B22357-E78B-7574-C372-E5FD084B0856}"/>
              </a:ext>
            </a:extLst>
          </p:cNvPr>
          <p:cNvSpPr/>
          <p:nvPr/>
        </p:nvSpPr>
        <p:spPr>
          <a:xfrm>
            <a:off x="6096000" y="2479431"/>
            <a:ext cx="322385" cy="142435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8" name="Curved Right Arrow 27">
            <a:extLst>
              <a:ext uri="{FF2B5EF4-FFF2-40B4-BE49-F238E27FC236}">
                <a16:creationId xmlns:a16="http://schemas.microsoft.com/office/drawing/2014/main" id="{FE83AE6C-824E-B600-F885-283BFC521201}"/>
              </a:ext>
            </a:extLst>
          </p:cNvPr>
          <p:cNvSpPr/>
          <p:nvPr/>
        </p:nvSpPr>
        <p:spPr>
          <a:xfrm flipH="1" flipV="1">
            <a:off x="8641658" y="2479431"/>
            <a:ext cx="322385" cy="142435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69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346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BD84F4-843F-0B94-95E1-69BED6B8B4E2}"/>
              </a:ext>
            </a:extLst>
          </p:cNvPr>
          <p:cNvSpPr txBox="1"/>
          <p:nvPr/>
        </p:nvSpPr>
        <p:spPr>
          <a:xfrm>
            <a:off x="1167063" y="-1323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1CC72-7592-F411-A2F0-360B0140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54</a:t>
            </a:fld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3518F-364B-A3F8-1413-E38008A0A756}"/>
              </a:ext>
            </a:extLst>
          </p:cNvPr>
          <p:cNvSpPr txBox="1"/>
          <p:nvPr/>
        </p:nvSpPr>
        <p:spPr>
          <a:xfrm>
            <a:off x="1167063" y="1469711"/>
            <a:ext cx="7227235" cy="3697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alone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endParaRPr lang="en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21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5118523" y="3044279"/>
            <a:ext cx="19549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en-CN" sz="4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E6680-F311-D6AE-2E50-452F7290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55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593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B08724-1B71-A6B7-45B8-42E50CA4990D}"/>
              </a:ext>
            </a:extLst>
          </p:cNvPr>
          <p:cNvGrpSpPr/>
          <p:nvPr/>
        </p:nvGrpSpPr>
        <p:grpSpPr>
          <a:xfrm>
            <a:off x="1957812" y="4212062"/>
            <a:ext cx="574430" cy="639688"/>
            <a:chOff x="2041401" y="3235569"/>
            <a:chExt cx="574430" cy="63968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86ED9F5-34CF-5076-873D-5844ED32CB1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3453DD8-285D-8494-BA6C-7E4A7EB39B64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471514" y="4734200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54F88D3-169D-6EAA-C79E-6A8B32405BDE}"/>
              </a:ext>
            </a:extLst>
          </p:cNvPr>
          <p:cNvGrpSpPr/>
          <p:nvPr/>
        </p:nvGrpSpPr>
        <p:grpSpPr>
          <a:xfrm>
            <a:off x="5816059" y="1824707"/>
            <a:ext cx="2175452" cy="3309603"/>
            <a:chOff x="5816059" y="1824707"/>
            <a:chExt cx="2175452" cy="3309603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A0DB281-A38D-DF1F-5B9E-CFAAFBF2F073}"/>
                </a:ext>
              </a:extLst>
            </p:cNvPr>
            <p:cNvSpPr/>
            <p:nvPr/>
          </p:nvSpPr>
          <p:spPr>
            <a:xfrm>
              <a:off x="5816059" y="2769453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402AC27-31A1-412E-5D6A-812E0FA153DF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963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448BB0-5183-0E85-17CF-4F70BDF21F66}"/>
                </a:ext>
              </a:extLst>
            </p:cNvPr>
            <p:cNvGrpSpPr/>
            <p:nvPr/>
          </p:nvGrpSpPr>
          <p:grpSpPr>
            <a:xfrm>
              <a:off x="6852584" y="2235986"/>
              <a:ext cx="774095" cy="1684327"/>
              <a:chOff x="7868237" y="2169515"/>
              <a:chExt cx="774095" cy="20974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0AC843-CA79-4473-401C-D4AEB94C2603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9ABC928-F1E2-3487-47BE-8214016140F4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A029CB-16B3-F9F1-D6CF-17E04F6C5CEA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0EC627-6D2E-B323-817F-8CD13DE3862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9876DD-B4B8-2844-6681-532F269CAFC3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75D30F-1C9D-5FFA-860F-E7F6AFFC30EA}"/>
                </a:ext>
              </a:extLst>
            </p:cNvPr>
            <p:cNvCxnSpPr>
              <a:cxnSpLocks/>
            </p:cNvCxnSpPr>
            <p:nvPr/>
          </p:nvCxnSpPr>
          <p:spPr>
            <a:xfrm>
              <a:off x="722580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35A8D8-8253-6179-59F6-C1CB9FA2B77C}"/>
                </a:ext>
              </a:extLst>
            </p:cNvPr>
            <p:cNvSpPr txBox="1"/>
            <p:nvPr/>
          </p:nvSpPr>
          <p:spPr>
            <a:xfrm>
              <a:off x="6429865" y="4734200"/>
              <a:ext cx="15616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OEHB Chain</a:t>
              </a:r>
              <a:endParaRPr lang="en-CN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5506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channel is on another CFDFC where: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CA3A201-2236-C969-FDF0-27A6D1CA0BCF}"/>
              </a:ext>
            </a:extLst>
          </p:cNvPr>
          <p:cNvGrpSpPr/>
          <p:nvPr/>
        </p:nvGrpSpPr>
        <p:grpSpPr>
          <a:xfrm>
            <a:off x="8436250" y="1824707"/>
            <a:ext cx="2227658" cy="3309603"/>
            <a:chOff x="8339411" y="1824707"/>
            <a:chExt cx="2227658" cy="330960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2B4A5D4-8B1A-E1A2-D9C3-E6D268477C5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H="1">
              <a:off x="10180022" y="1824707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17E3FEE-B4ED-F099-3603-5487DA1696FB}"/>
                </a:ext>
              </a:extLst>
            </p:cNvPr>
            <p:cNvGrpSpPr/>
            <p:nvPr/>
          </p:nvGrpSpPr>
          <p:grpSpPr>
            <a:xfrm>
              <a:off x="9792974" y="2235986"/>
              <a:ext cx="774095" cy="1684327"/>
              <a:chOff x="7868237" y="2169515"/>
              <a:chExt cx="774095" cy="20974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8DCACB-913D-AF1C-87DD-6CD9AEC46238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A303288-B027-8D90-FFC2-3BEBB87E6FD5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4AE83D1-C315-A6D3-76ED-0A173756FE7B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E244C0-F100-2B93-C6E5-B1058614B3F0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CFF0BB0-BDB3-B505-D951-B3D90EF94D65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D2C4A9-75FC-6C02-3152-ACF51EF2ED2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199" y="3930332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ACB6C029-B5B1-36A7-11AE-0C4C602B30E7}"/>
                </a:ext>
              </a:extLst>
            </p:cNvPr>
            <p:cNvSpPr/>
            <p:nvPr/>
          </p:nvSpPr>
          <p:spPr>
            <a:xfrm>
              <a:off x="8339411" y="2771996"/>
              <a:ext cx="392411" cy="78288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52D9BD-0AF5-30D0-4A61-BD061EAAF7C3}"/>
                </a:ext>
              </a:extLst>
            </p:cNvPr>
            <p:cNvSpPr/>
            <p:nvPr/>
          </p:nvSpPr>
          <p:spPr>
            <a:xfrm>
              <a:off x="9276181" y="3631960"/>
              <a:ext cx="267342" cy="2673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3424FF-62D6-0D3B-71C5-7972CB831B2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9409852" y="2404461"/>
              <a:ext cx="3592" cy="12274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BA07C4B-1424-910A-4054-E9DB7CE84D49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415899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4F00369-7425-E7FC-396C-24A28BF1E0C1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2753332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B31A67-3D75-20E1-BF66-C082F90101EE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090765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718DB54-957D-2C34-A57C-DB04972C4872}"/>
                </a:ext>
              </a:extLst>
            </p:cNvPr>
            <p:cNvCxnSpPr>
              <a:cxnSpLocks/>
            </p:cNvCxnSpPr>
            <p:nvPr/>
          </p:nvCxnSpPr>
          <p:spPr>
            <a:xfrm>
              <a:off x="9409852" y="3428197"/>
              <a:ext cx="379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8F16BE4-9506-7451-9566-4DCC003BB786}"/>
                </a:ext>
              </a:extLst>
            </p:cNvPr>
            <p:cNvCxnSpPr>
              <a:cxnSpLocks/>
              <a:stCxn id="30" idx="3"/>
              <a:endCxn id="25" idx="1"/>
            </p:cNvCxnSpPr>
            <p:nvPr/>
          </p:nvCxnSpPr>
          <p:spPr>
            <a:xfrm>
              <a:off x="9543523" y="3765631"/>
              <a:ext cx="249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7FFE25-6B83-7547-18F5-AAB0C3C976CF}"/>
                </a:ext>
              </a:extLst>
            </p:cNvPr>
            <p:cNvSpPr txBox="1"/>
            <p:nvPr/>
          </p:nvSpPr>
          <p:spPr>
            <a:xfrm>
              <a:off x="9008559" y="4734200"/>
              <a:ext cx="10230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CN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Pipeline</a:t>
              </a:r>
              <a:endParaRPr lang="en-CN" dirty="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841895" y="2909073"/>
            <a:ext cx="570016" cy="6094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311965" y="2811057"/>
            <a:ext cx="234891" cy="12072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311965" y="3429000"/>
            <a:ext cx="266892" cy="1708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858250" y="3109957"/>
            <a:ext cx="556814" cy="203670"/>
            <a:chOff x="858485" y="4406989"/>
            <a:chExt cx="379530" cy="1524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4E17377D-47D9-773E-A4D6-A02CDFA676FA}"/>
              </a:ext>
            </a:extLst>
          </p:cNvPr>
          <p:cNvSpPr txBox="1"/>
          <p:nvPr/>
        </p:nvSpPr>
        <p:spPr>
          <a:xfrm>
            <a:off x="104542" y="3011684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Lat.=3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22A506-7886-07A5-7EB9-23BF68697C62}"/>
              </a:ext>
            </a:extLst>
          </p:cNvPr>
          <p:cNvSpPr/>
          <p:nvPr/>
        </p:nvSpPr>
        <p:spPr>
          <a:xfrm>
            <a:off x="142954" y="2412867"/>
            <a:ext cx="2081824" cy="179914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F8943C-A360-7520-1EEE-E849F736AC80}"/>
              </a:ext>
            </a:extLst>
          </p:cNvPr>
          <p:cNvSpPr txBox="1"/>
          <p:nvPr/>
        </p:nvSpPr>
        <p:spPr>
          <a:xfrm>
            <a:off x="347028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81</a:t>
            </a:r>
          </a:p>
          <a:p>
            <a:pPr algn="l"/>
            <a:r>
              <a:rPr lang="en-US" dirty="0"/>
              <a:t>Register # = 168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D0007D-D545-3355-5D4C-FFAAAFE28F74}"/>
              </a:ext>
            </a:extLst>
          </p:cNvPr>
          <p:cNvSpPr txBox="1"/>
          <p:nvPr/>
        </p:nvSpPr>
        <p:spPr>
          <a:xfrm>
            <a:off x="6429865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B630CE-3A2B-6EEC-76D3-93058462A58E}"/>
              </a:ext>
            </a:extLst>
          </p:cNvPr>
          <p:cNvSpPr txBox="1"/>
          <p:nvPr/>
        </p:nvSpPr>
        <p:spPr>
          <a:xfrm>
            <a:off x="9105398" y="5172206"/>
            <a:ext cx="1887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en-US" altLang="zh-CN" dirty="0"/>
              <a:t>LUT # =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</a:p>
          <a:p>
            <a:pPr algn="l"/>
            <a:r>
              <a:rPr lang="en-US" dirty="0"/>
              <a:t>Register # = 165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30D778D-A116-91E8-D563-94F3B0F9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56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42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A2B5C4-1AF6-78B6-6C61-2B25BD52F04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762887" y="2448340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AB7BF13-D943-28F1-55A9-19D32FB140C2}"/>
              </a:ext>
            </a:extLst>
          </p:cNvPr>
          <p:cNvGrpSpPr/>
          <p:nvPr/>
        </p:nvGrpSpPr>
        <p:grpSpPr>
          <a:xfrm>
            <a:off x="1475672" y="2866523"/>
            <a:ext cx="574430" cy="639688"/>
            <a:chOff x="2041401" y="3235569"/>
            <a:chExt cx="574430" cy="639688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C4F928F-3DE9-63DC-58F9-86DA65E2DC55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07A380A-6D70-530F-AC73-40A9FA8A802F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B08724-1B71-A6B7-45B8-42E50CA4990D}"/>
              </a:ext>
            </a:extLst>
          </p:cNvPr>
          <p:cNvGrpSpPr/>
          <p:nvPr/>
        </p:nvGrpSpPr>
        <p:grpSpPr>
          <a:xfrm>
            <a:off x="1957812" y="4212062"/>
            <a:ext cx="574430" cy="639688"/>
            <a:chOff x="2041401" y="3235569"/>
            <a:chExt cx="574430" cy="63968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86ED9F5-34CF-5076-873D-5844ED32CB14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3453DD8-285D-8494-BA6C-7E4A7EB39B64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AE6A733-DCDC-D997-9ECD-98E120A65B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73666" y="3715529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864552-B9BF-CE80-90D4-01EA832D3C7B}"/>
              </a:ext>
            </a:extLst>
          </p:cNvPr>
          <p:cNvCxnSpPr>
            <a:cxnSpLocks/>
          </p:cNvCxnSpPr>
          <p:nvPr/>
        </p:nvCxnSpPr>
        <p:spPr>
          <a:xfrm>
            <a:off x="2245027" y="4786492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752DFDF-4541-14F2-8727-63EBF32CA197}"/>
              </a:ext>
            </a:extLst>
          </p:cNvPr>
          <p:cNvCxnSpPr>
            <a:cxnSpLocks/>
            <a:stCxn id="77" idx="2"/>
          </p:cNvCxnSpPr>
          <p:nvPr/>
        </p:nvCxnSpPr>
        <p:spPr>
          <a:xfrm rot="5400000">
            <a:off x="2155847" y="3749390"/>
            <a:ext cx="778905" cy="2925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963E79-0680-CBA3-1F47-78C73E17599B}"/>
              </a:ext>
            </a:extLst>
          </p:cNvPr>
          <p:cNvSpPr/>
          <p:nvPr/>
        </p:nvSpPr>
        <p:spPr>
          <a:xfrm>
            <a:off x="2304524" y="3004837"/>
            <a:ext cx="774095" cy="5013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B6B64CD-CDAF-463E-3074-02810FB9B161}"/>
              </a:ext>
            </a:extLst>
          </p:cNvPr>
          <p:cNvCxnSpPr>
            <a:cxnSpLocks/>
            <a:endCxn id="77" idx="0"/>
          </p:cNvCxnSpPr>
          <p:nvPr/>
        </p:nvCxnSpPr>
        <p:spPr>
          <a:xfrm rot="16200000" flipH="1">
            <a:off x="2249964" y="2563229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9EFB50D-D044-147B-777C-E14B6E168D6F}"/>
              </a:ext>
            </a:extLst>
          </p:cNvPr>
          <p:cNvSpPr txBox="1"/>
          <p:nvPr/>
        </p:nvSpPr>
        <p:spPr>
          <a:xfrm>
            <a:off x="2321117" y="305923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endParaRPr lang="en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46B33-85A0-CFC8-FC2D-E4D6B2D2CF01}"/>
              </a:ext>
            </a:extLst>
          </p:cNvPr>
          <p:cNvGrpSpPr/>
          <p:nvPr/>
        </p:nvGrpSpPr>
        <p:grpSpPr>
          <a:xfrm>
            <a:off x="1567962" y="1947220"/>
            <a:ext cx="1043864" cy="495040"/>
            <a:chOff x="2195060" y="1943360"/>
            <a:chExt cx="1043864" cy="4950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7282BD-7E0E-FC70-0C13-954CC6CE62E6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88462D-C431-6E2C-319B-CCB8EE07E81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430041-786A-2DCA-FC68-08AB244086E7}"/>
              </a:ext>
            </a:extLst>
          </p:cNvPr>
          <p:cNvCxnSpPr>
            <a:cxnSpLocks/>
          </p:cNvCxnSpPr>
          <p:nvPr/>
        </p:nvCxnSpPr>
        <p:spPr>
          <a:xfrm>
            <a:off x="2089893" y="1642361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5EB9294-C240-B114-6D87-FE280BF5F576}"/>
              </a:ext>
            </a:extLst>
          </p:cNvPr>
          <p:cNvCxnSpPr>
            <a:cxnSpLocks/>
          </p:cNvCxnSpPr>
          <p:nvPr/>
        </p:nvCxnSpPr>
        <p:spPr>
          <a:xfrm flipV="1">
            <a:off x="3081086" y="1776130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C91D2BA-C271-4797-1859-488820CDFB9E}"/>
              </a:ext>
            </a:extLst>
          </p:cNvPr>
          <p:cNvCxnSpPr>
            <a:cxnSpLocks/>
          </p:cNvCxnSpPr>
          <p:nvPr/>
        </p:nvCxnSpPr>
        <p:spPr>
          <a:xfrm>
            <a:off x="3078619" y="3506211"/>
            <a:ext cx="1226385" cy="123002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C2DEC90-4963-0014-E99C-022713F89227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4481054" y="1813620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099DC48-8095-5709-D6DF-69AE5477867D}"/>
              </a:ext>
            </a:extLst>
          </p:cNvPr>
          <p:cNvGrpSpPr/>
          <p:nvPr/>
        </p:nvGrpSpPr>
        <p:grpSpPr>
          <a:xfrm>
            <a:off x="4094006" y="2224899"/>
            <a:ext cx="774095" cy="1684327"/>
            <a:chOff x="7868237" y="2169515"/>
            <a:chExt cx="774095" cy="209746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3F826C4-0ACC-07BF-7105-7131B2CE21FE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076CE0D-B62F-6E0F-4EB1-A3B547AEAADE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C9C0836-4D59-AB04-8F1A-583AA83F0621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69E5A1A-B462-EAE5-4843-86CF826E2DBB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E25DD01-877F-73C2-1F78-D690FC736D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258171-00E8-6964-90ED-729D34E73348}"/>
              </a:ext>
            </a:extLst>
          </p:cNvPr>
          <p:cNvCxnSpPr>
            <a:cxnSpLocks/>
          </p:cNvCxnSpPr>
          <p:nvPr/>
        </p:nvCxnSpPr>
        <p:spPr>
          <a:xfrm>
            <a:off x="4467231" y="3919245"/>
            <a:ext cx="0" cy="205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DF32ED-0A59-CD45-CCBB-9B7C07B8029A}"/>
              </a:ext>
            </a:extLst>
          </p:cNvPr>
          <p:cNvCxnSpPr>
            <a:cxnSpLocks/>
          </p:cNvCxnSpPr>
          <p:nvPr/>
        </p:nvCxnSpPr>
        <p:spPr>
          <a:xfrm>
            <a:off x="5179238" y="2000177"/>
            <a:ext cx="0" cy="212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8BEEF63-342A-D809-F2EE-16A788B1A9CA}"/>
              </a:ext>
            </a:extLst>
          </p:cNvPr>
          <p:cNvCxnSpPr>
            <a:cxnSpLocks/>
          </p:cNvCxnSpPr>
          <p:nvPr/>
        </p:nvCxnSpPr>
        <p:spPr>
          <a:xfrm>
            <a:off x="4467230" y="2002176"/>
            <a:ext cx="7120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Diagonal Stripe 125">
            <a:extLst>
              <a:ext uri="{FF2B5EF4-FFF2-40B4-BE49-F238E27FC236}">
                <a16:creationId xmlns:a16="http://schemas.microsoft.com/office/drawing/2014/main" id="{C4753537-A055-ABFB-6800-A7ACAF33059A}"/>
              </a:ext>
            </a:extLst>
          </p:cNvPr>
          <p:cNvSpPr/>
          <p:nvPr/>
        </p:nvSpPr>
        <p:spPr>
          <a:xfrm rot="13500000">
            <a:off x="4431896" y="3720035"/>
            <a:ext cx="809698" cy="809698"/>
          </a:xfrm>
          <a:prstGeom prst="diagStrip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C6010BD-B997-C738-BA38-A0CD2DB93E94}"/>
              </a:ext>
            </a:extLst>
          </p:cNvPr>
          <p:cNvCxnSpPr>
            <a:cxnSpLocks/>
          </p:cNvCxnSpPr>
          <p:nvPr/>
        </p:nvCxnSpPr>
        <p:spPr>
          <a:xfrm>
            <a:off x="4823234" y="4406651"/>
            <a:ext cx="0" cy="290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85530BF2-A2D0-4B10-785F-301E0354ACAC}"/>
              </a:ext>
            </a:extLst>
          </p:cNvPr>
          <p:cNvSpPr txBox="1"/>
          <p:nvPr/>
        </p:nvSpPr>
        <p:spPr>
          <a:xfrm>
            <a:off x="3537053" y="6108911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081D655-E9ED-120F-5FCD-B0B2932619FC}"/>
              </a:ext>
            </a:extLst>
          </p:cNvPr>
          <p:cNvSpPr txBox="1"/>
          <p:nvPr/>
        </p:nvSpPr>
        <p:spPr>
          <a:xfrm>
            <a:off x="3538282" y="5708801"/>
            <a:ext cx="2019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FIFO</a:t>
            </a:r>
            <a:endParaRPr lang="en-CN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FA0DB281-A38D-DF1F-5B9E-CFAAFBF2F073}"/>
              </a:ext>
            </a:extLst>
          </p:cNvPr>
          <p:cNvSpPr/>
          <p:nvPr/>
        </p:nvSpPr>
        <p:spPr>
          <a:xfrm>
            <a:off x="5816059" y="2769453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02AC27-31A1-412E-5D6A-812E0FA153D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239632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9448BB0-5183-0E85-17CF-4F70BDF21F66}"/>
              </a:ext>
            </a:extLst>
          </p:cNvPr>
          <p:cNvGrpSpPr/>
          <p:nvPr/>
        </p:nvGrpSpPr>
        <p:grpSpPr>
          <a:xfrm>
            <a:off x="6852584" y="2235986"/>
            <a:ext cx="774095" cy="1684327"/>
            <a:chOff x="7868237" y="2169515"/>
            <a:chExt cx="774095" cy="20974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0AC843-CA79-4473-401C-D4AEB94C2603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ABC928-F1E2-3487-47BE-8214016140F4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A029CB-16B3-F9F1-D6CF-17E04F6C5CEA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0EC627-6D2E-B323-817F-8CD13DE3862A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9876DD-B4B8-2844-6681-532F269CAFC3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5D30F-1C9D-5FFA-860F-E7F6AFFC30EA}"/>
              </a:ext>
            </a:extLst>
          </p:cNvPr>
          <p:cNvCxnSpPr>
            <a:cxnSpLocks/>
          </p:cNvCxnSpPr>
          <p:nvPr/>
        </p:nvCxnSpPr>
        <p:spPr>
          <a:xfrm>
            <a:off x="7225809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42F9E72-CAE7-E081-EAF2-B8385610FA46}"/>
              </a:ext>
            </a:extLst>
          </p:cNvPr>
          <p:cNvSpPr txBox="1"/>
          <p:nvPr/>
        </p:nvSpPr>
        <p:spPr>
          <a:xfrm>
            <a:off x="6496633" y="6108911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5A8D8-8253-6179-59F6-C1CB9FA2B77C}"/>
              </a:ext>
            </a:extLst>
          </p:cNvPr>
          <p:cNvSpPr txBox="1"/>
          <p:nvPr/>
        </p:nvSpPr>
        <p:spPr>
          <a:xfrm>
            <a:off x="6496633" y="5708801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OEHB Chain</a:t>
            </a:r>
            <a:endParaRPr lang="en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A782F-372B-1FF0-762F-41F85147B32D}"/>
              </a:ext>
            </a:extLst>
          </p:cNvPr>
          <p:cNvSpPr txBox="1"/>
          <p:nvPr/>
        </p:nvSpPr>
        <p:spPr>
          <a:xfrm>
            <a:off x="470576" y="1030019"/>
            <a:ext cx="5506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channel is on another CFDFC where: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B4A5D4-8B1A-E1A2-D9C3-E6D268477C52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0276861" y="1824707"/>
            <a:ext cx="1" cy="411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7E3FEE-B4ED-F099-3603-5487DA1696FB}"/>
              </a:ext>
            </a:extLst>
          </p:cNvPr>
          <p:cNvGrpSpPr/>
          <p:nvPr/>
        </p:nvGrpSpPr>
        <p:grpSpPr>
          <a:xfrm>
            <a:off x="9889813" y="2235986"/>
            <a:ext cx="774095" cy="1684327"/>
            <a:chOff x="7868237" y="2169515"/>
            <a:chExt cx="774095" cy="2097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8DCACB-913D-AF1C-87DD-6CD9AEC46238}"/>
                </a:ext>
              </a:extLst>
            </p:cNvPr>
            <p:cNvSpPr/>
            <p:nvPr/>
          </p:nvSpPr>
          <p:spPr>
            <a:xfrm>
              <a:off x="7868237" y="2169515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303288-B027-8D90-FFC2-3BEBB87E6FD5}"/>
                </a:ext>
              </a:extLst>
            </p:cNvPr>
            <p:cNvSpPr/>
            <p:nvPr/>
          </p:nvSpPr>
          <p:spPr>
            <a:xfrm>
              <a:off x="7868237" y="259756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AE83D1-C315-A6D3-76ED-0A173756FE7B}"/>
                </a:ext>
              </a:extLst>
            </p:cNvPr>
            <p:cNvSpPr/>
            <p:nvPr/>
          </p:nvSpPr>
          <p:spPr>
            <a:xfrm>
              <a:off x="7868237" y="3025623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E244C0-F100-2B93-C6E5-B1058614B3F0}"/>
                </a:ext>
              </a:extLst>
            </p:cNvPr>
            <p:cNvSpPr/>
            <p:nvPr/>
          </p:nvSpPr>
          <p:spPr>
            <a:xfrm>
              <a:off x="7868237" y="3453677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FF0BB0-BDB3-B505-D951-B3D90EF94D65}"/>
                </a:ext>
              </a:extLst>
            </p:cNvPr>
            <p:cNvSpPr/>
            <p:nvPr/>
          </p:nvSpPr>
          <p:spPr>
            <a:xfrm>
              <a:off x="7868237" y="3881729"/>
              <a:ext cx="774095" cy="3852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D2C4A9-75FC-6C02-3152-ACF51EF2ED20}"/>
              </a:ext>
            </a:extLst>
          </p:cNvPr>
          <p:cNvCxnSpPr>
            <a:cxnSpLocks/>
          </p:cNvCxnSpPr>
          <p:nvPr/>
        </p:nvCxnSpPr>
        <p:spPr>
          <a:xfrm>
            <a:off x="10263038" y="3930332"/>
            <a:ext cx="0" cy="361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>
            <a:extLst>
              <a:ext uri="{FF2B5EF4-FFF2-40B4-BE49-F238E27FC236}">
                <a16:creationId xmlns:a16="http://schemas.microsoft.com/office/drawing/2014/main" id="{ACB6C029-B5B1-36A7-11AE-0C4C602B30E7}"/>
              </a:ext>
            </a:extLst>
          </p:cNvPr>
          <p:cNvSpPr/>
          <p:nvPr/>
        </p:nvSpPr>
        <p:spPr>
          <a:xfrm>
            <a:off x="8436250" y="2771996"/>
            <a:ext cx="392411" cy="78288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52D9BD-0AF5-30D0-4A61-BD061EAAF7C3}"/>
              </a:ext>
            </a:extLst>
          </p:cNvPr>
          <p:cNvSpPr/>
          <p:nvPr/>
        </p:nvSpPr>
        <p:spPr>
          <a:xfrm>
            <a:off x="9373020" y="3631960"/>
            <a:ext cx="267342" cy="26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424FF-62D6-0D3B-71C5-7972CB831B2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9506691" y="2404461"/>
            <a:ext cx="3592" cy="12274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A07C4B-1424-910A-4054-E9DB7CE84D49}"/>
              </a:ext>
            </a:extLst>
          </p:cNvPr>
          <p:cNvCxnSpPr>
            <a:cxnSpLocks/>
          </p:cNvCxnSpPr>
          <p:nvPr/>
        </p:nvCxnSpPr>
        <p:spPr>
          <a:xfrm>
            <a:off x="9506691" y="2415899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F00369-7425-E7FC-396C-24A28BF1E0C1}"/>
              </a:ext>
            </a:extLst>
          </p:cNvPr>
          <p:cNvCxnSpPr>
            <a:cxnSpLocks/>
          </p:cNvCxnSpPr>
          <p:nvPr/>
        </p:nvCxnSpPr>
        <p:spPr>
          <a:xfrm>
            <a:off x="9506691" y="2753332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B31A67-3D75-20E1-BF66-C082F90101EE}"/>
              </a:ext>
            </a:extLst>
          </p:cNvPr>
          <p:cNvCxnSpPr>
            <a:cxnSpLocks/>
          </p:cNvCxnSpPr>
          <p:nvPr/>
        </p:nvCxnSpPr>
        <p:spPr>
          <a:xfrm>
            <a:off x="9506691" y="3090765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18DB54-957D-2C34-A57C-DB04972C4872}"/>
              </a:ext>
            </a:extLst>
          </p:cNvPr>
          <p:cNvCxnSpPr>
            <a:cxnSpLocks/>
          </p:cNvCxnSpPr>
          <p:nvPr/>
        </p:nvCxnSpPr>
        <p:spPr>
          <a:xfrm>
            <a:off x="9506691" y="3428197"/>
            <a:ext cx="379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F16BE4-9506-7451-9566-4DCC003BB786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>
            <a:off x="9640362" y="3765631"/>
            <a:ext cx="2494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735E8F0-0FF7-B78E-2594-C123872E49E3}"/>
              </a:ext>
            </a:extLst>
          </p:cNvPr>
          <p:cNvSpPr txBox="1"/>
          <p:nvPr/>
        </p:nvSpPr>
        <p:spPr>
          <a:xfrm>
            <a:off x="9172166" y="6108911"/>
            <a:ext cx="11897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7FFE25-6B83-7547-18F5-AAB0C3C976CF}"/>
              </a:ext>
            </a:extLst>
          </p:cNvPr>
          <p:cNvSpPr txBox="1"/>
          <p:nvPr/>
        </p:nvSpPr>
        <p:spPr>
          <a:xfrm>
            <a:off x="9172166" y="5708801"/>
            <a:ext cx="1023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CN"/>
            </a:defPPr>
            <a:lvl1pPr algn="ctr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Pipeline</a:t>
            </a:r>
            <a:endParaRPr lang="en-CN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0C2DA1-D78E-F1E5-5269-9857EA0674F8}"/>
              </a:ext>
            </a:extLst>
          </p:cNvPr>
          <p:cNvSpPr/>
          <p:nvPr/>
        </p:nvSpPr>
        <p:spPr>
          <a:xfrm>
            <a:off x="841895" y="2909073"/>
            <a:ext cx="570016" cy="6094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B6D46F4-8BC8-FF05-DC20-7049A7840F7A}"/>
              </a:ext>
            </a:extLst>
          </p:cNvPr>
          <p:cNvCxnSpPr>
            <a:cxnSpLocks/>
          </p:cNvCxnSpPr>
          <p:nvPr/>
        </p:nvCxnSpPr>
        <p:spPr>
          <a:xfrm>
            <a:off x="1311965" y="2811057"/>
            <a:ext cx="234891" cy="12072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0F2F0C9-9BBA-5503-EA48-D7B104E2A2AA}"/>
              </a:ext>
            </a:extLst>
          </p:cNvPr>
          <p:cNvCxnSpPr>
            <a:cxnSpLocks/>
          </p:cNvCxnSpPr>
          <p:nvPr/>
        </p:nvCxnSpPr>
        <p:spPr>
          <a:xfrm flipV="1">
            <a:off x="1311965" y="3429000"/>
            <a:ext cx="266892" cy="1708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F0B504-4364-F280-7C28-F605EF2B3C61}"/>
              </a:ext>
            </a:extLst>
          </p:cNvPr>
          <p:cNvGrpSpPr/>
          <p:nvPr/>
        </p:nvGrpSpPr>
        <p:grpSpPr>
          <a:xfrm>
            <a:off x="858250" y="3109957"/>
            <a:ext cx="556814" cy="203670"/>
            <a:chOff x="858485" y="4406989"/>
            <a:chExt cx="379530" cy="152400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EF1B-ABAD-E8DF-3D76-9865AEEFEC53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4069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65CDD9A-0458-CFE0-9733-37EDE8C6ACDD}"/>
                </a:ext>
              </a:extLst>
            </p:cNvPr>
            <p:cNvCxnSpPr>
              <a:cxnSpLocks/>
            </p:cNvCxnSpPr>
            <p:nvPr/>
          </p:nvCxnSpPr>
          <p:spPr>
            <a:xfrm>
              <a:off x="858485" y="4559389"/>
              <a:ext cx="3795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DDE84B03-152B-043E-4BF2-C9910A65A52D}"/>
              </a:ext>
            </a:extLst>
          </p:cNvPr>
          <p:cNvSpPr/>
          <p:nvPr/>
        </p:nvSpPr>
        <p:spPr>
          <a:xfrm>
            <a:off x="1000438" y="291126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F869B7-4E04-F8C2-EE98-177DB7757F28}"/>
              </a:ext>
            </a:extLst>
          </p:cNvPr>
          <p:cNvSpPr/>
          <p:nvPr/>
        </p:nvSpPr>
        <p:spPr>
          <a:xfrm>
            <a:off x="4376086" y="365103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2C0F57-D194-8508-277F-0366EC0F3CE9}"/>
              </a:ext>
            </a:extLst>
          </p:cNvPr>
          <p:cNvSpPr/>
          <p:nvPr/>
        </p:nvSpPr>
        <p:spPr>
          <a:xfrm>
            <a:off x="7151896" y="229909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DD6F42F-F2D5-44DE-F535-49E35C53B60E}"/>
              </a:ext>
            </a:extLst>
          </p:cNvPr>
          <p:cNvSpPr/>
          <p:nvPr/>
        </p:nvSpPr>
        <p:spPr>
          <a:xfrm>
            <a:off x="10188313" y="231672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C8DA31-BD12-03DC-9395-846DBECCFBE8}"/>
              </a:ext>
            </a:extLst>
          </p:cNvPr>
          <p:cNvSpPr/>
          <p:nvPr/>
        </p:nvSpPr>
        <p:spPr>
          <a:xfrm>
            <a:off x="997877" y="3112230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E78BC0C-200E-7822-EBDB-1AC9C480F64D}"/>
              </a:ext>
            </a:extLst>
          </p:cNvPr>
          <p:cNvSpPr/>
          <p:nvPr/>
        </p:nvSpPr>
        <p:spPr>
          <a:xfrm>
            <a:off x="4376086" y="332930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F7B45DB-0E6B-FE50-87E7-7A0620AC4618}"/>
              </a:ext>
            </a:extLst>
          </p:cNvPr>
          <p:cNvSpPr/>
          <p:nvPr/>
        </p:nvSpPr>
        <p:spPr>
          <a:xfrm>
            <a:off x="7146890" y="2660438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8C7971A-E541-2731-E594-2D48475627D2}"/>
              </a:ext>
            </a:extLst>
          </p:cNvPr>
          <p:cNvSpPr/>
          <p:nvPr/>
        </p:nvSpPr>
        <p:spPr>
          <a:xfrm>
            <a:off x="10188313" y="263558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C3BA34E-1F99-B03A-65CC-0F2A7B6A1969}"/>
              </a:ext>
            </a:extLst>
          </p:cNvPr>
          <p:cNvSpPr/>
          <p:nvPr/>
        </p:nvSpPr>
        <p:spPr>
          <a:xfrm>
            <a:off x="994635" y="3334762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AFAF472-6835-3870-2EF0-F3CD0492C5DC}"/>
              </a:ext>
            </a:extLst>
          </p:cNvPr>
          <p:cNvSpPr/>
          <p:nvPr/>
        </p:nvSpPr>
        <p:spPr>
          <a:xfrm>
            <a:off x="4372352" y="2992481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CDD8658-BFDF-B0CE-D77B-9CDADB04ADB1}"/>
              </a:ext>
            </a:extLst>
          </p:cNvPr>
          <p:cNvSpPr/>
          <p:nvPr/>
        </p:nvSpPr>
        <p:spPr>
          <a:xfrm>
            <a:off x="7152661" y="2998995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2989F27-602C-DD36-3557-605234224CEA}"/>
              </a:ext>
            </a:extLst>
          </p:cNvPr>
          <p:cNvSpPr/>
          <p:nvPr/>
        </p:nvSpPr>
        <p:spPr>
          <a:xfrm>
            <a:off x="10188313" y="298542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2290E43-60B1-CDAF-9C5F-7CCB4237194F}"/>
              </a:ext>
            </a:extLst>
          </p:cNvPr>
          <p:cNvCxnSpPr>
            <a:cxnSpLocks/>
          </p:cNvCxnSpPr>
          <p:nvPr/>
        </p:nvCxnSpPr>
        <p:spPr>
          <a:xfrm flipV="1">
            <a:off x="1069795" y="1794790"/>
            <a:ext cx="824464" cy="1017738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477A40-A1BB-9BDB-426E-637DAD9C4262}"/>
              </a:ext>
            </a:extLst>
          </p:cNvPr>
          <p:cNvCxnSpPr>
            <a:cxnSpLocks/>
          </p:cNvCxnSpPr>
          <p:nvPr/>
        </p:nvCxnSpPr>
        <p:spPr>
          <a:xfrm flipH="1" flipV="1">
            <a:off x="2296207" y="1804708"/>
            <a:ext cx="1679445" cy="129182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2444851-824F-2A92-9262-1ED996C6A782}"/>
              </a:ext>
            </a:extLst>
          </p:cNvPr>
          <p:cNvCxnSpPr>
            <a:cxnSpLocks/>
          </p:cNvCxnSpPr>
          <p:nvPr/>
        </p:nvCxnSpPr>
        <p:spPr>
          <a:xfrm flipH="1" flipV="1">
            <a:off x="2344858" y="1763167"/>
            <a:ext cx="4374745" cy="5359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4DD854-1872-9B9B-929C-28F0577CCD30}"/>
              </a:ext>
            </a:extLst>
          </p:cNvPr>
          <p:cNvCxnSpPr>
            <a:cxnSpLocks/>
          </p:cNvCxnSpPr>
          <p:nvPr/>
        </p:nvCxnSpPr>
        <p:spPr>
          <a:xfrm flipH="1" flipV="1">
            <a:off x="2469424" y="1708770"/>
            <a:ext cx="7339359" cy="586227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1220241-BEB1-84E3-0430-85BA563ED894}"/>
              </a:ext>
            </a:extLst>
          </p:cNvPr>
          <p:cNvCxnSpPr>
            <a:cxnSpLocks/>
          </p:cNvCxnSpPr>
          <p:nvPr/>
        </p:nvCxnSpPr>
        <p:spPr>
          <a:xfrm flipV="1">
            <a:off x="7811602" y="2317186"/>
            <a:ext cx="0" cy="801174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8C7F55-FF6E-EC07-3CBC-507B8782D75B}"/>
              </a:ext>
            </a:extLst>
          </p:cNvPr>
          <p:cNvCxnSpPr>
            <a:cxnSpLocks/>
          </p:cNvCxnSpPr>
          <p:nvPr/>
        </p:nvCxnSpPr>
        <p:spPr>
          <a:xfrm flipV="1">
            <a:off x="10813219" y="2324544"/>
            <a:ext cx="0" cy="83635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8564E74-D510-A0A7-9DD6-0BE72BD87AF1}"/>
              </a:ext>
            </a:extLst>
          </p:cNvPr>
          <p:cNvCxnSpPr>
            <a:cxnSpLocks/>
          </p:cNvCxnSpPr>
          <p:nvPr/>
        </p:nvCxnSpPr>
        <p:spPr>
          <a:xfrm flipV="1">
            <a:off x="713464" y="2974684"/>
            <a:ext cx="0" cy="484660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BC422A3-25DF-8197-AC7C-8D6EFF07A0B4}"/>
              </a:ext>
            </a:extLst>
          </p:cNvPr>
          <p:cNvSpPr/>
          <p:nvPr/>
        </p:nvSpPr>
        <p:spPr>
          <a:xfrm>
            <a:off x="2002600" y="15876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BA7FF4-DB0A-5041-6650-445F4D130705}"/>
              </a:ext>
            </a:extLst>
          </p:cNvPr>
          <p:cNvSpPr txBox="1"/>
          <p:nvPr/>
        </p:nvSpPr>
        <p:spPr>
          <a:xfrm>
            <a:off x="914400" y="4857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325508-FC4E-2D04-F610-F9304C88F065}"/>
              </a:ext>
            </a:extLst>
          </p:cNvPr>
          <p:cNvSpPr txBox="1"/>
          <p:nvPr/>
        </p:nvSpPr>
        <p:spPr>
          <a:xfrm>
            <a:off x="632835" y="3754543"/>
            <a:ext cx="8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69FBA7-BB66-54B9-BE68-200ACC99126B}"/>
              </a:ext>
            </a:extLst>
          </p:cNvPr>
          <p:cNvSpPr txBox="1"/>
          <p:nvPr/>
        </p:nvSpPr>
        <p:spPr>
          <a:xfrm>
            <a:off x="4115513" y="4860695"/>
            <a:ext cx="833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07223E-24BD-6E7E-A769-CF9684130A44}"/>
              </a:ext>
            </a:extLst>
          </p:cNvPr>
          <p:cNvSpPr txBox="1"/>
          <p:nvPr/>
        </p:nvSpPr>
        <p:spPr>
          <a:xfrm>
            <a:off x="6496633" y="4837642"/>
            <a:ext cx="1469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Valid!</a:t>
            </a:r>
            <a:endParaRPr lang="en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9D5FEB-6DD7-5995-2F7C-4BAF3CFDD8F6}"/>
              </a:ext>
            </a:extLst>
          </p:cNvPr>
          <p:cNvSpPr txBox="1"/>
          <p:nvPr/>
        </p:nvSpPr>
        <p:spPr>
          <a:xfrm>
            <a:off x="9537387" y="4860695"/>
            <a:ext cx="1469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Valid!</a:t>
            </a:r>
            <a:endParaRPr lang="en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3169088-7835-26F5-7D3B-DB3583393251}"/>
              </a:ext>
            </a:extLst>
          </p:cNvPr>
          <p:cNvCxnSpPr>
            <a:cxnSpLocks/>
          </p:cNvCxnSpPr>
          <p:nvPr/>
        </p:nvCxnSpPr>
        <p:spPr>
          <a:xfrm flipV="1">
            <a:off x="2782109" y="4229441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2D98AC48-CC82-5EA0-CEB4-277A073D6DEC}"/>
              </a:ext>
            </a:extLst>
          </p:cNvPr>
          <p:cNvSpPr txBox="1"/>
          <p:nvPr/>
        </p:nvSpPr>
        <p:spPr>
          <a:xfrm>
            <a:off x="2782109" y="440665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472887C-D8E9-8073-2F27-7D99609E1BBE}"/>
              </a:ext>
            </a:extLst>
          </p:cNvPr>
          <p:cNvCxnSpPr>
            <a:cxnSpLocks/>
          </p:cNvCxnSpPr>
          <p:nvPr/>
        </p:nvCxnSpPr>
        <p:spPr>
          <a:xfrm flipV="1">
            <a:off x="2947588" y="2141192"/>
            <a:ext cx="0" cy="7159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13998DA-D478-6170-E533-086BE4CE7FAD}"/>
              </a:ext>
            </a:extLst>
          </p:cNvPr>
          <p:cNvSpPr txBox="1"/>
          <p:nvPr/>
        </p:nvSpPr>
        <p:spPr>
          <a:xfrm>
            <a:off x="2947588" y="231840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Stall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588044-AF9E-7D2B-608B-1DBCA5D2D5E1}"/>
              </a:ext>
            </a:extLst>
          </p:cNvPr>
          <p:cNvSpPr txBox="1"/>
          <p:nvPr/>
        </p:nvSpPr>
        <p:spPr>
          <a:xfrm>
            <a:off x="3734929" y="2704679"/>
            <a:ext cx="2021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pressure!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AC7678-C037-F6D2-425F-A46C0E0863BF}"/>
              </a:ext>
            </a:extLst>
          </p:cNvPr>
          <p:cNvSpPr txBox="1"/>
          <p:nvPr/>
        </p:nvSpPr>
        <p:spPr>
          <a:xfrm>
            <a:off x="3734929" y="3271659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 ↓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07DBAD8-026E-F9D9-A8E0-CEAAA070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57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0406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33" grpId="0"/>
      <p:bldP spid="134" grpId="0"/>
      <p:bldP spid="2" grpId="0" animBg="1"/>
      <p:bldP spid="29" grpId="0" animBg="1"/>
      <p:bldP spid="38" grpId="0" animBg="1"/>
      <p:bldP spid="44" grpId="0" animBg="1"/>
      <p:bldP spid="71" grpId="0"/>
      <p:bldP spid="76" grpId="0"/>
      <p:bldP spid="80" grpId="0"/>
      <p:bldP spid="81" grpId="0"/>
      <p:bldP spid="8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VLSI Physical Design: timing paths">
            <a:extLst>
              <a:ext uri="{FF2B5EF4-FFF2-40B4-BE49-F238E27FC236}">
                <a16:creationId xmlns:a16="http://schemas.microsoft.com/office/drawing/2014/main" id="{3BBA7179-2239-A26D-3C2D-A6759A500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46" y="1943952"/>
            <a:ext cx="6366276" cy="250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7A93B0B-3099-7141-20BF-78DA6775E881}"/>
              </a:ext>
            </a:extLst>
          </p:cNvPr>
          <p:cNvSpPr txBox="1"/>
          <p:nvPr/>
        </p:nvSpPr>
        <p:spPr>
          <a:xfrm>
            <a:off x="583046" y="1278728"/>
            <a:ext cx="5141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0D6497-675A-636F-BB3B-3349D9B20BBA}"/>
              </a:ext>
            </a:extLst>
          </p:cNvPr>
          <p:cNvSpPr/>
          <p:nvPr/>
        </p:nvSpPr>
        <p:spPr>
          <a:xfrm>
            <a:off x="1196048" y="4813433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5F4BB4-5856-B046-191C-4A1686707077}"/>
              </a:ext>
            </a:extLst>
          </p:cNvPr>
          <p:cNvSpPr/>
          <p:nvPr/>
        </p:nvSpPr>
        <p:spPr>
          <a:xfrm>
            <a:off x="4225852" y="4813433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D1CFD8-2C6E-9147-B1B1-9D220FC424C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770478" y="5100648"/>
            <a:ext cx="2455374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1702B-9ABD-4740-6573-03ED118EB25C}"/>
              </a:ext>
            </a:extLst>
          </p:cNvPr>
          <p:cNvSpPr/>
          <p:nvPr/>
        </p:nvSpPr>
        <p:spPr>
          <a:xfrm rot="16200000">
            <a:off x="2612084" y="4945965"/>
            <a:ext cx="774095" cy="3093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A611AB-151F-EB60-3325-672C9D6E27D1}"/>
              </a:ext>
            </a:extLst>
          </p:cNvPr>
          <p:cNvSpPr/>
          <p:nvPr/>
        </p:nvSpPr>
        <p:spPr>
          <a:xfrm>
            <a:off x="1992741" y="4871588"/>
            <a:ext cx="129904" cy="458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ABC2ED-DB58-0B92-7CEC-3776C8FE36DB}"/>
              </a:ext>
            </a:extLst>
          </p:cNvPr>
          <p:cNvSpPr/>
          <p:nvPr/>
        </p:nvSpPr>
        <p:spPr>
          <a:xfrm>
            <a:off x="3873685" y="4871587"/>
            <a:ext cx="129904" cy="458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3972A1-9D1F-D790-F980-78FAB7F6EE24}"/>
              </a:ext>
            </a:extLst>
          </p:cNvPr>
          <p:cNvCxnSpPr>
            <a:cxnSpLocks/>
          </p:cNvCxnSpPr>
          <p:nvPr/>
        </p:nvCxnSpPr>
        <p:spPr>
          <a:xfrm>
            <a:off x="2122645" y="4871587"/>
            <a:ext cx="606907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B825916-CAD0-882C-F2FF-971EA843022E}"/>
              </a:ext>
            </a:extLst>
          </p:cNvPr>
          <p:cNvCxnSpPr>
            <a:cxnSpLocks/>
          </p:cNvCxnSpPr>
          <p:nvPr/>
        </p:nvCxnSpPr>
        <p:spPr>
          <a:xfrm>
            <a:off x="3266778" y="4871587"/>
            <a:ext cx="606907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C406E0-467C-F63D-439E-57B12DAE082D}"/>
              </a:ext>
            </a:extLst>
          </p:cNvPr>
          <p:cNvCxnSpPr>
            <a:cxnSpLocks/>
          </p:cNvCxnSpPr>
          <p:nvPr/>
        </p:nvCxnSpPr>
        <p:spPr>
          <a:xfrm flipV="1">
            <a:off x="2452703" y="5609230"/>
            <a:ext cx="0" cy="33751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455A8B-EA34-8681-8865-8F534F257BBF}"/>
                  </a:ext>
                </a:extLst>
              </p:cNvPr>
              <p:cNvSpPr txBox="1"/>
              <p:nvPr/>
            </p:nvSpPr>
            <p:spPr>
              <a:xfrm>
                <a:off x="1992741" y="5946744"/>
                <a:ext cx="960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𝐶𝑃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455A8B-EA34-8681-8865-8F534F257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41" y="5946744"/>
                <a:ext cx="96051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84D7DCF8-1375-F00B-A2D4-59A73E353E48}"/>
              </a:ext>
            </a:extLst>
          </p:cNvPr>
          <p:cNvSpPr/>
          <p:nvPr/>
        </p:nvSpPr>
        <p:spPr>
          <a:xfrm>
            <a:off x="7489940" y="4813430"/>
            <a:ext cx="574430" cy="57443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073DFD-7C4C-DF23-0A66-A95BB109E71D}"/>
              </a:ext>
            </a:extLst>
          </p:cNvPr>
          <p:cNvCxnSpPr>
            <a:cxnSpLocks/>
          </p:cNvCxnSpPr>
          <p:nvPr/>
        </p:nvCxnSpPr>
        <p:spPr>
          <a:xfrm>
            <a:off x="6144104" y="5100645"/>
            <a:ext cx="13458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A20EE9-1C37-D910-163E-6F18E1EFAB0A}"/>
              </a:ext>
            </a:extLst>
          </p:cNvPr>
          <p:cNvCxnSpPr>
            <a:cxnSpLocks/>
          </p:cNvCxnSpPr>
          <p:nvPr/>
        </p:nvCxnSpPr>
        <p:spPr>
          <a:xfrm>
            <a:off x="8064370" y="5100645"/>
            <a:ext cx="13458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ECA1F06-4498-E202-8F68-62599E432838}"/>
              </a:ext>
            </a:extLst>
          </p:cNvPr>
          <p:cNvSpPr/>
          <p:nvPr/>
        </p:nvSpPr>
        <p:spPr>
          <a:xfrm>
            <a:off x="6786771" y="4874538"/>
            <a:ext cx="129904" cy="458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BCAF73-31AF-CE56-A436-C5AD5D9B521A}"/>
              </a:ext>
            </a:extLst>
          </p:cNvPr>
          <p:cNvSpPr/>
          <p:nvPr/>
        </p:nvSpPr>
        <p:spPr>
          <a:xfrm>
            <a:off x="8667715" y="4874537"/>
            <a:ext cx="129904" cy="458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44F1B5-95C2-F21B-7695-87308F989842}"/>
              </a:ext>
            </a:extLst>
          </p:cNvPr>
          <p:cNvCxnSpPr>
            <a:cxnSpLocks/>
          </p:cNvCxnSpPr>
          <p:nvPr/>
        </p:nvCxnSpPr>
        <p:spPr>
          <a:xfrm>
            <a:off x="7090425" y="4713600"/>
            <a:ext cx="1371186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ADEFE0-2724-D191-6314-759144C4ADD5}"/>
                  </a:ext>
                </a:extLst>
              </p:cNvPr>
              <p:cNvSpPr txBox="1"/>
              <p:nvPr/>
            </p:nvSpPr>
            <p:spPr>
              <a:xfrm>
                <a:off x="7404730" y="4269648"/>
                <a:ext cx="74257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ADEFE0-2724-D191-6314-759144C4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730" y="4269648"/>
                <a:ext cx="742576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Picture 4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6CCC08D-E86C-E6F0-D7A8-C3A299648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2" y="1704600"/>
            <a:ext cx="3380652" cy="648000"/>
          </a:xfrm>
          <a:prstGeom prst="rect">
            <a:avLst/>
          </a:prstGeom>
        </p:spPr>
      </p:pic>
      <p:pic>
        <p:nvPicPr>
          <p:cNvPr id="45" name="Picture 4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29683BB-1238-7778-2B85-275B2254C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940" y="2452429"/>
            <a:ext cx="3126194" cy="720000"/>
          </a:xfrm>
          <a:prstGeom prst="rect">
            <a:avLst/>
          </a:prstGeom>
        </p:spPr>
      </p:pic>
      <p:pic>
        <p:nvPicPr>
          <p:cNvPr id="47" name="Picture 46" descr="A close-up of a symbol&#10;&#10;Description automatically generated">
            <a:extLst>
              <a:ext uri="{FF2B5EF4-FFF2-40B4-BE49-F238E27FC236}">
                <a16:creationId xmlns:a16="http://schemas.microsoft.com/office/drawing/2014/main" id="{868B8CD5-61F8-92FD-BE04-31F37C885A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226" y="3162312"/>
            <a:ext cx="3198125" cy="5179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49D0D-2CA0-0174-98C4-7AAF774F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58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7844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 animBg="1"/>
      <p:bldP spid="25" grpId="0" animBg="1"/>
      <p:bldP spid="26" grpId="0" animBg="1"/>
      <p:bldP spid="32" grpId="0"/>
      <p:bldP spid="33" grpId="0" animBg="1"/>
      <p:bldP spid="37" grpId="0" animBg="1"/>
      <p:bldP spid="38" grpId="0" animBg="1"/>
      <p:bldP spid="4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EFCD58E5-FECC-C8D2-A6D3-896D62AA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80" y="3119345"/>
            <a:ext cx="2659325" cy="25931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8F9718-CEEF-A7CE-BF69-4DD4B4E28F60}"/>
              </a:ext>
            </a:extLst>
          </p:cNvPr>
          <p:cNvSpPr txBox="1"/>
          <p:nvPr/>
        </p:nvSpPr>
        <p:spPr>
          <a:xfrm>
            <a:off x="388721" y="943096"/>
            <a:ext cx="3239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F47EBC-CE61-1838-B5DD-D9FDD4B078ED}"/>
              </a:ext>
            </a:extLst>
          </p:cNvPr>
          <p:cNvGrpSpPr/>
          <p:nvPr/>
        </p:nvGrpSpPr>
        <p:grpSpPr>
          <a:xfrm flipH="1">
            <a:off x="4503781" y="3255604"/>
            <a:ext cx="774095" cy="2467259"/>
            <a:chOff x="8282138" y="1259313"/>
            <a:chExt cx="774095" cy="246725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30BC18-FA6D-F8B6-4366-AA8320AE2BC0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8669186" y="1259313"/>
              <a:ext cx="1" cy="411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72DF53-2213-12F0-E3AA-AFAA6D648549}"/>
                </a:ext>
              </a:extLst>
            </p:cNvPr>
            <p:cNvGrpSpPr/>
            <p:nvPr/>
          </p:nvGrpSpPr>
          <p:grpSpPr>
            <a:xfrm>
              <a:off x="8282138" y="1670592"/>
              <a:ext cx="774095" cy="1684327"/>
              <a:chOff x="7868237" y="2169515"/>
              <a:chExt cx="774095" cy="20974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962DCDD-2092-AC46-2393-C4A21BEB708E}"/>
                  </a:ext>
                </a:extLst>
              </p:cNvPr>
              <p:cNvSpPr/>
              <p:nvPr/>
            </p:nvSpPr>
            <p:spPr>
              <a:xfrm>
                <a:off x="7868237" y="2169515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4614FCF-D9FF-3E8A-B1B5-D602D33D62FA}"/>
                  </a:ext>
                </a:extLst>
              </p:cNvPr>
              <p:cNvSpPr/>
              <p:nvPr/>
            </p:nvSpPr>
            <p:spPr>
              <a:xfrm>
                <a:off x="7868237" y="259756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6D5B58-D2CC-ECFB-D018-C2B4A2E1E969}"/>
                  </a:ext>
                </a:extLst>
              </p:cNvPr>
              <p:cNvSpPr/>
              <p:nvPr/>
            </p:nvSpPr>
            <p:spPr>
              <a:xfrm>
                <a:off x="7868237" y="3025623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B14380A-F16E-CB9D-6BF3-28B9D363B7AA}"/>
                  </a:ext>
                </a:extLst>
              </p:cNvPr>
              <p:cNvSpPr/>
              <p:nvPr/>
            </p:nvSpPr>
            <p:spPr>
              <a:xfrm>
                <a:off x="7868237" y="3453677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034B527-04C3-6785-D7CE-AFDF116CB64E}"/>
                  </a:ext>
                </a:extLst>
              </p:cNvPr>
              <p:cNvSpPr/>
              <p:nvPr/>
            </p:nvSpPr>
            <p:spPr>
              <a:xfrm>
                <a:off x="7868237" y="3881729"/>
                <a:ext cx="774095" cy="38524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702C458-EDA2-D58F-301F-640617792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55363" y="3364938"/>
              <a:ext cx="0" cy="3616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9231B7-4E95-A5FE-47A0-608D3424F29D}"/>
              </a:ext>
            </a:extLst>
          </p:cNvPr>
          <p:cNvCxnSpPr>
            <a:cxnSpLocks/>
          </p:cNvCxnSpPr>
          <p:nvPr/>
        </p:nvCxnSpPr>
        <p:spPr>
          <a:xfrm flipH="1">
            <a:off x="3534353" y="4663730"/>
            <a:ext cx="969428" cy="135593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DA2778-F641-DB78-5E45-ACB654B42209}"/>
              </a:ext>
            </a:extLst>
          </p:cNvPr>
          <p:cNvCxnSpPr>
            <a:cxnSpLocks/>
          </p:cNvCxnSpPr>
          <p:nvPr/>
        </p:nvCxnSpPr>
        <p:spPr>
          <a:xfrm flipH="1" flipV="1">
            <a:off x="3534353" y="3007945"/>
            <a:ext cx="969428" cy="135593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3FBB0D-EC77-760C-4355-0F267C89F7FD}"/>
              </a:ext>
            </a:extLst>
          </p:cNvPr>
          <p:cNvSpPr txBox="1"/>
          <p:nvPr/>
        </p:nvSpPr>
        <p:spPr>
          <a:xfrm>
            <a:off x="5277876" y="1497093"/>
            <a:ext cx="6078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Min./Max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CFDFC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D4999D-02E8-B0EA-FE7A-0AA037048C9D}"/>
              </a:ext>
            </a:extLst>
          </p:cNvPr>
          <p:cNvSpPr txBox="1"/>
          <p:nvPr/>
        </p:nvSpPr>
        <p:spPr>
          <a:xfrm>
            <a:off x="6791463" y="3982300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#1~II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064AA0-3BEA-680A-3A7C-135BE552DA83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985706" y="3509204"/>
            <a:ext cx="0" cy="4181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5AF1BD-76D1-9FC3-3E7C-18039C07AC2A}"/>
              </a:ext>
            </a:extLst>
          </p:cNvPr>
          <p:cNvGrpSpPr/>
          <p:nvPr/>
        </p:nvGrpSpPr>
        <p:grpSpPr>
          <a:xfrm>
            <a:off x="7698491" y="3927387"/>
            <a:ext cx="574430" cy="639688"/>
            <a:chOff x="2041401" y="3235569"/>
            <a:chExt cx="574430" cy="63968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01DDA94-97CC-4488-CB8F-3E7A9533F03A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7D05C5-114A-1F0E-8357-C1FA9CF5CBA6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EEC319C-E63C-2991-4CFA-95368225FE51}"/>
              </a:ext>
            </a:extLst>
          </p:cNvPr>
          <p:cNvGrpSpPr/>
          <p:nvPr/>
        </p:nvGrpSpPr>
        <p:grpSpPr>
          <a:xfrm>
            <a:off x="8180631" y="5272926"/>
            <a:ext cx="574430" cy="639688"/>
            <a:chOff x="2041401" y="3235569"/>
            <a:chExt cx="574430" cy="639688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63B79F1-4A8E-0602-F496-02EE3767D660}"/>
                </a:ext>
              </a:extLst>
            </p:cNvPr>
            <p:cNvSpPr/>
            <p:nvPr/>
          </p:nvSpPr>
          <p:spPr>
            <a:xfrm>
              <a:off x="2041401" y="3235569"/>
              <a:ext cx="574430" cy="57443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EEDD2A-6E09-5ED2-60CB-D5FF013636A3}"/>
                </a:ext>
              </a:extLst>
            </p:cNvPr>
            <p:cNvSpPr txBox="1"/>
            <p:nvPr/>
          </p:nvSpPr>
          <p:spPr>
            <a:xfrm>
              <a:off x="2133691" y="3290482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CN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C40E3B8-C94E-7183-BAE5-E659A3160E2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96485" y="4776393"/>
            <a:ext cx="865658" cy="2872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CDD15C-2764-B6D6-4AE3-F416750034C7}"/>
              </a:ext>
            </a:extLst>
          </p:cNvPr>
          <p:cNvCxnSpPr>
            <a:cxnSpLocks/>
          </p:cNvCxnSpPr>
          <p:nvPr/>
        </p:nvCxnSpPr>
        <p:spPr>
          <a:xfrm>
            <a:off x="8467846" y="5847356"/>
            <a:ext cx="0" cy="2916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804CE7F-92C8-3EC0-EA11-F6A205E243D8}"/>
              </a:ext>
            </a:extLst>
          </p:cNvPr>
          <p:cNvCxnSpPr>
            <a:cxnSpLocks/>
            <a:stCxn id="34" idx="2"/>
          </p:cNvCxnSpPr>
          <p:nvPr/>
        </p:nvCxnSpPr>
        <p:spPr>
          <a:xfrm rot="5400000">
            <a:off x="8283096" y="4714686"/>
            <a:ext cx="970050" cy="2925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AEF56E6-97F2-9BBF-27EE-1EAD283F7066}"/>
              </a:ext>
            </a:extLst>
          </p:cNvPr>
          <p:cNvSpPr/>
          <p:nvPr/>
        </p:nvSpPr>
        <p:spPr>
          <a:xfrm>
            <a:off x="8527343" y="4065701"/>
            <a:ext cx="774095" cy="3102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867F93A1-A819-2167-3A16-77241C6D0FCC}"/>
              </a:ext>
            </a:extLst>
          </p:cNvPr>
          <p:cNvCxnSpPr>
            <a:cxnSpLocks/>
            <a:endCxn id="34" idx="0"/>
          </p:cNvCxnSpPr>
          <p:nvPr/>
        </p:nvCxnSpPr>
        <p:spPr>
          <a:xfrm rot="16200000" flipH="1">
            <a:off x="8472783" y="3624093"/>
            <a:ext cx="590656" cy="2925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0A57AC-BA9F-2F6A-470C-A9ABB79F520E}"/>
              </a:ext>
            </a:extLst>
          </p:cNvPr>
          <p:cNvGrpSpPr/>
          <p:nvPr/>
        </p:nvGrpSpPr>
        <p:grpSpPr>
          <a:xfrm>
            <a:off x="7790781" y="3008084"/>
            <a:ext cx="1043864" cy="495040"/>
            <a:chOff x="2195060" y="1943360"/>
            <a:chExt cx="1043864" cy="49504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7DF42AF-F186-16A2-5728-7C8C2B47B53C}"/>
                </a:ext>
              </a:extLst>
            </p:cNvPr>
            <p:cNvSpPr/>
            <p:nvPr/>
          </p:nvSpPr>
          <p:spPr>
            <a:xfrm>
              <a:off x="2195060" y="1955813"/>
              <a:ext cx="1043864" cy="48258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C9C55A-65DA-2AF5-1734-793C12A651DF}"/>
                </a:ext>
              </a:extLst>
            </p:cNvPr>
            <p:cNvSpPr txBox="1"/>
            <p:nvPr/>
          </p:nvSpPr>
          <p:spPr>
            <a:xfrm>
              <a:off x="2333713" y="1943360"/>
              <a:ext cx="766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Fork</a:t>
              </a:r>
              <a:endParaRPr lang="en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D04249F-C12C-77B0-8383-578C19DE5A27}"/>
              </a:ext>
            </a:extLst>
          </p:cNvPr>
          <p:cNvCxnSpPr>
            <a:cxnSpLocks/>
          </p:cNvCxnSpPr>
          <p:nvPr/>
        </p:nvCxnSpPr>
        <p:spPr>
          <a:xfrm>
            <a:off x="8312712" y="2703225"/>
            <a:ext cx="0" cy="304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D8909B-DB5F-CA18-E804-39FFB3A3DAF7}"/>
              </a:ext>
            </a:extLst>
          </p:cNvPr>
          <p:cNvSpPr/>
          <p:nvPr/>
        </p:nvSpPr>
        <p:spPr>
          <a:xfrm>
            <a:off x="8224977" y="2462497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802580-1F6B-08A7-85A1-EFA2602E3460}"/>
              </a:ext>
            </a:extLst>
          </p:cNvPr>
          <p:cNvSpPr txBox="1"/>
          <p:nvPr/>
        </p:nvSpPr>
        <p:spPr>
          <a:xfrm>
            <a:off x="8449769" y="229911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925A577-F6C1-10DE-3B30-AFE524E4ED0B}"/>
              </a:ext>
            </a:extLst>
          </p:cNvPr>
          <p:cNvSpPr/>
          <p:nvPr/>
        </p:nvSpPr>
        <p:spPr>
          <a:xfrm>
            <a:off x="7897971" y="4136159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D933D9C-466A-A8BF-5770-3D2015D4C59A}"/>
              </a:ext>
            </a:extLst>
          </p:cNvPr>
          <p:cNvSpPr/>
          <p:nvPr/>
        </p:nvSpPr>
        <p:spPr>
          <a:xfrm>
            <a:off x="8380111" y="547240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DECCA9-9BEE-4390-27E8-9FADE363BE51}"/>
              </a:ext>
            </a:extLst>
          </p:cNvPr>
          <p:cNvSpPr txBox="1"/>
          <p:nvPr/>
        </p:nvSpPr>
        <p:spPr>
          <a:xfrm>
            <a:off x="6676352" y="535283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#II+1~2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FF2D828-A55A-0395-A854-ACED7AB65375}"/>
              </a:ext>
            </a:extLst>
          </p:cNvPr>
          <p:cNvSpPr/>
          <p:nvPr/>
        </p:nvSpPr>
        <p:spPr>
          <a:xfrm>
            <a:off x="8224977" y="2157148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0EB087-A7C6-341F-3BA3-F22982BEDD2A}"/>
              </a:ext>
            </a:extLst>
          </p:cNvPr>
          <p:cNvSpPr txBox="1"/>
          <p:nvPr/>
        </p:nvSpPr>
        <p:spPr>
          <a:xfrm>
            <a:off x="8449769" y="2003022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#1~II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6B4B01D-AE2A-CF6D-C65D-B811AED285EF}"/>
              </a:ext>
            </a:extLst>
          </p:cNvPr>
          <p:cNvSpPr/>
          <p:nvPr/>
        </p:nvSpPr>
        <p:spPr>
          <a:xfrm>
            <a:off x="7834315" y="3853611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559712-C2FB-B1D4-08DF-7F6C8C25EBE6}"/>
              </a:ext>
            </a:extLst>
          </p:cNvPr>
          <p:cNvSpPr txBox="1"/>
          <p:nvPr/>
        </p:nvSpPr>
        <p:spPr>
          <a:xfrm>
            <a:off x="6283890" y="3705016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#II+1~2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4278F1-4610-FE59-9530-0E079FB8D7F2}"/>
              </a:ext>
            </a:extLst>
          </p:cNvPr>
          <p:cNvSpPr txBox="1"/>
          <p:nvPr/>
        </p:nvSpPr>
        <p:spPr>
          <a:xfrm>
            <a:off x="7189290" y="5043126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#&gt;2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A49B52-1166-2EA6-E311-4E39D661CD19}"/>
              </a:ext>
            </a:extLst>
          </p:cNvPr>
          <p:cNvSpPr/>
          <p:nvPr/>
        </p:nvSpPr>
        <p:spPr>
          <a:xfrm>
            <a:off x="8311392" y="5225476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2ACB8F9B-9982-2EA5-AFD2-3D28D3B7A4BB}"/>
              </a:ext>
            </a:extLst>
          </p:cNvPr>
          <p:cNvSpPr/>
          <p:nvPr/>
        </p:nvSpPr>
        <p:spPr>
          <a:xfrm>
            <a:off x="8224832" y="2609300"/>
            <a:ext cx="1327669" cy="2289943"/>
          </a:xfrm>
          <a:prstGeom prst="arc">
            <a:avLst>
              <a:gd name="adj1" fmla="val 16273868"/>
              <a:gd name="adj2" fmla="val 1024492"/>
            </a:avLst>
          </a:prstGeom>
          <a:ln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A8F1BEE-4121-B350-E18C-08274DAADF90}"/>
              </a:ext>
            </a:extLst>
          </p:cNvPr>
          <p:cNvSpPr/>
          <p:nvPr/>
        </p:nvSpPr>
        <p:spPr>
          <a:xfrm>
            <a:off x="9433159" y="4140916"/>
            <a:ext cx="175470" cy="1754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BE5B8B-25F9-E3C8-7A47-0C7E79A2A98B}"/>
              </a:ext>
            </a:extLst>
          </p:cNvPr>
          <p:cNvSpPr txBox="1"/>
          <p:nvPr/>
        </p:nvSpPr>
        <p:spPr>
          <a:xfrm>
            <a:off x="9608629" y="3997818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#1~II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3D79BB-D0F9-35BC-C20E-63CF5F708B0D}"/>
              </a:ext>
            </a:extLst>
          </p:cNvPr>
          <p:cNvSpPr txBox="1"/>
          <p:nvPr/>
        </p:nvSpPr>
        <p:spPr>
          <a:xfrm>
            <a:off x="9302360" y="5371851"/>
            <a:ext cx="2218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D33EDE25-BE30-68A5-D4BC-9E2AE9EB68C3}"/>
              </a:ext>
            </a:extLst>
          </p:cNvPr>
          <p:cNvSpPr/>
          <p:nvPr/>
        </p:nvSpPr>
        <p:spPr>
          <a:xfrm>
            <a:off x="8164738" y="3312943"/>
            <a:ext cx="1327669" cy="2289943"/>
          </a:xfrm>
          <a:prstGeom prst="arc">
            <a:avLst>
              <a:gd name="adj1" fmla="val 156779"/>
              <a:gd name="adj2" fmla="val 5004401"/>
            </a:avLst>
          </a:prstGeom>
          <a:ln>
            <a:solidFill>
              <a:srgbClr val="FFC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6954D9F-0071-FB09-4026-06C179E59F25}"/>
              </a:ext>
            </a:extLst>
          </p:cNvPr>
          <p:cNvSpPr/>
          <p:nvPr/>
        </p:nvSpPr>
        <p:spPr>
          <a:xfrm>
            <a:off x="9707814" y="3758162"/>
            <a:ext cx="175470" cy="17547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ACDB8C-1DA4-1C90-D9F7-2AD22A570F0E}"/>
              </a:ext>
            </a:extLst>
          </p:cNvPr>
          <p:cNvSpPr txBox="1"/>
          <p:nvPr/>
        </p:nvSpPr>
        <p:spPr>
          <a:xfrm>
            <a:off x="9803624" y="2760778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#II+1</a:t>
            </a:r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DA312D13-DF14-CD96-CADB-A0A07C25E0D8}"/>
              </a:ext>
            </a:extLst>
          </p:cNvPr>
          <p:cNvSpPr/>
          <p:nvPr/>
        </p:nvSpPr>
        <p:spPr>
          <a:xfrm>
            <a:off x="8475955" y="2282458"/>
            <a:ext cx="1327669" cy="2289943"/>
          </a:xfrm>
          <a:prstGeom prst="arc">
            <a:avLst>
              <a:gd name="adj1" fmla="val 16878618"/>
              <a:gd name="adj2" fmla="val 1024492"/>
            </a:avLst>
          </a:prstGeom>
          <a:ln>
            <a:solidFill>
              <a:srgbClr val="FFC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49EF06-9050-FA3E-BF2D-A74D88277165}"/>
              </a:ext>
            </a:extLst>
          </p:cNvPr>
          <p:cNvSpPr txBox="1"/>
          <p:nvPr/>
        </p:nvSpPr>
        <p:spPr>
          <a:xfrm>
            <a:off x="9448846" y="4669771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#II+1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7A705D-8187-583D-B01D-29EE23250A3B}"/>
              </a:ext>
            </a:extLst>
          </p:cNvPr>
          <p:cNvSpPr txBox="1"/>
          <p:nvPr/>
        </p:nvSpPr>
        <p:spPr>
          <a:xfrm>
            <a:off x="2156318" y="4228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18A5D6-593E-6CEF-D6A5-945137625D37}"/>
              </a:ext>
            </a:extLst>
          </p:cNvPr>
          <p:cNvSpPr txBox="1"/>
          <p:nvPr/>
        </p:nvSpPr>
        <p:spPr>
          <a:xfrm>
            <a:off x="2080278" y="36040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BD079BC-C599-9487-4393-A58314E2C8DE}"/>
              </a:ext>
            </a:extLst>
          </p:cNvPr>
          <p:cNvSpPr txBox="1"/>
          <p:nvPr/>
        </p:nvSpPr>
        <p:spPr>
          <a:xfrm>
            <a:off x="2736513" y="40597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0E9055-E8EC-B08D-F5B8-C7A5CF37A102}"/>
              </a:ext>
            </a:extLst>
          </p:cNvPr>
          <p:cNvSpPr txBox="1"/>
          <p:nvPr/>
        </p:nvSpPr>
        <p:spPr>
          <a:xfrm>
            <a:off x="3064224" y="3742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D06C77A-FAAE-D3D6-1646-1534C2FD16E4}"/>
              </a:ext>
            </a:extLst>
          </p:cNvPr>
          <p:cNvSpPr txBox="1"/>
          <p:nvPr/>
        </p:nvSpPr>
        <p:spPr>
          <a:xfrm>
            <a:off x="9314108" y="5871119"/>
            <a:ext cx="2577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II-1</a:t>
            </a:r>
          </a:p>
        </p:txBody>
      </p:sp>
      <p:sp>
        <p:nvSpPr>
          <p:cNvPr id="97" name="Multiply 96">
            <a:extLst>
              <a:ext uri="{FF2B5EF4-FFF2-40B4-BE49-F238E27FC236}">
                <a16:creationId xmlns:a16="http://schemas.microsoft.com/office/drawing/2014/main" id="{A3AFA4B1-09B7-EAB1-E97A-5BA80040C67E}"/>
              </a:ext>
            </a:extLst>
          </p:cNvPr>
          <p:cNvSpPr/>
          <p:nvPr/>
        </p:nvSpPr>
        <p:spPr>
          <a:xfrm>
            <a:off x="10674375" y="4006986"/>
            <a:ext cx="368945" cy="36894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BD0B2-6042-5D28-B63B-B81C9387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59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1625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89" grpId="0"/>
      <p:bldP spid="90" grpId="0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666E0E9-6516-5B0F-46B8-7DCD0C06CE3D}"/>
              </a:ext>
            </a:extLst>
          </p:cNvPr>
          <p:cNvCxnSpPr>
            <a:cxnSpLocks/>
          </p:cNvCxnSpPr>
          <p:nvPr/>
        </p:nvCxnSpPr>
        <p:spPr>
          <a:xfrm>
            <a:off x="1741823" y="2559993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1F82393-8E7B-AEBB-4C17-E9B67B788DDB}"/>
              </a:ext>
            </a:extLst>
          </p:cNvPr>
          <p:cNvSpPr/>
          <p:nvPr/>
        </p:nvSpPr>
        <p:spPr>
          <a:xfrm>
            <a:off x="2543489" y="1852683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9AF78-C5FA-52DB-8E26-2C13984A478F}"/>
              </a:ext>
            </a:extLst>
          </p:cNvPr>
          <p:cNvSpPr txBox="1"/>
          <p:nvPr/>
        </p:nvSpPr>
        <p:spPr>
          <a:xfrm>
            <a:off x="2787750" y="2057526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9B5BD-0238-89BB-A9CB-3ED7B888EF64}"/>
              </a:ext>
            </a:extLst>
          </p:cNvPr>
          <p:cNvSpPr txBox="1"/>
          <p:nvPr/>
        </p:nvSpPr>
        <p:spPr>
          <a:xfrm>
            <a:off x="3002559" y="2526712"/>
            <a:ext cx="1268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89092B-E1F4-F09A-888B-ADC6A7DADE0B}"/>
              </a:ext>
            </a:extLst>
          </p:cNvPr>
          <p:cNvCxnSpPr>
            <a:cxnSpLocks/>
          </p:cNvCxnSpPr>
          <p:nvPr/>
        </p:nvCxnSpPr>
        <p:spPr>
          <a:xfrm>
            <a:off x="4850366" y="2534940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19A4C8E-111F-E2EC-9F6B-EFAADF2ED64B}"/>
              </a:ext>
            </a:extLst>
          </p:cNvPr>
          <p:cNvSpPr/>
          <p:nvPr/>
        </p:nvSpPr>
        <p:spPr>
          <a:xfrm>
            <a:off x="5681038" y="1850307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/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Channel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sz="2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blipFill>
                <a:blip r:embed="rId3"/>
                <a:stretch>
                  <a:fillRect r="-58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D418026-3AAF-BFDD-3348-6EF80DA77C2D}"/>
              </a:ext>
            </a:extLst>
          </p:cNvPr>
          <p:cNvSpPr/>
          <p:nvPr/>
        </p:nvSpPr>
        <p:spPr>
          <a:xfrm>
            <a:off x="5681038" y="4047111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C930C-6D62-BDD7-EF19-B7AB4A05663C}"/>
              </a:ext>
            </a:extLst>
          </p:cNvPr>
          <p:cNvSpPr txBox="1"/>
          <p:nvPr/>
        </p:nvSpPr>
        <p:spPr>
          <a:xfrm>
            <a:off x="2838505" y="4499969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/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𝑃𝐿</m:t>
                          </m:r>
                        </m:sub>
                      </m:sSub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2A0E41-E879-DCB4-CCFF-7F7DF26EFF99}"/>
              </a:ext>
            </a:extLst>
          </p:cNvPr>
          <p:cNvCxnSpPr>
            <a:cxnSpLocks/>
          </p:cNvCxnSpPr>
          <p:nvPr/>
        </p:nvCxnSpPr>
        <p:spPr>
          <a:xfrm>
            <a:off x="4850366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7283D-7206-3CDF-5203-96D76A85C638}"/>
              </a:ext>
            </a:extLst>
          </p:cNvPr>
          <p:cNvCxnSpPr>
            <a:cxnSpLocks/>
          </p:cNvCxnSpPr>
          <p:nvPr/>
        </p:nvCxnSpPr>
        <p:spPr>
          <a:xfrm>
            <a:off x="8059117" y="25599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FC46B-A471-2F7E-73C3-AFCA29969A81}"/>
              </a:ext>
            </a:extLst>
          </p:cNvPr>
          <p:cNvSpPr/>
          <p:nvPr/>
        </p:nvSpPr>
        <p:spPr>
          <a:xfrm>
            <a:off x="8946599" y="18585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/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blipFill>
                <a:blip r:embed="rId5"/>
                <a:stretch>
                  <a:fillRect t="-18182" b="-1012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1A9AB9-8014-6403-3C61-AB3A7D257BEF}"/>
              </a:ext>
            </a:extLst>
          </p:cNvPr>
          <p:cNvCxnSpPr>
            <a:cxnSpLocks/>
          </p:cNvCxnSpPr>
          <p:nvPr/>
        </p:nvCxnSpPr>
        <p:spPr>
          <a:xfrm>
            <a:off x="8071643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8DF1E-63E7-4AEC-9B5F-6DE18D4694F1}"/>
              </a:ext>
            </a:extLst>
          </p:cNvPr>
          <p:cNvSpPr/>
          <p:nvPr/>
        </p:nvSpPr>
        <p:spPr>
          <a:xfrm>
            <a:off x="8959125" y="40447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/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𝐴𝑟𝑒𝑎</m:t>
                        </m:r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blipFill>
                <a:blip r:embed="rId6"/>
                <a:stretch>
                  <a:fillRect t="-17949" b="-10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diagram of a diagram&#10;&#10;Description automatically generated">
            <a:extLst>
              <a:ext uri="{FF2B5EF4-FFF2-40B4-BE49-F238E27FC236}">
                <a16:creationId xmlns:a16="http://schemas.microsoft.com/office/drawing/2014/main" id="{8916977F-78C6-39A5-36FC-C048432DE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74" y="2011719"/>
            <a:ext cx="1391483" cy="171869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3289E6-F660-21FA-C6D5-C94538F78979}"/>
              </a:ext>
            </a:extLst>
          </p:cNvPr>
          <p:cNvSpPr txBox="1"/>
          <p:nvPr/>
        </p:nvSpPr>
        <p:spPr>
          <a:xfrm>
            <a:off x="472369" y="1550760"/>
            <a:ext cx="11619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CDFG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1EF69C-3844-7289-3105-0CEA26475220}"/>
              </a:ext>
            </a:extLst>
          </p:cNvPr>
          <p:cNvSpPr/>
          <p:nvPr/>
        </p:nvSpPr>
        <p:spPr>
          <a:xfrm>
            <a:off x="2543485" y="4069786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BBC9BD-40F0-BFA0-BA08-5920A1C21B68}"/>
              </a:ext>
            </a:extLst>
          </p:cNvPr>
          <p:cNvCxnSpPr>
            <a:cxnSpLocks/>
          </p:cNvCxnSpPr>
          <p:nvPr/>
        </p:nvCxnSpPr>
        <p:spPr>
          <a:xfrm>
            <a:off x="1634322" y="3871336"/>
            <a:ext cx="808959" cy="849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F1EA6-D102-8AA4-DDED-F150B924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712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19A4C8E-111F-E2EC-9F6B-EFAADF2ED64B}"/>
              </a:ext>
            </a:extLst>
          </p:cNvPr>
          <p:cNvSpPr/>
          <p:nvPr/>
        </p:nvSpPr>
        <p:spPr>
          <a:xfrm>
            <a:off x="5681038" y="1850307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/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Channel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sz="2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blipFill>
                <a:blip r:embed="rId3"/>
                <a:stretch>
                  <a:fillRect r="-58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D418026-3AAF-BFDD-3348-6EF80DA77C2D}"/>
              </a:ext>
            </a:extLst>
          </p:cNvPr>
          <p:cNvSpPr/>
          <p:nvPr/>
        </p:nvSpPr>
        <p:spPr>
          <a:xfrm>
            <a:off x="5681038" y="4047111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/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𝑃𝐿</m:t>
                          </m:r>
                        </m:sub>
                      </m:sSub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7283D-7206-3CDF-5203-96D76A85C638}"/>
              </a:ext>
            </a:extLst>
          </p:cNvPr>
          <p:cNvCxnSpPr>
            <a:cxnSpLocks/>
          </p:cNvCxnSpPr>
          <p:nvPr/>
        </p:nvCxnSpPr>
        <p:spPr>
          <a:xfrm>
            <a:off x="8059117" y="25599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FC46B-A471-2F7E-73C3-AFCA29969A81}"/>
              </a:ext>
            </a:extLst>
          </p:cNvPr>
          <p:cNvSpPr/>
          <p:nvPr/>
        </p:nvSpPr>
        <p:spPr>
          <a:xfrm>
            <a:off x="8946599" y="18585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/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blipFill>
                <a:blip r:embed="rId5"/>
                <a:stretch>
                  <a:fillRect t="-18182" b="-1012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1A9AB9-8014-6403-3C61-AB3A7D257BEF}"/>
              </a:ext>
            </a:extLst>
          </p:cNvPr>
          <p:cNvCxnSpPr>
            <a:cxnSpLocks/>
          </p:cNvCxnSpPr>
          <p:nvPr/>
        </p:nvCxnSpPr>
        <p:spPr>
          <a:xfrm>
            <a:off x="8071643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8DF1E-63E7-4AEC-9B5F-6DE18D4694F1}"/>
              </a:ext>
            </a:extLst>
          </p:cNvPr>
          <p:cNvSpPr/>
          <p:nvPr/>
        </p:nvSpPr>
        <p:spPr>
          <a:xfrm>
            <a:off x="8959125" y="40447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/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𝐴𝑟𝑒𝑎</m:t>
                        </m:r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blipFill>
                <a:blip r:embed="rId6"/>
                <a:stretch>
                  <a:fillRect t="-17949" b="-10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 descr="VLSI Physical Design: timing paths">
            <a:extLst>
              <a:ext uri="{FF2B5EF4-FFF2-40B4-BE49-F238E27FC236}">
                <a16:creationId xmlns:a16="http://schemas.microsoft.com/office/drawing/2014/main" id="{CB980FD7-ADFA-626F-CE90-4BAE71C65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59" y="1783853"/>
            <a:ext cx="4268607" cy="167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A16409F-AEFB-9833-3837-755970C3878B}"/>
              </a:ext>
            </a:extLst>
          </p:cNvPr>
          <p:cNvSpPr/>
          <p:nvPr/>
        </p:nvSpPr>
        <p:spPr>
          <a:xfrm rot="16200000">
            <a:off x="1914688" y="2218795"/>
            <a:ext cx="578620" cy="231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8C8CA9-5F0C-7371-D44B-4A9403B4BEA2}"/>
              </a:ext>
            </a:extLst>
          </p:cNvPr>
          <p:cNvSpPr/>
          <p:nvPr/>
        </p:nvSpPr>
        <p:spPr>
          <a:xfrm rot="16200000">
            <a:off x="3018811" y="2230659"/>
            <a:ext cx="578620" cy="231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Oval Callout 28">
            <a:extLst>
              <a:ext uri="{FF2B5EF4-FFF2-40B4-BE49-F238E27FC236}">
                <a16:creationId xmlns:a16="http://schemas.microsoft.com/office/drawing/2014/main" id="{5FA1B116-8E4F-1054-16E5-98AFA203E9BD}"/>
              </a:ext>
            </a:extLst>
          </p:cNvPr>
          <p:cNvSpPr/>
          <p:nvPr/>
        </p:nvSpPr>
        <p:spPr>
          <a:xfrm flipH="1">
            <a:off x="383223" y="1464780"/>
            <a:ext cx="4665677" cy="2190423"/>
          </a:xfrm>
          <a:prstGeom prst="wedgeEllipseCallout">
            <a:avLst>
              <a:gd name="adj1" fmla="val -76138"/>
              <a:gd name="adj2" fmla="val 88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Oval Callout 1">
            <a:extLst>
              <a:ext uri="{FF2B5EF4-FFF2-40B4-BE49-F238E27FC236}">
                <a16:creationId xmlns:a16="http://schemas.microsoft.com/office/drawing/2014/main" id="{EA01130E-83B6-38BB-9E19-85B62D2EBCBE}"/>
              </a:ext>
            </a:extLst>
          </p:cNvPr>
          <p:cNvSpPr/>
          <p:nvPr/>
        </p:nvSpPr>
        <p:spPr>
          <a:xfrm flipH="1">
            <a:off x="446434" y="3916456"/>
            <a:ext cx="4665677" cy="2190423"/>
          </a:xfrm>
          <a:prstGeom prst="wedgeEllipseCallout">
            <a:avLst>
              <a:gd name="adj1" fmla="val -76668"/>
              <a:gd name="adj2" fmla="val -2046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A5B203-32A9-5B3E-0A93-63061CD2D690}"/>
              </a:ext>
            </a:extLst>
          </p:cNvPr>
          <p:cNvGrpSpPr/>
          <p:nvPr/>
        </p:nvGrpSpPr>
        <p:grpSpPr>
          <a:xfrm rot="16200000" flipH="1">
            <a:off x="2188124" y="4032750"/>
            <a:ext cx="1182296" cy="1861795"/>
            <a:chOff x="5731164" y="3016466"/>
            <a:chExt cx="1206341" cy="94427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9E06C63-0E79-5A3F-3199-8D2AB5B39B57}"/>
                </a:ext>
              </a:extLst>
            </p:cNvPr>
            <p:cNvCxnSpPr>
              <a:cxnSpLocks/>
            </p:cNvCxnSpPr>
            <p:nvPr/>
          </p:nvCxnSpPr>
          <p:spPr>
            <a:xfrm>
              <a:off x="5731164" y="3016466"/>
              <a:ext cx="0" cy="9442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B5F0E2C-A3D6-13F5-DBEA-3A89D30AE2A6}"/>
                </a:ext>
              </a:extLst>
            </p:cNvPr>
            <p:cNvCxnSpPr>
              <a:cxnSpLocks/>
            </p:cNvCxnSpPr>
            <p:nvPr/>
          </p:nvCxnSpPr>
          <p:spPr>
            <a:xfrm>
              <a:off x="6304200" y="3030099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5A333A8-65FC-12F9-DAD5-B25B1044D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7505" y="3016466"/>
              <a:ext cx="0" cy="930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341B75-955F-3E41-B36B-C7BA92CE1BD8}"/>
              </a:ext>
            </a:extLst>
          </p:cNvPr>
          <p:cNvSpPr txBox="1"/>
          <p:nvPr/>
        </p:nvSpPr>
        <p:spPr>
          <a:xfrm>
            <a:off x="1406075" y="467735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7D7B01-C853-9A69-670B-5E831E5B31CF}"/>
              </a:ext>
            </a:extLst>
          </p:cNvPr>
          <p:cNvSpPr txBox="1"/>
          <p:nvPr/>
        </p:nvSpPr>
        <p:spPr>
          <a:xfrm>
            <a:off x="1406075" y="4141666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B23455-FDAE-2967-1BE5-1D046252DD8A}"/>
              </a:ext>
            </a:extLst>
          </p:cNvPr>
          <p:cNvSpPr txBox="1"/>
          <p:nvPr/>
        </p:nvSpPr>
        <p:spPr>
          <a:xfrm>
            <a:off x="1400425" y="532396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ACADA8-AC3B-9B1C-0DE2-3F8EDB65B3F0}"/>
              </a:ext>
            </a:extLst>
          </p:cNvPr>
          <p:cNvSpPr/>
          <p:nvPr/>
        </p:nvSpPr>
        <p:spPr>
          <a:xfrm rot="16200000">
            <a:off x="1791497" y="4548020"/>
            <a:ext cx="950733" cy="231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EEDEC1-63AC-ADFE-EB41-F35EFC2DAF8B}"/>
              </a:ext>
            </a:extLst>
          </p:cNvPr>
          <p:cNvSpPr/>
          <p:nvPr/>
        </p:nvSpPr>
        <p:spPr>
          <a:xfrm rot="16200000">
            <a:off x="2619024" y="5439172"/>
            <a:ext cx="578620" cy="2312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C548DA-B9B2-1E92-DB4C-AD819186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61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8469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19A4C8E-111F-E2EC-9F6B-EFAADF2ED64B}"/>
              </a:ext>
            </a:extLst>
          </p:cNvPr>
          <p:cNvSpPr/>
          <p:nvPr/>
        </p:nvSpPr>
        <p:spPr>
          <a:xfrm>
            <a:off x="5681038" y="1850307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/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Channel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sz="2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blipFill>
                <a:blip r:embed="rId3"/>
                <a:stretch>
                  <a:fillRect r="-58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D418026-3AAF-BFDD-3348-6EF80DA77C2D}"/>
              </a:ext>
            </a:extLst>
          </p:cNvPr>
          <p:cNvSpPr/>
          <p:nvPr/>
        </p:nvSpPr>
        <p:spPr>
          <a:xfrm>
            <a:off x="5681038" y="4047111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/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𝑃𝐿</m:t>
                          </m:r>
                        </m:sub>
                      </m:sSub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7283D-7206-3CDF-5203-96D76A85C638}"/>
              </a:ext>
            </a:extLst>
          </p:cNvPr>
          <p:cNvCxnSpPr>
            <a:cxnSpLocks/>
          </p:cNvCxnSpPr>
          <p:nvPr/>
        </p:nvCxnSpPr>
        <p:spPr>
          <a:xfrm>
            <a:off x="8059117" y="25599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FC46B-A471-2F7E-73C3-AFCA29969A81}"/>
              </a:ext>
            </a:extLst>
          </p:cNvPr>
          <p:cNvSpPr/>
          <p:nvPr/>
        </p:nvSpPr>
        <p:spPr>
          <a:xfrm>
            <a:off x="8946599" y="18585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/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blipFill>
                <a:blip r:embed="rId5"/>
                <a:stretch>
                  <a:fillRect t="-18182" b="-1012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1A9AB9-8014-6403-3C61-AB3A7D257BEF}"/>
              </a:ext>
            </a:extLst>
          </p:cNvPr>
          <p:cNvCxnSpPr>
            <a:cxnSpLocks/>
          </p:cNvCxnSpPr>
          <p:nvPr/>
        </p:nvCxnSpPr>
        <p:spPr>
          <a:xfrm>
            <a:off x="8071643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8DF1E-63E7-4AEC-9B5F-6DE18D4694F1}"/>
              </a:ext>
            </a:extLst>
          </p:cNvPr>
          <p:cNvSpPr/>
          <p:nvPr/>
        </p:nvSpPr>
        <p:spPr>
          <a:xfrm>
            <a:off x="8959125" y="40447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/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𝐴𝑟𝑒𝑎</m:t>
                        </m:r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blipFill>
                <a:blip r:embed="rId6"/>
                <a:stretch>
                  <a:fillRect t="-17949" b="-10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C9F768-84EF-961C-93A9-B23BFE0D866E}"/>
              </a:ext>
            </a:extLst>
          </p:cNvPr>
          <p:cNvCxnSpPr>
            <a:cxnSpLocks/>
          </p:cNvCxnSpPr>
          <p:nvPr/>
        </p:nvCxnSpPr>
        <p:spPr>
          <a:xfrm>
            <a:off x="1741823" y="2559993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4D3FCB2-C25C-6CAF-F66C-C4B64EAE3C38}"/>
              </a:ext>
            </a:extLst>
          </p:cNvPr>
          <p:cNvSpPr/>
          <p:nvPr/>
        </p:nvSpPr>
        <p:spPr>
          <a:xfrm>
            <a:off x="2543489" y="1852683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D3991-8438-4310-1A30-92B33AE11D80}"/>
              </a:ext>
            </a:extLst>
          </p:cNvPr>
          <p:cNvSpPr txBox="1"/>
          <p:nvPr/>
        </p:nvSpPr>
        <p:spPr>
          <a:xfrm>
            <a:off x="2787750" y="2057526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CA2975-37FA-A5AD-421D-9A0FD23D1849}"/>
              </a:ext>
            </a:extLst>
          </p:cNvPr>
          <p:cNvSpPr txBox="1"/>
          <p:nvPr/>
        </p:nvSpPr>
        <p:spPr>
          <a:xfrm>
            <a:off x="3002559" y="2526712"/>
            <a:ext cx="1268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73D412-A4BE-3557-68DF-ACEFE12E0A5F}"/>
              </a:ext>
            </a:extLst>
          </p:cNvPr>
          <p:cNvCxnSpPr>
            <a:cxnSpLocks/>
          </p:cNvCxnSpPr>
          <p:nvPr/>
        </p:nvCxnSpPr>
        <p:spPr>
          <a:xfrm>
            <a:off x="4850366" y="2534940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0A5B2A6-2209-EA91-9FF2-43988694CEAB}"/>
              </a:ext>
            </a:extLst>
          </p:cNvPr>
          <p:cNvSpPr txBox="1"/>
          <p:nvPr/>
        </p:nvSpPr>
        <p:spPr>
          <a:xfrm>
            <a:off x="2838505" y="4499969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34D085-DEEB-5510-BB31-2B35632B50AE}"/>
              </a:ext>
            </a:extLst>
          </p:cNvPr>
          <p:cNvCxnSpPr>
            <a:cxnSpLocks/>
          </p:cNvCxnSpPr>
          <p:nvPr/>
        </p:nvCxnSpPr>
        <p:spPr>
          <a:xfrm>
            <a:off x="4850366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40DACB8-9FD5-65B4-FC7B-46D620CD29A6}"/>
              </a:ext>
            </a:extLst>
          </p:cNvPr>
          <p:cNvSpPr txBox="1"/>
          <p:nvPr/>
        </p:nvSpPr>
        <p:spPr>
          <a:xfrm>
            <a:off x="457739" y="2313770"/>
            <a:ext cx="11619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CDFG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71AB08-C15F-99FF-13C8-2A70963AAE0C}"/>
              </a:ext>
            </a:extLst>
          </p:cNvPr>
          <p:cNvSpPr/>
          <p:nvPr/>
        </p:nvSpPr>
        <p:spPr>
          <a:xfrm>
            <a:off x="2543485" y="4069786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34F3FF-034C-4449-AD0F-D7AF9B6564FC}"/>
              </a:ext>
            </a:extLst>
          </p:cNvPr>
          <p:cNvCxnSpPr>
            <a:cxnSpLocks/>
          </p:cNvCxnSpPr>
          <p:nvPr/>
        </p:nvCxnSpPr>
        <p:spPr>
          <a:xfrm>
            <a:off x="1634322" y="3871336"/>
            <a:ext cx="808959" cy="849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1893C6-FA17-CA60-10DE-5DFC584EB2E9}"/>
                  </a:ext>
                </a:extLst>
              </p:cNvPr>
              <p:cNvSpPr txBox="1"/>
              <p:nvPr/>
            </p:nvSpPr>
            <p:spPr>
              <a:xfrm>
                <a:off x="3041904" y="5762391"/>
                <a:ext cx="6108192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𝑂𝐵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𝑃𝐿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1893C6-FA17-CA60-10DE-5DFC584EB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904" y="5762391"/>
                <a:ext cx="6108192" cy="763029"/>
              </a:xfrm>
              <a:prstGeom prst="rect">
                <a:avLst/>
              </a:prstGeom>
              <a:blipFill>
                <a:blip r:embed="rId8"/>
                <a:stretch>
                  <a:fillRect t="-121311" b="-1704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7655C-0453-3484-7FC2-9C879654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62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0562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1" y="90826"/>
            <a:ext cx="10128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666E0E9-6516-5B0F-46B8-7DCD0C06CE3D}"/>
              </a:ext>
            </a:extLst>
          </p:cNvPr>
          <p:cNvCxnSpPr>
            <a:cxnSpLocks/>
          </p:cNvCxnSpPr>
          <p:nvPr/>
        </p:nvCxnSpPr>
        <p:spPr>
          <a:xfrm>
            <a:off x="1741823" y="2559993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1F82393-8E7B-AEBB-4C17-E9B67B788DDB}"/>
              </a:ext>
            </a:extLst>
          </p:cNvPr>
          <p:cNvSpPr/>
          <p:nvPr/>
        </p:nvSpPr>
        <p:spPr>
          <a:xfrm>
            <a:off x="2543489" y="1852683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9AF78-C5FA-52DB-8E26-2C13984A478F}"/>
              </a:ext>
            </a:extLst>
          </p:cNvPr>
          <p:cNvSpPr txBox="1"/>
          <p:nvPr/>
        </p:nvSpPr>
        <p:spPr>
          <a:xfrm>
            <a:off x="2787750" y="2057526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9B5BD-0238-89BB-A9CB-3ED7B888EF64}"/>
              </a:ext>
            </a:extLst>
          </p:cNvPr>
          <p:cNvSpPr txBox="1"/>
          <p:nvPr/>
        </p:nvSpPr>
        <p:spPr>
          <a:xfrm>
            <a:off x="3002559" y="2526712"/>
            <a:ext cx="1268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89092B-E1F4-F09A-888B-ADC6A7DADE0B}"/>
              </a:ext>
            </a:extLst>
          </p:cNvPr>
          <p:cNvCxnSpPr>
            <a:cxnSpLocks/>
          </p:cNvCxnSpPr>
          <p:nvPr/>
        </p:nvCxnSpPr>
        <p:spPr>
          <a:xfrm>
            <a:off x="4850366" y="2534940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19A4C8E-111F-E2EC-9F6B-EFAADF2ED64B}"/>
              </a:ext>
            </a:extLst>
          </p:cNvPr>
          <p:cNvSpPr/>
          <p:nvPr/>
        </p:nvSpPr>
        <p:spPr>
          <a:xfrm>
            <a:off x="5681038" y="1850307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/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Channel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CN" sz="2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A9574-DBCA-D1EE-BA04-C32CADFCE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29" y="2042497"/>
                <a:ext cx="1945271" cy="1046440"/>
              </a:xfrm>
              <a:prstGeom prst="rect">
                <a:avLst/>
              </a:prstGeom>
              <a:blipFill>
                <a:blip r:embed="rId3"/>
                <a:stretch>
                  <a:fillRect r="-58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D418026-3AAF-BFDD-3348-6EF80DA77C2D}"/>
              </a:ext>
            </a:extLst>
          </p:cNvPr>
          <p:cNvSpPr/>
          <p:nvPr/>
        </p:nvSpPr>
        <p:spPr>
          <a:xfrm>
            <a:off x="5681038" y="4047111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C930C-6D62-BDD7-EF19-B7AB4A05663C}"/>
              </a:ext>
            </a:extLst>
          </p:cNvPr>
          <p:cNvSpPr txBox="1"/>
          <p:nvPr/>
        </p:nvSpPr>
        <p:spPr>
          <a:xfrm>
            <a:off x="2838505" y="4499969"/>
            <a:ext cx="16984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/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60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𝑃𝐿</m:t>
                          </m:r>
                        </m:sub>
                      </m:sSub>
                    </m:oMath>
                  </m:oMathPara>
                </a14:m>
                <a:endParaRPr lang="en-CN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endParaRPr lang="en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15337-262D-844D-1C62-36850DB9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47" y="4197919"/>
                <a:ext cx="2905821" cy="14641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2A0E41-E879-DCB4-CCFF-7F7DF26EFF99}"/>
              </a:ext>
            </a:extLst>
          </p:cNvPr>
          <p:cNvCxnSpPr>
            <a:cxnSpLocks/>
          </p:cNvCxnSpPr>
          <p:nvPr/>
        </p:nvCxnSpPr>
        <p:spPr>
          <a:xfrm>
            <a:off x="4850366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A7283D-7206-3CDF-5203-96D76A85C638}"/>
              </a:ext>
            </a:extLst>
          </p:cNvPr>
          <p:cNvCxnSpPr>
            <a:cxnSpLocks/>
          </p:cNvCxnSpPr>
          <p:nvPr/>
        </p:nvCxnSpPr>
        <p:spPr>
          <a:xfrm>
            <a:off x="8059117" y="25599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FC46B-A471-2F7E-73C3-AFCA29969A81}"/>
              </a:ext>
            </a:extLst>
          </p:cNvPr>
          <p:cNvSpPr/>
          <p:nvPr/>
        </p:nvSpPr>
        <p:spPr>
          <a:xfrm>
            <a:off x="8946599" y="18585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/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30F169-0756-3330-F9B8-E44BEA63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990" y="2011719"/>
                <a:ext cx="1945271" cy="969496"/>
              </a:xfrm>
              <a:prstGeom prst="rect">
                <a:avLst/>
              </a:prstGeom>
              <a:blipFill>
                <a:blip r:embed="rId5"/>
                <a:stretch>
                  <a:fillRect t="-18182" b="-1012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1A9AB9-8014-6403-3C61-AB3A7D257BEF}"/>
              </a:ext>
            </a:extLst>
          </p:cNvPr>
          <p:cNvCxnSpPr>
            <a:cxnSpLocks/>
          </p:cNvCxnSpPr>
          <p:nvPr/>
        </p:nvCxnSpPr>
        <p:spPr>
          <a:xfrm>
            <a:off x="8071643" y="4746192"/>
            <a:ext cx="701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F38DF1E-63E7-4AEC-9B5F-6DE18D4694F1}"/>
              </a:ext>
            </a:extLst>
          </p:cNvPr>
          <p:cNvSpPr/>
          <p:nvPr/>
        </p:nvSpPr>
        <p:spPr>
          <a:xfrm>
            <a:off x="8959125" y="4044734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/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𝑎𝑥</m:t>
                      </m:r>
                      <m:r>
                        <a:rPr lang="zh-CN" alt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sz="26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𝐴𝑟𝑒𝑎</m:t>
                        </m:r>
                      </m:e>
                    </m:nary>
                  </m:oMath>
                </a14:m>
                <a:endParaRPr lang="en-US" altLang="zh-CN" sz="2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B55C27-094C-31B2-9E53-221577A3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516" y="4197919"/>
                <a:ext cx="1945271" cy="969496"/>
              </a:xfrm>
              <a:prstGeom prst="rect">
                <a:avLst/>
              </a:prstGeom>
              <a:blipFill>
                <a:blip r:embed="rId6"/>
                <a:stretch>
                  <a:fillRect t="-17949" b="-10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B3289E6-F660-21FA-C6D5-C94538F78979}"/>
              </a:ext>
            </a:extLst>
          </p:cNvPr>
          <p:cNvSpPr txBox="1"/>
          <p:nvPr/>
        </p:nvSpPr>
        <p:spPr>
          <a:xfrm>
            <a:off x="508068" y="2313770"/>
            <a:ext cx="11619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N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CDFG</a:t>
            </a:r>
            <a:endParaRPr lang="en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1EF69C-3844-7289-3105-0CEA26475220}"/>
              </a:ext>
            </a:extLst>
          </p:cNvPr>
          <p:cNvSpPr/>
          <p:nvPr/>
        </p:nvSpPr>
        <p:spPr>
          <a:xfrm>
            <a:off x="2543485" y="4069786"/>
            <a:ext cx="2192055" cy="13528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BBC9BD-40F0-BFA0-BA08-5920A1C21B68}"/>
              </a:ext>
            </a:extLst>
          </p:cNvPr>
          <p:cNvCxnSpPr>
            <a:cxnSpLocks/>
          </p:cNvCxnSpPr>
          <p:nvPr/>
        </p:nvCxnSpPr>
        <p:spPr>
          <a:xfrm>
            <a:off x="1634322" y="3871336"/>
            <a:ext cx="808959" cy="849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92BDBB-CFC9-BA48-3B5E-3F41CDA4F171}"/>
              </a:ext>
            </a:extLst>
          </p:cNvPr>
          <p:cNvSpPr txBox="1"/>
          <p:nvPr/>
        </p:nvSpPr>
        <p:spPr>
          <a:xfrm>
            <a:off x="774789" y="6110517"/>
            <a:ext cx="11111345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Channels’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occupancies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1BB48-A18D-4245-2AD6-EC344DEA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63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7572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A93B0B-3099-7141-20BF-78DA6775E881}"/>
              </a:ext>
            </a:extLst>
          </p:cNvPr>
          <p:cNvSpPr txBox="1"/>
          <p:nvPr/>
        </p:nvSpPr>
        <p:spPr>
          <a:xfrm>
            <a:off x="583046" y="1278728"/>
            <a:ext cx="5251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CFDFC.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1496DF-4DE0-55B3-1FE2-2353C1E0E9B0}"/>
              </a:ext>
            </a:extLst>
          </p:cNvPr>
          <p:cNvSpPr txBox="1"/>
          <p:nvPr/>
        </p:nvSpPr>
        <p:spPr>
          <a:xfrm>
            <a:off x="816638" y="1949591"/>
            <a:ext cx="3239990" cy="2241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Full-transparent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0ED80E-762A-0421-F1E9-01201741EE40}"/>
                  </a:ext>
                </a:extLst>
              </p:cNvPr>
              <p:cNvSpPr txBox="1"/>
              <p:nvPr/>
            </p:nvSpPr>
            <p:spPr>
              <a:xfrm>
                <a:off x="5035760" y="2078975"/>
                <a:ext cx="220445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0ED80E-762A-0421-F1E9-01201741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760" y="2078975"/>
                <a:ext cx="2204450" cy="4756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3FFD60-3D04-FF8E-ABC9-5CF56D532962}"/>
                  </a:ext>
                </a:extLst>
              </p:cNvPr>
              <p:cNvSpPr txBox="1"/>
              <p:nvPr/>
            </p:nvSpPr>
            <p:spPr>
              <a:xfrm>
                <a:off x="5572208" y="2608906"/>
                <a:ext cx="2933304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3FFD60-3D04-FF8E-ABC9-5CF56D532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208" y="2608906"/>
                <a:ext cx="2933304" cy="475643"/>
              </a:xfrm>
              <a:prstGeom prst="rect">
                <a:avLst/>
              </a:prstGeom>
              <a:blipFill>
                <a:blip r:embed="rId4"/>
                <a:stretch>
                  <a:fillRect t="-2632" r="-431" b="-1842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FD25A6-B8A7-0F6A-EBAE-4F04016494C1}"/>
                  </a:ext>
                </a:extLst>
              </p:cNvPr>
              <p:cNvSpPr txBox="1"/>
              <p:nvPr/>
            </p:nvSpPr>
            <p:spPr>
              <a:xfrm>
                <a:off x="5585654" y="3138837"/>
                <a:ext cx="1654556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FD25A6-B8A7-0F6A-EBAE-4F0401649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54" y="3138837"/>
                <a:ext cx="1654556" cy="475643"/>
              </a:xfrm>
              <a:prstGeom prst="rect">
                <a:avLst/>
              </a:prstGeom>
              <a:blipFill>
                <a:blip r:embed="rId5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F725D-5569-FB1A-6BE1-817EBB37E261}"/>
                  </a:ext>
                </a:extLst>
              </p:cNvPr>
              <p:cNvSpPr txBox="1"/>
              <p:nvPr/>
            </p:nvSpPr>
            <p:spPr>
              <a:xfrm>
                <a:off x="5035760" y="3668768"/>
                <a:ext cx="2906180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F725D-5569-FB1A-6BE1-817EBB37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760" y="3668768"/>
                <a:ext cx="2906180" cy="4756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96CFE10-D984-B895-FF21-F7A379A4BFA9}"/>
              </a:ext>
            </a:extLst>
          </p:cNvPr>
          <p:cNvSpPr txBox="1"/>
          <p:nvPr/>
        </p:nvSpPr>
        <p:spPr>
          <a:xfrm>
            <a:off x="704271" y="4639314"/>
            <a:ext cx="1086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channel can have mixed types of buffer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70C3F1-B334-7A87-76E0-853D20D9154D}"/>
                  </a:ext>
                </a:extLst>
              </p:cNvPr>
              <p:cNvSpPr txBox="1"/>
              <p:nvPr/>
            </p:nvSpPr>
            <p:spPr>
              <a:xfrm>
                <a:off x="1860167" y="5241904"/>
                <a:ext cx="8940589" cy="47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𝑃𝐿</m:t>
                          </m:r>
                        </m:sub>
                      </m:sSub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̇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𝑇𝐵</m:t>
                          </m:r>
                        </m:sub>
                      </m:sSub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𝐹𝑇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𝑃𝐿</m:t>
                              </m:r>
                            </m:sub>
                          </m:sSub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CN" sz="240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70C3F1-B334-7A87-76E0-853D20D91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167" y="5241904"/>
                <a:ext cx="8940589" cy="475643"/>
              </a:xfrm>
              <a:prstGeom prst="rect">
                <a:avLst/>
              </a:prstGeom>
              <a:blipFill>
                <a:blip r:embed="rId7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3F440C-BB8F-0929-CC51-96795712BF6B}"/>
              </a:ext>
            </a:extLst>
          </p:cNvPr>
          <p:cNvSpPr/>
          <p:nvPr/>
        </p:nvSpPr>
        <p:spPr>
          <a:xfrm>
            <a:off x="5040649" y="2078975"/>
            <a:ext cx="887082" cy="21125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F629FA-C8C1-9085-64D1-F48441B1ACCE}"/>
              </a:ext>
            </a:extLst>
          </p:cNvPr>
          <p:cNvSpPr/>
          <p:nvPr/>
        </p:nvSpPr>
        <p:spPr>
          <a:xfrm>
            <a:off x="6815327" y="2078975"/>
            <a:ext cx="1658171" cy="21125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018F43-2D7B-D31D-0F5A-B099B58BEFB7}"/>
              </a:ext>
            </a:extLst>
          </p:cNvPr>
          <p:cNvCxnSpPr>
            <a:cxnSpLocks/>
          </p:cNvCxnSpPr>
          <p:nvPr/>
        </p:nvCxnSpPr>
        <p:spPr>
          <a:xfrm>
            <a:off x="2149642" y="5717547"/>
            <a:ext cx="967958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ABBF11-6F5A-05B7-5062-205AD686820B}"/>
              </a:ext>
            </a:extLst>
          </p:cNvPr>
          <p:cNvCxnSpPr>
            <a:cxnSpLocks/>
          </p:cNvCxnSpPr>
          <p:nvPr/>
        </p:nvCxnSpPr>
        <p:spPr>
          <a:xfrm>
            <a:off x="3500270" y="5717547"/>
            <a:ext cx="94933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323000-1B06-5655-3BFE-056D4EDF6B39}"/>
              </a:ext>
            </a:extLst>
          </p:cNvPr>
          <p:cNvCxnSpPr>
            <a:cxnSpLocks/>
          </p:cNvCxnSpPr>
          <p:nvPr/>
        </p:nvCxnSpPr>
        <p:spPr>
          <a:xfrm>
            <a:off x="6330461" y="5717547"/>
            <a:ext cx="1755139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00EA24-8946-B34C-76CD-339E753489BF}"/>
              </a:ext>
            </a:extLst>
          </p:cNvPr>
          <p:cNvCxnSpPr>
            <a:cxnSpLocks/>
          </p:cNvCxnSpPr>
          <p:nvPr/>
        </p:nvCxnSpPr>
        <p:spPr>
          <a:xfrm>
            <a:off x="9374400" y="5717547"/>
            <a:ext cx="115320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7A5453-32C8-B5B0-6E54-4AD5D9063AE9}"/>
              </a:ext>
            </a:extLst>
          </p:cNvPr>
          <p:cNvSpPr txBox="1"/>
          <p:nvPr/>
        </p:nvSpPr>
        <p:spPr>
          <a:xfrm>
            <a:off x="6477000" y="6119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301F6-34E3-F440-D5E7-8DBF6516670B}"/>
              </a:ext>
            </a:extLst>
          </p:cNvPr>
          <p:cNvSpPr txBox="1"/>
          <p:nvPr/>
        </p:nvSpPr>
        <p:spPr>
          <a:xfrm>
            <a:off x="3282462" y="5842663"/>
            <a:ext cx="827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Quadratically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Constrained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zh-CN" alt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(MIQCP)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57BD4-3EA9-3792-DE3B-13C28743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6948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7A5453-32C8-B5B0-6E54-4AD5D9063AE9}"/>
              </a:ext>
            </a:extLst>
          </p:cNvPr>
          <p:cNvSpPr txBox="1"/>
          <p:nvPr/>
        </p:nvSpPr>
        <p:spPr>
          <a:xfrm>
            <a:off x="6477000" y="6119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57BD4-3EA9-3792-DE3B-13C28743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65</a:t>
            </a:fld>
            <a:endParaRPr lang="en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3A39B4-ABF5-6744-BD68-5A7247F99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29" y="1204318"/>
            <a:ext cx="4116999" cy="483172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604DD56-8899-0534-C444-97D5F260C770}"/>
              </a:ext>
            </a:extLst>
          </p:cNvPr>
          <p:cNvSpPr/>
          <p:nvPr/>
        </p:nvSpPr>
        <p:spPr>
          <a:xfrm>
            <a:off x="1404257" y="3429000"/>
            <a:ext cx="342900" cy="6368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C3994F-D83F-586F-8479-437BA202EE89}"/>
              </a:ext>
            </a:extLst>
          </p:cNvPr>
          <p:cNvSpPr txBox="1"/>
          <p:nvPr/>
        </p:nvSpPr>
        <p:spPr>
          <a:xfrm>
            <a:off x="6281493" y="2126822"/>
            <a:ext cx="17299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643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653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35CF24-8696-8BFB-9FF5-A6FD977EFB55}"/>
              </a:ext>
            </a:extLst>
          </p:cNvPr>
          <p:cNvSpPr txBox="1"/>
          <p:nvPr/>
        </p:nvSpPr>
        <p:spPr>
          <a:xfrm>
            <a:off x="5549600" y="1547227"/>
            <a:ext cx="1092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#: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7A5453-32C8-B5B0-6E54-4AD5D9063AE9}"/>
              </a:ext>
            </a:extLst>
          </p:cNvPr>
          <p:cNvSpPr txBox="1"/>
          <p:nvPr/>
        </p:nvSpPr>
        <p:spPr>
          <a:xfrm>
            <a:off x="6477000" y="61196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57BD4-3EA9-3792-DE3B-13C28743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66</a:t>
            </a:fld>
            <a:endParaRPr lang="en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9BFC64-30C3-F28F-A273-9D270A728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50074"/>
              </p:ext>
            </p:extLst>
          </p:nvPr>
        </p:nvGraphicFramePr>
        <p:xfrm>
          <a:off x="234462" y="1876654"/>
          <a:ext cx="11767038" cy="42290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4095">
                  <a:extLst>
                    <a:ext uri="{9D8B030D-6E8A-4147-A177-3AD203B41FA5}">
                      <a16:colId xmlns:a16="http://schemas.microsoft.com/office/drawing/2014/main" val="1227618381"/>
                    </a:ext>
                  </a:extLst>
                </a:gridCol>
                <a:gridCol w="736673">
                  <a:extLst>
                    <a:ext uri="{9D8B030D-6E8A-4147-A177-3AD203B41FA5}">
                      <a16:colId xmlns:a16="http://schemas.microsoft.com/office/drawing/2014/main" val="3484256060"/>
                    </a:ext>
                  </a:extLst>
                </a:gridCol>
                <a:gridCol w="716570">
                  <a:extLst>
                    <a:ext uri="{9D8B030D-6E8A-4147-A177-3AD203B41FA5}">
                      <a16:colId xmlns:a16="http://schemas.microsoft.com/office/drawing/2014/main" val="3461983878"/>
                    </a:ext>
                  </a:extLst>
                </a:gridCol>
                <a:gridCol w="865414">
                  <a:extLst>
                    <a:ext uri="{9D8B030D-6E8A-4147-A177-3AD203B41FA5}">
                      <a16:colId xmlns:a16="http://schemas.microsoft.com/office/drawing/2014/main" val="38858217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10747657"/>
                    </a:ext>
                  </a:extLst>
                </a:gridCol>
                <a:gridCol w="724553">
                  <a:extLst>
                    <a:ext uri="{9D8B030D-6E8A-4147-A177-3AD203B41FA5}">
                      <a16:colId xmlns:a16="http://schemas.microsoft.com/office/drawing/2014/main" val="1117188771"/>
                    </a:ext>
                  </a:extLst>
                </a:gridCol>
                <a:gridCol w="868060">
                  <a:extLst>
                    <a:ext uri="{9D8B030D-6E8A-4147-A177-3AD203B41FA5}">
                      <a16:colId xmlns:a16="http://schemas.microsoft.com/office/drawing/2014/main" val="1805940935"/>
                    </a:ext>
                  </a:extLst>
                </a:gridCol>
                <a:gridCol w="868060">
                  <a:extLst>
                    <a:ext uri="{9D8B030D-6E8A-4147-A177-3AD203B41FA5}">
                      <a16:colId xmlns:a16="http://schemas.microsoft.com/office/drawing/2014/main" val="1736845828"/>
                    </a:ext>
                  </a:extLst>
                </a:gridCol>
                <a:gridCol w="868060">
                  <a:extLst>
                    <a:ext uri="{9D8B030D-6E8A-4147-A177-3AD203B41FA5}">
                      <a16:colId xmlns:a16="http://schemas.microsoft.com/office/drawing/2014/main" val="1530444228"/>
                    </a:ext>
                  </a:extLst>
                </a:gridCol>
                <a:gridCol w="868060">
                  <a:extLst>
                    <a:ext uri="{9D8B030D-6E8A-4147-A177-3AD203B41FA5}">
                      <a16:colId xmlns:a16="http://schemas.microsoft.com/office/drawing/2014/main" val="1833447373"/>
                    </a:ext>
                  </a:extLst>
                </a:gridCol>
                <a:gridCol w="797487">
                  <a:extLst>
                    <a:ext uri="{9D8B030D-6E8A-4147-A177-3AD203B41FA5}">
                      <a16:colId xmlns:a16="http://schemas.microsoft.com/office/drawing/2014/main" val="2628479693"/>
                    </a:ext>
                  </a:extLst>
                </a:gridCol>
                <a:gridCol w="783372">
                  <a:extLst>
                    <a:ext uri="{9D8B030D-6E8A-4147-A177-3AD203B41FA5}">
                      <a16:colId xmlns:a16="http://schemas.microsoft.com/office/drawing/2014/main" val="52681202"/>
                    </a:ext>
                  </a:extLst>
                </a:gridCol>
                <a:gridCol w="853946">
                  <a:extLst>
                    <a:ext uri="{9D8B030D-6E8A-4147-A177-3AD203B41FA5}">
                      <a16:colId xmlns:a16="http://schemas.microsoft.com/office/drawing/2014/main" val="3582318261"/>
                    </a:ext>
                  </a:extLst>
                </a:gridCol>
                <a:gridCol w="846888">
                  <a:extLst>
                    <a:ext uri="{9D8B030D-6E8A-4147-A177-3AD203B41FA5}">
                      <a16:colId xmlns:a16="http://schemas.microsoft.com/office/drawing/2014/main" val="198222571"/>
                    </a:ext>
                  </a:extLst>
                </a:gridCol>
              </a:tblGrid>
              <a:tr h="41921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Savings (%) Compared with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152846"/>
                  </a:ext>
                </a:extLst>
              </a:tr>
              <a:tr h="41921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work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'20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Dynamatic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'20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40599"/>
                  </a:ext>
                </a:extLst>
              </a:tr>
              <a:tr h="30824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extLst>
                  <a:ext uri="{0D108BD9-81ED-4DB2-BD59-A6C34878D82A}">
                    <a16:rowId xmlns:a16="http://schemas.microsoft.com/office/drawing/2014/main" val="2080106315"/>
                  </a:ext>
                </a:extLst>
              </a:tr>
              <a:tr h="30824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ctr"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03061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10.94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2724188267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12.08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2400374222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840294663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if_loop_2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1376527670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sumi3_mem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14.87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674223677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vedio_filter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20.69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-5.73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328219091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matvec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2045584693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image_resize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465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12.6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16.83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811886499"/>
                  </a:ext>
                </a:extLst>
              </a:tr>
              <a:tr h="3082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628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614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541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722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607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6314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10.9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227319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25.33</a:t>
                      </a:r>
                      <a:endParaRPr lang="en-C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7.84</a:t>
                      </a:r>
                      <a:endParaRPr lang="en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4" marR="189432" marT="6314" marB="0" anchor="b"/>
                </a:tc>
                <a:extLst>
                  <a:ext uri="{0D108BD9-81ED-4DB2-BD59-A6C34878D82A}">
                    <a16:rowId xmlns:a16="http://schemas.microsoft.com/office/drawing/2014/main" val="26404292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17DF8D-D0CC-6B24-3C9F-3154315E7DB2}"/>
              </a:ext>
            </a:extLst>
          </p:cNvPr>
          <p:cNvSpPr txBox="1"/>
          <p:nvPr/>
        </p:nvSpPr>
        <p:spPr>
          <a:xfrm>
            <a:off x="234462" y="1258693"/>
            <a:ext cx="5687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unchanged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44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F32A5-D473-643D-F81B-4D615279476B}"/>
              </a:ext>
            </a:extLst>
          </p:cNvPr>
          <p:cNvSpPr txBox="1"/>
          <p:nvPr/>
        </p:nvSpPr>
        <p:spPr>
          <a:xfrm>
            <a:off x="234462" y="90826"/>
            <a:ext cx="5215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Interesting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endParaRPr lang="en-CN" sz="3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3E99A-8748-8CD6-07CC-35322149708C}"/>
              </a:ext>
            </a:extLst>
          </p:cNvPr>
          <p:cNvCxnSpPr/>
          <p:nvPr/>
        </p:nvCxnSpPr>
        <p:spPr>
          <a:xfrm>
            <a:off x="0" y="74748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45BC3-5888-B806-5476-93AD378C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6A26-1766-F54F-AADB-31A72CB35CD5}" type="slidenum">
              <a:rPr lang="en-CN" smtClean="0"/>
              <a:t>67</a:t>
            </a:fld>
            <a:endParaRPr lang="en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20DFE-85BD-413F-87FC-1939FDE4B1DB}"/>
              </a:ext>
            </a:extLst>
          </p:cNvPr>
          <p:cNvSpPr/>
          <p:nvPr/>
        </p:nvSpPr>
        <p:spPr>
          <a:xfrm flipH="1">
            <a:off x="3350935" y="2054121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D64B77-3EB0-0117-DDCB-0CBBEDE5F5A6}"/>
              </a:ext>
            </a:extLst>
          </p:cNvPr>
          <p:cNvSpPr/>
          <p:nvPr/>
        </p:nvSpPr>
        <p:spPr>
          <a:xfrm flipH="1">
            <a:off x="3350934" y="3322216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8BB861-47E2-F70E-E109-AE2583CBA1A4}"/>
              </a:ext>
            </a:extLst>
          </p:cNvPr>
          <p:cNvCxnSpPr>
            <a:cxnSpLocks/>
          </p:cNvCxnSpPr>
          <p:nvPr/>
        </p:nvCxnSpPr>
        <p:spPr>
          <a:xfrm>
            <a:off x="4263620" y="1216961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F9A487-D45B-06C9-FB12-072CD05318FF}"/>
              </a:ext>
            </a:extLst>
          </p:cNvPr>
          <p:cNvCxnSpPr>
            <a:cxnSpLocks/>
          </p:cNvCxnSpPr>
          <p:nvPr/>
        </p:nvCxnSpPr>
        <p:spPr>
          <a:xfrm>
            <a:off x="4263620" y="4453932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028F426-CE1C-9E37-AEFA-AA13C50F35B6}"/>
              </a:ext>
            </a:extLst>
          </p:cNvPr>
          <p:cNvSpPr/>
          <p:nvPr/>
        </p:nvSpPr>
        <p:spPr>
          <a:xfrm>
            <a:off x="3154974" y="1822699"/>
            <a:ext cx="2295331" cy="263123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B541B-EAF9-158B-C930-AC01B7E47EEF}"/>
              </a:ext>
            </a:extLst>
          </p:cNvPr>
          <p:cNvSpPr/>
          <p:nvPr/>
        </p:nvSpPr>
        <p:spPr>
          <a:xfrm flipH="1">
            <a:off x="6643078" y="2054121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OEHB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F17F17-CF98-1B97-6604-49E6ED190B9C}"/>
              </a:ext>
            </a:extLst>
          </p:cNvPr>
          <p:cNvSpPr/>
          <p:nvPr/>
        </p:nvSpPr>
        <p:spPr>
          <a:xfrm flipH="1">
            <a:off x="6643077" y="3322216"/>
            <a:ext cx="1856773" cy="912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EHB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65FDCD-068C-9FEB-ACB1-38558F3706AB}"/>
              </a:ext>
            </a:extLst>
          </p:cNvPr>
          <p:cNvCxnSpPr>
            <a:cxnSpLocks/>
          </p:cNvCxnSpPr>
          <p:nvPr/>
        </p:nvCxnSpPr>
        <p:spPr>
          <a:xfrm>
            <a:off x="7557805" y="1448383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E5B30D-B26A-0949-5ABD-15A5278AA503}"/>
              </a:ext>
            </a:extLst>
          </p:cNvPr>
          <p:cNvCxnSpPr>
            <a:cxnSpLocks/>
          </p:cNvCxnSpPr>
          <p:nvPr/>
        </p:nvCxnSpPr>
        <p:spPr>
          <a:xfrm>
            <a:off x="7550008" y="4234861"/>
            <a:ext cx="0" cy="6057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CA16C6-BC7F-3B4E-3327-030FB5D8704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557805" y="2966766"/>
            <a:ext cx="13658" cy="35545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B73086-5338-A609-52C2-733F3E7B698E}"/>
              </a:ext>
            </a:extLst>
          </p:cNvPr>
          <p:cNvSpPr txBox="1"/>
          <p:nvPr/>
        </p:nvSpPr>
        <p:spPr>
          <a:xfrm>
            <a:off x="3116987" y="5547210"/>
            <a:ext cx="2295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FB8AF-90B8-C7A4-C0D8-5B1CDAF7ADB2}"/>
              </a:ext>
            </a:extLst>
          </p:cNvPr>
          <p:cNvSpPr txBox="1"/>
          <p:nvPr/>
        </p:nvSpPr>
        <p:spPr>
          <a:xfrm>
            <a:off x="6545456" y="5541498"/>
            <a:ext cx="2206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5538EF-A90A-D64F-EC68-65FD237BE16F}"/>
              </a:ext>
            </a:extLst>
          </p:cNvPr>
          <p:cNvSpPr txBox="1"/>
          <p:nvPr/>
        </p:nvSpPr>
        <p:spPr>
          <a:xfrm>
            <a:off x="1055271" y="1491105"/>
            <a:ext cx="914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</a:t>
            </a:r>
            <a:endParaRPr lang="en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36F6ED-B972-6BB4-5D69-DB6324119FE3}"/>
              </a:ext>
            </a:extLst>
          </p:cNvPr>
          <p:cNvSpPr txBox="1"/>
          <p:nvPr/>
        </p:nvSpPr>
        <p:spPr>
          <a:xfrm>
            <a:off x="4425321" y="1474859"/>
            <a:ext cx="15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Elastic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9644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3509</TotalTime>
  <Words>4268</Words>
  <Application>Microsoft Macintosh PowerPoint</Application>
  <PresentationFormat>Widescreen</PresentationFormat>
  <Paragraphs>1463</Paragraphs>
  <Slides>67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Aptos</vt:lpstr>
      <vt:lpstr>Aptos Display</vt:lpstr>
      <vt:lpstr>Arial</vt:lpstr>
      <vt:lpstr>Cambria Math</vt:lpstr>
      <vt:lpstr>Times New Roman</vt:lpstr>
      <vt:lpstr>Office Theme</vt:lpstr>
      <vt:lpstr>A Mathematical Formulation of Cost-Aware Buffer Placement for Dataflow Circuit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Qin</dc:creator>
  <cp:lastModifiedBy>Yuan Qin</cp:lastModifiedBy>
  <cp:revision>24</cp:revision>
  <dcterms:created xsi:type="dcterms:W3CDTF">2024-07-12T09:54:16Z</dcterms:created>
  <dcterms:modified xsi:type="dcterms:W3CDTF">2024-07-18T05:21:01Z</dcterms:modified>
</cp:coreProperties>
</file>