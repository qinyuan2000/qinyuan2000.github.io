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1"/>
  </p:notesMasterIdLst>
  <p:handoutMasterIdLst>
    <p:handoutMasterId r:id="rId122"/>
  </p:handoutMasterIdLst>
  <p:sldIdLst>
    <p:sldId id="256" r:id="rId2"/>
    <p:sldId id="494" r:id="rId3"/>
    <p:sldId id="345" r:id="rId4"/>
    <p:sldId id="501" r:id="rId5"/>
    <p:sldId id="500" r:id="rId6"/>
    <p:sldId id="502" r:id="rId7"/>
    <p:sldId id="503" r:id="rId8"/>
    <p:sldId id="504" r:id="rId9"/>
    <p:sldId id="346" r:id="rId10"/>
    <p:sldId id="379" r:id="rId11"/>
    <p:sldId id="505" r:id="rId12"/>
    <p:sldId id="506" r:id="rId13"/>
    <p:sldId id="507" r:id="rId14"/>
    <p:sldId id="261" r:id="rId15"/>
    <p:sldId id="508" r:id="rId16"/>
    <p:sldId id="509" r:id="rId17"/>
    <p:sldId id="489" r:id="rId18"/>
    <p:sldId id="321" r:id="rId19"/>
    <p:sldId id="514" r:id="rId20"/>
    <p:sldId id="515" r:id="rId21"/>
    <p:sldId id="516" r:id="rId22"/>
    <p:sldId id="496" r:id="rId23"/>
    <p:sldId id="495" r:id="rId24"/>
    <p:sldId id="497" r:id="rId25"/>
    <p:sldId id="349" r:id="rId26"/>
    <p:sldId id="517" r:id="rId27"/>
    <p:sldId id="518" r:id="rId28"/>
    <p:sldId id="519" r:id="rId29"/>
    <p:sldId id="520" r:id="rId30"/>
    <p:sldId id="521" r:id="rId31"/>
    <p:sldId id="510" r:id="rId32"/>
    <p:sldId id="389" r:id="rId33"/>
    <p:sldId id="467" r:id="rId34"/>
    <p:sldId id="498" r:id="rId35"/>
    <p:sldId id="523" r:id="rId36"/>
    <p:sldId id="522" r:id="rId37"/>
    <p:sldId id="524" r:id="rId38"/>
    <p:sldId id="474" r:id="rId39"/>
    <p:sldId id="475" r:id="rId40"/>
    <p:sldId id="525" r:id="rId41"/>
    <p:sldId id="526" r:id="rId42"/>
    <p:sldId id="480" r:id="rId43"/>
    <p:sldId id="527" r:id="rId44"/>
    <p:sldId id="538" r:id="rId45"/>
    <p:sldId id="530" r:id="rId46"/>
    <p:sldId id="531" r:id="rId47"/>
    <p:sldId id="532" r:id="rId48"/>
    <p:sldId id="511" r:id="rId49"/>
    <p:sldId id="402" r:id="rId50"/>
    <p:sldId id="404" r:id="rId51"/>
    <p:sldId id="406" r:id="rId52"/>
    <p:sldId id="408" r:id="rId53"/>
    <p:sldId id="409" r:id="rId54"/>
    <p:sldId id="411" r:id="rId55"/>
    <p:sldId id="412" r:id="rId56"/>
    <p:sldId id="416" r:id="rId57"/>
    <p:sldId id="417" r:id="rId58"/>
    <p:sldId id="419" r:id="rId59"/>
    <p:sldId id="420" r:id="rId60"/>
    <p:sldId id="421" r:id="rId61"/>
    <p:sldId id="423" r:id="rId62"/>
    <p:sldId id="424" r:id="rId63"/>
    <p:sldId id="425" r:id="rId64"/>
    <p:sldId id="426" r:id="rId65"/>
    <p:sldId id="427" r:id="rId66"/>
    <p:sldId id="428" r:id="rId67"/>
    <p:sldId id="431" r:id="rId68"/>
    <p:sldId id="432" r:id="rId69"/>
    <p:sldId id="433" r:id="rId70"/>
    <p:sldId id="512" r:id="rId71"/>
    <p:sldId id="533" r:id="rId72"/>
    <p:sldId id="536" r:id="rId73"/>
    <p:sldId id="534" r:id="rId74"/>
    <p:sldId id="537" r:id="rId75"/>
    <p:sldId id="462" r:id="rId76"/>
    <p:sldId id="373" r:id="rId77"/>
    <p:sldId id="434" r:id="rId78"/>
    <p:sldId id="444" r:id="rId79"/>
    <p:sldId id="445" r:id="rId80"/>
    <p:sldId id="446" r:id="rId81"/>
    <p:sldId id="447" r:id="rId82"/>
    <p:sldId id="448" r:id="rId83"/>
    <p:sldId id="452" r:id="rId84"/>
    <p:sldId id="454" r:id="rId85"/>
    <p:sldId id="463" r:id="rId86"/>
    <p:sldId id="453" r:id="rId87"/>
    <p:sldId id="455" r:id="rId88"/>
    <p:sldId id="457" r:id="rId89"/>
    <p:sldId id="460" r:id="rId90"/>
    <p:sldId id="456" r:id="rId91"/>
    <p:sldId id="461" r:id="rId92"/>
    <p:sldId id="458" r:id="rId93"/>
    <p:sldId id="459" r:id="rId94"/>
    <p:sldId id="539" r:id="rId95"/>
    <p:sldId id="464" r:id="rId96"/>
    <p:sldId id="465" r:id="rId97"/>
    <p:sldId id="322" r:id="rId98"/>
    <p:sldId id="323" r:id="rId99"/>
    <p:sldId id="361" r:id="rId100"/>
    <p:sldId id="363" r:id="rId101"/>
    <p:sldId id="396" r:id="rId102"/>
    <p:sldId id="391" r:id="rId103"/>
    <p:sldId id="392" r:id="rId104"/>
    <p:sldId id="393" r:id="rId105"/>
    <p:sldId id="394" r:id="rId106"/>
    <p:sldId id="395" r:id="rId107"/>
    <p:sldId id="437" r:id="rId108"/>
    <p:sldId id="374" r:id="rId109"/>
    <p:sldId id="439" r:id="rId110"/>
    <p:sldId id="485" r:id="rId111"/>
    <p:sldId id="486" r:id="rId112"/>
    <p:sldId id="487" r:id="rId113"/>
    <p:sldId id="435" r:id="rId114"/>
    <p:sldId id="397" r:id="rId115"/>
    <p:sldId id="398" r:id="rId116"/>
    <p:sldId id="441" r:id="rId117"/>
    <p:sldId id="442" r:id="rId118"/>
    <p:sldId id="443" r:id="rId119"/>
    <p:sldId id="528" r:id="rId1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5AA"/>
    <a:srgbClr val="B0E4A4"/>
    <a:srgbClr val="99BCED"/>
    <a:srgbClr val="C7D084"/>
    <a:srgbClr val="E9A8A4"/>
    <a:srgbClr val="76E2FE"/>
    <a:srgbClr val="EB9174"/>
    <a:srgbClr val="97AE35"/>
    <a:srgbClr val="26D6FF"/>
    <a:srgbClr val="14A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0284"/>
  </p:normalViewPr>
  <p:slideViewPr>
    <p:cSldViewPr snapToGrid="0" showGuides="1">
      <p:cViewPr varScale="1">
        <p:scale>
          <a:sx n="96" d="100"/>
          <a:sy n="96" d="100"/>
        </p:scale>
        <p:origin x="176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2" d="100"/>
          <a:sy n="112" d="100"/>
        </p:scale>
        <p:origin x="4773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25.11.25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25.11.25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184F-D050-19A7-5262-5DBD1C7F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DE978-80E2-67D1-25D7-020BD8B95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C63DA-D0AD-66AB-E9AE-46FEF26DB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AD6C5-0EA1-D91F-1FEA-11EEA843C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5411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BFCF-0133-6912-0DF6-339C08FA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B462C-D08A-E9CE-73EF-05C381D36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BBDD52-3C77-6B0A-937D-3DDD9E9F26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i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BBDD52-3C77-6B0A-937D-3DDD9E9F26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BB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that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emit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condition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reached.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𝑓_𝑐𝑜𝑛𝑠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MUX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input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chosen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consumed.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 Math" panose="02040503050406030204" pitchFamily="18" charset="0"/>
                  </a:rPr>
                  <a:t>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complete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if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𝑓_𝑝𝑟𝑜𝑑=𝑓_𝑐𝑜𝑛𝑠</a:t>
                </a:r>
                <a:r>
                  <a:rPr lang="en-US" altLang="zh-CN" i="1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3FF40-6A76-7C6D-2C93-BB0F7A2DA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789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076B-E70D-6A09-4110-951779F2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5A204-FDAE-8667-F0B8-00401E316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3766256-D61C-FBE1-FAF9-C2DE176B72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i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BBDD52-3C77-6B0A-937D-3DDD9E9F26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BB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that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emit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condition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reached.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𝑓_𝑐𝑜𝑛𝑠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MUX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input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chosen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consumed.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 Math" panose="02040503050406030204" pitchFamily="18" charset="0"/>
                  </a:rPr>
                  <a:t>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complete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if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𝑓_𝑝𝑟𝑜𝑑=𝑓_𝑐𝑜𝑛𝑠</a:t>
                </a:r>
                <a:r>
                  <a:rPr lang="en-US" altLang="zh-CN" i="1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19DF0-2047-0E3D-73BD-5CCFBFECC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7865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D80C-D450-D62F-BC87-EB28F212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E4202-1A9B-C39B-EAD1-65CBA6E3C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74AC6CF-22F0-507A-4B86-ED41AAC617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i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BBDD52-3C77-6B0A-937D-3DDD9E9F26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BB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that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emit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condition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reached.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𝑓_𝑐𝑜𝑛𝑠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MUX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input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chosen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consumed.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 Math" panose="02040503050406030204" pitchFamily="18" charset="0"/>
                  </a:rPr>
                  <a:t>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complete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if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𝑓_𝑝𝑟𝑜𝑑=𝑓_𝑐𝑜𝑛𝑠</a:t>
                </a:r>
                <a:r>
                  <a:rPr lang="en-US" altLang="zh-CN" i="1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8E528-A82C-1B91-3261-18991219C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3660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2D6A-FF5A-6D4B-47D3-6EBE1B58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394C3-9881-7889-95DC-A11E42B0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8FC4F72-42B4-E8AC-E2CE-3A777E7BC82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i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BBDD52-3C77-6B0A-937D-3DDD9E9F26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BB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that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emit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condition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reached.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𝑓_𝑐𝑜𝑛𝑠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MUX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input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chosen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consumed.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 Math" panose="02040503050406030204" pitchFamily="18" charset="0"/>
                  </a:rPr>
                  <a:t>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complete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if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𝑓_𝑝𝑟𝑜𝑑=𝑓_𝑐𝑜𝑛𝑠</a:t>
                </a:r>
                <a:r>
                  <a:rPr lang="en-US" altLang="zh-CN" i="1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6355D-C256-0665-2D46-047982E6B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0668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A17E-BE8F-EB9E-A142-157A01BE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E840C-DB80-890E-CB01-7F70381FE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A73D160-23D5-F0DF-900E-6C478954D1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i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BBDD52-3C77-6B0A-937D-3DDD9E9F26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BB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that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emit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condition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reached.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𝑓_𝑐𝑜𝑛𝑠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the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MUX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input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chosen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consumed.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 Math" panose="02040503050406030204" pitchFamily="18" charset="0"/>
                  </a:rPr>
                  <a:t>It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complete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if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𝑓_𝑝𝑟𝑜𝑑=𝑓_𝑐𝑜𝑛𝑠</a:t>
                </a:r>
                <a:r>
                  <a:rPr lang="en-US" altLang="zh-CN" i="1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32092-E132-8C9A-183C-035484E34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3954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DDD1-ECEA-B8AC-FCEB-90C21A4F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8E015-7B8C-CF4A-CC77-E1E30FEF3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B57CE-F4E2-824E-2EE9-218BD76F1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F056D-31C4-6A05-1F97-25379E700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9457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5716-614B-2B3B-6114-9838279F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4A611-918E-5324-3BD8-DE710571F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E8839-B915-DDE8-210D-9020EBA64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91A7D-D01A-A8C1-A248-18E22C49F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63388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AC7B-89F2-2B5D-456A-AC0B4326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3A3C2-A31A-A75F-BEF9-05A5A546E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F4955-5528-0714-A6C0-8842AB4A9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557E0-B7B8-D0CD-84ED-4C5407F30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257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90D51-19DF-1247-C601-414B334B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511DE-293B-A1B5-B984-E9070F992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3B076-B25C-D5EC-EF64-921311CDE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A5CDA-00FF-A106-DB35-3A474AE74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0174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97C1-E3E3-DEB5-F7E3-02F22FDD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D9528-C0AF-0594-2E0A-E26862DDF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28319-CC19-40ED-10F7-22A0EA0E0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09723-56B2-F684-4E88-63D5AA663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7259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67BE-16BC-817B-1CE9-63CC2FB2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52C6A-53FB-C170-D9E7-4993C3456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40307-EAF0-3B67-A58A-F242EDEC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6178E-DA0B-C875-EF70-B5384A0D2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0911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2650" lvl="1" indent="-34290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Multiple occurrences of a condition on the MUX tree require additional suppression, increasing complexity.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redesign the tree so that each condition appears only once whenever possible,</a:t>
            </a:r>
            <a:r>
              <a:rPr lang="zh-CN" altLang="en-US" sz="2000" dirty="0"/>
              <a:t> </a:t>
            </a:r>
            <a:r>
              <a:rPr lang="en-US" sz="2000" dirty="0"/>
              <a:t>eliminating additional suppression.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Loop-related conditions are unified into one consistent process.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82650" marR="0" lvl="1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Eliminate redundant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occurrences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of the same definition in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GSA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induced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MUX tree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by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restructuring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tree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82650" marR="0" lvl="1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Explore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possible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structural invariants, such as stable relationships between the numbers of 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MUXes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and branches.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090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0C61-3B17-2F33-A6AC-0A390F29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D825F-970F-1F76-CED7-64C65637F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26162-B2E4-3BA8-36D4-143404A06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2650" lvl="1" indent="-34290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Multiple occurrences of a condition on the MUX tree require additional suppression, increasing complexity.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redesign the tree so that each condition appears only once whenever possible,</a:t>
            </a:r>
            <a:r>
              <a:rPr lang="zh-CN" altLang="en-US" sz="2000" dirty="0"/>
              <a:t> </a:t>
            </a:r>
            <a:r>
              <a:rPr lang="en-US" sz="2000" dirty="0"/>
              <a:t>eliminating additional suppression.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Loop-related conditions are unified into one consistent process.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82650" marR="0" lvl="1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Eliminate redundant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occurrences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of the same definition in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GSA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induced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MUX tree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by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restructuring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tree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82650" marR="0" lvl="1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Explore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possible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structural invariants, such as stable relationships between the numbers of 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MUXes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and branches.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89552-F519-E8DF-C6E1-73EE0992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446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7AC8-27F6-F124-61BF-F759D548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F56AD-339C-F62C-F638-2F142F1ED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A40CA-0C7F-3D62-FA74-D2CD16C88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2650" lvl="1" indent="-34290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Multiple occurrences of a condition on the MUX tree require additional suppression, increasing complexity.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redesign the tree so that each condition appears only once whenever possible,</a:t>
            </a:r>
            <a:r>
              <a:rPr lang="zh-CN" altLang="en-US" sz="2000" dirty="0"/>
              <a:t> </a:t>
            </a:r>
            <a:r>
              <a:rPr lang="en-US" sz="2000" dirty="0"/>
              <a:t>eliminating additional suppression.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Loop-related conditions are unified into one consistent process.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82650" marR="0" lvl="1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Eliminate redundant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occurrences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of the same definition in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GSA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induced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MUX tree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by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restructuring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tree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82650" marR="0" lvl="1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Explore </a:t>
            </a:r>
            <a:r>
              <a:rPr lang="en-US" altLang="zh-CN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possible</a:t>
            </a:r>
            <a:r>
              <a:rPr lang="zh-CN" alt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structural invariants, such as stable relationships between the numbers of 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MUXes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and branches.</a:t>
            </a:r>
          </a:p>
          <a:p>
            <a:pPr marL="882650" lvl="1" indent="-3429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D048F-2D09-519B-713B-F74D9BADE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66284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520D-9C14-0390-712E-E748ECB0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CAA24-A147-2769-672E-96C42ED3F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2E776-14B0-9B0C-A2FC-3F0A8459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5E8B3-C4BA-55A0-9EE1-2C63BFB2E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6160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A229-6850-96E7-A6CB-2A657949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9D354-293F-C5E7-5050-6F0E27CC2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FDC4D-C7DF-1F8A-F765-2E912C12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DE309-B527-EFA5-40CD-9A3C4A5C2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3215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5910-A91A-CF79-E777-0CEEBB2F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2B467-6CCD-5E34-4952-1CBCE76A7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DA8DB-6A1E-2151-F479-FEB133761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01BB5-CC8C-6535-749D-5ABEF8A9D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5488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9B65-7150-C341-D863-98CC8E89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825AC-7A00-EFDD-91F7-1C97286CE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8F2F8-79D6-7D1E-14FD-185F72070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1AB4C-67DB-B5BB-7D42-C2A491BFD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2618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6C0EF-150C-8B05-1F18-B000A8C4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578BB-F701-55E9-6E71-AE33459EC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2A0D8-94B9-7F1D-34B5-3AA3AE4CF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FA6DB-CA32-9566-0BE7-939BF4D6A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2584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559F-5133-C98A-4187-D2886500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D7CF2-C5DC-39D1-3C7E-C0EB306A6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99D46-B346-E64E-ABA1-81C8756CA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742E2-DC35-019A-82EF-3CBC99530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2882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347B-A74A-CB15-C765-C732DA56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C91AD-3667-118A-ABDF-8CADAEB2B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CFF1F-2513-FB38-0A3A-92A09DFD7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3DE09-C4D1-46FB-CD87-CD5AB25F6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0851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BD417-2015-8551-2372-CF611AFD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195C9-7596-CDC9-DE7D-DBDCD0F5C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00FE1-BA0D-35D3-8DB5-552CA9F90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AE060-FCC3-4368-8126-8AE57F533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658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F8EB1-3DB0-4E2A-7684-A87AA0EB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2C06F-FF1A-3097-1ED3-8D5C22F0E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F417C-3ECA-963D-F860-CF0E27B00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486C-22F9-C63B-510E-6453E351C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14595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725A-6E86-12A1-9CCC-BB5CDC7B2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D06AB-6AA4-324C-2594-2888DAD9C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87A55-08D1-20FA-013E-DC47A0219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0A358-5B17-A761-FE5E-58057C809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7240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88C3-0AE3-A639-8070-89D8E8BB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23CC2-9471-A2F1-5F20-D698774C7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BE0F7-FF71-85A3-883B-0945FA3E8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16C52-303E-1CA2-DA32-57DEAC6DD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97952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BED9-4880-E0D9-EE3A-67C9AC35E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045B8-F9C8-1BC9-062E-8E78247E1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F83FB-4187-6652-72EB-788A81E85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8E813-3788-3C93-2312-B3C7930AF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134312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C95E-BEBA-E5D2-8C3B-44393993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EF38B-5F28-7A57-2BCA-F041E4D90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0EF57-3EFA-6A08-4CA4-4479633DD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CCF50-898D-6520-14D3-745A24046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74174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FC250-4E95-684A-2137-33A86EAD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DD654-7CA9-F60E-B0EE-5802F0BF2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CD051-559F-BD05-EDD1-EFA80F951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007F9-85BD-5E5C-FD88-A4E12F957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3748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66C2-512E-3A21-4383-16EA4857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33490-3225-CF64-F9AC-C08FAB484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4E647-101A-9405-98EC-BD92D0AF6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C5B2A-BFD1-A2D5-9A77-2B7FC8A4F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5866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8E1AB-6C6C-E59C-2161-A0ACBCE0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8B159-97D4-6AA1-C450-27B9E20FE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4427A-2569-D5D8-E1CF-F5807EC2C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576A9-7338-EFB4-9DCD-A10C013D7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97785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D6C9-425A-A83C-3CFF-B115FF6F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7FC26-5196-5FC8-EA7D-8CB47C421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8E2DA-155E-8734-E2E4-E109F97F1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466EA-0A52-CAE2-1A17-6BE0024CF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95208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65D0-3DE3-0846-22FA-47A0D885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469B2-4CEF-E76C-84D1-02B3F63C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1B4E4-8823-38A6-4BB6-6D8831E09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C16A4-965B-F044-7F41-9EE171368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7236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A242-94E9-B305-B967-89EA2621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EC523-70B1-B06E-842E-4D0AFBF44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94A79-E594-4F11-A0C8-637B3631A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85F16-C075-7F96-BA28-B6F801CCB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2606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1C91-565A-FA95-7118-C8696AAD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B2F19-8FEA-8782-E2F0-60BF8287B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8174B-9587-EB28-9678-9D3F3ECB3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07DBD-190B-5D6C-8CCC-FD7C65DCA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4850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7C4C-5108-322B-2850-A4AD3F0A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BB8DF-9ACA-6C4A-158C-7634F39F0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362F5-4580-4392-BEFE-20E544505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B57D-76DE-5C54-D8F9-67A5E35E3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74364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39F-3608-5CD8-1F79-9DD9CB8A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DD7E0-35D5-7263-8098-4B90CB8F0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FD3FC-CAB6-AA5A-391E-237D8F771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B867F-C3E7-2D12-F555-1A4A8BCEB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98092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351B-062A-0D2D-ED5A-321166B0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17CD0-205F-DC39-5C1E-8A6DA9069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9A18B-3F48-9E30-05D4-0DF6CE03F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8C896-41EB-4CD3-68BB-45739E32A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71653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A4DE-3F7C-C755-7CF2-3C47DD88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A5FBE-E701-7560-B588-6253FAFE3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97F50-824F-EE7B-7F9B-A98995646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8A0BF-9E59-2761-6E87-57FB76551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21047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19941-3F68-6974-0602-B26226D7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A1EC4-2C00-9A97-58AE-E0AAA2810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31E87-3C7A-02A3-6C6D-1905F3C38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7B197-16C5-6397-F4CA-3C9302089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51705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F716-7A42-13ED-CF22-AE674B35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E6566-3870-48C1-CA78-A1D1D4098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E5281-7E74-1FEC-CF11-31EE172D5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6FDE3-51A2-FFC0-1624-6A4DF3C59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773254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13F8-8159-E4B4-420A-A517EE86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84259-3D52-C9BD-0547-FF6D96DE0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E9019-3134-B5A5-087A-F5EDD5731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CBDD9-B9F6-0B58-E071-B7EFEBA84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18535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147C-8E91-C9BD-F612-EA3A12AC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FF25E-89A0-417E-68FD-CB6C5BA99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CE108-83A1-15D6-548C-14BC8CC9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5762A-F40F-E4FD-323B-40216B1EA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83068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D722-115A-0CC5-908D-8534E921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9E2B0-7ECD-E78C-4616-C7C6B7E8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0555A-8F4F-15B8-EAB3-EDDEEB6D2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B642A-6F7A-EB8B-8146-0D430752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17760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5BA1-8715-D2F9-7CAD-A384DF72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4BE05-56D9-AED6-ED9E-8D295067A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1CD11-62B3-CC35-C585-21F6E230C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73712-5B5B-500A-0CD1-D64FEF8F3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17141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F2DD-3DD9-EE74-587F-CBE35EDA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EBB02-9234-ED0B-0375-1EA9FC76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91679-D32B-E269-C5DB-C9ED5643D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F0E60-D184-A6DA-133E-AFA8EF526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004347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BA37-23E0-8A7E-F498-4AE5F603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66D31-4006-48A7-2080-42AD2AC08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F6FC1-3FE8-298B-CE00-DC8BE4595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63305-6C71-A3FC-4FE1-3D74C5C93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17085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8989-8CAA-DD1C-E2E1-011ABC2A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1542E-9E0A-E0D1-AFA1-665039810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9DE95-EB41-B431-1372-2DC30F8B5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5F84-D712-B792-367A-EC74D202B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99023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0E662-143E-705F-7E39-59706531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FD3C0-EE7F-7B70-8941-F991FA23C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B5D20-9465-EC58-78FA-22E6A40B8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2208E-F852-A308-F3A6-035949A4B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64206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8547-6186-9B10-4662-25559B6D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87B3E-6B74-E4A0-576C-50140C6D2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15E1C-2430-BD70-860F-6A92335F7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35D65-431D-2710-C9D4-281A50F0B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74226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E903-84FB-C86D-B872-B4FD4508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C2EF-A236-C1A0-527F-8F1EEFD6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A3E3C-85F2-03A4-490A-17074AEDB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D7208-F07D-A4AA-967B-F8646F8A9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58303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E97E-BE94-4DCD-210A-9EC2CCC8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E231E-E3BB-5E4C-E3F2-C46D32B8C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AAE54-5662-9138-AE35-698C3442E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5F1D-ED51-F152-14C5-CBF324085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2620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E762-2EE6-8030-1E13-6B7276A7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4B4F8-1749-A603-96E9-28352973C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F9D69-958E-1A8E-3C2F-7BEBE441E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C48FA-96B4-5F2F-4EE9-8AECC155C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4421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95C5-15D8-BEDB-1309-258944E53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73455-EE48-CC81-1C76-7B5F127B2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E2B42-FDCC-30E7-5B69-5D86FDDE4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9D98-2002-8DBC-1002-88589B624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67794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22ED-0BCE-04C8-8218-779AFE94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CD633-7D6D-8993-62FB-3C86566DF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AC415-22F6-13CC-9E9F-E5254CFD9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C2E30-A29B-3D78-3EEE-950B95314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239672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EEA92-9717-EB05-0BE1-52FDFE15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FC3A2-8ADB-A721-8691-53E59ECAD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0B2D7-1335-6D4E-788B-01A75199D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EB7BB-0ABE-5133-1A24-18930218F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48556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4EE5F-6291-3923-9E93-8CD91CF10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79085-F9B3-9717-5E7B-523891A94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FDFBF-64EB-8E6C-FDBA-7EC712DAE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CA3D6-215F-2920-FAC7-2B4D7127B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84293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2737-D594-C542-1478-29083117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7ECD7-DF6F-062C-BCBC-EACB8C5CA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5B931-E697-EC7D-CF38-E5D833604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78BF6-99A1-F57D-1E46-0B3D6061C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5172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B1F89-758E-F778-DFAC-5C535A48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9770B-4257-63B3-C347-224766AD9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62200-19D5-516F-620C-E18C9EC39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2724F-11C6-2264-79BC-8A9CE53FC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96263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1E47-766A-DAE6-99E3-7AAFEE0A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FF1AD-0EE5-C8CD-C90C-BAA3E0623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31419-A950-CF8E-B161-1FD672578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93C72-21DB-DAB6-41EE-B58472264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23530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86B0-7F9C-CC2A-9D12-E53FA3478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B6C31-92CF-B265-DFDF-B53F1FD83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7ADAD-4BFB-7546-D68B-739DB4497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B2DAE-0988-1513-18CB-F585511DB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21607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158F-EBFB-91CE-FBD9-053E47A5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34CCA-AB3D-AF4C-CD62-07B9BEC84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D182A-C90E-0AB1-DB6F-65994156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6FE5-67EA-4358-C0DE-330F0A331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95843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6A754-E0F2-B54C-A8FD-18C464AA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9DB43-F24E-5E88-6CEA-4E5927B4A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97076-A4B5-547B-3FD5-C0ADF1711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951CA-CF37-12B9-0286-BF7A75CE3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2114668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DD5F8-19D4-1BE5-54DB-C98FE453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3E797-3F6D-A34B-4171-2B7139834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302DD-016D-A4E4-1C87-74BCA2B14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73ED9-B8F7-8C64-E0A8-5D30BB26A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54547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2AD51-2AE2-4B01-399D-C4E65B81D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ECE58-205A-D0A8-0C11-0BDD760C4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F4950-B3E8-ADD9-618B-B8A1D3E34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3A08A-92DF-6E0B-EABD-58C5EC11F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72371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D9EE-72D3-DC04-ED1F-A45BFA314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6F042-3B6F-98CC-81AC-7518AFFE3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61F1B-A108-3338-F5CB-B683D5FB3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89EC6-A0D3-74A9-3D20-2FD3AC24A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44182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5657-DE29-E2BC-492C-941E3DE1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83E80-7B78-6FED-48B5-C867AA95D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42383-B593-AB31-7D3F-69349120B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92053-6E7B-D807-9C96-FCD430209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1927608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BE409-E169-F668-B86E-D096AFBC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ACBA8-6537-9B5F-8754-B6B5683F3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3779B-374A-9745-E775-8FFA9486C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016FB-F8C3-6514-21E7-F154764F3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88541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00A8E-012A-DF18-4213-411193985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F6A96-72A9-09DC-0C7E-F3E28B21E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EE7E7-710C-2F6A-F1D2-9B56D8232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CF19C-2985-12D3-B96B-C58415A75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935687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3B73-0BA4-5936-8FA2-901AD902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63E04-F1C6-8D2A-DE8B-F83F6D4C2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1218F-7C0B-BD55-97F3-DDEE92A92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6D918-26AE-DC74-BB66-97A773ECA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7068333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2A80-5616-0089-E0E6-50972676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5DB47-E535-6CBC-211F-AB3782776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E6E24-4FAA-8A1A-7192-2A3D6E678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4BC8F-6742-FCEE-FF12-1764C8F3A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797513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14A7-4D83-CC3F-1E50-D00B1218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ABA3A-A4F7-37DB-83DD-58D17B9E4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6C41D-6F2B-EC78-96D9-481603096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3C2BE-7FC0-811F-F569-1190059B9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623703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1CF1-673A-30E4-C054-CA0E6239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A779B-907B-245D-142B-14F92D016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01AB4-6EA3-E762-3F77-35D477A34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E4223-49DE-88CF-F686-000C280DB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881443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131-4512-1B00-A07F-777C8EA0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3E655-C519-8782-6CA7-6717491CA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9863B-9A72-EAB5-5F34-B3685F8B1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B27C1-B6C0-654E-3B4F-3CE8B2704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78220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CFE2-7260-C534-B214-91279D11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E378A-9507-23F2-A67A-70E6CEF3B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4169F-9774-0D76-8F4F-54B546C16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0370-FD89-2BB8-16F6-C171B4F13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7695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9BE6-E628-0DAF-0191-2E93DC4B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120C4-AA05-4EFA-A5D4-4554EA69D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181A7-71FA-2452-0F72-FDA31E766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4702B-C3ED-0CDC-F66C-D0239B60B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051375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AAD8-3B6C-1054-78B9-CE57604F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EE81C-207F-FCA1-8061-9D6CE38EE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A67F1-F138-22C1-13D5-3FFA140F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C42A-3CF6-C183-AEAB-C64C160F4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258362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14FD3-EB1C-1C22-3BFA-74B9C5C0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7BD59-89E2-0588-8409-1A1F61DC7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6D3F7-3A87-27CD-BB53-F0231027C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393F-693F-0D1E-38E3-4F17A94B9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702648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9879-D554-6C77-5CD2-4889EBE4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34DEE-4544-9791-ECBC-445B810D5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E60CA-AEFA-30C6-CE1A-3F3ECF91F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9FE0D-02D3-05DE-2DEB-69F5416F6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00129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E2E4-3BB7-2944-09A2-D866D1E1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4B84D-9233-EF23-BAAE-1CE8992DF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39AC3-F4B5-42E4-C98C-A8B797AE8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46603-9704-901F-CD6E-8792F7BE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511510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9264-81BD-67BA-7907-333227E8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7EA8D-D44A-1D32-8F7C-D5BC1B276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1DF30-29D7-95A9-77FC-6A8E8AE1D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ECECB-DCE1-E40E-B949-ABB9F4B67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966354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DC97C-E19C-0D26-A22C-7E3C32A9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2AD4F-BE5C-C8FE-92BC-6BF5ABED9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22DDA-BD19-029A-C17F-6BF95F959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170B9-2546-C5B4-2C5A-35DD6C43E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727003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881E-BACB-2A67-5242-69C92773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30A94-AD6C-8EAF-047E-EEFC6A12E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E84F5-BA87-D70C-C9B4-8370E5DF6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152A1-953A-E0A0-741F-4CA66E2A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601586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022D-CDEA-B181-F60E-3A43C2DE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F7F0C-F23A-E918-734A-7380E9468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85BCE-F0E1-F6BA-2CD2-FD45F1CD6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05382-42E2-EFBA-7FFC-BD5B4B835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295499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535CF-4865-CCF3-E5A4-EC24950F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D105C-A5BF-3D16-BF96-39ED16A02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0E12C-7E91-D3F2-65DD-D0513E9AE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E289D-567C-2ABA-C0ED-BE34C7E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5840632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03A2-34C6-2E41-6B50-460C3E52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2BB48-7BDB-88AD-8717-5C9C66A0A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8A9D1-09E8-CA25-9DB7-7ED2D4E28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96942-5861-4642-9C45-4C977FFAA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811911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00D7-AB2A-047A-A681-447A78F4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4F7E4-9689-EB15-8C17-BED0368A3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1AFB5-23E1-4BCA-FFCF-276E694FA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91777-B8C2-1F29-808C-0FC9DF28C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490827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BF5B-2803-0EFC-D8C0-1B099330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899EA-3D50-51BA-923B-0C6B76BA0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8EDC8-7A02-E567-D57A-42A18720E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8CBD6-97E8-3C42-4368-92852FA62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886848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A02B-5467-D4E9-599B-933C1B60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A2DD3-7301-D0D7-EE68-B2DD3B94B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6EA69-ED96-E97E-4C3D-83DC28112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E06D-9905-739E-EDE4-8506E541B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730472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1C51F-5211-5367-F5C7-85FA2BD6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F651C-842A-BA94-AA2D-9F06510B9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E0D94-B31C-2142-C323-1106D5B6C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DAD14-1710-74D1-C134-1A316F8BE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619643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CA0C-F634-306A-42B0-58104833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B6106-7629-C78D-EE91-30F821A48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CB0B8-BEB8-7C9E-BC65-49F3A919D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EBDA9-7E70-18A2-8029-5D359530D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967205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0167-C983-E6B2-D084-DCD08860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CF1AC-B8C6-BC8D-F90E-37061112E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996E9-B602-2721-697A-61AAD6A63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FCF0-51BC-7713-13D5-A6DDE499F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321657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546D5-82E4-D85E-9C51-829A4D77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EA2B1-A023-DAD9-4018-F689682D6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6B0E2-95AD-B8E9-F960-A50790778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5ADAB-159E-C422-07D0-C0D83FE61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966993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2FC2-E949-0433-ED44-C7CD9086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DE931-A664-490F-3294-D8036C7F8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24954-D394-51DB-DC66-6073CDF36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19356-1280-5DCB-881D-3A7C305E1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660811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A789-0FF2-B8E2-1301-BB5DB82E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A0310-3A66-6914-6967-3FD21A0C4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962A0-4F6E-11C3-15DB-8A6F45F6F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D7CFE-3C03-A035-5178-91F92551A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08727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74A0-81B9-B704-62C1-A24EC75C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56459-CED5-378B-B9B8-B65F5DB3E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9A3C5-2F44-105B-AF2B-70A3378BD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FAD08-0005-DC8D-7E68-CFD32E907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070109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C788-7E8C-1124-4A6B-5D079C00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356B8-6E58-524E-ADBC-FF0DE11C8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54929-58FC-29B4-340B-A9FA04D1E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46581-E3D5-A6DF-1D7D-40F96C59B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518959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4BB6-2891-39B1-8B85-3255A0CE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A87CE-ED39-7C87-EF5A-EA5739999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75E66-14C9-F411-B762-9E3CE2E5D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163A-67A4-E50B-69C1-E8BCFD274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822352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CAF8-E347-5A82-0DD7-610A818A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C3353-62AD-ABFA-454A-89AABE4F1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7432D-69AC-C5FA-1799-DD9DA00EC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FF98E-7BF0-353B-E7C6-5CDC8487A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527763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BE63-ACBD-E1E5-39C6-077F0CD1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7B914-2A01-2628-9F95-038A1ACC7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E8DA1-13D7-4419-C57A-65E5227C5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E70B4-DF7E-7A07-297D-F84FF442A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174464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4C97-BCA8-16D4-5E19-9275E17A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EE6DA-B74C-2DD1-C7E1-DE11D2C68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7DEF1-32A0-ACCA-0F41-E243818CF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899F1-2E39-2EB1-E14B-BC8FAFCE9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553715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57FC-8911-0B30-9AAF-7E731AAA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48509-B779-38DA-89CC-7D0017825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EDBC9-EB90-BB5D-D3FB-3AC615D96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61127-9AED-0C3D-5968-A52F6BD21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952621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B009-7963-8A6D-BB61-0014170B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AA93B-53AD-1FF3-5209-AF2220A57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96DCA-FE78-7D97-7F38-C9F90178D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0D097-ABAD-D40F-2FA1-BE3F75B67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699308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30CE-5E55-616F-992A-70C08D2A4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933B5-13F9-5B56-86F1-7E6C16EBB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141EB-4E09-1693-E1D3-D67610D7E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48E75-345A-F3F6-4CE7-BAA9D158C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5588141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F65F-4991-4C6A-5E12-EFBBE120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A1B64-A862-DE43-A8DF-FF426B310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1C1D3-4131-5C56-6514-29059CB7E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156EF-51EF-FB70-74E5-D3EC74895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7053483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4BDD-FBF2-5BB2-BA38-43963672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49DD2-DAF1-94F3-15A9-B6D015154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48E71-F52A-C3A8-0055-B0B4F25C4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2235D-7985-1380-9C52-2211EBA50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113457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8E65-B21D-9F96-E5D9-C748C671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BFDDB-6D4D-7129-6A06-4678B2B2F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84F6C-E29F-F714-B445-FA0B387F4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C58CE-32D7-18AC-343C-5563F409A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761581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353A9-9660-7411-E98D-EF7FF799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4A228-1403-95F8-67D9-DA95AE799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40642-310E-4ED2-0745-646B1C082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8B1F6-95E3-F256-51E9-05BE14C77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76481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4467-C60A-35E4-AC40-105C9A05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96C60-72DA-CA0B-A94D-B63746364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2C885-847A-9AF3-4D19-755080055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32DBB-31A7-9D99-4963-3A364DEC2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983313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0678-A42E-F4AA-42C9-3667DA64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8EB0F-B8D4-9B7A-8F61-A8A795AD9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82338-DD6F-459D-FBD2-0F433BB86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A1C6-FBC9-BCFB-8C80-7BAB47BC6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260065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C39B-A91B-A90E-39FF-E4E56900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694E0-CC32-483B-8399-DB12C5D72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A4FBE-33AC-EFD5-7D57-EF688E453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711F-A899-84B9-1828-442A797CD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23880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84EED-EFA6-A72E-D4E6-DD008895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D30A2-73F9-389C-892D-A5EB990F3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96C08-6842-8423-434E-C83479447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93AD-23CF-CBFB-0ADD-E2242CEEA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386227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4C43-A0BD-99D4-6274-8B9420B5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C3E00-F1B3-6AC8-C666-56B4DD12D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6F731-DA3F-641F-4348-4E29BD7A7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E9C93-E736-6780-38E3-3A9E97BF9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661775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8D84-270E-8B2F-E437-F198A98E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C20B7-7302-195E-37B0-710944979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4E7C3-2C94-5137-7F67-20CF2FE58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57CFA-637C-2F2D-C50E-8F2741B48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9017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AE4E3-51C4-9DF1-A64C-FE12DA13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4AFF0-0534-B6D2-7EDC-ED6C55AB6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F956A-F1F9-43F5-54AB-BCF46FA0B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A1BDB-3241-472B-2268-51A2956B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6539667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93C85-F4F9-E920-3793-808BEEE6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FDAC9-8F58-E2AA-3B1B-43709E5E7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9A9B3-02C2-594B-F810-188AB7C2F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/>
              <a:t>path</a:t>
            </a:r>
            <a:r>
              <a:rPr lang="zh-CN" altLang="en-US" dirty="0"/>
              <a:t> </a:t>
            </a:r>
            <a:r>
              <a:rPr lang="en-US" altLang="zh-CN" dirty="0" err="1"/>
              <a:t>threough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v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1C0F0-1995-C1BB-EBBF-1B193D897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45443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94051-FCB6-4BDB-8E0E-09C44CA0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2E57E-ED4D-C0A4-34BA-8E35CE7DF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87901-990B-59D0-C104-3419E936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/>
              <a:t>path</a:t>
            </a:r>
            <a:r>
              <a:rPr lang="zh-CN" altLang="en-US" dirty="0"/>
              <a:t> </a:t>
            </a:r>
            <a:r>
              <a:rPr lang="en-US" altLang="zh-CN" dirty="0" err="1"/>
              <a:t>threough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v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d,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 err="1"/>
              <a:t>postdominant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optimize,</a:t>
            </a:r>
            <a:r>
              <a:rPr lang="zh-CN" altLang="en-US" dirty="0"/>
              <a:t> </a:t>
            </a:r>
            <a:r>
              <a:rPr lang="en-US" altLang="zh-CN" dirty="0"/>
              <a:t>contradiction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2B9B3-288C-1912-8F5A-D78F25863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9830294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324-A3B0-5194-66B8-847E7E6FE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8977-AA8A-D265-ABF4-F09CA66B6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2E779-8443-7C1D-363C-43288DD82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2AF13-CF30-AA62-23C9-F227C0EEE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3009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4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96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575276"/>
            <a:ext cx="10044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7200000" cy="216000"/>
          </a:xfrm>
        </p:spPr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A3C0-7A2F-4A62-9057-882FB8F5659A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923CAD-8964-4A8E-9E9C-0F755B932903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206A-A7FF-4A2F-A4EA-EDA7D9956B8C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7ECC-AD5B-4AE2-A84F-7ABFC0424E38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21818-B1F9-4DD3-88F2-43FBC3C9BAF5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A20D-9FD8-4251-A734-1127FF21ADB2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EA9-B322-4AC6-9ED4-333F1AAC8416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9B2A-9722-4479-8974-FDB801910172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269E37AB-EE9C-4565-B2FD-B1FC504BEE2A}" type="datetime1">
              <a:rPr lang="de-CH" noProof="0" smtClean="0"/>
              <a:t>25.11.25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>
    <p:wipe dir="r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2.png"/><Relationship Id="rId3" Type="http://schemas.openxmlformats.org/officeDocument/2006/relationships/image" Target="../media/image8.png"/><Relationship Id="rId21" Type="http://schemas.openxmlformats.org/officeDocument/2006/relationships/image" Target="../media/image28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10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10.png"/><Relationship Id="rId15" Type="http://schemas.openxmlformats.org/officeDocument/2006/relationships/image" Target="../media/image2410.png"/><Relationship Id="rId23" Type="http://schemas.openxmlformats.org/officeDocument/2006/relationships/image" Target="../media/image21.png"/><Relationship Id="rId19" Type="http://schemas.openxmlformats.org/officeDocument/2006/relationships/image" Target="../media/image26.png"/><Relationship Id="rId4" Type="http://schemas.openxmlformats.org/officeDocument/2006/relationships/image" Target="../media/image9.png"/><Relationship Id="rId14" Type="http://schemas.openxmlformats.org/officeDocument/2006/relationships/image" Target="../media/image231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0.png"/><Relationship Id="rId18" Type="http://schemas.openxmlformats.org/officeDocument/2006/relationships/image" Target="../media/image21.png"/><Relationship Id="rId26" Type="http://schemas.openxmlformats.org/officeDocument/2006/relationships/image" Target="../media/image16.png"/><Relationship Id="rId21" Type="http://schemas.openxmlformats.org/officeDocument/2006/relationships/image" Target="../media/image11.png"/><Relationship Id="rId12" Type="http://schemas.openxmlformats.org/officeDocument/2006/relationships/image" Target="../media/image2310.png"/><Relationship Id="rId25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14.png"/><Relationship Id="rId23" Type="http://schemas.openxmlformats.org/officeDocument/2006/relationships/image" Target="../media/image13.png"/><Relationship Id="rId28" Type="http://schemas.openxmlformats.org/officeDocument/2006/relationships/image" Target="../media/image20.png"/><Relationship Id="rId10" Type="http://schemas.openxmlformats.org/officeDocument/2006/relationships/image" Target="../media/image18.png"/><Relationship Id="rId22" Type="http://schemas.openxmlformats.org/officeDocument/2006/relationships/image" Target="../media/image12.png"/><Relationship Id="rId27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2410.png"/><Relationship Id="rId18" Type="http://schemas.openxmlformats.org/officeDocument/2006/relationships/image" Target="../media/image21.png"/><Relationship Id="rId7" Type="http://schemas.openxmlformats.org/officeDocument/2006/relationships/image" Target="../media/image120.png"/><Relationship Id="rId12" Type="http://schemas.openxmlformats.org/officeDocument/2006/relationships/image" Target="../media/image231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11" Type="http://schemas.openxmlformats.org/officeDocument/2006/relationships/image" Target="../media/image23.png"/><Relationship Id="rId5" Type="http://schemas.openxmlformats.org/officeDocument/2006/relationships/image" Target="../media/image100.png"/><Relationship Id="rId10" Type="http://schemas.openxmlformats.org/officeDocument/2006/relationships/image" Target="../media/image18.png"/><Relationship Id="rId19" Type="http://schemas.openxmlformats.org/officeDocument/2006/relationships/image" Target="../media/image1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0.png"/><Relationship Id="rId18" Type="http://schemas.openxmlformats.org/officeDocument/2006/relationships/image" Target="../media/image21.png"/><Relationship Id="rId26" Type="http://schemas.openxmlformats.org/officeDocument/2006/relationships/image" Target="../media/image23.png"/><Relationship Id="rId21" Type="http://schemas.openxmlformats.org/officeDocument/2006/relationships/image" Target="../media/image12.png"/><Relationship Id="rId12" Type="http://schemas.openxmlformats.org/officeDocument/2006/relationships/image" Target="../media/image2310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15.png"/><Relationship Id="rId23" Type="http://schemas.openxmlformats.org/officeDocument/2006/relationships/image" Target="../media/image14.png"/><Relationship Id="rId10" Type="http://schemas.openxmlformats.org/officeDocument/2006/relationships/image" Target="../media/image18.png"/><Relationship Id="rId19" Type="http://schemas.openxmlformats.org/officeDocument/2006/relationships/image" Target="../media/image10.png"/><Relationship Id="rId22" Type="http://schemas.openxmlformats.org/officeDocument/2006/relationships/image" Target="../media/image13.png"/><Relationship Id="rId27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0.png"/><Relationship Id="rId18" Type="http://schemas.openxmlformats.org/officeDocument/2006/relationships/image" Target="../media/image21.png"/><Relationship Id="rId26" Type="http://schemas.openxmlformats.org/officeDocument/2006/relationships/image" Target="../media/image23.png"/><Relationship Id="rId21" Type="http://schemas.openxmlformats.org/officeDocument/2006/relationships/image" Target="../media/image12.png"/><Relationship Id="rId12" Type="http://schemas.openxmlformats.org/officeDocument/2006/relationships/image" Target="../media/image2310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15.png"/><Relationship Id="rId23" Type="http://schemas.openxmlformats.org/officeDocument/2006/relationships/image" Target="../media/image14.png"/><Relationship Id="rId10" Type="http://schemas.openxmlformats.org/officeDocument/2006/relationships/image" Target="../media/image18.png"/><Relationship Id="rId19" Type="http://schemas.openxmlformats.org/officeDocument/2006/relationships/image" Target="../media/image10.png"/><Relationship Id="rId22" Type="http://schemas.openxmlformats.org/officeDocument/2006/relationships/image" Target="../media/image13.png"/><Relationship Id="rId27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0.png"/><Relationship Id="rId18" Type="http://schemas.openxmlformats.org/officeDocument/2006/relationships/image" Target="../media/image21.png"/><Relationship Id="rId26" Type="http://schemas.openxmlformats.org/officeDocument/2006/relationships/image" Target="../media/image24.png"/><Relationship Id="rId21" Type="http://schemas.openxmlformats.org/officeDocument/2006/relationships/image" Target="../media/image13.png"/><Relationship Id="rId12" Type="http://schemas.openxmlformats.org/officeDocument/2006/relationships/image" Target="../media/image2310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16.png"/><Relationship Id="rId23" Type="http://schemas.openxmlformats.org/officeDocument/2006/relationships/image" Target="../media/image15.png"/><Relationship Id="rId10" Type="http://schemas.openxmlformats.org/officeDocument/2006/relationships/image" Target="../media/image18.png"/><Relationship Id="rId19" Type="http://schemas.openxmlformats.org/officeDocument/2006/relationships/image" Target="../media/image11.png"/><Relationship Id="rId22" Type="http://schemas.openxmlformats.org/officeDocument/2006/relationships/image" Target="../media/image14.png"/><Relationship Id="rId27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37.png"/><Relationship Id="rId26" Type="http://schemas.openxmlformats.org/officeDocument/2006/relationships/image" Target="../media/image30.png"/><Relationship Id="rId7" Type="http://schemas.openxmlformats.org/officeDocument/2006/relationships/image" Target="../media/image120.png"/><Relationship Id="rId12" Type="http://schemas.openxmlformats.org/officeDocument/2006/relationships/image" Target="../media/image360.png"/><Relationship Id="rId17" Type="http://schemas.openxmlformats.org/officeDocument/2006/relationships/image" Target="../media/image2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24" Type="http://schemas.openxmlformats.org/officeDocument/2006/relationships/image" Target="../media/image29.png"/><Relationship Id="rId5" Type="http://schemas.openxmlformats.org/officeDocument/2006/relationships/image" Target="../media/image100.png"/><Relationship Id="rId23" Type="http://schemas.openxmlformats.org/officeDocument/2006/relationships/image" Target="../media/image46.png"/><Relationship Id="rId10" Type="http://schemas.openxmlformats.org/officeDocument/2006/relationships/image" Target="../media/image34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27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37.png"/><Relationship Id="rId26" Type="http://schemas.openxmlformats.org/officeDocument/2006/relationships/image" Target="../media/image30.png"/><Relationship Id="rId21" Type="http://schemas.openxmlformats.org/officeDocument/2006/relationships/image" Target="../media/image45.png"/><Relationship Id="rId7" Type="http://schemas.openxmlformats.org/officeDocument/2006/relationships/image" Target="../media/image120.png"/><Relationship Id="rId12" Type="http://schemas.openxmlformats.org/officeDocument/2006/relationships/image" Target="../media/image360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24" Type="http://schemas.openxmlformats.org/officeDocument/2006/relationships/image" Target="../media/image29.png"/><Relationship Id="rId5" Type="http://schemas.openxmlformats.org/officeDocument/2006/relationships/image" Target="../media/image100.png"/><Relationship Id="rId23" Type="http://schemas.openxmlformats.org/officeDocument/2006/relationships/image" Target="../media/image46.png"/><Relationship Id="rId10" Type="http://schemas.openxmlformats.org/officeDocument/2006/relationships/image" Target="../media/image340.png"/><Relationship Id="rId19" Type="http://schemas.openxmlformats.org/officeDocument/2006/relationships/image" Target="../media/image42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22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9.png"/><Relationship Id="rId26" Type="http://schemas.openxmlformats.org/officeDocument/2006/relationships/image" Target="../media/image30.png"/><Relationship Id="rId3" Type="http://schemas.openxmlformats.org/officeDocument/2006/relationships/image" Target="../media/image340.png"/><Relationship Id="rId21" Type="http://schemas.openxmlformats.org/officeDocument/2006/relationships/image" Target="../media/image52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32.png"/><Relationship Id="rId5" Type="http://schemas.openxmlformats.org/officeDocument/2006/relationships/image" Target="../media/image360.png"/><Relationship Id="rId15" Type="http://schemas.openxmlformats.org/officeDocument/2006/relationships/image" Target="../media/image44.png"/><Relationship Id="rId23" Type="http://schemas.openxmlformats.org/officeDocument/2006/relationships/image" Target="../media/image46.png"/><Relationship Id="rId19" Type="http://schemas.openxmlformats.org/officeDocument/2006/relationships/image" Target="../media/image50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4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4.png"/><Relationship Id="rId21" Type="http://schemas.openxmlformats.org/officeDocument/2006/relationships/image" Target="../media/image73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7.png"/><Relationship Id="rId20" Type="http://schemas.openxmlformats.org/officeDocument/2006/relationships/image" Target="../media/image7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1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2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4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7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80.png"/><Relationship Id="rId7" Type="http://schemas.openxmlformats.org/officeDocument/2006/relationships/image" Target="../media/image8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180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0.png"/><Relationship Id="rId10" Type="http://schemas.openxmlformats.org/officeDocument/2006/relationships/image" Target="../media/image84.png"/><Relationship Id="rId4" Type="http://schemas.openxmlformats.org/officeDocument/2006/relationships/image" Target="../media/image190.png"/><Relationship Id="rId9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180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95.png"/><Relationship Id="rId5" Type="http://schemas.openxmlformats.org/officeDocument/2006/relationships/image" Target="../media/image200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190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0.png"/><Relationship Id="rId11" Type="http://schemas.openxmlformats.org/officeDocument/2006/relationships/image" Target="../media/image290.png"/><Relationship Id="rId10" Type="http://schemas.openxmlformats.org/officeDocument/2006/relationships/image" Target="../media/image2511.png"/><Relationship Id="rId9" Type="http://schemas.openxmlformats.org/officeDocument/2006/relationships/image" Target="../media/image24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0.png"/><Relationship Id="rId11" Type="http://schemas.openxmlformats.org/officeDocument/2006/relationships/image" Target="../media/image290.png"/><Relationship Id="rId5" Type="http://schemas.openxmlformats.org/officeDocument/2006/relationships/image" Target="../media/image551.png"/><Relationship Id="rId10" Type="http://schemas.openxmlformats.org/officeDocument/2006/relationships/image" Target="../media/image2511.png"/><Relationship Id="rId9" Type="http://schemas.openxmlformats.org/officeDocument/2006/relationships/image" Target="../media/image24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3" Type="http://schemas.openxmlformats.org/officeDocument/2006/relationships/image" Target="../media/image84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0.png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9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7" Type="http://schemas.openxmlformats.org/officeDocument/2006/relationships/image" Target="../media/image10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84.png"/><Relationship Id="rId4" Type="http://schemas.openxmlformats.org/officeDocument/2006/relationships/image" Target="../media/image561.png"/><Relationship Id="rId9" Type="http://schemas.openxmlformats.org/officeDocument/2006/relationships/image" Target="../media/image10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.png"/><Relationship Id="rId4" Type="http://schemas.openxmlformats.org/officeDocument/2006/relationships/image" Target="../media/image109.png"/><Relationship Id="rId9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7" Type="http://schemas.openxmlformats.org/officeDocument/2006/relationships/image" Target="../media/image11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8.png"/><Relationship Id="rId11" Type="http://schemas.openxmlformats.org/officeDocument/2006/relationships/image" Target="../media/image116.png"/><Relationship Id="rId5" Type="http://schemas.openxmlformats.org/officeDocument/2006/relationships/image" Target="../media/image117.png"/><Relationship Id="rId10" Type="http://schemas.openxmlformats.org/officeDocument/2006/relationships/image" Target="../media/image115.png"/><Relationship Id="rId9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3.png"/><Relationship Id="rId11" Type="http://schemas.openxmlformats.org/officeDocument/2006/relationships/image" Target="../media/image84.png"/><Relationship Id="rId5" Type="http://schemas.openxmlformats.org/officeDocument/2006/relationships/image" Target="../media/image122.png"/><Relationship Id="rId10" Type="http://schemas.openxmlformats.org/officeDocument/2006/relationships/image" Target="../media/image116.png"/><Relationship Id="rId9" Type="http://schemas.openxmlformats.org/officeDocument/2006/relationships/image" Target="../media/image1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3" Type="http://schemas.openxmlformats.org/officeDocument/2006/relationships/image" Target="../media/image68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0.png"/><Relationship Id="rId5" Type="http://schemas.openxmlformats.org/officeDocument/2006/relationships/image" Target="../media/image700.png"/><Relationship Id="rId4" Type="http://schemas.openxmlformats.org/officeDocument/2006/relationships/image" Target="../media/image7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69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10.png"/><Relationship Id="rId9" Type="http://schemas.openxmlformats.org/officeDocument/2006/relationships/image" Target="../media/image12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69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10.png"/><Relationship Id="rId9" Type="http://schemas.openxmlformats.org/officeDocument/2006/relationships/image" Target="../media/image12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69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11" Type="http://schemas.openxmlformats.org/officeDocument/2006/relationships/image" Target="../media/image853.png"/><Relationship Id="rId5" Type="http://schemas.openxmlformats.org/officeDocument/2006/relationships/image" Target="../media/image730.png"/><Relationship Id="rId10" Type="http://schemas.openxmlformats.org/officeDocument/2006/relationships/image" Target="../media/image126.png"/><Relationship Id="rId4" Type="http://schemas.openxmlformats.org/officeDocument/2006/relationships/image" Target="../media/image710.png"/><Relationship Id="rId9" Type="http://schemas.openxmlformats.org/officeDocument/2006/relationships/image" Target="../media/image12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690.png"/><Relationship Id="rId7" Type="http://schemas.openxmlformats.org/officeDocument/2006/relationships/image" Target="../media/image750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11" Type="http://schemas.openxmlformats.org/officeDocument/2006/relationships/image" Target="../media/image127.png"/><Relationship Id="rId5" Type="http://schemas.openxmlformats.org/officeDocument/2006/relationships/image" Target="../media/image730.png"/><Relationship Id="rId10" Type="http://schemas.openxmlformats.org/officeDocument/2006/relationships/image" Target="../media/image126.png"/><Relationship Id="rId4" Type="http://schemas.openxmlformats.org/officeDocument/2006/relationships/image" Target="../media/image710.png"/><Relationship Id="rId9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69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10" Type="http://schemas.openxmlformats.org/officeDocument/2006/relationships/image" Target="../media/image131.png"/><Relationship Id="rId4" Type="http://schemas.openxmlformats.org/officeDocument/2006/relationships/image" Target="../media/image710.png"/><Relationship Id="rId9" Type="http://schemas.openxmlformats.org/officeDocument/2006/relationships/image" Target="../media/image12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69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10" Type="http://schemas.openxmlformats.org/officeDocument/2006/relationships/image" Target="../media/image132.png"/><Relationship Id="rId9" Type="http://schemas.openxmlformats.org/officeDocument/2006/relationships/image" Target="../media/image13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10" Type="http://schemas.openxmlformats.org/officeDocument/2006/relationships/image" Target="../media/image132.png"/><Relationship Id="rId9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10" Type="http://schemas.openxmlformats.org/officeDocument/2006/relationships/image" Target="../media/image135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10" Type="http://schemas.openxmlformats.org/officeDocument/2006/relationships/image" Target="../media/image136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10" Type="http://schemas.openxmlformats.org/officeDocument/2006/relationships/image" Target="../media/image137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11" Type="http://schemas.openxmlformats.org/officeDocument/2006/relationships/image" Target="../media/image138.png"/><Relationship Id="rId5" Type="http://schemas.openxmlformats.org/officeDocument/2006/relationships/image" Target="../media/image740.png"/><Relationship Id="rId10" Type="http://schemas.openxmlformats.org/officeDocument/2006/relationships/image" Target="../media/image137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139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17" Type="http://schemas.openxmlformats.org/officeDocument/2006/relationships/image" Target="../media/image154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50.png"/><Relationship Id="rId18" Type="http://schemas.openxmlformats.org/officeDocument/2006/relationships/image" Target="../media/image155.png"/><Relationship Id="rId3" Type="http://schemas.openxmlformats.org/officeDocument/2006/relationships/image" Target="../media/image960.png"/><Relationship Id="rId7" Type="http://schemas.openxmlformats.org/officeDocument/2006/relationships/image" Target="../media/image1010.png"/><Relationship Id="rId12" Type="http://schemas.openxmlformats.org/officeDocument/2006/relationships/image" Target="../media/image1140.png"/><Relationship Id="rId17" Type="http://schemas.openxmlformats.org/officeDocument/2006/relationships/image" Target="../media/image1190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11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0.png"/><Relationship Id="rId11" Type="http://schemas.openxmlformats.org/officeDocument/2006/relationships/image" Target="../media/image1130.png"/><Relationship Id="rId5" Type="http://schemas.openxmlformats.org/officeDocument/2006/relationships/image" Target="../media/image980.png"/><Relationship Id="rId15" Type="http://schemas.openxmlformats.org/officeDocument/2006/relationships/image" Target="../media/image1170.png"/><Relationship Id="rId10" Type="http://schemas.openxmlformats.org/officeDocument/2006/relationships/image" Target="../media/image1040.png"/><Relationship Id="rId19" Type="http://schemas.openxmlformats.org/officeDocument/2006/relationships/image" Target="../media/image156.png"/><Relationship Id="rId4" Type="http://schemas.openxmlformats.org/officeDocument/2006/relationships/image" Target="../media/image970.png"/><Relationship Id="rId9" Type="http://schemas.openxmlformats.org/officeDocument/2006/relationships/image" Target="../media/image1030.png"/><Relationship Id="rId14" Type="http://schemas.openxmlformats.org/officeDocument/2006/relationships/image" Target="../media/image116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50.png"/><Relationship Id="rId18" Type="http://schemas.openxmlformats.org/officeDocument/2006/relationships/image" Target="../media/image159.png"/><Relationship Id="rId3" Type="http://schemas.openxmlformats.org/officeDocument/2006/relationships/image" Target="../media/image960.png"/><Relationship Id="rId7" Type="http://schemas.openxmlformats.org/officeDocument/2006/relationships/image" Target="../media/image1010.png"/><Relationship Id="rId12" Type="http://schemas.openxmlformats.org/officeDocument/2006/relationships/image" Target="../media/image1140.png"/><Relationship Id="rId17" Type="http://schemas.openxmlformats.org/officeDocument/2006/relationships/image" Target="../media/image158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1180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0.png"/><Relationship Id="rId11" Type="http://schemas.openxmlformats.org/officeDocument/2006/relationships/image" Target="../media/image1130.png"/><Relationship Id="rId5" Type="http://schemas.openxmlformats.org/officeDocument/2006/relationships/image" Target="../media/image980.png"/><Relationship Id="rId15" Type="http://schemas.openxmlformats.org/officeDocument/2006/relationships/image" Target="../media/image1170.png"/><Relationship Id="rId10" Type="http://schemas.openxmlformats.org/officeDocument/2006/relationships/image" Target="../media/image1040.png"/><Relationship Id="rId19" Type="http://schemas.openxmlformats.org/officeDocument/2006/relationships/image" Target="../media/image160.png"/><Relationship Id="rId4" Type="http://schemas.openxmlformats.org/officeDocument/2006/relationships/image" Target="../media/image970.png"/><Relationship Id="rId9" Type="http://schemas.openxmlformats.org/officeDocument/2006/relationships/image" Target="../media/image1030.png"/><Relationship Id="rId14" Type="http://schemas.openxmlformats.org/officeDocument/2006/relationships/image" Target="../media/image15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50.png"/><Relationship Id="rId18" Type="http://schemas.openxmlformats.org/officeDocument/2006/relationships/image" Target="../media/image161.png"/><Relationship Id="rId3" Type="http://schemas.openxmlformats.org/officeDocument/2006/relationships/image" Target="../media/image960.png"/><Relationship Id="rId7" Type="http://schemas.openxmlformats.org/officeDocument/2006/relationships/image" Target="../media/image1010.png"/><Relationship Id="rId12" Type="http://schemas.openxmlformats.org/officeDocument/2006/relationships/image" Target="../media/image1140.png"/><Relationship Id="rId17" Type="http://schemas.openxmlformats.org/officeDocument/2006/relationships/image" Target="../media/image157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11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0.png"/><Relationship Id="rId11" Type="http://schemas.openxmlformats.org/officeDocument/2006/relationships/image" Target="../media/image1130.png"/><Relationship Id="rId5" Type="http://schemas.openxmlformats.org/officeDocument/2006/relationships/image" Target="../media/image980.png"/><Relationship Id="rId15" Type="http://schemas.openxmlformats.org/officeDocument/2006/relationships/image" Target="../media/image1170.png"/><Relationship Id="rId10" Type="http://schemas.openxmlformats.org/officeDocument/2006/relationships/image" Target="../media/image1040.png"/><Relationship Id="rId19" Type="http://schemas.openxmlformats.org/officeDocument/2006/relationships/image" Target="../media/image162.png"/><Relationship Id="rId4" Type="http://schemas.openxmlformats.org/officeDocument/2006/relationships/image" Target="../media/image970.png"/><Relationship Id="rId9" Type="http://schemas.openxmlformats.org/officeDocument/2006/relationships/image" Target="../media/image103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0.png"/><Relationship Id="rId13" Type="http://schemas.openxmlformats.org/officeDocument/2006/relationships/image" Target="../media/image941.png"/><Relationship Id="rId3" Type="http://schemas.openxmlformats.org/officeDocument/2006/relationships/image" Target="../media/image921.png"/><Relationship Id="rId7" Type="http://schemas.openxmlformats.org/officeDocument/2006/relationships/image" Target="../media/image1350.png"/><Relationship Id="rId12" Type="http://schemas.openxmlformats.org/officeDocument/2006/relationships/image" Target="../media/image9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64.png"/><Relationship Id="rId10" Type="http://schemas.openxmlformats.org/officeDocument/2006/relationships/image" Target="../media/image163.png"/><Relationship Id="rId9" Type="http://schemas.openxmlformats.org/officeDocument/2006/relationships/image" Target="../media/image1370.png"/><Relationship Id="rId14" Type="http://schemas.openxmlformats.org/officeDocument/2006/relationships/image" Target="../media/image95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0.png"/><Relationship Id="rId13" Type="http://schemas.openxmlformats.org/officeDocument/2006/relationships/image" Target="../media/image941.png"/><Relationship Id="rId7" Type="http://schemas.openxmlformats.org/officeDocument/2006/relationships/image" Target="../media/image1350.png"/><Relationship Id="rId12" Type="http://schemas.openxmlformats.org/officeDocument/2006/relationships/image" Target="../media/image931.png"/><Relationship Id="rId17" Type="http://schemas.openxmlformats.org/officeDocument/2006/relationships/image" Target="../media/image164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6.xml"/><Relationship Id="rId15" Type="http://schemas.openxmlformats.org/officeDocument/2006/relationships/image" Target="../media/image165.png"/><Relationship Id="rId9" Type="http://schemas.openxmlformats.org/officeDocument/2006/relationships/image" Target="../media/image1370.png"/><Relationship Id="rId14" Type="http://schemas.openxmlformats.org/officeDocument/2006/relationships/image" Target="../media/image95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50.png"/><Relationship Id="rId3" Type="http://schemas.openxmlformats.org/officeDocument/2006/relationships/image" Target="../media/image960.png"/><Relationship Id="rId21" Type="http://schemas.openxmlformats.org/officeDocument/2006/relationships/image" Target="../media/image161.png"/><Relationship Id="rId7" Type="http://schemas.openxmlformats.org/officeDocument/2006/relationships/image" Target="../media/image1010.png"/><Relationship Id="rId12" Type="http://schemas.openxmlformats.org/officeDocument/2006/relationships/image" Target="../media/image1140.png"/><Relationship Id="rId25" Type="http://schemas.openxmlformats.org/officeDocument/2006/relationships/image" Target="../media/image169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180.png"/><Relationship Id="rId20" Type="http://schemas.openxmlformats.org/officeDocument/2006/relationships/image" Target="../media/image1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0.png"/><Relationship Id="rId11" Type="http://schemas.openxmlformats.org/officeDocument/2006/relationships/image" Target="../media/image1130.png"/><Relationship Id="rId24" Type="http://schemas.openxmlformats.org/officeDocument/2006/relationships/image" Target="../media/image168.png"/><Relationship Id="rId5" Type="http://schemas.openxmlformats.org/officeDocument/2006/relationships/image" Target="../media/image980.png"/><Relationship Id="rId15" Type="http://schemas.openxmlformats.org/officeDocument/2006/relationships/image" Target="../media/image1170.png"/><Relationship Id="rId23" Type="http://schemas.openxmlformats.org/officeDocument/2006/relationships/image" Target="../media/image167.png"/><Relationship Id="rId10" Type="http://schemas.openxmlformats.org/officeDocument/2006/relationships/image" Target="../media/image1040.png"/><Relationship Id="rId19" Type="http://schemas.openxmlformats.org/officeDocument/2006/relationships/image" Target="../media/image1520.png"/><Relationship Id="rId4" Type="http://schemas.openxmlformats.org/officeDocument/2006/relationships/image" Target="../media/image970.png"/><Relationship Id="rId9" Type="http://schemas.openxmlformats.org/officeDocument/2006/relationships/image" Target="../media/image1030.png"/><Relationship Id="rId22" Type="http://schemas.openxmlformats.org/officeDocument/2006/relationships/image" Target="../media/image16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650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18" Type="http://schemas.openxmlformats.org/officeDocument/2006/relationships/image" Target="../media/image1690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17" Type="http://schemas.openxmlformats.org/officeDocument/2006/relationships/image" Target="../media/image1680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16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71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18" Type="http://schemas.openxmlformats.org/officeDocument/2006/relationships/image" Target="../media/image174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17" Type="http://schemas.openxmlformats.org/officeDocument/2006/relationships/image" Target="../media/image173.png"/><Relationship Id="rId2" Type="http://schemas.openxmlformats.org/officeDocument/2006/relationships/notesSlide" Target="../notesSlides/notesSlide57.xml"/><Relationship Id="rId16" Type="http://schemas.openxmlformats.org/officeDocument/2006/relationships/image" Target="../media/image17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72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18" Type="http://schemas.openxmlformats.org/officeDocument/2006/relationships/image" Target="../media/image178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17" Type="http://schemas.openxmlformats.org/officeDocument/2006/relationships/image" Target="../media/image177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75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18" Type="http://schemas.openxmlformats.org/officeDocument/2006/relationships/image" Target="../media/image183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17" Type="http://schemas.openxmlformats.org/officeDocument/2006/relationships/image" Target="../media/image182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79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18" Type="http://schemas.openxmlformats.org/officeDocument/2006/relationships/image" Target="../media/image174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17" Type="http://schemas.openxmlformats.org/officeDocument/2006/relationships/image" Target="../media/image173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17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84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85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86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0.png"/><Relationship Id="rId13" Type="http://schemas.openxmlformats.org/officeDocument/2006/relationships/image" Target="../media/image1630.png"/><Relationship Id="rId3" Type="http://schemas.openxmlformats.org/officeDocument/2006/relationships/image" Target="../media/image1530.png"/><Relationship Id="rId7" Type="http://schemas.openxmlformats.org/officeDocument/2006/relationships/image" Target="../media/image1570.png"/><Relationship Id="rId12" Type="http://schemas.openxmlformats.org/officeDocument/2006/relationships/image" Target="../media/image1620.png"/><Relationship Id="rId17" Type="http://schemas.openxmlformats.org/officeDocument/2006/relationships/image" Target="../media/image189.png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0.png"/><Relationship Id="rId11" Type="http://schemas.openxmlformats.org/officeDocument/2006/relationships/image" Target="../media/image1610.png"/><Relationship Id="rId5" Type="http://schemas.openxmlformats.org/officeDocument/2006/relationships/image" Target="../media/image1550.png"/><Relationship Id="rId15" Type="http://schemas.openxmlformats.org/officeDocument/2006/relationships/image" Target="../media/image188.png"/><Relationship Id="rId10" Type="http://schemas.openxmlformats.org/officeDocument/2006/relationships/image" Target="../media/image1600.png"/><Relationship Id="rId4" Type="http://schemas.openxmlformats.org/officeDocument/2006/relationships/image" Target="../media/image1540.png"/><Relationship Id="rId9" Type="http://schemas.openxmlformats.org/officeDocument/2006/relationships/image" Target="../media/image1590.png"/><Relationship Id="rId14" Type="http://schemas.openxmlformats.org/officeDocument/2006/relationships/image" Target="../media/image164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98.png"/><Relationship Id="rId3" Type="http://schemas.openxmlformats.org/officeDocument/2006/relationships/image" Target="../media/image191.png"/><Relationship Id="rId21" Type="http://schemas.openxmlformats.org/officeDocument/2006/relationships/image" Target="../media/image162.png"/><Relationship Id="rId7" Type="http://schemas.openxmlformats.org/officeDocument/2006/relationships/image" Target="../media/image139.png"/><Relationship Id="rId12" Type="http://schemas.openxmlformats.org/officeDocument/2006/relationships/image" Target="../media/image145.png"/><Relationship Id="rId17" Type="http://schemas.openxmlformats.org/officeDocument/2006/relationships/image" Target="../media/image197.png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196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4.png"/><Relationship Id="rId11" Type="http://schemas.openxmlformats.org/officeDocument/2006/relationships/image" Target="../media/image144.png"/><Relationship Id="rId5" Type="http://schemas.openxmlformats.org/officeDocument/2006/relationships/image" Target="../media/image193.png"/><Relationship Id="rId15" Type="http://schemas.openxmlformats.org/officeDocument/2006/relationships/image" Target="../media/image195.png"/><Relationship Id="rId23" Type="http://schemas.openxmlformats.org/officeDocument/2006/relationships/image" Target="../media/image161.png"/><Relationship Id="rId10" Type="http://schemas.openxmlformats.org/officeDocument/2006/relationships/image" Target="../media/image143.png"/><Relationship Id="rId19" Type="http://schemas.openxmlformats.org/officeDocument/2006/relationships/image" Target="../media/image199.png"/><Relationship Id="rId4" Type="http://schemas.openxmlformats.org/officeDocument/2006/relationships/image" Target="../media/image192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3.png"/><Relationship Id="rId3" Type="http://schemas.openxmlformats.org/officeDocument/2006/relationships/image" Target="../media/image213.png"/><Relationship Id="rId7" Type="http://schemas.openxmlformats.org/officeDocument/2006/relationships/image" Target="../media/image216.png"/><Relationship Id="rId12" Type="http://schemas.openxmlformats.org/officeDocument/2006/relationships/image" Target="../media/image22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5.png"/><Relationship Id="rId11" Type="http://schemas.openxmlformats.org/officeDocument/2006/relationships/image" Target="../media/image221.png"/><Relationship Id="rId5" Type="http://schemas.openxmlformats.org/officeDocument/2006/relationships/image" Target="../media/image1550.png"/><Relationship Id="rId15" Type="http://schemas.openxmlformats.org/officeDocument/2006/relationships/image" Target="../media/image202.png"/><Relationship Id="rId10" Type="http://schemas.openxmlformats.org/officeDocument/2006/relationships/image" Target="../media/image219.png"/><Relationship Id="rId4" Type="http://schemas.openxmlformats.org/officeDocument/2006/relationships/image" Target="../media/image214.png"/><Relationship Id="rId9" Type="http://schemas.openxmlformats.org/officeDocument/2006/relationships/image" Target="../media/image218.png"/><Relationship Id="rId14" Type="http://schemas.openxmlformats.org/officeDocument/2006/relationships/image" Target="../media/image22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3.png"/><Relationship Id="rId18" Type="http://schemas.openxmlformats.org/officeDocument/2006/relationships/image" Target="../media/image229.png"/><Relationship Id="rId3" Type="http://schemas.openxmlformats.org/officeDocument/2006/relationships/image" Target="../media/image213.png"/><Relationship Id="rId21" Type="http://schemas.openxmlformats.org/officeDocument/2006/relationships/image" Target="../media/image233.png"/><Relationship Id="rId7" Type="http://schemas.openxmlformats.org/officeDocument/2006/relationships/image" Target="../media/image216.png"/><Relationship Id="rId12" Type="http://schemas.openxmlformats.org/officeDocument/2006/relationships/image" Target="../media/image222.png"/><Relationship Id="rId17" Type="http://schemas.openxmlformats.org/officeDocument/2006/relationships/image" Target="../media/image228.pn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227.png"/><Relationship Id="rId20" Type="http://schemas.openxmlformats.org/officeDocument/2006/relationships/image" Target="../media/image2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5.png"/><Relationship Id="rId11" Type="http://schemas.openxmlformats.org/officeDocument/2006/relationships/image" Target="../media/image221.png"/><Relationship Id="rId24" Type="http://schemas.openxmlformats.org/officeDocument/2006/relationships/image" Target="../media/image203.png"/><Relationship Id="rId5" Type="http://schemas.openxmlformats.org/officeDocument/2006/relationships/image" Target="../media/image1550.png"/><Relationship Id="rId23" Type="http://schemas.openxmlformats.org/officeDocument/2006/relationships/image" Target="../media/image202.png"/><Relationship Id="rId10" Type="http://schemas.openxmlformats.org/officeDocument/2006/relationships/image" Target="../media/image219.png"/><Relationship Id="rId19" Type="http://schemas.openxmlformats.org/officeDocument/2006/relationships/image" Target="../media/image231.png"/><Relationship Id="rId4" Type="http://schemas.openxmlformats.org/officeDocument/2006/relationships/image" Target="../media/image214.png"/><Relationship Id="rId9" Type="http://schemas.openxmlformats.org/officeDocument/2006/relationships/image" Target="../media/image218.png"/><Relationship Id="rId22" Type="http://schemas.openxmlformats.org/officeDocument/2006/relationships/image" Target="../media/image234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3.png"/><Relationship Id="rId18" Type="http://schemas.openxmlformats.org/officeDocument/2006/relationships/image" Target="../media/image229.png"/><Relationship Id="rId26" Type="http://schemas.openxmlformats.org/officeDocument/2006/relationships/image" Target="../media/image202.png"/><Relationship Id="rId3" Type="http://schemas.openxmlformats.org/officeDocument/2006/relationships/image" Target="../media/image213.png"/><Relationship Id="rId21" Type="http://schemas.openxmlformats.org/officeDocument/2006/relationships/image" Target="../media/image233.png"/><Relationship Id="rId7" Type="http://schemas.openxmlformats.org/officeDocument/2006/relationships/image" Target="../media/image216.png"/><Relationship Id="rId12" Type="http://schemas.openxmlformats.org/officeDocument/2006/relationships/image" Target="../media/image222.png"/><Relationship Id="rId17" Type="http://schemas.openxmlformats.org/officeDocument/2006/relationships/image" Target="../media/image228.png"/><Relationship Id="rId25" Type="http://schemas.openxmlformats.org/officeDocument/2006/relationships/image" Target="../media/image206.png"/><Relationship Id="rId2" Type="http://schemas.openxmlformats.org/officeDocument/2006/relationships/notesSlide" Target="../notesSlides/notesSlide67.xml"/><Relationship Id="rId16" Type="http://schemas.openxmlformats.org/officeDocument/2006/relationships/image" Target="../media/image227.png"/><Relationship Id="rId20" Type="http://schemas.openxmlformats.org/officeDocument/2006/relationships/image" Target="../media/image232.png"/><Relationship Id="rId29" Type="http://schemas.openxmlformats.org/officeDocument/2006/relationships/image" Target="../media/image20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5.png"/><Relationship Id="rId11" Type="http://schemas.openxmlformats.org/officeDocument/2006/relationships/image" Target="../media/image221.png"/><Relationship Id="rId24" Type="http://schemas.openxmlformats.org/officeDocument/2006/relationships/image" Target="../media/image205.png"/><Relationship Id="rId5" Type="http://schemas.openxmlformats.org/officeDocument/2006/relationships/image" Target="../media/image1550.png"/><Relationship Id="rId23" Type="http://schemas.openxmlformats.org/officeDocument/2006/relationships/image" Target="../media/image204.png"/><Relationship Id="rId28" Type="http://schemas.openxmlformats.org/officeDocument/2006/relationships/image" Target="../media/image207.png"/><Relationship Id="rId10" Type="http://schemas.openxmlformats.org/officeDocument/2006/relationships/image" Target="../media/image219.png"/><Relationship Id="rId19" Type="http://schemas.openxmlformats.org/officeDocument/2006/relationships/image" Target="../media/image231.png"/><Relationship Id="rId4" Type="http://schemas.openxmlformats.org/officeDocument/2006/relationships/image" Target="../media/image214.png"/><Relationship Id="rId9" Type="http://schemas.openxmlformats.org/officeDocument/2006/relationships/image" Target="../media/image218.png"/><Relationship Id="rId22" Type="http://schemas.openxmlformats.org/officeDocument/2006/relationships/image" Target="../media/image234.png"/><Relationship Id="rId27" Type="http://schemas.openxmlformats.org/officeDocument/2006/relationships/image" Target="../media/image20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3.png"/><Relationship Id="rId18" Type="http://schemas.openxmlformats.org/officeDocument/2006/relationships/image" Target="../media/image229.png"/><Relationship Id="rId26" Type="http://schemas.openxmlformats.org/officeDocument/2006/relationships/image" Target="../media/image237.png"/><Relationship Id="rId3" Type="http://schemas.openxmlformats.org/officeDocument/2006/relationships/image" Target="../media/image213.png"/><Relationship Id="rId21" Type="http://schemas.openxmlformats.org/officeDocument/2006/relationships/image" Target="../media/image233.png"/><Relationship Id="rId7" Type="http://schemas.openxmlformats.org/officeDocument/2006/relationships/image" Target="../media/image216.png"/><Relationship Id="rId12" Type="http://schemas.openxmlformats.org/officeDocument/2006/relationships/image" Target="../media/image222.png"/><Relationship Id="rId17" Type="http://schemas.openxmlformats.org/officeDocument/2006/relationships/image" Target="../media/image228.png"/><Relationship Id="rId33" Type="http://schemas.openxmlformats.org/officeDocument/2006/relationships/image" Target="../media/image209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227.png"/><Relationship Id="rId20" Type="http://schemas.openxmlformats.org/officeDocument/2006/relationships/image" Target="../media/image232.png"/><Relationship Id="rId29" Type="http://schemas.openxmlformats.org/officeDocument/2006/relationships/image" Target="../media/image20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5.png"/><Relationship Id="rId11" Type="http://schemas.openxmlformats.org/officeDocument/2006/relationships/image" Target="../media/image221.png"/><Relationship Id="rId32" Type="http://schemas.openxmlformats.org/officeDocument/2006/relationships/image" Target="../media/image208.png"/><Relationship Id="rId5" Type="http://schemas.openxmlformats.org/officeDocument/2006/relationships/image" Target="../media/image1550.png"/><Relationship Id="rId28" Type="http://schemas.openxmlformats.org/officeDocument/2006/relationships/image" Target="../media/image239.png"/><Relationship Id="rId10" Type="http://schemas.openxmlformats.org/officeDocument/2006/relationships/image" Target="../media/image219.png"/><Relationship Id="rId19" Type="http://schemas.openxmlformats.org/officeDocument/2006/relationships/image" Target="../media/image231.png"/><Relationship Id="rId31" Type="http://schemas.openxmlformats.org/officeDocument/2006/relationships/image" Target="../media/image207.png"/><Relationship Id="rId4" Type="http://schemas.openxmlformats.org/officeDocument/2006/relationships/image" Target="../media/image214.png"/><Relationship Id="rId9" Type="http://schemas.openxmlformats.org/officeDocument/2006/relationships/image" Target="../media/image218.png"/><Relationship Id="rId22" Type="http://schemas.openxmlformats.org/officeDocument/2006/relationships/image" Target="../media/image234.png"/><Relationship Id="rId27" Type="http://schemas.openxmlformats.org/officeDocument/2006/relationships/image" Target="../media/image238.png"/><Relationship Id="rId30" Type="http://schemas.openxmlformats.org/officeDocument/2006/relationships/image" Target="../media/image20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0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0.png"/><Relationship Id="rId5" Type="http://schemas.openxmlformats.org/officeDocument/2006/relationships/image" Target="../media/image212.png"/><Relationship Id="rId4" Type="http://schemas.openxmlformats.org/officeDocument/2006/relationships/image" Target="../media/image226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25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0.png"/><Relationship Id="rId5" Type="http://schemas.openxmlformats.org/officeDocument/2006/relationships/image" Target="../media/image212.png"/><Relationship Id="rId4" Type="http://schemas.openxmlformats.org/officeDocument/2006/relationships/image" Target="../media/image226.png"/><Relationship Id="rId9" Type="http://schemas.openxmlformats.org/officeDocument/2006/relationships/image" Target="../media/image23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940.png"/><Relationship Id="rId7" Type="http://schemas.openxmlformats.org/officeDocument/2006/relationships/image" Target="../media/image24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3.png"/><Relationship Id="rId5" Type="http://schemas.openxmlformats.org/officeDocument/2006/relationships/image" Target="../media/image2420.png"/><Relationship Id="rId4" Type="http://schemas.openxmlformats.org/officeDocument/2006/relationships/image" Target="../media/image95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3" Type="http://schemas.openxmlformats.org/officeDocument/2006/relationships/image" Target="../media/image251.png"/><Relationship Id="rId7" Type="http://schemas.openxmlformats.org/officeDocument/2006/relationships/image" Target="../media/image25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3" Type="http://schemas.openxmlformats.org/officeDocument/2006/relationships/image" Target="../media/image251.png"/><Relationship Id="rId7" Type="http://schemas.openxmlformats.org/officeDocument/2006/relationships/image" Target="../media/image25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3" Type="http://schemas.openxmlformats.org/officeDocument/2006/relationships/image" Target="../media/image251.png"/><Relationship Id="rId7" Type="http://schemas.openxmlformats.org/officeDocument/2006/relationships/image" Target="../media/image25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3" Type="http://schemas.openxmlformats.org/officeDocument/2006/relationships/image" Target="../media/image257.png"/><Relationship Id="rId7" Type="http://schemas.openxmlformats.org/officeDocument/2006/relationships/image" Target="../media/image26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9.png"/><Relationship Id="rId5" Type="http://schemas.openxmlformats.org/officeDocument/2006/relationships/image" Target="../media/image258.png"/><Relationship Id="rId4" Type="http://schemas.openxmlformats.org/officeDocument/2006/relationships/image" Target="../media/image25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3" Type="http://schemas.openxmlformats.org/officeDocument/2006/relationships/image" Target="../media/image257.png"/><Relationship Id="rId7" Type="http://schemas.openxmlformats.org/officeDocument/2006/relationships/image" Target="../media/image26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9.png"/><Relationship Id="rId5" Type="http://schemas.openxmlformats.org/officeDocument/2006/relationships/image" Target="../media/image258.png"/><Relationship Id="rId4" Type="http://schemas.openxmlformats.org/officeDocument/2006/relationships/image" Target="../media/image25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3" Type="http://schemas.openxmlformats.org/officeDocument/2006/relationships/image" Target="../media/image257.png"/><Relationship Id="rId7" Type="http://schemas.openxmlformats.org/officeDocument/2006/relationships/image" Target="../media/image26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9.png"/><Relationship Id="rId5" Type="http://schemas.openxmlformats.org/officeDocument/2006/relationships/image" Target="../media/image258.png"/><Relationship Id="rId4" Type="http://schemas.openxmlformats.org/officeDocument/2006/relationships/image" Target="../media/image252.png"/><Relationship Id="rId9" Type="http://schemas.openxmlformats.org/officeDocument/2006/relationships/image" Target="../media/image26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40.png"/><Relationship Id="rId7" Type="http://schemas.openxmlformats.org/officeDocument/2006/relationships/image" Target="../media/image24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5" Type="http://schemas.openxmlformats.org/officeDocument/2006/relationships/image" Target="../media/image266.png"/><Relationship Id="rId10" Type="http://schemas.openxmlformats.org/officeDocument/2006/relationships/image" Target="../media/image271.png"/><Relationship Id="rId4" Type="http://schemas.openxmlformats.org/officeDocument/2006/relationships/image" Target="../media/image265.png"/><Relationship Id="rId9" Type="http://schemas.openxmlformats.org/officeDocument/2006/relationships/image" Target="../media/image270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3" Type="http://schemas.openxmlformats.org/officeDocument/2006/relationships/image" Target="../media/image180.png"/><Relationship Id="rId7" Type="http://schemas.openxmlformats.org/officeDocument/2006/relationships/image" Target="../media/image220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8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0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77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90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0.png"/><Relationship Id="rId3" Type="http://schemas.openxmlformats.org/officeDocument/2006/relationships/image" Target="../media/image800.png"/><Relationship Id="rId7" Type="http://schemas.openxmlformats.org/officeDocument/2006/relationships/image" Target="../media/image82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1.png"/><Relationship Id="rId11" Type="http://schemas.openxmlformats.org/officeDocument/2006/relationships/image" Target="../media/image760.png"/><Relationship Id="rId5" Type="http://schemas.openxmlformats.org/officeDocument/2006/relationships/image" Target="../media/image780.png"/><Relationship Id="rId10" Type="http://schemas.openxmlformats.org/officeDocument/2006/relationships/image" Target="../media/image750.png"/><Relationship Id="rId4" Type="http://schemas.openxmlformats.org/officeDocument/2006/relationships/image" Target="../media/image771.png"/><Relationship Id="rId9" Type="http://schemas.openxmlformats.org/officeDocument/2006/relationships/image" Target="../media/image740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71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7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71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71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7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780.png"/><Relationship Id="rId4" Type="http://schemas.openxmlformats.org/officeDocument/2006/relationships/image" Target="../media/image77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1.png"/><Relationship Id="rId4" Type="http://schemas.openxmlformats.org/officeDocument/2006/relationships/image" Target="../media/image85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1.png"/><Relationship Id="rId4" Type="http://schemas.openxmlformats.org/officeDocument/2006/relationships/image" Target="../media/image85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1.png"/><Relationship Id="rId4" Type="http://schemas.openxmlformats.org/officeDocument/2006/relationships/image" Target="../media/image851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0.png"/><Relationship Id="rId4" Type="http://schemas.openxmlformats.org/officeDocument/2006/relationships/image" Target="../media/image850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840.png"/><Relationship Id="rId7" Type="http://schemas.openxmlformats.org/officeDocument/2006/relationships/image" Target="../media/image890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850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0.png"/><Relationship Id="rId3" Type="http://schemas.openxmlformats.org/officeDocument/2006/relationships/image" Target="../media/image840.png"/><Relationship Id="rId7" Type="http://schemas.openxmlformats.org/officeDocument/2006/relationships/image" Target="../media/image890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850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840.png"/><Relationship Id="rId7" Type="http://schemas.openxmlformats.org/officeDocument/2006/relationships/image" Target="../media/image890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850.png"/><Relationship Id="rId9" Type="http://schemas.openxmlformats.org/officeDocument/2006/relationships/image" Target="../media/image920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840.png"/><Relationship Id="rId7" Type="http://schemas.openxmlformats.org/officeDocument/2006/relationships/image" Target="../media/image89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850.png"/><Relationship Id="rId9" Type="http://schemas.openxmlformats.org/officeDocument/2006/relationships/image" Target="../media/image920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3" Type="http://schemas.openxmlformats.org/officeDocument/2006/relationships/image" Target="../media/image71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Relationship Id="rId9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118"/>
          <a:stretch/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590800"/>
            <a:ext cx="7784124" cy="2719754"/>
          </a:xfrm>
          <a:solidFill>
            <a:schemeClr val="accent6"/>
          </a:solidFill>
        </p:spPr>
        <p:txBody>
          <a:bodyPr/>
          <a:lstStyle/>
          <a:p>
            <a:r>
              <a:rPr lang="en-US" altLang="zh-CN" dirty="0"/>
              <a:t>Increasing the Robustness </a:t>
            </a:r>
            <a:r>
              <a:rPr lang="en-US" dirty="0"/>
              <a:t>and Clarity</a:t>
            </a:r>
            <a:r>
              <a:rPr lang="zh-CN" altLang="en-US" dirty="0"/>
              <a:t> </a:t>
            </a:r>
            <a:r>
              <a:rPr lang="en-US" altLang="zh-CN" dirty="0"/>
              <a:t>of Fast Token Delivery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251522"/>
            <a:ext cx="4876807" cy="849680"/>
          </a:xfrm>
        </p:spPr>
        <p:txBody>
          <a:bodyPr/>
          <a:lstStyle/>
          <a:p>
            <a:r>
              <a:rPr lang="en-US" altLang="zh-CN" b="1" dirty="0"/>
              <a:t>Yuan</a:t>
            </a:r>
            <a:r>
              <a:rPr lang="zh-CN" altLang="en-US" b="1" dirty="0"/>
              <a:t> </a:t>
            </a:r>
            <a:r>
              <a:rPr lang="en-US" altLang="zh-CN" b="1" dirty="0"/>
              <a:t>Qin</a:t>
            </a:r>
            <a:endParaRPr lang="de-DE" b="1" dirty="0"/>
          </a:p>
          <a:p>
            <a:r>
              <a:rPr lang="en-US" altLang="zh-CN" dirty="0"/>
              <a:t>24.11</a:t>
            </a:r>
            <a:r>
              <a:rPr lang="de-DE" dirty="0"/>
              <a:t>.</a:t>
            </a:r>
            <a:r>
              <a:rPr lang="en-US" altLang="zh-CN" dirty="0"/>
              <a:t>2025</a:t>
            </a:r>
          </a:p>
          <a:p>
            <a:r>
              <a:rPr lang="en-US" altLang="zh-CN" dirty="0"/>
              <a:t>Supervisor:</a:t>
            </a:r>
            <a:r>
              <a:rPr lang="zh-CN" altLang="en-US" dirty="0"/>
              <a:t> </a:t>
            </a:r>
            <a:r>
              <a:rPr lang="en-US" altLang="zh-CN" dirty="0"/>
              <a:t>L.</a:t>
            </a:r>
            <a:r>
              <a:rPr lang="zh-CN" altLang="en-US" dirty="0"/>
              <a:t> </a:t>
            </a:r>
            <a:r>
              <a:rPr lang="en-US" altLang="zh-CN" dirty="0"/>
              <a:t>Josipovic,</a:t>
            </a:r>
            <a:r>
              <a:rPr lang="zh-CN" altLang="en-US" dirty="0"/>
              <a:t> </a:t>
            </a:r>
            <a:r>
              <a:rPr lang="en-US" altLang="zh-CN" dirty="0"/>
              <a:t>P. </a:t>
            </a:r>
            <a:r>
              <a:rPr lang="en-US" altLang="zh-CN" dirty="0" err="1"/>
              <a:t>Ienne</a:t>
            </a:r>
            <a:r>
              <a:rPr lang="en-US" altLang="zh-CN" dirty="0"/>
              <a:t>, A. </a:t>
            </a:r>
            <a:r>
              <a:rPr lang="en-US" altLang="zh-CN" dirty="0" err="1"/>
              <a:t>Elakhras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AE7-7C5A-BDDE-5A5D-A6650B57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5C85561-5082-6A0F-5E17-0E2FF8255409}"/>
                  </a:ext>
                </a:extLst>
              </p:cNvPr>
              <p:cNvSpPr txBox="1"/>
              <p:nvPr/>
            </p:nvSpPr>
            <p:spPr>
              <a:xfrm>
                <a:off x="4739365" y="1390648"/>
                <a:ext cx="117339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5C85561-5082-6A0F-5E17-0E2FF8255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1390648"/>
                <a:ext cx="1173398" cy="390748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2FF06F-3D13-926F-3577-D88E2E1E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62B958-A69A-05BF-5477-F1298B20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FDF3104-F789-076A-F51B-AD04EAD4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A28C1A-4EEC-0C5F-90CE-F8A2D2A5DEEC}"/>
              </a:ext>
            </a:extLst>
          </p:cNvPr>
          <p:cNvSpPr txBox="1"/>
          <p:nvPr/>
        </p:nvSpPr>
        <p:spPr>
          <a:xfrm>
            <a:off x="4751088" y="95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Producer</a:t>
            </a:r>
            <a:r>
              <a:rPr lang="zh-CN" altLang="en-US" sz="1800" dirty="0"/>
              <a:t> </a:t>
            </a:r>
            <a:r>
              <a:rPr lang="en-US" altLang="zh-CN" sz="1800" dirty="0"/>
              <a:t>BB:</a:t>
            </a:r>
            <a:r>
              <a:rPr lang="zh-CN" altLang="en-US" sz="1800" dirty="0"/>
              <a:t> </a:t>
            </a:r>
            <a:r>
              <a:rPr lang="en-US" altLang="zh-CN" sz="1800" dirty="0"/>
              <a:t>^BB0;</a:t>
            </a:r>
            <a:r>
              <a:rPr lang="en-US" altLang="zh-CN" dirty="0"/>
              <a:t>	Consumer</a:t>
            </a:r>
            <a:r>
              <a:rPr lang="zh-CN" altLang="en-US" dirty="0"/>
              <a:t> </a:t>
            </a:r>
            <a:r>
              <a:rPr lang="en-US" altLang="zh-CN" dirty="0"/>
              <a:t>BB:</a:t>
            </a:r>
            <a:r>
              <a:rPr lang="zh-CN" altLang="en-US" dirty="0"/>
              <a:t> </a:t>
            </a:r>
            <a:r>
              <a:rPr lang="en-US" altLang="zh-CN" dirty="0"/>
              <a:t>^BB3;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AF96D457-54F6-01B3-C75E-FE3317ABEF28}"/>
                  </a:ext>
                </a:extLst>
              </p:cNvPr>
              <p:cNvSpPr txBox="1"/>
              <p:nvPr/>
            </p:nvSpPr>
            <p:spPr>
              <a:xfrm>
                <a:off x="4739365" y="1848496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acc>
                        <m:accPr>
                          <m:chr m:val="̅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AF96D457-54F6-01B3-C75E-FE3317ABE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1848496"/>
                <a:ext cx="3401893" cy="369909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EA73165-523D-CEA0-5A3A-EDD5954453AE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8B3E8F-9034-795B-EE4D-0A5B774C6665}"/>
              </a:ext>
            </a:extLst>
          </p:cNvPr>
          <p:cNvSpPr/>
          <p:nvPr/>
        </p:nvSpPr>
        <p:spPr>
          <a:xfrm>
            <a:off x="7496004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6D8F7F-EB2A-1860-9111-0196B240A386}"/>
              </a:ext>
            </a:extLst>
          </p:cNvPr>
          <p:cNvGrpSpPr/>
          <p:nvPr/>
        </p:nvGrpSpPr>
        <p:grpSpPr>
          <a:xfrm>
            <a:off x="7839131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BA75D3C-D0E0-BDD1-D6CB-5B86382CC05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279FFB3-B94B-1D4D-BA5E-810EAF5C104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7790D0-C7C1-F04C-B36A-3D81ABE8CCD2}"/>
              </a:ext>
            </a:extLst>
          </p:cNvPr>
          <p:cNvCxnSpPr>
            <a:cxnSpLocks/>
          </p:cNvCxnSpPr>
          <p:nvPr/>
        </p:nvCxnSpPr>
        <p:spPr>
          <a:xfrm flipH="1">
            <a:off x="8771490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5CBDA9B-DF57-2849-4D1E-08CC5F87BDA5}"/>
                  </a:ext>
                </a:extLst>
              </p:cNvPr>
              <p:cNvSpPr txBox="1"/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D309222-611D-9BE1-D3F5-BBB255DB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F61D493-8E52-E389-C5F3-2DB5DFE30E5F}"/>
                  </a:ext>
                </a:extLst>
              </p:cNvPr>
              <p:cNvSpPr txBox="1"/>
              <p:nvPr/>
            </p:nvSpPr>
            <p:spPr>
              <a:xfrm>
                <a:off x="7644679" y="3999705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B8BD5A3-4CE5-B981-DCCD-42CBE1234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679" y="3999705"/>
                <a:ext cx="395942" cy="369332"/>
              </a:xfrm>
              <a:prstGeom prst="rect">
                <a:avLst/>
              </a:prstGeom>
              <a:blipFill>
                <a:blip r:embed="rId13"/>
                <a:stretch>
                  <a:fillRect l="-12121" r="-12121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B15D5932-F6FB-6BCD-B39F-0F4C1BA8D9B1}"/>
              </a:ext>
            </a:extLst>
          </p:cNvPr>
          <p:cNvSpPr txBox="1"/>
          <p:nvPr/>
        </p:nvSpPr>
        <p:spPr>
          <a:xfrm>
            <a:off x="7621050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427108-4F7A-D9AD-2C2A-62B9DE259A50}"/>
              </a:ext>
            </a:extLst>
          </p:cNvPr>
          <p:cNvSpPr txBox="1"/>
          <p:nvPr/>
        </p:nvSpPr>
        <p:spPr>
          <a:xfrm>
            <a:off x="8220049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736175-1158-9F11-4B6E-1BC1D8CABA51}"/>
              </a:ext>
            </a:extLst>
          </p:cNvPr>
          <p:cNvSpPr/>
          <p:nvPr/>
        </p:nvSpPr>
        <p:spPr>
          <a:xfrm>
            <a:off x="8133747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31BF0BC-21F6-05B0-2704-A20BDB7AA428}"/>
              </a:ext>
            </a:extLst>
          </p:cNvPr>
          <p:cNvGrpSpPr/>
          <p:nvPr/>
        </p:nvGrpSpPr>
        <p:grpSpPr>
          <a:xfrm>
            <a:off x="8476874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B5CB4D1-B6CB-0DCB-9433-960295E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B8837CB-57EF-FF53-70F0-2035E179B57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5451D9-944F-006F-DA26-34DE3EBBC983}"/>
              </a:ext>
            </a:extLst>
          </p:cNvPr>
          <p:cNvCxnSpPr>
            <a:cxnSpLocks/>
          </p:cNvCxnSpPr>
          <p:nvPr/>
        </p:nvCxnSpPr>
        <p:spPr>
          <a:xfrm flipH="1">
            <a:off x="9409233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F59FFDA-2D97-E814-533E-43B658B4CF2B}"/>
                  </a:ext>
                </a:extLst>
              </p:cNvPr>
              <p:cNvSpPr txBox="1"/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067F3B3-8E60-2538-D26A-DBD49D861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blipFill>
                <a:blip r:embed="rId14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51F3429-D93D-A7B0-86CE-F7C3C3DC304C}"/>
                  </a:ext>
                </a:extLst>
              </p:cNvPr>
              <p:cNvSpPr txBox="1"/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562DC0A-82FA-1B07-8411-8274ED5CD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blipFill>
                <a:blip r:embed="rId1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749BA73-2C12-0073-BB36-80875E1EB14E}"/>
                  </a:ext>
                </a:extLst>
              </p:cNvPr>
              <p:cNvSpPr txBox="1"/>
              <p:nvPr/>
            </p:nvSpPr>
            <p:spPr>
              <a:xfrm>
                <a:off x="8282422" y="3148623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1ABB69B-1F2A-BA56-8252-A3464E330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422" y="3148623"/>
                <a:ext cx="395942" cy="369332"/>
              </a:xfrm>
              <a:prstGeom prst="rect">
                <a:avLst/>
              </a:prstGeom>
              <a:blipFill>
                <a:blip r:embed="rId16"/>
                <a:stretch>
                  <a:fillRect l="-15625" r="-15625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5BD8FCE6-2A43-87A0-E4A3-4D86DD95E8BA}"/>
              </a:ext>
            </a:extLst>
          </p:cNvPr>
          <p:cNvSpPr txBox="1"/>
          <p:nvPr/>
        </p:nvSpPr>
        <p:spPr>
          <a:xfrm>
            <a:off x="8258793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8E06DE6-74C7-6BD9-CCF8-C7BE11C5032F}"/>
              </a:ext>
            </a:extLst>
          </p:cNvPr>
          <p:cNvSpPr txBox="1"/>
          <p:nvPr/>
        </p:nvSpPr>
        <p:spPr>
          <a:xfrm>
            <a:off x="8857792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7627E794-6F82-9466-D1DD-AF53F1A57EA0}"/>
              </a:ext>
            </a:extLst>
          </p:cNvPr>
          <p:cNvSpPr/>
          <p:nvPr/>
        </p:nvSpPr>
        <p:spPr>
          <a:xfrm>
            <a:off x="5483174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924A23C-91D3-5AAC-B23C-4C48521222E0}"/>
              </a:ext>
            </a:extLst>
          </p:cNvPr>
          <p:cNvCxnSpPr>
            <a:cxnSpLocks/>
          </p:cNvCxnSpPr>
          <p:nvPr/>
        </p:nvCxnSpPr>
        <p:spPr>
          <a:xfrm>
            <a:off x="8151335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F3D34BF-D779-16DB-7185-9109C117F051}"/>
              </a:ext>
            </a:extLst>
          </p:cNvPr>
          <p:cNvCxnSpPr>
            <a:cxnSpLocks/>
          </p:cNvCxnSpPr>
          <p:nvPr/>
        </p:nvCxnSpPr>
        <p:spPr>
          <a:xfrm>
            <a:off x="680386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6371F5B-8686-06C9-8535-8A0B88B55987}"/>
                  </a:ext>
                </a:extLst>
              </p:cNvPr>
              <p:cNvSpPr txBox="1"/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55948E9-EAD9-B196-4B83-7A5C9FAC2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blipFill>
                <a:blip r:embed="rId18"/>
                <a:stretch>
                  <a:fillRect l="-4237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7A17E7A-7D24-30F9-C680-79D1820D84F7}"/>
              </a:ext>
            </a:extLst>
          </p:cNvPr>
          <p:cNvCxnSpPr>
            <a:cxnSpLocks/>
          </p:cNvCxnSpPr>
          <p:nvPr/>
        </p:nvCxnSpPr>
        <p:spPr>
          <a:xfrm>
            <a:off x="5772400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59D95E3-4EF1-7EBD-114C-BD1809B07279}"/>
              </a:ext>
            </a:extLst>
          </p:cNvPr>
          <p:cNvCxnSpPr>
            <a:cxnSpLocks/>
          </p:cNvCxnSpPr>
          <p:nvPr/>
        </p:nvCxnSpPr>
        <p:spPr>
          <a:xfrm>
            <a:off x="5696200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B3410BE5-B178-8A7A-DAD7-86F2628F1E06}"/>
              </a:ext>
            </a:extLst>
          </p:cNvPr>
          <p:cNvSpPr txBox="1"/>
          <p:nvPr/>
        </p:nvSpPr>
        <p:spPr>
          <a:xfrm>
            <a:off x="5547582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E1BCD27-9BB8-275C-3FAA-547E77F394DF}"/>
              </a:ext>
            </a:extLst>
          </p:cNvPr>
          <p:cNvSpPr txBox="1"/>
          <p:nvPr/>
        </p:nvSpPr>
        <p:spPr>
          <a:xfrm>
            <a:off x="6583913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AC6E26-1712-C58A-0494-05BB7B70F375}"/>
              </a:ext>
            </a:extLst>
          </p:cNvPr>
          <p:cNvCxnSpPr>
            <a:cxnSpLocks/>
          </p:cNvCxnSpPr>
          <p:nvPr/>
        </p:nvCxnSpPr>
        <p:spPr>
          <a:xfrm>
            <a:off x="6927349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038A8DF-C934-6193-0661-E2D0C2EDC06B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D3CB8-B907-1A10-C2F0-1411A36C74F2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8BDFCD-0EE8-D3D1-400E-B57B908185E2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985BB1-79FE-B4C1-7272-17E4A1E64CCF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B6E712-4924-C10B-B817-31B7396053A1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7CB63D-C678-3528-F57A-21CF4D64B24C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9D7D43-BCCE-5981-BA7B-6C4A4BA007E9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E703B9-70F5-1D7B-D34C-22F840116EAD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762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6CD180-8C16-B332-1E72-F4E4068830F1}"/>
              </a:ext>
            </a:extLst>
          </p:cNvPr>
          <p:cNvCxnSpPr>
            <a:cxnSpLocks/>
          </p:cNvCxnSpPr>
          <p:nvPr/>
        </p:nvCxnSpPr>
        <p:spPr>
          <a:xfrm>
            <a:off x="1638720" y="3950677"/>
            <a:ext cx="0" cy="130712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92DFC2-2720-886D-3336-FE09979E7EAD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7C7536-F98B-D143-8ED5-85428E0CDFF1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26307CE-D37B-3C6B-BAD2-0D9000E7C5F8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B4A4760-8CB0-F68F-7B4B-D1B120BBC07D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CCB2B9-A0C3-E787-75FE-84176E4CF674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33FB94-6D51-61EB-21D6-A66C83461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92B5086-3B6F-4AB2-9D90-7F681E24F760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94352BB-8261-CA89-87CB-5ED955682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EA8920B-85DE-3EC1-6939-1FC090C3282F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77A0CA-3282-CBFD-73DF-6F63E22CC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39A6F0A-42DE-AC0A-C33E-8F389A1E8414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D152696-E1DB-D8EA-0128-5E0A24F2A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92D7871-1552-B47B-3BC6-2AEC7DA3B0FD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6F3033-9E07-99C2-B4DA-0C5336F72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1A609720-8D6F-2343-EEAC-3E0B503612EB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4D9F840-42CC-A1CE-F456-747610BA0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AF60F3FC-EB1D-CBA9-1F30-E9B33BA93151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44288C0-B755-FB65-A29A-A21D57C72AB4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47" name="Right Triangle 146">
            <a:extLst>
              <a:ext uri="{FF2B5EF4-FFF2-40B4-BE49-F238E27FC236}">
                <a16:creationId xmlns:a16="http://schemas.microsoft.com/office/drawing/2014/main" id="{C8D00766-237B-A20A-59BF-47120168BF70}"/>
              </a:ext>
            </a:extLst>
          </p:cNvPr>
          <p:cNvSpPr/>
          <p:nvPr/>
        </p:nvSpPr>
        <p:spPr>
          <a:xfrm rot="10800000" flipH="1">
            <a:off x="1616686" y="5114239"/>
            <a:ext cx="129600" cy="223200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1BA90E1-431D-5AAA-E265-92496B2E8305}"/>
              </a:ext>
            </a:extLst>
          </p:cNvPr>
          <p:cNvCxnSpPr>
            <a:cxnSpLocks/>
          </p:cNvCxnSpPr>
          <p:nvPr/>
        </p:nvCxnSpPr>
        <p:spPr>
          <a:xfrm>
            <a:off x="6286203" y="4936881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B4CBA2-D985-F040-AADD-337E5708C57B}"/>
                  </a:ext>
                </a:extLst>
              </p:cNvPr>
              <p:cNvSpPr txBox="1"/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0188C6-6A07-F674-A945-949B18C2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blipFill>
                <a:blip r:embed="rId23"/>
                <a:stretch>
                  <a:fillRect l="-4545" r="-3636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4D9CEE-0F4F-0C5E-9A6F-D68040D531A2}"/>
                  </a:ext>
                </a:extLst>
              </p:cNvPr>
              <p:cNvSpPr txBox="1"/>
              <p:nvPr/>
            </p:nvSpPr>
            <p:spPr>
              <a:xfrm>
                <a:off x="4751088" y="2285506"/>
                <a:ext cx="4014111" cy="40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𝑠𝑢𝑝𝑝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𝑐𝑜𝑛𝑠</m:t>
                              </m:r>
                            </m:sub>
                          </m:sSub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zh-CN" alt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4D9CEE-0F4F-0C5E-9A6F-D68040D53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088" y="2285506"/>
                <a:ext cx="4014111" cy="403828"/>
              </a:xfrm>
              <a:prstGeom prst="rect">
                <a:avLst/>
              </a:prstGeom>
              <a:blipFill>
                <a:blip r:embed="rId2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223362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CD47-782E-9658-DCBA-1BB46A2AF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84DD1C9-7287-033E-4C9E-4D89FC198F7D}"/>
              </a:ext>
            </a:extLst>
          </p:cNvPr>
          <p:cNvSpPr txBox="1"/>
          <p:nvPr/>
        </p:nvSpPr>
        <p:spPr>
          <a:xfrm>
            <a:off x="4751088" y="954216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b="1" i="1" dirty="0"/>
              <a:t>Is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it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complete?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Check</a:t>
            </a:r>
            <a:r>
              <a:rPr lang="zh-CN" altLang="en-US" sz="1800" b="1" i="1" dirty="0"/>
              <a:t> </a:t>
            </a:r>
            <a:r>
              <a:rPr lang="en-US" altLang="zh-CN" b="1" i="1" dirty="0"/>
              <a:t>the</a:t>
            </a:r>
            <a:r>
              <a:rPr lang="zh-CN" altLang="en-US" b="1" i="1" dirty="0"/>
              <a:t> </a:t>
            </a:r>
            <a:r>
              <a:rPr lang="en-US" altLang="zh-CN" b="1" i="1" dirty="0"/>
              <a:t>MUX</a:t>
            </a:r>
            <a:r>
              <a:rPr lang="zh-CN" altLang="en-US" b="1" i="1" dirty="0"/>
              <a:t> </a:t>
            </a:r>
            <a:r>
              <a:rPr lang="en-US" altLang="zh-CN" b="1" i="1" dirty="0"/>
              <a:t>inputs.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Single-occurrence:</a:t>
            </a:r>
            <a:r>
              <a:rPr lang="zh-CN" altLang="en-US" dirty="0"/>
              <a:t> </a:t>
            </a:r>
            <a:r>
              <a:rPr lang="en-US" altLang="zh-CN" i="1" dirty="0">
                <a:latin typeface="Cambria Math" panose="02040503050406030204" pitchFamily="18" charset="0"/>
              </a:rPr>
              <a:t>c0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i="1" dirty="0">
                <a:latin typeface="Cambria Math" panose="02040503050406030204" pitchFamily="18" charset="0"/>
              </a:rPr>
              <a:t>c1</a:t>
            </a:r>
            <a:endParaRPr lang="en-US" altLang="zh-CN" i="1" dirty="0"/>
          </a:p>
          <a:p>
            <a:pPr>
              <a:spcBef>
                <a:spcPts val="600"/>
              </a:spcBef>
            </a:pPr>
            <a:r>
              <a:rPr lang="en-US" altLang="zh-CN" dirty="0"/>
              <a:t>Multiple-occurrence:</a:t>
            </a:r>
            <a:r>
              <a:rPr lang="zh-CN" altLang="en-US" dirty="0"/>
              <a:t> </a:t>
            </a:r>
            <a:r>
              <a:rPr lang="en-US" altLang="zh-CN" i="1" dirty="0">
                <a:latin typeface="Cambria Math" panose="02040503050406030204" pitchFamily="18" charset="0"/>
              </a:rPr>
              <a:t>c2</a:t>
            </a:r>
            <a:endParaRPr lang="en-US" altLang="zh-CN" i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156583-AE65-952D-7DC6-FC4C0686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BC2558-2FBF-0582-95E2-A8BC9036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6FC55B-99CD-7FE7-9A73-28A554421766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1DCA90-D1D8-A0C9-45F2-958FC4BA723E}"/>
              </a:ext>
            </a:extLst>
          </p:cNvPr>
          <p:cNvSpPr/>
          <p:nvPr/>
        </p:nvSpPr>
        <p:spPr>
          <a:xfrm>
            <a:off x="7496004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88322EC-2626-AC55-EF81-ACE4841081E6}"/>
              </a:ext>
            </a:extLst>
          </p:cNvPr>
          <p:cNvGrpSpPr/>
          <p:nvPr/>
        </p:nvGrpSpPr>
        <p:grpSpPr>
          <a:xfrm>
            <a:off x="7839131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93D5F3B-EB5D-D54B-9775-3A293E29A44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8810DFF-81F0-4292-BB1A-6971A1F3544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42A6BF-DA6D-902D-AE3B-ECB25A17FC7C}"/>
              </a:ext>
            </a:extLst>
          </p:cNvPr>
          <p:cNvCxnSpPr>
            <a:cxnSpLocks/>
          </p:cNvCxnSpPr>
          <p:nvPr/>
        </p:nvCxnSpPr>
        <p:spPr>
          <a:xfrm flipH="1">
            <a:off x="8771490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1EA423-3E5F-0EF0-4250-25F229465DD4}"/>
                  </a:ext>
                </a:extLst>
              </p:cNvPr>
              <p:cNvSpPr txBox="1"/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1EA423-3E5F-0EF0-4250-25F22946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F1620244-4C0C-DEE8-74D8-B0DAD99A4D24}"/>
              </a:ext>
            </a:extLst>
          </p:cNvPr>
          <p:cNvSpPr txBox="1"/>
          <p:nvPr/>
        </p:nvSpPr>
        <p:spPr>
          <a:xfrm>
            <a:off x="7621050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5FC7B4-6081-4F4C-D98B-E5442E6E53F8}"/>
              </a:ext>
            </a:extLst>
          </p:cNvPr>
          <p:cNvSpPr txBox="1"/>
          <p:nvPr/>
        </p:nvSpPr>
        <p:spPr>
          <a:xfrm>
            <a:off x="8220049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87CC602-AA1A-EE66-DC77-7C1449E6CF3D}"/>
              </a:ext>
            </a:extLst>
          </p:cNvPr>
          <p:cNvSpPr/>
          <p:nvPr/>
        </p:nvSpPr>
        <p:spPr>
          <a:xfrm>
            <a:off x="8133747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28E0842-1A08-A4AF-7874-ECDA20139F4A}"/>
              </a:ext>
            </a:extLst>
          </p:cNvPr>
          <p:cNvGrpSpPr/>
          <p:nvPr/>
        </p:nvGrpSpPr>
        <p:grpSpPr>
          <a:xfrm>
            <a:off x="8476874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A84A610-C335-3A82-4F3B-BBEFEB76007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1FC4881-3CCE-0023-95D2-6B4681459E33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8A6F135-5303-EE7B-F54A-669117657E0F}"/>
              </a:ext>
            </a:extLst>
          </p:cNvPr>
          <p:cNvCxnSpPr>
            <a:cxnSpLocks/>
          </p:cNvCxnSpPr>
          <p:nvPr/>
        </p:nvCxnSpPr>
        <p:spPr>
          <a:xfrm flipH="1">
            <a:off x="9409233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57E1B51-D25D-A4D3-4962-B14C64CB2F3D}"/>
                  </a:ext>
                </a:extLst>
              </p:cNvPr>
              <p:cNvSpPr txBox="1"/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57E1B51-D25D-A4D3-4962-B14C64CB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EEA85D-C96C-E194-0E13-A6284F8F5E96}"/>
                  </a:ext>
                </a:extLst>
              </p:cNvPr>
              <p:cNvSpPr txBox="1"/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EEA85D-C96C-E194-0E13-A6284F8F5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091BF7B7-02FC-C04A-58C1-C59B258BAE23}"/>
              </a:ext>
            </a:extLst>
          </p:cNvPr>
          <p:cNvSpPr txBox="1"/>
          <p:nvPr/>
        </p:nvSpPr>
        <p:spPr>
          <a:xfrm>
            <a:off x="8258793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5D68DB5-3799-D421-12A3-92C7786E7319}"/>
              </a:ext>
            </a:extLst>
          </p:cNvPr>
          <p:cNvSpPr txBox="1"/>
          <p:nvPr/>
        </p:nvSpPr>
        <p:spPr>
          <a:xfrm>
            <a:off x="8857792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BF5C4854-761A-6BE1-6F3A-B66312066AE8}"/>
              </a:ext>
            </a:extLst>
          </p:cNvPr>
          <p:cNvSpPr/>
          <p:nvPr/>
        </p:nvSpPr>
        <p:spPr>
          <a:xfrm>
            <a:off x="5483174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242B13B-5222-7ADD-2588-2C1A1A514C48}"/>
              </a:ext>
            </a:extLst>
          </p:cNvPr>
          <p:cNvCxnSpPr>
            <a:cxnSpLocks/>
          </p:cNvCxnSpPr>
          <p:nvPr/>
        </p:nvCxnSpPr>
        <p:spPr>
          <a:xfrm>
            <a:off x="8151335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6B4F891-F73F-B455-3649-9DBCDF076D04}"/>
              </a:ext>
            </a:extLst>
          </p:cNvPr>
          <p:cNvCxnSpPr>
            <a:cxnSpLocks/>
          </p:cNvCxnSpPr>
          <p:nvPr/>
        </p:nvCxnSpPr>
        <p:spPr>
          <a:xfrm>
            <a:off x="680386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DAC214-F064-100C-6E55-E9A84D638CBB}"/>
                  </a:ext>
                </a:extLst>
              </p:cNvPr>
              <p:cNvSpPr txBox="1"/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DAC214-F064-100C-6E55-E9A84D638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4237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951C3C9-BB6E-B7B9-647D-54881E136860}"/>
              </a:ext>
            </a:extLst>
          </p:cNvPr>
          <p:cNvCxnSpPr>
            <a:cxnSpLocks/>
          </p:cNvCxnSpPr>
          <p:nvPr/>
        </p:nvCxnSpPr>
        <p:spPr>
          <a:xfrm>
            <a:off x="5772400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474CB03-8B0B-4474-202A-E0D0CE22B56C}"/>
              </a:ext>
            </a:extLst>
          </p:cNvPr>
          <p:cNvCxnSpPr>
            <a:cxnSpLocks/>
          </p:cNvCxnSpPr>
          <p:nvPr/>
        </p:nvCxnSpPr>
        <p:spPr>
          <a:xfrm>
            <a:off x="5696200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7555FA4A-E12A-5DDB-6133-AC97C574E9C8}"/>
              </a:ext>
            </a:extLst>
          </p:cNvPr>
          <p:cNvSpPr txBox="1"/>
          <p:nvPr/>
        </p:nvSpPr>
        <p:spPr>
          <a:xfrm>
            <a:off x="5547582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8DCF814-9EFC-1005-6C19-591B1F05F259}"/>
              </a:ext>
            </a:extLst>
          </p:cNvPr>
          <p:cNvSpPr txBox="1"/>
          <p:nvPr/>
        </p:nvSpPr>
        <p:spPr>
          <a:xfrm>
            <a:off x="6583913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A8A80C-8A4D-4C53-8DFA-7070E45A0074}"/>
              </a:ext>
            </a:extLst>
          </p:cNvPr>
          <p:cNvCxnSpPr>
            <a:cxnSpLocks/>
          </p:cNvCxnSpPr>
          <p:nvPr/>
        </p:nvCxnSpPr>
        <p:spPr>
          <a:xfrm>
            <a:off x="6927349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3F1F31-49AA-4469-1703-157CE2F3DD80}"/>
              </a:ext>
            </a:extLst>
          </p:cNvPr>
          <p:cNvCxnSpPr>
            <a:cxnSpLocks/>
          </p:cNvCxnSpPr>
          <p:nvPr/>
        </p:nvCxnSpPr>
        <p:spPr>
          <a:xfrm>
            <a:off x="6286203" y="4936881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EA3339-5AD3-19BB-97A2-BF4ED1696E59}"/>
                  </a:ext>
                </a:extLst>
              </p:cNvPr>
              <p:cNvSpPr txBox="1"/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EA3339-5AD3-19BB-97A2-BF4ED1696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blipFill>
                <a:blip r:embed="rId18"/>
                <a:stretch>
                  <a:fillRect l="-4545" r="-3636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el 1">
            <a:extLst>
              <a:ext uri="{FF2B5EF4-FFF2-40B4-BE49-F238E27FC236}">
                <a16:creationId xmlns:a16="http://schemas.microsoft.com/office/drawing/2014/main" id="{1EFD9EF8-2AA4-2ED5-1100-0143507D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3865344-FF17-924C-AA91-5EEBD15E0557}"/>
                  </a:ext>
                </a:extLst>
              </p:cNvPr>
              <p:cNvSpPr txBox="1"/>
              <p:nvPr/>
            </p:nvSpPr>
            <p:spPr>
              <a:xfrm>
                <a:off x="4751088" y="2285506"/>
                <a:ext cx="4014111" cy="40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𝑠𝑢𝑝𝑝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𝑐𝑜𝑛𝑠</m:t>
                              </m:r>
                            </m:sub>
                          </m:sSub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zh-CN" alt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3865344-FF17-924C-AA91-5EEBD15E0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088" y="2285506"/>
                <a:ext cx="4014111" cy="403828"/>
              </a:xfrm>
              <a:prstGeom prst="rect">
                <a:avLst/>
              </a:prstGeom>
              <a:blipFill>
                <a:blip r:embed="rId2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1D885C22-E33A-FBE3-8978-09C73A0F236E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4D87DD-66E2-2F4B-D0AD-CA43C218287C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8E3C06-C966-0125-BD36-93399C5ACE07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287CFB-1876-4294-0F29-8175123145DC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E317B7-BEA1-BA51-8979-E1F00FD9E257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E365B75-6268-8E3B-B78C-8CE8CBE528B4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3143479-23E2-ABCF-E17F-F732BD655940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9408E66-AE50-3B18-5DDD-D7E55ADE24E6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762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B8D4CB1-0786-1AB5-6595-EC0CDCCF1FF1}"/>
              </a:ext>
            </a:extLst>
          </p:cNvPr>
          <p:cNvCxnSpPr>
            <a:cxnSpLocks/>
          </p:cNvCxnSpPr>
          <p:nvPr/>
        </p:nvCxnSpPr>
        <p:spPr>
          <a:xfrm>
            <a:off x="1638720" y="3950677"/>
            <a:ext cx="0" cy="130712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EF497CD-CFCA-8211-48B9-0631898898EF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40E0783E-A795-D1FC-6181-4DEF170E45C2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E1F42AC-1407-63BE-DF49-B5E8D5D525F5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B0E265A-8008-7808-68F2-0B7A197ABCA4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7CF27FE-3EFD-C399-A71C-509F0BDEC979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7CF27FE-3EFD-C399-A71C-509F0BDEC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F2DC45E-2379-B284-C258-D381CEF39308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F2DC45E-2379-B284-C258-D381CEF39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1D2DBD9-3271-2837-ED1B-936068C7CDAA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1D2DBD9-3271-2837-ED1B-936068C7C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B74FB96-A694-D40B-0DE0-9E7C968D0C66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B74FB96-A694-D40B-0DE0-9E7C968D0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25DDF829-B1C6-58AF-7BBD-46609AA67341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25DDF829-B1C6-58AF-7BBD-46609AA67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6227B69-8E15-616D-2288-9CA4AE498EA7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6227B69-8E15-616D-2288-9CA4AE498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A3956D2C-5D83-8740-119D-496A039A5220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6F71FCA-D4D3-0727-307F-4C6FF06EC690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55" name="Right Triangle 154">
            <a:extLst>
              <a:ext uri="{FF2B5EF4-FFF2-40B4-BE49-F238E27FC236}">
                <a16:creationId xmlns:a16="http://schemas.microsoft.com/office/drawing/2014/main" id="{7E5CCE0D-7BE4-BD1B-7F05-002AE63256CF}"/>
              </a:ext>
            </a:extLst>
          </p:cNvPr>
          <p:cNvSpPr/>
          <p:nvPr/>
        </p:nvSpPr>
        <p:spPr>
          <a:xfrm rot="10800000" flipH="1">
            <a:off x="1616686" y="5114239"/>
            <a:ext cx="129600" cy="223200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0A9217C-1088-E2A4-E901-D39FF6E64597}"/>
                  </a:ext>
                </a:extLst>
              </p:cNvPr>
              <p:cNvSpPr txBox="1"/>
              <p:nvPr/>
            </p:nvSpPr>
            <p:spPr>
              <a:xfrm>
                <a:off x="7644679" y="3999705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0A9217C-1088-E2A4-E901-D39FF6E64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679" y="3999705"/>
                <a:ext cx="395942" cy="369332"/>
              </a:xfrm>
              <a:prstGeom prst="rect">
                <a:avLst/>
              </a:prstGeom>
              <a:blipFill>
                <a:blip r:embed="rId27"/>
                <a:stretch>
                  <a:fillRect l="-12121" r="-12121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D56213D-9742-ABBA-7EC6-A30AC3A04957}"/>
                  </a:ext>
                </a:extLst>
              </p:cNvPr>
              <p:cNvSpPr txBox="1"/>
              <p:nvPr/>
            </p:nvSpPr>
            <p:spPr>
              <a:xfrm>
                <a:off x="8282422" y="3148623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D56213D-9742-ABBA-7EC6-A30AC3A04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422" y="3148623"/>
                <a:ext cx="395942" cy="369332"/>
              </a:xfrm>
              <a:prstGeom prst="rect">
                <a:avLst/>
              </a:prstGeom>
              <a:blipFill>
                <a:blip r:embed="rId28"/>
                <a:stretch>
                  <a:fillRect l="-15625" r="-15625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649253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233E-50CF-8DBB-D612-2F43D274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51E76F-34EA-9721-2363-DBDA8E46926D}"/>
              </a:ext>
            </a:extLst>
          </p:cNvPr>
          <p:cNvSpPr txBox="1"/>
          <p:nvPr/>
        </p:nvSpPr>
        <p:spPr>
          <a:xfrm>
            <a:off x="4751088" y="954216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b="1" i="1" dirty="0"/>
              <a:t>Is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it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complete?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Check</a:t>
            </a:r>
            <a:r>
              <a:rPr lang="zh-CN" altLang="en-US" sz="1800" b="1" i="1" dirty="0"/>
              <a:t> </a:t>
            </a:r>
            <a:r>
              <a:rPr lang="en-US" altLang="zh-CN" b="1" i="1" dirty="0"/>
              <a:t>the</a:t>
            </a:r>
            <a:r>
              <a:rPr lang="zh-CN" altLang="en-US" b="1" i="1" dirty="0"/>
              <a:t> </a:t>
            </a:r>
            <a:r>
              <a:rPr lang="en-US" altLang="zh-CN" b="1" i="1" dirty="0"/>
              <a:t>MUX</a:t>
            </a:r>
            <a:r>
              <a:rPr lang="zh-CN" altLang="en-US" b="1" i="1" dirty="0"/>
              <a:t> </a:t>
            </a:r>
            <a:r>
              <a:rPr lang="en-US" altLang="zh-CN" b="1" i="1" dirty="0"/>
              <a:t>inputs.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Single-occurrence:</a:t>
            </a:r>
            <a:r>
              <a:rPr lang="zh-CN" altLang="en-US" dirty="0"/>
              <a:t> </a:t>
            </a:r>
            <a:r>
              <a:rPr lang="en-US" altLang="zh-CN" i="1" dirty="0">
                <a:latin typeface="Cambria Math" panose="02040503050406030204" pitchFamily="18" charset="0"/>
              </a:rPr>
              <a:t>c0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i="1" dirty="0">
                <a:latin typeface="Cambria Math" panose="02040503050406030204" pitchFamily="18" charset="0"/>
              </a:rPr>
              <a:t>c1</a:t>
            </a:r>
            <a:endParaRPr lang="en-US" altLang="zh-CN" i="1" dirty="0"/>
          </a:p>
          <a:p>
            <a:pPr>
              <a:spcBef>
                <a:spcPts val="600"/>
              </a:spcBef>
            </a:pPr>
            <a:r>
              <a:rPr lang="en-US" altLang="zh-CN" dirty="0"/>
              <a:t>Multiple-occurrence:</a:t>
            </a:r>
            <a:r>
              <a:rPr lang="zh-CN" altLang="en-US" dirty="0"/>
              <a:t> </a:t>
            </a:r>
            <a:r>
              <a:rPr lang="en-US" altLang="zh-CN" i="1" dirty="0">
                <a:latin typeface="Cambria Math" panose="02040503050406030204" pitchFamily="18" charset="0"/>
              </a:rPr>
              <a:t>c2</a:t>
            </a:r>
            <a:endParaRPr lang="en-US" altLang="zh-CN" i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E6A0D3-2129-E1DE-F260-9955A7E5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044470-7058-921A-A875-98ED30E7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DA911-D85F-0B92-FB01-C39F5F71E7BB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6C876-9434-3A40-1838-FF7984F0AFDB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EBCB1-BEBA-BD85-CD11-A6C6753C0466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0B604-7D46-66B4-72A2-72171A1D16AD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845DB-371F-8508-13FB-9FBF6BAF63A5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E4AA1F-85C3-FD9D-7205-642676057794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16F29B-EC90-0471-95F1-1A3840696F9C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70C29A-6F3A-2A2C-6532-0D780F9B4F17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09EA55-4829-38CA-6C47-0B716A385BE6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E55998-E1F2-3527-81DD-CFA9BC97435D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472840-0154-4DEC-2685-B3A4ED42E584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4CDF56-E12D-12A1-A13B-0B87D467C24F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4A6424-4F4D-B970-AD9D-BFAB18D37ED0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89ACDC-F920-BBC1-C039-92871D0FB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6C370D-744F-BBE7-D8D5-90C75F47921F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A32149-55DC-414C-E827-7F963E40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91E89C-3009-0D51-FA80-A20823E76A9D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C80A0F-7B8F-2001-1DB8-2765CE798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6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1ACA06-6D01-DE68-E1A0-F60A521142D7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CC7E69-AAAA-B674-8031-EA241792C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7"/>
                <a:stretch>
                  <a:fillRect t="-6452" r="-15789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013C81-1AA2-89D2-84A2-F64813C07DAB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C007A7-F30E-D46A-4ED2-5F3848AAA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8"/>
                <a:stretch>
                  <a:fillRect t="-10345" r="-1578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34F421-CF79-A228-98F8-F871188F7E08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3873EC-851F-B450-41FB-FAC8E1F1A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9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590830D-EBCF-B406-F2C3-C3DD282EFF0B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1695C9-202C-D772-F3ED-B077F602047C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1E5E87-1456-ECF0-A391-4C282181A24C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2A0F82-0277-EE6E-4DE3-E52A311F771C}"/>
              </a:ext>
            </a:extLst>
          </p:cNvPr>
          <p:cNvSpPr/>
          <p:nvPr/>
        </p:nvSpPr>
        <p:spPr>
          <a:xfrm>
            <a:off x="7496004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DCD038D-DB57-A979-4EC9-6FC6F8265A4F}"/>
              </a:ext>
            </a:extLst>
          </p:cNvPr>
          <p:cNvGrpSpPr/>
          <p:nvPr/>
        </p:nvGrpSpPr>
        <p:grpSpPr>
          <a:xfrm>
            <a:off x="7839131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DA61754-CF6A-520A-1F73-A9EA8E675A8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327088E-7CDE-0110-EE9E-778871BAF16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A518859-5B22-0958-CCE3-623C27C3729C}"/>
              </a:ext>
            </a:extLst>
          </p:cNvPr>
          <p:cNvCxnSpPr>
            <a:cxnSpLocks/>
          </p:cNvCxnSpPr>
          <p:nvPr/>
        </p:nvCxnSpPr>
        <p:spPr>
          <a:xfrm flipH="1">
            <a:off x="8771490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0F45740-72C7-CCEB-86C1-9D33A988553A}"/>
                  </a:ext>
                </a:extLst>
              </p:cNvPr>
              <p:cNvSpPr txBox="1"/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1EA423-3E5F-0EF0-4250-25F22946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E217F66-1F04-8BF0-C2F0-26932676FCCD}"/>
                  </a:ext>
                </a:extLst>
              </p:cNvPr>
              <p:cNvSpPr txBox="1"/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E217F66-1F04-8BF0-C2F0-26932676F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blipFill>
                <a:blip r:embed="rId11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534FA296-4BEF-12F5-4DD5-F104B7CB6CD1}"/>
              </a:ext>
            </a:extLst>
          </p:cNvPr>
          <p:cNvSpPr txBox="1"/>
          <p:nvPr/>
        </p:nvSpPr>
        <p:spPr>
          <a:xfrm>
            <a:off x="7621050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361AE9-A255-024F-E99E-8E2608FC354E}"/>
              </a:ext>
            </a:extLst>
          </p:cNvPr>
          <p:cNvSpPr txBox="1"/>
          <p:nvPr/>
        </p:nvSpPr>
        <p:spPr>
          <a:xfrm>
            <a:off x="8220049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86D69F-3540-6559-2A72-BD6949363952}"/>
              </a:ext>
            </a:extLst>
          </p:cNvPr>
          <p:cNvSpPr/>
          <p:nvPr/>
        </p:nvSpPr>
        <p:spPr>
          <a:xfrm>
            <a:off x="8133747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772F92E-7491-3E3F-3EDB-5A0879D87564}"/>
              </a:ext>
            </a:extLst>
          </p:cNvPr>
          <p:cNvGrpSpPr/>
          <p:nvPr/>
        </p:nvGrpSpPr>
        <p:grpSpPr>
          <a:xfrm>
            <a:off x="8476874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344944A-913C-ED98-BF67-D41C83830B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9F55F09-4135-AFC1-A42D-5DF1EC1DF053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C783EB-F947-5873-CA4B-B075DC06222B}"/>
              </a:ext>
            </a:extLst>
          </p:cNvPr>
          <p:cNvCxnSpPr>
            <a:cxnSpLocks/>
          </p:cNvCxnSpPr>
          <p:nvPr/>
        </p:nvCxnSpPr>
        <p:spPr>
          <a:xfrm flipH="1">
            <a:off x="9409233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1551303-CBC0-A224-4C81-AE5CBAD0868F}"/>
                  </a:ext>
                </a:extLst>
              </p:cNvPr>
              <p:cNvSpPr txBox="1"/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57E1B51-D25D-A4D3-4962-B14C64CB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A4E4252-D322-CA2A-69C2-6167270F730A}"/>
                  </a:ext>
                </a:extLst>
              </p:cNvPr>
              <p:cNvSpPr txBox="1"/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EEA85D-C96C-E194-0E13-A6284F8F5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1B2150C6-9EC5-67FE-5A70-C802CB27BCDE}"/>
                  </a:ext>
                </a:extLst>
              </p:cNvPr>
              <p:cNvSpPr txBox="1"/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1B2150C6-9EC5-67FE-5A70-C802CB27B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blipFill>
                <a:blip r:embed="rId14"/>
                <a:stretch>
                  <a:fillRect l="-11364" r="-2273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A6F33E84-3596-9510-3F48-49E2E8E0C0F5}"/>
              </a:ext>
            </a:extLst>
          </p:cNvPr>
          <p:cNvSpPr txBox="1"/>
          <p:nvPr/>
        </p:nvSpPr>
        <p:spPr>
          <a:xfrm>
            <a:off x="8258793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3D062F5-21C5-25B3-0A4B-A0F8F95B0DAC}"/>
              </a:ext>
            </a:extLst>
          </p:cNvPr>
          <p:cNvSpPr txBox="1"/>
          <p:nvPr/>
        </p:nvSpPr>
        <p:spPr>
          <a:xfrm>
            <a:off x="8857792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89C29A76-2BC8-ADA3-67B3-A5696E9A78A4}"/>
              </a:ext>
            </a:extLst>
          </p:cNvPr>
          <p:cNvSpPr/>
          <p:nvPr/>
        </p:nvSpPr>
        <p:spPr>
          <a:xfrm>
            <a:off x="5483174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1EF2586-0B88-C2EE-3721-B8A47EB25B35}"/>
              </a:ext>
            </a:extLst>
          </p:cNvPr>
          <p:cNvCxnSpPr>
            <a:cxnSpLocks/>
          </p:cNvCxnSpPr>
          <p:nvPr/>
        </p:nvCxnSpPr>
        <p:spPr>
          <a:xfrm>
            <a:off x="8151335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61C159E-2064-7EEF-FEE3-E5739AA12299}"/>
              </a:ext>
            </a:extLst>
          </p:cNvPr>
          <p:cNvCxnSpPr>
            <a:cxnSpLocks/>
          </p:cNvCxnSpPr>
          <p:nvPr/>
        </p:nvCxnSpPr>
        <p:spPr>
          <a:xfrm>
            <a:off x="680386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B0F2A29-F536-8EBE-6F8E-173080735D8B}"/>
                  </a:ext>
                </a:extLst>
              </p:cNvPr>
              <p:cNvSpPr txBox="1"/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DAC214-F064-100C-6E55-E9A84D638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4237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FB2890D-5522-030F-527B-709BB4CB35D2}"/>
              </a:ext>
            </a:extLst>
          </p:cNvPr>
          <p:cNvCxnSpPr>
            <a:cxnSpLocks/>
          </p:cNvCxnSpPr>
          <p:nvPr/>
        </p:nvCxnSpPr>
        <p:spPr>
          <a:xfrm>
            <a:off x="5772400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9AE3992-3A70-5020-0878-F10338D8BD54}"/>
              </a:ext>
            </a:extLst>
          </p:cNvPr>
          <p:cNvCxnSpPr>
            <a:cxnSpLocks/>
          </p:cNvCxnSpPr>
          <p:nvPr/>
        </p:nvCxnSpPr>
        <p:spPr>
          <a:xfrm>
            <a:off x="5696200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9F6A639C-A8C5-A02A-A9A9-C73C44DD8EE4}"/>
              </a:ext>
            </a:extLst>
          </p:cNvPr>
          <p:cNvSpPr txBox="1"/>
          <p:nvPr/>
        </p:nvSpPr>
        <p:spPr>
          <a:xfrm>
            <a:off x="5547582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FAD4BA2-E055-5835-E283-7B0E09832641}"/>
              </a:ext>
            </a:extLst>
          </p:cNvPr>
          <p:cNvSpPr txBox="1"/>
          <p:nvPr/>
        </p:nvSpPr>
        <p:spPr>
          <a:xfrm>
            <a:off x="6583913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010ADF-417B-49F8-8F82-C6EA5C8F646C}"/>
              </a:ext>
            </a:extLst>
          </p:cNvPr>
          <p:cNvCxnSpPr>
            <a:cxnSpLocks/>
          </p:cNvCxnSpPr>
          <p:nvPr/>
        </p:nvCxnSpPr>
        <p:spPr>
          <a:xfrm>
            <a:off x="6927349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72BEE5-31BB-4F3B-C86C-8324C911F687}"/>
              </a:ext>
            </a:extLst>
          </p:cNvPr>
          <p:cNvCxnSpPr>
            <a:cxnSpLocks/>
          </p:cNvCxnSpPr>
          <p:nvPr/>
        </p:nvCxnSpPr>
        <p:spPr>
          <a:xfrm>
            <a:off x="6286203" y="4936881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C9214-4161-AF28-6FE4-97197D20130F}"/>
                  </a:ext>
                </a:extLst>
              </p:cNvPr>
              <p:cNvSpPr txBox="1"/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EA3339-5AD3-19BB-97A2-BF4ED1696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blipFill>
                <a:blip r:embed="rId18"/>
                <a:stretch>
                  <a:fillRect l="-4545" r="-3636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el 1">
            <a:extLst>
              <a:ext uri="{FF2B5EF4-FFF2-40B4-BE49-F238E27FC236}">
                <a16:creationId xmlns:a16="http://schemas.microsoft.com/office/drawing/2014/main" id="{CFA6F4C3-A3E6-8164-2FD8-E533E853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158DA7-0268-7773-782F-21974E98F33D}"/>
              </a:ext>
            </a:extLst>
          </p:cNvPr>
          <p:cNvSpPr/>
          <p:nvPr/>
        </p:nvSpPr>
        <p:spPr>
          <a:xfrm flipH="1">
            <a:off x="8872472" y="4762353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6562F0-59AA-150F-1AA4-163055A3B2DC}"/>
                  </a:ext>
                </a:extLst>
              </p:cNvPr>
              <p:cNvSpPr txBox="1"/>
              <p:nvPr/>
            </p:nvSpPr>
            <p:spPr>
              <a:xfrm>
                <a:off x="4751088" y="2285506"/>
                <a:ext cx="4014111" cy="40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𝑠𝑢𝑝𝑝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𝑐𝑜𝑛𝑠</m:t>
                              </m:r>
                            </m:sub>
                          </m:sSub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zh-CN" alt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6562F0-59AA-150F-1AA4-163055A3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088" y="2285506"/>
                <a:ext cx="4014111" cy="403828"/>
              </a:xfrm>
              <a:prstGeom prst="rect">
                <a:avLst/>
              </a:prstGeom>
              <a:blipFill>
                <a:blip r:embed="rId1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4D83B3E8-5680-7C2C-3D97-D7F9DA9D360E}"/>
              </a:ext>
            </a:extLst>
          </p:cNvPr>
          <p:cNvSpPr/>
          <p:nvPr/>
        </p:nvSpPr>
        <p:spPr>
          <a:xfrm flipH="1">
            <a:off x="6128568" y="4861036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59377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EBDA-643B-68FE-6B31-ABF6CF32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A4F88-D24C-9B06-56EA-82621EF7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756D7B-E3C4-34C7-FB5C-B3E64EFE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79302-9431-7E5D-03E8-973A4088EAD3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BC4106-99AC-9BA5-03E5-17A825022FAB}"/>
              </a:ext>
            </a:extLst>
          </p:cNvPr>
          <p:cNvSpPr/>
          <p:nvPr/>
        </p:nvSpPr>
        <p:spPr>
          <a:xfrm>
            <a:off x="7496004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690377-741E-CDBB-6AD8-299D7B1C6174}"/>
              </a:ext>
            </a:extLst>
          </p:cNvPr>
          <p:cNvGrpSpPr/>
          <p:nvPr/>
        </p:nvGrpSpPr>
        <p:grpSpPr>
          <a:xfrm>
            <a:off x="7839131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CA2E604-F86A-AF9A-4D86-2FC7E2916E3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0B8E58F-5501-7CB9-AF8B-01C0A0F8A3A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AB66E30-FAEB-7BCB-2CAA-351837882B1E}"/>
              </a:ext>
            </a:extLst>
          </p:cNvPr>
          <p:cNvCxnSpPr>
            <a:cxnSpLocks/>
          </p:cNvCxnSpPr>
          <p:nvPr/>
        </p:nvCxnSpPr>
        <p:spPr>
          <a:xfrm flipH="1">
            <a:off x="8771490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13B9A6A-9B26-947A-2659-3ED003D4AB84}"/>
                  </a:ext>
                </a:extLst>
              </p:cNvPr>
              <p:cNvSpPr txBox="1"/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1EA423-3E5F-0EF0-4250-25F22946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18CC734C-F12C-426E-C2DF-B7CFCF772757}"/>
              </a:ext>
            </a:extLst>
          </p:cNvPr>
          <p:cNvSpPr txBox="1"/>
          <p:nvPr/>
        </p:nvSpPr>
        <p:spPr>
          <a:xfrm>
            <a:off x="7621050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1BB84E-6FFD-1FD0-9259-25AFDAA685DA}"/>
              </a:ext>
            </a:extLst>
          </p:cNvPr>
          <p:cNvSpPr txBox="1"/>
          <p:nvPr/>
        </p:nvSpPr>
        <p:spPr>
          <a:xfrm>
            <a:off x="8220049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766A98-9D21-AC28-063F-67812699E4B4}"/>
              </a:ext>
            </a:extLst>
          </p:cNvPr>
          <p:cNvSpPr/>
          <p:nvPr/>
        </p:nvSpPr>
        <p:spPr>
          <a:xfrm>
            <a:off x="8133747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A6ACF15-3B5F-93FD-22BA-E2F6D131F490}"/>
              </a:ext>
            </a:extLst>
          </p:cNvPr>
          <p:cNvGrpSpPr/>
          <p:nvPr/>
        </p:nvGrpSpPr>
        <p:grpSpPr>
          <a:xfrm>
            <a:off x="8476874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FCFB91B-43E2-869B-D2DF-F8E4B08F9CA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244330A-A347-AFEE-6CA7-04D00E70108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B1F2260-F191-A9C7-3704-22034CA42F5A}"/>
              </a:ext>
            </a:extLst>
          </p:cNvPr>
          <p:cNvCxnSpPr>
            <a:cxnSpLocks/>
          </p:cNvCxnSpPr>
          <p:nvPr/>
        </p:nvCxnSpPr>
        <p:spPr>
          <a:xfrm flipH="1">
            <a:off x="9409233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0434AB-74CF-2708-9605-DFBD7B13F667}"/>
                  </a:ext>
                </a:extLst>
              </p:cNvPr>
              <p:cNvSpPr txBox="1"/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57E1B51-D25D-A4D3-4962-B14C64CB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5C7A0DB-7662-B3D1-D9EE-77EFA748A3D4}"/>
                  </a:ext>
                </a:extLst>
              </p:cNvPr>
              <p:cNvSpPr txBox="1"/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EEA85D-C96C-E194-0E13-A6284F8F5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BD60A4BA-C5DD-2B49-E863-B8D25F9E4C39}"/>
              </a:ext>
            </a:extLst>
          </p:cNvPr>
          <p:cNvSpPr txBox="1"/>
          <p:nvPr/>
        </p:nvSpPr>
        <p:spPr>
          <a:xfrm>
            <a:off x="8258793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4C0CE94-74AF-7AF1-C33A-75FD932C4A94}"/>
              </a:ext>
            </a:extLst>
          </p:cNvPr>
          <p:cNvSpPr txBox="1"/>
          <p:nvPr/>
        </p:nvSpPr>
        <p:spPr>
          <a:xfrm>
            <a:off x="8857792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75EF6935-721F-5AF3-2558-9EC67D3444C2}"/>
              </a:ext>
            </a:extLst>
          </p:cNvPr>
          <p:cNvSpPr/>
          <p:nvPr/>
        </p:nvSpPr>
        <p:spPr>
          <a:xfrm>
            <a:off x="5483174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DB25370-3E44-42D5-31D7-92DE9EF24EAE}"/>
              </a:ext>
            </a:extLst>
          </p:cNvPr>
          <p:cNvCxnSpPr>
            <a:cxnSpLocks/>
          </p:cNvCxnSpPr>
          <p:nvPr/>
        </p:nvCxnSpPr>
        <p:spPr>
          <a:xfrm>
            <a:off x="8151335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96E775-B015-A023-F00C-6BF75652EFE5}"/>
              </a:ext>
            </a:extLst>
          </p:cNvPr>
          <p:cNvCxnSpPr>
            <a:cxnSpLocks/>
          </p:cNvCxnSpPr>
          <p:nvPr/>
        </p:nvCxnSpPr>
        <p:spPr>
          <a:xfrm>
            <a:off x="680386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16FDDEA-2BB8-0358-A914-38359CA98572}"/>
                  </a:ext>
                </a:extLst>
              </p:cNvPr>
              <p:cNvSpPr txBox="1"/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DAC214-F064-100C-6E55-E9A84D638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4237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C256EAA-99AD-31CB-0D83-D742AE643C44}"/>
              </a:ext>
            </a:extLst>
          </p:cNvPr>
          <p:cNvCxnSpPr>
            <a:cxnSpLocks/>
          </p:cNvCxnSpPr>
          <p:nvPr/>
        </p:nvCxnSpPr>
        <p:spPr>
          <a:xfrm>
            <a:off x="5772400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B40D626-9618-8809-E15D-4CD0A7B8E0E2}"/>
              </a:ext>
            </a:extLst>
          </p:cNvPr>
          <p:cNvCxnSpPr>
            <a:cxnSpLocks/>
          </p:cNvCxnSpPr>
          <p:nvPr/>
        </p:nvCxnSpPr>
        <p:spPr>
          <a:xfrm>
            <a:off x="5696200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303EB1B3-0073-E7CE-F176-ED9D18829513}"/>
              </a:ext>
            </a:extLst>
          </p:cNvPr>
          <p:cNvSpPr txBox="1"/>
          <p:nvPr/>
        </p:nvSpPr>
        <p:spPr>
          <a:xfrm>
            <a:off x="5547582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AAB6AA4-663D-F3FB-958F-ADE5CCB9ECF3}"/>
              </a:ext>
            </a:extLst>
          </p:cNvPr>
          <p:cNvSpPr txBox="1"/>
          <p:nvPr/>
        </p:nvSpPr>
        <p:spPr>
          <a:xfrm>
            <a:off x="6583913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0F7623-6DD9-9B40-FEDD-B37CF72478B7}"/>
              </a:ext>
            </a:extLst>
          </p:cNvPr>
          <p:cNvCxnSpPr>
            <a:cxnSpLocks/>
          </p:cNvCxnSpPr>
          <p:nvPr/>
        </p:nvCxnSpPr>
        <p:spPr>
          <a:xfrm>
            <a:off x="6927349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2DDB1A-B3CE-3FDE-ECA3-4C111F4E980F}"/>
              </a:ext>
            </a:extLst>
          </p:cNvPr>
          <p:cNvCxnSpPr>
            <a:cxnSpLocks/>
          </p:cNvCxnSpPr>
          <p:nvPr/>
        </p:nvCxnSpPr>
        <p:spPr>
          <a:xfrm>
            <a:off x="6286203" y="4936881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14B88E7-9A48-8EC5-4134-1FC81DBD29A4}"/>
                  </a:ext>
                </a:extLst>
              </p:cNvPr>
              <p:cNvSpPr txBox="1"/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EA3339-5AD3-19BB-97A2-BF4ED1696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blipFill>
                <a:blip r:embed="rId18"/>
                <a:stretch>
                  <a:fillRect l="-4545" r="-3636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el 1">
            <a:extLst>
              <a:ext uri="{FF2B5EF4-FFF2-40B4-BE49-F238E27FC236}">
                <a16:creationId xmlns:a16="http://schemas.microsoft.com/office/drawing/2014/main" id="{CBEB2181-890D-10D3-19B8-3C3A9612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1C816E-3C39-6234-CA26-17DF41130235}"/>
              </a:ext>
            </a:extLst>
          </p:cNvPr>
          <p:cNvSpPr/>
          <p:nvPr/>
        </p:nvSpPr>
        <p:spPr>
          <a:xfrm flipH="1">
            <a:off x="8872472" y="4762353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4F92011-5302-39DD-1928-18D816CBF344}"/>
              </a:ext>
            </a:extLst>
          </p:cNvPr>
          <p:cNvGrpSpPr/>
          <p:nvPr/>
        </p:nvGrpSpPr>
        <p:grpSpPr>
          <a:xfrm>
            <a:off x="4751088" y="954216"/>
            <a:ext cx="6096000" cy="1735118"/>
            <a:chOff x="4751088" y="954216"/>
            <a:chExt cx="6096000" cy="173511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E7C4EF7-9A89-E932-15A7-98DB822C7F8E}"/>
                </a:ext>
              </a:extLst>
            </p:cNvPr>
            <p:cNvSpPr txBox="1"/>
            <p:nvPr/>
          </p:nvSpPr>
          <p:spPr>
            <a:xfrm>
              <a:off x="4751088" y="954216"/>
              <a:ext cx="6096000" cy="1154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zh-CN" sz="1800" b="1" i="1" dirty="0"/>
                <a:t>Is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it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complete?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Check</a:t>
              </a:r>
              <a:r>
                <a:rPr lang="zh-CN" altLang="en-US" sz="1800" b="1" i="1" dirty="0"/>
                <a:t> </a:t>
              </a:r>
              <a:r>
                <a:rPr lang="en-US" altLang="zh-CN" b="1" i="1" dirty="0"/>
                <a:t>the</a:t>
              </a:r>
              <a:r>
                <a:rPr lang="zh-CN" altLang="en-US" b="1" i="1" dirty="0"/>
                <a:t> </a:t>
              </a:r>
              <a:r>
                <a:rPr lang="en-US" altLang="zh-CN" b="1" i="1" dirty="0"/>
                <a:t>MUX</a:t>
              </a:r>
              <a:r>
                <a:rPr lang="zh-CN" altLang="en-US" b="1" i="1" dirty="0"/>
                <a:t> </a:t>
              </a:r>
              <a:r>
                <a:rPr lang="en-US" altLang="zh-CN" b="1" i="1" dirty="0"/>
                <a:t>inputs.</a:t>
              </a:r>
            </a:p>
            <a:p>
              <a:pPr>
                <a:spcBef>
                  <a:spcPts val="1200"/>
                </a:spcBef>
              </a:pPr>
              <a:r>
                <a:rPr lang="en-US" altLang="zh-CN" dirty="0"/>
                <a:t>Single-occurrence: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c0</a:t>
              </a:r>
              <a:r>
                <a:rPr lang="en-US" altLang="zh-CN" dirty="0"/>
                <a:t>,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c1</a:t>
              </a:r>
              <a:endParaRPr lang="en-US" altLang="zh-CN" i="1" dirty="0"/>
            </a:p>
            <a:p>
              <a:pPr>
                <a:spcBef>
                  <a:spcPts val="600"/>
                </a:spcBef>
              </a:pPr>
              <a:r>
                <a:rPr lang="en-US" altLang="zh-CN" dirty="0"/>
                <a:t>Multiple-occurrence: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c2</a:t>
              </a:r>
              <a:endParaRPr lang="en-US" altLang="zh-CN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D9F5852-F7E6-4C76-5520-D9DFE1DA8A48}"/>
                    </a:ext>
                  </a:extLst>
                </p:cNvPr>
                <p:cNvSpPr txBox="1"/>
                <p:nvPr/>
              </p:nvSpPr>
              <p:spPr>
                <a:xfrm>
                  <a:off x="4751088" y="2285506"/>
                  <a:ext cx="4014111" cy="403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𝑠𝑢𝑝𝑝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𝑐𝑜𝑛𝑠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zh-CN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D9F5852-F7E6-4C76-5520-D9DFE1DA8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1088" y="2285506"/>
                  <a:ext cx="4014111" cy="403828"/>
                </a:xfrm>
                <a:prstGeom prst="rect">
                  <a:avLst/>
                </a:prstGeom>
                <a:blipFill>
                  <a:blip r:embed="rId19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EBE21C63-0073-E60D-ADAB-CC9FF247EE05}"/>
              </a:ext>
            </a:extLst>
          </p:cNvPr>
          <p:cNvSpPr/>
          <p:nvPr/>
        </p:nvSpPr>
        <p:spPr>
          <a:xfrm flipH="1">
            <a:off x="7646525" y="3670048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4EA82B-6663-6529-32F2-56E93E0433E1}"/>
              </a:ext>
            </a:extLst>
          </p:cNvPr>
          <p:cNvSpPr/>
          <p:nvPr/>
        </p:nvSpPr>
        <p:spPr>
          <a:xfrm flipH="1">
            <a:off x="8319239" y="2822059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7A32FCE-74F8-693B-37B0-5BC3CDA8E28A}"/>
              </a:ext>
            </a:extLst>
          </p:cNvPr>
          <p:cNvGrpSpPr/>
          <p:nvPr/>
        </p:nvGrpSpPr>
        <p:grpSpPr>
          <a:xfrm>
            <a:off x="1157439" y="1528314"/>
            <a:ext cx="2992528" cy="4298056"/>
            <a:chOff x="1157439" y="1528314"/>
            <a:chExt cx="2992528" cy="42980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525FAEA-D967-227D-280F-136E9AC7CC40}"/>
                </a:ext>
              </a:extLst>
            </p:cNvPr>
            <p:cNvSpPr/>
            <p:nvPr/>
          </p:nvSpPr>
          <p:spPr>
            <a:xfrm>
              <a:off x="1207477" y="1594339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BB0</a:t>
              </a:r>
              <a:endParaRPr lang="en-C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0B9367-8ABA-2BAF-CBCD-12AD7335748A}"/>
                </a:ext>
              </a:extLst>
            </p:cNvPr>
            <p:cNvSpPr/>
            <p:nvPr/>
          </p:nvSpPr>
          <p:spPr>
            <a:xfrm>
              <a:off x="2485292" y="2543908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BB1</a:t>
              </a:r>
              <a:endParaRPr lang="en-C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92FCF20-B42A-8B9C-D243-A44006B0BE02}"/>
                </a:ext>
              </a:extLst>
            </p:cNvPr>
            <p:cNvSpPr/>
            <p:nvPr/>
          </p:nvSpPr>
          <p:spPr>
            <a:xfrm>
              <a:off x="1207477" y="346417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BB2</a:t>
              </a:r>
              <a:endParaRPr lang="en-C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388DF6-6FB1-08E0-1C71-B3821C73982A}"/>
                </a:ext>
              </a:extLst>
            </p:cNvPr>
            <p:cNvSpPr/>
            <p:nvPr/>
          </p:nvSpPr>
          <p:spPr>
            <a:xfrm>
              <a:off x="2467707" y="4407878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BB3</a:t>
              </a:r>
              <a:endParaRPr lang="en-C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894488-14A7-0CA2-78F4-730F085E9F34}"/>
                </a:ext>
              </a:extLst>
            </p:cNvPr>
            <p:cNvSpPr/>
            <p:nvPr/>
          </p:nvSpPr>
          <p:spPr>
            <a:xfrm>
              <a:off x="1207477" y="5334001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BB4</a:t>
              </a:r>
              <a:endParaRPr lang="en-CN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9590F07-A379-CF76-C936-E7E2B4A7C649}"/>
                </a:ext>
              </a:extLst>
            </p:cNvPr>
            <p:cNvCxnSpPr>
              <a:stCxn id="3" idx="2"/>
              <a:endCxn id="7" idx="0"/>
            </p:cNvCxnSpPr>
            <p:nvPr/>
          </p:nvCxnSpPr>
          <p:spPr>
            <a:xfrm>
              <a:off x="1623646" y="2086708"/>
              <a:ext cx="0" cy="1377462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07E987D-2731-997B-60A4-1AD1EBBA2392}"/>
                </a:ext>
              </a:extLst>
            </p:cNvPr>
            <p:cNvCxnSpPr>
              <a:cxnSpLocks/>
            </p:cNvCxnSpPr>
            <p:nvPr/>
          </p:nvCxnSpPr>
          <p:spPr>
            <a:xfrm>
              <a:off x="1623646" y="2086708"/>
              <a:ext cx="861646" cy="457200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F5FD562-C557-8DB3-610F-A4D34F4D5E44}"/>
                </a:ext>
              </a:extLst>
            </p:cNvPr>
            <p:cNvCxnSpPr/>
            <p:nvPr/>
          </p:nvCxnSpPr>
          <p:spPr>
            <a:xfrm>
              <a:off x="1617784" y="3965331"/>
              <a:ext cx="0" cy="1377462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E522A78-CF5B-5EF1-338A-347A5F6D9132}"/>
                </a:ext>
              </a:extLst>
            </p:cNvPr>
            <p:cNvCxnSpPr>
              <a:cxnSpLocks/>
            </p:cNvCxnSpPr>
            <p:nvPr/>
          </p:nvCxnSpPr>
          <p:spPr>
            <a:xfrm>
              <a:off x="1608992" y="3950677"/>
              <a:ext cx="861646" cy="457200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1C7E94C-1CA0-5C2D-FD6A-876A08B207F5}"/>
                </a:ext>
              </a:extLst>
            </p:cNvPr>
            <p:cNvCxnSpPr/>
            <p:nvPr/>
          </p:nvCxnSpPr>
          <p:spPr>
            <a:xfrm>
              <a:off x="2919045" y="3021623"/>
              <a:ext cx="0" cy="137746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411B1C6-AB2D-A1CA-3A7C-A34252794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7400" y="3045070"/>
              <a:ext cx="879230" cy="444011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47FEE8F-0D97-2D46-53D0-8D17B074C4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5677" y="4936881"/>
              <a:ext cx="879230" cy="444011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8C67FB-85C3-833B-529C-BFD33694ECAA}"/>
                    </a:ext>
                  </a:extLst>
                </p:cNvPr>
                <p:cNvSpPr txBox="1"/>
                <p:nvPr/>
              </p:nvSpPr>
              <p:spPr>
                <a:xfrm>
                  <a:off x="1989777" y="2013342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8C67FB-85C3-833B-529C-BFD33694E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777" y="2013342"/>
                  <a:ext cx="470000" cy="36990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4838C79-3413-4BE4-3111-BC070FB0D686}"/>
                    </a:ext>
                  </a:extLst>
                </p:cNvPr>
                <p:cNvSpPr txBox="1"/>
                <p:nvPr/>
              </p:nvSpPr>
              <p:spPr>
                <a:xfrm>
                  <a:off x="1157439" y="2114496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4838C79-3413-4BE4-3111-BC070FB0D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439" y="2114496"/>
                  <a:ext cx="47000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46543A4-791C-ECBF-0BCA-3AF5F4F18149}"/>
                    </a:ext>
                  </a:extLst>
                </p:cNvPr>
                <p:cNvSpPr txBox="1"/>
                <p:nvPr/>
              </p:nvSpPr>
              <p:spPr>
                <a:xfrm>
                  <a:off x="2919045" y="3094261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46543A4-791C-ECBF-0BCA-3AF5F4F18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9045" y="3094261"/>
                  <a:ext cx="470000" cy="36990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132EDB5-6934-2545-899E-9D6BB5E2A638}"/>
                    </a:ext>
                  </a:extLst>
                </p:cNvPr>
                <p:cNvSpPr txBox="1"/>
                <p:nvPr/>
              </p:nvSpPr>
              <p:spPr>
                <a:xfrm>
                  <a:off x="2086707" y="2945833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132EDB5-6934-2545-899E-9D6BB5E2A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6707" y="2945833"/>
                  <a:ext cx="47000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63123FB-518A-31E1-19BC-4F1BAB7609F7}"/>
                    </a:ext>
                  </a:extLst>
                </p:cNvPr>
                <p:cNvSpPr txBox="1"/>
                <p:nvPr/>
              </p:nvSpPr>
              <p:spPr>
                <a:xfrm>
                  <a:off x="2037746" y="3922808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63123FB-518A-31E1-19BC-4F1BAB760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7746" y="3922808"/>
                  <a:ext cx="470000" cy="36990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E04A073-F8BF-EA0F-35E6-6D2638428ED1}"/>
                    </a:ext>
                  </a:extLst>
                </p:cNvPr>
                <p:cNvSpPr txBox="1"/>
                <p:nvPr/>
              </p:nvSpPr>
              <p:spPr>
                <a:xfrm>
                  <a:off x="1205408" y="4023962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E04A073-F8BF-EA0F-35E6-6D2638428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408" y="4023962"/>
                  <a:ext cx="470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F2144E-140C-7F32-BAF4-2905FF354429}"/>
                </a:ext>
              </a:extLst>
            </p:cNvPr>
            <p:cNvSpPr txBox="1"/>
            <p:nvPr/>
          </p:nvSpPr>
          <p:spPr>
            <a:xfrm>
              <a:off x="2086707" y="1528314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86DC6F-9C79-E453-4A33-54CFDF39B891}"/>
                </a:ext>
              </a:extLst>
            </p:cNvPr>
            <p:cNvSpPr txBox="1"/>
            <p:nvPr/>
          </p:nvSpPr>
          <p:spPr>
            <a:xfrm>
              <a:off x="3317688" y="4469396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X</a:t>
              </a:r>
              <a:endParaRPr lang="en-CN" dirty="0"/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5429AC1-50D4-5189-DC4C-B008D3535EC6}"/>
              </a:ext>
            </a:extLst>
          </p:cNvPr>
          <p:cNvCxnSpPr/>
          <p:nvPr/>
        </p:nvCxnSpPr>
        <p:spPr>
          <a:xfrm>
            <a:off x="1622244" y="3969791"/>
            <a:ext cx="0" cy="1377462"/>
          </a:xfrm>
          <a:prstGeom prst="straightConnector1">
            <a:avLst/>
          </a:prstGeom>
          <a:ln w="762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3F3744C-CA4B-4A4E-093C-167AC4B1FCE6}"/>
              </a:ext>
            </a:extLst>
          </p:cNvPr>
          <p:cNvSpPr/>
          <p:nvPr/>
        </p:nvSpPr>
        <p:spPr>
          <a:xfrm flipH="1">
            <a:off x="6128568" y="4861036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A581BF-B41E-A31A-91FE-AE6D835D90F7}"/>
                  </a:ext>
                </a:extLst>
              </p:cNvPr>
              <p:cNvSpPr txBox="1"/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A581BF-B41E-A31A-91FE-AE6D835D9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blipFill>
                <a:blip r:embed="rId26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FE478E-AF08-0E5B-9F74-B398A428B9DB}"/>
                  </a:ext>
                </a:extLst>
              </p:cNvPr>
              <p:cNvSpPr txBox="1"/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FE478E-AF08-0E5B-9F74-B398A428B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blipFill>
                <a:blip r:embed="rId27"/>
                <a:stretch>
                  <a:fillRect l="-11364" r="-2273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1989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408A-CA57-4542-7DED-311109761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1FD42-06E1-BFCD-70E6-8B9A8B5E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28A457-BBE1-E427-AFB9-E8001E08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5F5715-7936-A40C-A777-5C7AEA7DA08D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B81260-4055-87FE-4EE5-CB93420CB612}"/>
              </a:ext>
            </a:extLst>
          </p:cNvPr>
          <p:cNvSpPr/>
          <p:nvPr/>
        </p:nvSpPr>
        <p:spPr>
          <a:xfrm>
            <a:off x="7496004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DE1D838-6378-9599-6769-774E1CC5B035}"/>
              </a:ext>
            </a:extLst>
          </p:cNvPr>
          <p:cNvGrpSpPr/>
          <p:nvPr/>
        </p:nvGrpSpPr>
        <p:grpSpPr>
          <a:xfrm>
            <a:off x="7839131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4056725-251F-CBB7-9E72-7CF5E6BD1D1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5C96ADD-BB17-DF4A-2F75-18277B48660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4DB1C27-0503-0979-0A6B-1C1D8123B165}"/>
              </a:ext>
            </a:extLst>
          </p:cNvPr>
          <p:cNvCxnSpPr>
            <a:cxnSpLocks/>
          </p:cNvCxnSpPr>
          <p:nvPr/>
        </p:nvCxnSpPr>
        <p:spPr>
          <a:xfrm flipH="1">
            <a:off x="8771490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5685409-BFFA-6170-BDAD-1F60B9F5BD52}"/>
                  </a:ext>
                </a:extLst>
              </p:cNvPr>
              <p:cNvSpPr txBox="1"/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1EA423-3E5F-0EF0-4250-25F22946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5AB9A487-6AE8-3E89-7732-0F9E6B760FB9}"/>
              </a:ext>
            </a:extLst>
          </p:cNvPr>
          <p:cNvSpPr txBox="1"/>
          <p:nvPr/>
        </p:nvSpPr>
        <p:spPr>
          <a:xfrm>
            <a:off x="7621050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65BDF4-E068-FE75-95EB-659410D41FE8}"/>
              </a:ext>
            </a:extLst>
          </p:cNvPr>
          <p:cNvSpPr txBox="1"/>
          <p:nvPr/>
        </p:nvSpPr>
        <p:spPr>
          <a:xfrm>
            <a:off x="8220049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F4D349-A557-199C-7C85-EBCA8B1C443A}"/>
              </a:ext>
            </a:extLst>
          </p:cNvPr>
          <p:cNvSpPr/>
          <p:nvPr/>
        </p:nvSpPr>
        <p:spPr>
          <a:xfrm>
            <a:off x="8133747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84A4432-0762-C876-0E02-C766FED923CE}"/>
              </a:ext>
            </a:extLst>
          </p:cNvPr>
          <p:cNvGrpSpPr/>
          <p:nvPr/>
        </p:nvGrpSpPr>
        <p:grpSpPr>
          <a:xfrm>
            <a:off x="8476874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1FDC9F7-26EB-D520-A4CF-D6D6D660E30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76860D6-54E1-8D9D-EC94-8BF069337D4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3C9E97A-3084-A204-DB70-254E86498F75}"/>
              </a:ext>
            </a:extLst>
          </p:cNvPr>
          <p:cNvCxnSpPr>
            <a:cxnSpLocks/>
          </p:cNvCxnSpPr>
          <p:nvPr/>
        </p:nvCxnSpPr>
        <p:spPr>
          <a:xfrm flipH="1">
            <a:off x="9409233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583DD45-0AFC-C1A2-4A60-49659D1C2465}"/>
                  </a:ext>
                </a:extLst>
              </p:cNvPr>
              <p:cNvSpPr txBox="1"/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57E1B51-D25D-A4D3-4962-B14C64CB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B5F8E8-C596-C091-7963-91152E669E4C}"/>
                  </a:ext>
                </a:extLst>
              </p:cNvPr>
              <p:cNvSpPr txBox="1"/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EEA85D-C96C-E194-0E13-A6284F8F5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BD30FC8D-7859-1DB6-2932-A14C5B4ABB77}"/>
              </a:ext>
            </a:extLst>
          </p:cNvPr>
          <p:cNvSpPr txBox="1"/>
          <p:nvPr/>
        </p:nvSpPr>
        <p:spPr>
          <a:xfrm>
            <a:off x="8258793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53676E3-3B20-7ABC-1E9C-EBF32F718DD0}"/>
              </a:ext>
            </a:extLst>
          </p:cNvPr>
          <p:cNvSpPr txBox="1"/>
          <p:nvPr/>
        </p:nvSpPr>
        <p:spPr>
          <a:xfrm>
            <a:off x="8857792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78F7CBD7-9A5E-4394-856F-FF362EB9EB80}"/>
              </a:ext>
            </a:extLst>
          </p:cNvPr>
          <p:cNvSpPr/>
          <p:nvPr/>
        </p:nvSpPr>
        <p:spPr>
          <a:xfrm>
            <a:off x="5483174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B924366-AA99-D185-EE1E-5353D425B348}"/>
              </a:ext>
            </a:extLst>
          </p:cNvPr>
          <p:cNvCxnSpPr>
            <a:cxnSpLocks/>
          </p:cNvCxnSpPr>
          <p:nvPr/>
        </p:nvCxnSpPr>
        <p:spPr>
          <a:xfrm>
            <a:off x="8151335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7B5E6FC-54B5-401A-1224-EAFC7E23B1F3}"/>
              </a:ext>
            </a:extLst>
          </p:cNvPr>
          <p:cNvCxnSpPr>
            <a:cxnSpLocks/>
          </p:cNvCxnSpPr>
          <p:nvPr/>
        </p:nvCxnSpPr>
        <p:spPr>
          <a:xfrm>
            <a:off x="680386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EC38E9-947B-85F0-CF3E-F80A0BDDC8E5}"/>
                  </a:ext>
                </a:extLst>
              </p:cNvPr>
              <p:cNvSpPr txBox="1"/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DAC214-F064-100C-6E55-E9A84D638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4237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05C1F12-EEBD-7BE5-59D8-7DE7409B978A}"/>
              </a:ext>
            </a:extLst>
          </p:cNvPr>
          <p:cNvCxnSpPr>
            <a:cxnSpLocks/>
          </p:cNvCxnSpPr>
          <p:nvPr/>
        </p:nvCxnSpPr>
        <p:spPr>
          <a:xfrm>
            <a:off x="5772400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0F0CFF9-5E19-5539-EFFC-FC31E6A72E55}"/>
              </a:ext>
            </a:extLst>
          </p:cNvPr>
          <p:cNvCxnSpPr>
            <a:cxnSpLocks/>
          </p:cNvCxnSpPr>
          <p:nvPr/>
        </p:nvCxnSpPr>
        <p:spPr>
          <a:xfrm>
            <a:off x="5696200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FC4C4876-BB0E-3C33-DBB1-0463C9F457DA}"/>
              </a:ext>
            </a:extLst>
          </p:cNvPr>
          <p:cNvSpPr txBox="1"/>
          <p:nvPr/>
        </p:nvSpPr>
        <p:spPr>
          <a:xfrm>
            <a:off x="5547582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A5A8F8E-914F-8E95-CA03-94B2342F130E}"/>
              </a:ext>
            </a:extLst>
          </p:cNvPr>
          <p:cNvSpPr txBox="1"/>
          <p:nvPr/>
        </p:nvSpPr>
        <p:spPr>
          <a:xfrm>
            <a:off x="6583913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737C59-09CA-6337-AFD4-4830C0F98323}"/>
              </a:ext>
            </a:extLst>
          </p:cNvPr>
          <p:cNvCxnSpPr>
            <a:cxnSpLocks/>
          </p:cNvCxnSpPr>
          <p:nvPr/>
        </p:nvCxnSpPr>
        <p:spPr>
          <a:xfrm>
            <a:off x="6927349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9713E4-B6F1-7C7A-3541-0BE7F5042E4E}"/>
              </a:ext>
            </a:extLst>
          </p:cNvPr>
          <p:cNvCxnSpPr>
            <a:cxnSpLocks/>
          </p:cNvCxnSpPr>
          <p:nvPr/>
        </p:nvCxnSpPr>
        <p:spPr>
          <a:xfrm>
            <a:off x="6286203" y="4936881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AFF211-7E6D-49D9-C8E4-5E5E4D5A466D}"/>
                  </a:ext>
                </a:extLst>
              </p:cNvPr>
              <p:cNvSpPr txBox="1"/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EA3339-5AD3-19BB-97A2-BF4ED1696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blipFill>
                <a:blip r:embed="rId18"/>
                <a:stretch>
                  <a:fillRect l="-4545" r="-3636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el 1">
            <a:extLst>
              <a:ext uri="{FF2B5EF4-FFF2-40B4-BE49-F238E27FC236}">
                <a16:creationId xmlns:a16="http://schemas.microsoft.com/office/drawing/2014/main" id="{F8868FDD-AD3B-A853-07C5-1357528B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658375-9B27-F908-E62E-C33ECBDC60DB}"/>
              </a:ext>
            </a:extLst>
          </p:cNvPr>
          <p:cNvSpPr/>
          <p:nvPr/>
        </p:nvSpPr>
        <p:spPr>
          <a:xfrm flipH="1">
            <a:off x="7272542" y="5365445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0460E2-77B9-18F6-CFFB-B5AB7D6B43AE}"/>
              </a:ext>
            </a:extLst>
          </p:cNvPr>
          <p:cNvGrpSpPr/>
          <p:nvPr/>
        </p:nvGrpSpPr>
        <p:grpSpPr>
          <a:xfrm>
            <a:off x="4751088" y="954216"/>
            <a:ext cx="6096000" cy="1735118"/>
            <a:chOff x="4751088" y="954216"/>
            <a:chExt cx="6096000" cy="173511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2D0E79-13B5-87C1-2CFC-AE336289CF35}"/>
                </a:ext>
              </a:extLst>
            </p:cNvPr>
            <p:cNvSpPr txBox="1"/>
            <p:nvPr/>
          </p:nvSpPr>
          <p:spPr>
            <a:xfrm>
              <a:off x="4751088" y="954216"/>
              <a:ext cx="6096000" cy="1154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zh-CN" sz="1800" b="1" i="1" dirty="0"/>
                <a:t>Is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it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complete?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Check</a:t>
              </a:r>
              <a:r>
                <a:rPr lang="zh-CN" altLang="en-US" sz="1800" b="1" i="1" dirty="0"/>
                <a:t> </a:t>
              </a:r>
              <a:r>
                <a:rPr lang="en-US" altLang="zh-CN" b="1" i="1" dirty="0"/>
                <a:t>the</a:t>
              </a:r>
              <a:r>
                <a:rPr lang="zh-CN" altLang="en-US" b="1" i="1" dirty="0"/>
                <a:t> </a:t>
              </a:r>
              <a:r>
                <a:rPr lang="en-US" altLang="zh-CN" b="1" i="1" dirty="0"/>
                <a:t>MUX</a:t>
              </a:r>
              <a:r>
                <a:rPr lang="zh-CN" altLang="en-US" b="1" i="1" dirty="0"/>
                <a:t> </a:t>
              </a:r>
              <a:r>
                <a:rPr lang="en-US" altLang="zh-CN" b="1" i="1" dirty="0"/>
                <a:t>inputs.</a:t>
              </a:r>
            </a:p>
            <a:p>
              <a:pPr>
                <a:spcBef>
                  <a:spcPts val="1200"/>
                </a:spcBef>
              </a:pPr>
              <a:r>
                <a:rPr lang="en-US" altLang="zh-CN" dirty="0"/>
                <a:t>Single-occurrence: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c0</a:t>
              </a:r>
              <a:r>
                <a:rPr lang="en-US" altLang="zh-CN" dirty="0"/>
                <a:t>,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c1</a:t>
              </a:r>
              <a:endParaRPr lang="en-US" altLang="zh-CN" i="1" dirty="0"/>
            </a:p>
            <a:p>
              <a:pPr>
                <a:spcBef>
                  <a:spcPts val="600"/>
                </a:spcBef>
              </a:pPr>
              <a:r>
                <a:rPr lang="en-US" altLang="zh-CN" dirty="0"/>
                <a:t>Multiple-occurrence: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c2</a:t>
              </a:r>
              <a:endParaRPr lang="en-US" altLang="zh-CN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ACA0D18-0A71-2047-D7C0-578AE4152395}"/>
                    </a:ext>
                  </a:extLst>
                </p:cNvPr>
                <p:cNvSpPr txBox="1"/>
                <p:nvPr/>
              </p:nvSpPr>
              <p:spPr>
                <a:xfrm>
                  <a:off x="4751088" y="2285506"/>
                  <a:ext cx="4014111" cy="403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𝑠𝑢𝑝𝑝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𝑐𝑜𝑛𝑠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zh-CN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ACA0D18-0A71-2047-D7C0-578AE4152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1088" y="2285506"/>
                  <a:ext cx="4014111" cy="403828"/>
                </a:xfrm>
                <a:prstGeom prst="rect">
                  <a:avLst/>
                </a:prstGeom>
                <a:blipFill>
                  <a:blip r:embed="rId19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01DD0E97-5977-DD14-4AD7-4D5790570171}"/>
              </a:ext>
            </a:extLst>
          </p:cNvPr>
          <p:cNvSpPr/>
          <p:nvPr/>
        </p:nvSpPr>
        <p:spPr>
          <a:xfrm flipH="1">
            <a:off x="7272542" y="5365445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A06853E-3016-C2D2-93F3-5C5DFF63528F}"/>
              </a:ext>
            </a:extLst>
          </p:cNvPr>
          <p:cNvSpPr/>
          <p:nvPr/>
        </p:nvSpPr>
        <p:spPr>
          <a:xfrm flipH="1">
            <a:off x="8319239" y="2822059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FFB1B5-FDB3-D09C-4728-388143D68FE8}"/>
              </a:ext>
            </a:extLst>
          </p:cNvPr>
          <p:cNvGrpSpPr/>
          <p:nvPr/>
        </p:nvGrpSpPr>
        <p:grpSpPr>
          <a:xfrm>
            <a:off x="1157439" y="1528314"/>
            <a:ext cx="2992528" cy="4298056"/>
            <a:chOff x="1157439" y="1528314"/>
            <a:chExt cx="2992528" cy="42980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D59199-D606-D5DE-B04C-DE654E647CBB}"/>
                </a:ext>
              </a:extLst>
            </p:cNvPr>
            <p:cNvSpPr/>
            <p:nvPr/>
          </p:nvSpPr>
          <p:spPr>
            <a:xfrm>
              <a:off x="1207477" y="1594339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BB0</a:t>
              </a:r>
              <a:endParaRPr lang="en-C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7D31E8-D422-57F7-8ACD-72BEEFDE8E86}"/>
                </a:ext>
              </a:extLst>
            </p:cNvPr>
            <p:cNvSpPr/>
            <p:nvPr/>
          </p:nvSpPr>
          <p:spPr>
            <a:xfrm>
              <a:off x="2485292" y="2543908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BB1</a:t>
              </a:r>
              <a:endParaRPr lang="en-C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C1EE47-B61B-786B-2682-F0BD866D4637}"/>
                </a:ext>
              </a:extLst>
            </p:cNvPr>
            <p:cNvSpPr/>
            <p:nvPr/>
          </p:nvSpPr>
          <p:spPr>
            <a:xfrm>
              <a:off x="1207477" y="346417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BB2</a:t>
              </a:r>
              <a:endParaRPr lang="en-C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82021C-F6D9-5425-B162-9A6D27F4320B}"/>
                </a:ext>
              </a:extLst>
            </p:cNvPr>
            <p:cNvSpPr/>
            <p:nvPr/>
          </p:nvSpPr>
          <p:spPr>
            <a:xfrm>
              <a:off x="2467707" y="4407878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BB3</a:t>
              </a:r>
              <a:endParaRPr lang="en-C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CF5483-BD4E-5AB6-2DE0-A48B785BB7AE}"/>
                </a:ext>
              </a:extLst>
            </p:cNvPr>
            <p:cNvSpPr/>
            <p:nvPr/>
          </p:nvSpPr>
          <p:spPr>
            <a:xfrm>
              <a:off x="1207477" y="5334001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BB4</a:t>
              </a:r>
              <a:endParaRPr lang="en-CN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A735280-6561-9BFF-5AB2-3EA539BE3706}"/>
                </a:ext>
              </a:extLst>
            </p:cNvPr>
            <p:cNvCxnSpPr>
              <a:stCxn id="3" idx="2"/>
              <a:endCxn id="7" idx="0"/>
            </p:cNvCxnSpPr>
            <p:nvPr/>
          </p:nvCxnSpPr>
          <p:spPr>
            <a:xfrm>
              <a:off x="1623646" y="2086708"/>
              <a:ext cx="0" cy="1377462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C485842-8BFB-F77A-3297-D51D9D79CD7F}"/>
                </a:ext>
              </a:extLst>
            </p:cNvPr>
            <p:cNvCxnSpPr>
              <a:cxnSpLocks/>
            </p:cNvCxnSpPr>
            <p:nvPr/>
          </p:nvCxnSpPr>
          <p:spPr>
            <a:xfrm>
              <a:off x="1623646" y="2086708"/>
              <a:ext cx="861646" cy="457200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4F5777C-8129-07AA-1C18-53C630E3813B}"/>
                </a:ext>
              </a:extLst>
            </p:cNvPr>
            <p:cNvCxnSpPr/>
            <p:nvPr/>
          </p:nvCxnSpPr>
          <p:spPr>
            <a:xfrm>
              <a:off x="1617784" y="3965331"/>
              <a:ext cx="0" cy="1377462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AF4C932-EB66-0C6F-6CE9-4F783967120C}"/>
                </a:ext>
              </a:extLst>
            </p:cNvPr>
            <p:cNvCxnSpPr>
              <a:cxnSpLocks/>
            </p:cNvCxnSpPr>
            <p:nvPr/>
          </p:nvCxnSpPr>
          <p:spPr>
            <a:xfrm>
              <a:off x="1608992" y="3950677"/>
              <a:ext cx="861646" cy="457200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938D83-ABDD-6AD0-3DB4-DB5F4F4FE9F1}"/>
                </a:ext>
              </a:extLst>
            </p:cNvPr>
            <p:cNvCxnSpPr/>
            <p:nvPr/>
          </p:nvCxnSpPr>
          <p:spPr>
            <a:xfrm>
              <a:off x="2919045" y="3021623"/>
              <a:ext cx="0" cy="137746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7758688-F943-04C8-C3C6-719531771E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7400" y="3045070"/>
              <a:ext cx="879230" cy="444011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BC7E36B-5922-2F65-3EAD-91B26A57FB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5677" y="4936881"/>
              <a:ext cx="879230" cy="444011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9B48093-FBE2-8122-A4A1-CC4BBDB80091}"/>
                    </a:ext>
                  </a:extLst>
                </p:cNvPr>
                <p:cNvSpPr txBox="1"/>
                <p:nvPr/>
              </p:nvSpPr>
              <p:spPr>
                <a:xfrm>
                  <a:off x="1989777" y="2013342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9B48093-FBE2-8122-A4A1-CC4BBDB80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777" y="2013342"/>
                  <a:ext cx="470000" cy="36990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FC8E816-FD52-AEE9-0F1B-831754263BB5}"/>
                    </a:ext>
                  </a:extLst>
                </p:cNvPr>
                <p:cNvSpPr txBox="1"/>
                <p:nvPr/>
              </p:nvSpPr>
              <p:spPr>
                <a:xfrm>
                  <a:off x="1157439" y="2114496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FC8E816-FD52-AEE9-0F1B-831754263B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439" y="2114496"/>
                  <a:ext cx="47000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4F2572A-04A4-0F06-43CA-C4060F8D86AF}"/>
                    </a:ext>
                  </a:extLst>
                </p:cNvPr>
                <p:cNvSpPr txBox="1"/>
                <p:nvPr/>
              </p:nvSpPr>
              <p:spPr>
                <a:xfrm>
                  <a:off x="2919045" y="3094261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4F2572A-04A4-0F06-43CA-C4060F8D86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9045" y="3094261"/>
                  <a:ext cx="470000" cy="36990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F288BC7-1B9D-9B39-D835-7478A0788A93}"/>
                    </a:ext>
                  </a:extLst>
                </p:cNvPr>
                <p:cNvSpPr txBox="1"/>
                <p:nvPr/>
              </p:nvSpPr>
              <p:spPr>
                <a:xfrm>
                  <a:off x="2086707" y="2945833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F288BC7-1B9D-9B39-D835-7478A0788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6707" y="2945833"/>
                  <a:ext cx="47000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E0E684-18B5-0587-F938-14D514E614E4}"/>
                    </a:ext>
                  </a:extLst>
                </p:cNvPr>
                <p:cNvSpPr txBox="1"/>
                <p:nvPr/>
              </p:nvSpPr>
              <p:spPr>
                <a:xfrm>
                  <a:off x="2037746" y="3922808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E0E684-18B5-0587-F938-14D514E61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7746" y="3922808"/>
                  <a:ext cx="470000" cy="36990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6282604-6BA0-FA16-C355-31487883441F}"/>
                    </a:ext>
                  </a:extLst>
                </p:cNvPr>
                <p:cNvSpPr txBox="1"/>
                <p:nvPr/>
              </p:nvSpPr>
              <p:spPr>
                <a:xfrm>
                  <a:off x="1205408" y="4023962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6282604-6BA0-FA16-C355-3148788344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408" y="4023962"/>
                  <a:ext cx="470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C91F9B-9488-DDAF-D6F0-DF4AB8F6DCB2}"/>
                </a:ext>
              </a:extLst>
            </p:cNvPr>
            <p:cNvSpPr txBox="1"/>
            <p:nvPr/>
          </p:nvSpPr>
          <p:spPr>
            <a:xfrm>
              <a:off x="2086707" y="1528314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9245236-E07C-AB89-306E-449A71DD5B8F}"/>
                </a:ext>
              </a:extLst>
            </p:cNvPr>
            <p:cNvSpPr txBox="1"/>
            <p:nvPr/>
          </p:nvSpPr>
          <p:spPr>
            <a:xfrm>
              <a:off x="3317688" y="4469396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X</a:t>
              </a:r>
              <a:endParaRPr lang="en-CN" dirty="0"/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B203B23-F5AB-2F31-0CB6-0A4DA5140F2E}"/>
              </a:ext>
            </a:extLst>
          </p:cNvPr>
          <p:cNvCxnSpPr/>
          <p:nvPr/>
        </p:nvCxnSpPr>
        <p:spPr>
          <a:xfrm>
            <a:off x="1622244" y="3969791"/>
            <a:ext cx="0" cy="1377462"/>
          </a:xfrm>
          <a:prstGeom prst="straightConnector1">
            <a:avLst/>
          </a:prstGeom>
          <a:ln w="762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CADA69C-C58C-47CD-3CAE-548E9E61F572}"/>
              </a:ext>
            </a:extLst>
          </p:cNvPr>
          <p:cNvSpPr/>
          <p:nvPr/>
        </p:nvSpPr>
        <p:spPr>
          <a:xfrm flipH="1">
            <a:off x="6128568" y="4861036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0197BE-DCD3-2867-E424-CA45872C8F33}"/>
                  </a:ext>
                </a:extLst>
              </p:cNvPr>
              <p:cNvSpPr txBox="1"/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0197BE-DCD3-2867-E424-CA45872C8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blipFill>
                <a:blip r:embed="rId26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082A64-A64A-A4E6-8419-7EB1E5F76493}"/>
                  </a:ext>
                </a:extLst>
              </p:cNvPr>
              <p:cNvSpPr txBox="1"/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082A64-A64A-A4E6-8419-7EB1E5F76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blipFill>
                <a:blip r:embed="rId27"/>
                <a:stretch>
                  <a:fillRect l="-11364" r="-2273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164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961C-36F1-0FD7-01DA-E43FC5E0A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EB5686-925F-4860-A27B-381B138A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1FA93A-4EB4-F686-3F66-63B7D194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FA861-0E31-BCE3-673B-08BFD974A32C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88547A-E04B-DDF6-D7D4-2BBD65A53CA1}"/>
              </a:ext>
            </a:extLst>
          </p:cNvPr>
          <p:cNvSpPr/>
          <p:nvPr/>
        </p:nvSpPr>
        <p:spPr>
          <a:xfrm>
            <a:off x="7496004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FBFBD7E-8528-DB52-7929-4F5E091B1BD9}"/>
              </a:ext>
            </a:extLst>
          </p:cNvPr>
          <p:cNvGrpSpPr/>
          <p:nvPr/>
        </p:nvGrpSpPr>
        <p:grpSpPr>
          <a:xfrm>
            <a:off x="7839131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BFB2168-30D7-FD8F-50E3-6434FE697C4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718EF68-2363-8C2B-822A-A10D58C6F1C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6D0A13-B446-05BA-987B-6007795E683F}"/>
              </a:ext>
            </a:extLst>
          </p:cNvPr>
          <p:cNvCxnSpPr>
            <a:cxnSpLocks/>
          </p:cNvCxnSpPr>
          <p:nvPr/>
        </p:nvCxnSpPr>
        <p:spPr>
          <a:xfrm flipH="1">
            <a:off x="8771490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C2FCE38-96CE-C165-52DA-4A70B2834C1E}"/>
                  </a:ext>
                </a:extLst>
              </p:cNvPr>
              <p:cNvSpPr txBox="1"/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1EA423-3E5F-0EF0-4250-25F22946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08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240EC9ED-938A-C810-37F6-4C6D07172BB3}"/>
              </a:ext>
            </a:extLst>
          </p:cNvPr>
          <p:cNvSpPr txBox="1"/>
          <p:nvPr/>
        </p:nvSpPr>
        <p:spPr>
          <a:xfrm>
            <a:off x="7621050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A35A1E-847A-59D9-585C-01E4317CD398}"/>
              </a:ext>
            </a:extLst>
          </p:cNvPr>
          <p:cNvSpPr txBox="1"/>
          <p:nvPr/>
        </p:nvSpPr>
        <p:spPr>
          <a:xfrm>
            <a:off x="8220049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3D6E12F-B964-F12A-2BEC-6D444610E452}"/>
              </a:ext>
            </a:extLst>
          </p:cNvPr>
          <p:cNvSpPr/>
          <p:nvPr/>
        </p:nvSpPr>
        <p:spPr>
          <a:xfrm>
            <a:off x="8133747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84110A3-49FB-CD6C-6AFC-58F0580DF045}"/>
              </a:ext>
            </a:extLst>
          </p:cNvPr>
          <p:cNvGrpSpPr/>
          <p:nvPr/>
        </p:nvGrpSpPr>
        <p:grpSpPr>
          <a:xfrm>
            <a:off x="8476874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19B83DA-1470-6DF8-EAC3-B5F3B7E228F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8DA4C13-C24E-E216-4F24-6A4CE5F18D4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BC8AA4E-D305-6777-E347-81AC9CBEC466}"/>
              </a:ext>
            </a:extLst>
          </p:cNvPr>
          <p:cNvCxnSpPr>
            <a:cxnSpLocks/>
          </p:cNvCxnSpPr>
          <p:nvPr/>
        </p:nvCxnSpPr>
        <p:spPr>
          <a:xfrm flipH="1">
            <a:off x="9409233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70FE2CA-2E66-3714-5CE9-9C3A1E686A44}"/>
                  </a:ext>
                </a:extLst>
              </p:cNvPr>
              <p:cNvSpPr txBox="1"/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57E1B51-D25D-A4D3-4962-B14C64CB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351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AA1D029-0EE4-494E-48FD-7CF475451A69}"/>
                  </a:ext>
                </a:extLst>
              </p:cNvPr>
              <p:cNvSpPr txBox="1"/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EEA85D-C96C-E194-0E13-A6284F8F5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884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0A173CFD-287A-3088-36C4-460A3F02D91C}"/>
              </a:ext>
            </a:extLst>
          </p:cNvPr>
          <p:cNvSpPr txBox="1"/>
          <p:nvPr/>
        </p:nvSpPr>
        <p:spPr>
          <a:xfrm>
            <a:off x="8258793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BACA86F-7F4F-437D-FB69-9F06268B1D31}"/>
              </a:ext>
            </a:extLst>
          </p:cNvPr>
          <p:cNvSpPr txBox="1"/>
          <p:nvPr/>
        </p:nvSpPr>
        <p:spPr>
          <a:xfrm>
            <a:off x="8857792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8EA4EDF2-6D24-0064-C60D-862C812A69B2}"/>
              </a:ext>
            </a:extLst>
          </p:cNvPr>
          <p:cNvSpPr/>
          <p:nvPr/>
        </p:nvSpPr>
        <p:spPr>
          <a:xfrm>
            <a:off x="5483174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683BFB3-102A-41A0-E599-49F81EC24831}"/>
              </a:ext>
            </a:extLst>
          </p:cNvPr>
          <p:cNvCxnSpPr>
            <a:cxnSpLocks/>
          </p:cNvCxnSpPr>
          <p:nvPr/>
        </p:nvCxnSpPr>
        <p:spPr>
          <a:xfrm>
            <a:off x="8151335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FC59A14-08C5-19AA-8FF6-5D84D7467544}"/>
              </a:ext>
            </a:extLst>
          </p:cNvPr>
          <p:cNvCxnSpPr>
            <a:cxnSpLocks/>
          </p:cNvCxnSpPr>
          <p:nvPr/>
        </p:nvCxnSpPr>
        <p:spPr>
          <a:xfrm>
            <a:off x="680386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D575D30-089F-92DA-7E4F-B7C8943F2E9B}"/>
                  </a:ext>
                </a:extLst>
              </p:cNvPr>
              <p:cNvSpPr txBox="1"/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DAC214-F064-100C-6E55-E9A84D638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4237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B3DE9AC-1809-8D91-F8B9-250A7B35F0D5}"/>
              </a:ext>
            </a:extLst>
          </p:cNvPr>
          <p:cNvCxnSpPr>
            <a:cxnSpLocks/>
          </p:cNvCxnSpPr>
          <p:nvPr/>
        </p:nvCxnSpPr>
        <p:spPr>
          <a:xfrm>
            <a:off x="5772400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F8DCE0E-212E-4ADB-91F3-C81AD02E33BD}"/>
              </a:ext>
            </a:extLst>
          </p:cNvPr>
          <p:cNvCxnSpPr>
            <a:cxnSpLocks/>
          </p:cNvCxnSpPr>
          <p:nvPr/>
        </p:nvCxnSpPr>
        <p:spPr>
          <a:xfrm>
            <a:off x="5696200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BA6DA54-FE5F-906C-5F94-EB0B6AD3BCF7}"/>
              </a:ext>
            </a:extLst>
          </p:cNvPr>
          <p:cNvSpPr txBox="1"/>
          <p:nvPr/>
        </p:nvSpPr>
        <p:spPr>
          <a:xfrm>
            <a:off x="5547582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22D3DED-FC56-3DA0-BA57-4B8EF1F2D377}"/>
              </a:ext>
            </a:extLst>
          </p:cNvPr>
          <p:cNvSpPr txBox="1"/>
          <p:nvPr/>
        </p:nvSpPr>
        <p:spPr>
          <a:xfrm>
            <a:off x="6583913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64CC1A-A521-7E2C-B296-47D5D3EBF164}"/>
              </a:ext>
            </a:extLst>
          </p:cNvPr>
          <p:cNvCxnSpPr>
            <a:cxnSpLocks/>
          </p:cNvCxnSpPr>
          <p:nvPr/>
        </p:nvCxnSpPr>
        <p:spPr>
          <a:xfrm>
            <a:off x="6927349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8010DC-E449-1E7D-CA01-C63442C10718}"/>
              </a:ext>
            </a:extLst>
          </p:cNvPr>
          <p:cNvCxnSpPr>
            <a:cxnSpLocks/>
          </p:cNvCxnSpPr>
          <p:nvPr/>
        </p:nvCxnSpPr>
        <p:spPr>
          <a:xfrm>
            <a:off x="6286203" y="4936881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4A950E-D98A-2DB4-AEC8-83F62513CAE7}"/>
                  </a:ext>
                </a:extLst>
              </p:cNvPr>
              <p:cNvSpPr txBox="1"/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EA3339-5AD3-19BB-97A2-BF4ED1696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26" y="4546000"/>
                <a:ext cx="1385316" cy="369332"/>
              </a:xfrm>
              <a:prstGeom prst="rect">
                <a:avLst/>
              </a:prstGeom>
              <a:blipFill>
                <a:blip r:embed="rId18"/>
                <a:stretch>
                  <a:fillRect l="-4545" r="-3636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el 1">
            <a:extLst>
              <a:ext uri="{FF2B5EF4-FFF2-40B4-BE49-F238E27FC236}">
                <a16:creationId xmlns:a16="http://schemas.microsoft.com/office/drawing/2014/main" id="{9AB93A45-D5B5-840E-969C-4897E52F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D41436-BFCB-D818-8EAD-AE512DA10265}"/>
              </a:ext>
            </a:extLst>
          </p:cNvPr>
          <p:cNvSpPr/>
          <p:nvPr/>
        </p:nvSpPr>
        <p:spPr>
          <a:xfrm flipH="1">
            <a:off x="5608088" y="5903784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1A431A-7222-7204-87EE-0F1AC6F21B0C}"/>
              </a:ext>
            </a:extLst>
          </p:cNvPr>
          <p:cNvSpPr/>
          <p:nvPr/>
        </p:nvSpPr>
        <p:spPr>
          <a:xfrm flipH="1">
            <a:off x="5608088" y="5903784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B90B055-EF70-287F-8978-D54D81EA9DD5}"/>
              </a:ext>
            </a:extLst>
          </p:cNvPr>
          <p:cNvSpPr/>
          <p:nvPr/>
        </p:nvSpPr>
        <p:spPr>
          <a:xfrm flipH="1">
            <a:off x="8319239" y="2822059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AECFE5D-BD18-FEBA-F571-5EF2BE530C6A}"/>
              </a:ext>
            </a:extLst>
          </p:cNvPr>
          <p:cNvGrpSpPr/>
          <p:nvPr/>
        </p:nvGrpSpPr>
        <p:grpSpPr>
          <a:xfrm>
            <a:off x="1157439" y="1528314"/>
            <a:ext cx="2992528" cy="4298056"/>
            <a:chOff x="1157439" y="1528314"/>
            <a:chExt cx="2992528" cy="42980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5D62C57-C38B-5D34-94EB-A20DEC3A1190}"/>
                </a:ext>
              </a:extLst>
            </p:cNvPr>
            <p:cNvSpPr/>
            <p:nvPr/>
          </p:nvSpPr>
          <p:spPr>
            <a:xfrm>
              <a:off x="1207477" y="1594339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BB0</a:t>
              </a:r>
              <a:endParaRPr lang="en-C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FEC058-4618-1D34-4DDC-12444053B6A9}"/>
                </a:ext>
              </a:extLst>
            </p:cNvPr>
            <p:cNvSpPr/>
            <p:nvPr/>
          </p:nvSpPr>
          <p:spPr>
            <a:xfrm>
              <a:off x="2485292" y="2543908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BB1</a:t>
              </a:r>
              <a:endParaRPr lang="en-C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3A0EA1-123D-77F1-45F9-EC1505314B18}"/>
                </a:ext>
              </a:extLst>
            </p:cNvPr>
            <p:cNvSpPr/>
            <p:nvPr/>
          </p:nvSpPr>
          <p:spPr>
            <a:xfrm>
              <a:off x="1207477" y="346417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BB2</a:t>
              </a:r>
              <a:endParaRPr lang="en-C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9C34D0-AF08-34C7-F3A2-D21E47C656B4}"/>
                </a:ext>
              </a:extLst>
            </p:cNvPr>
            <p:cNvSpPr/>
            <p:nvPr/>
          </p:nvSpPr>
          <p:spPr>
            <a:xfrm>
              <a:off x="2467707" y="4407878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BB3</a:t>
              </a:r>
              <a:endParaRPr lang="en-C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12B227-2E0B-283C-D4DE-C0DA09786B77}"/>
                </a:ext>
              </a:extLst>
            </p:cNvPr>
            <p:cNvSpPr/>
            <p:nvPr/>
          </p:nvSpPr>
          <p:spPr>
            <a:xfrm>
              <a:off x="1207477" y="5334001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BB4</a:t>
              </a:r>
              <a:endParaRPr lang="en-CN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D57F863-B2A7-A1D2-4D0C-A743B01B1E54}"/>
                </a:ext>
              </a:extLst>
            </p:cNvPr>
            <p:cNvCxnSpPr>
              <a:stCxn id="3" idx="2"/>
              <a:endCxn id="7" idx="0"/>
            </p:cNvCxnSpPr>
            <p:nvPr/>
          </p:nvCxnSpPr>
          <p:spPr>
            <a:xfrm>
              <a:off x="1623646" y="2086708"/>
              <a:ext cx="0" cy="1377462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90599BD-9068-E97B-A608-3C7EE8460ECA}"/>
                </a:ext>
              </a:extLst>
            </p:cNvPr>
            <p:cNvCxnSpPr>
              <a:cxnSpLocks/>
            </p:cNvCxnSpPr>
            <p:nvPr/>
          </p:nvCxnSpPr>
          <p:spPr>
            <a:xfrm>
              <a:off x="1623646" y="2086708"/>
              <a:ext cx="861646" cy="457200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740BA3-FC68-E8D8-D214-83C702A93FF4}"/>
                </a:ext>
              </a:extLst>
            </p:cNvPr>
            <p:cNvCxnSpPr/>
            <p:nvPr/>
          </p:nvCxnSpPr>
          <p:spPr>
            <a:xfrm>
              <a:off x="1617784" y="3965331"/>
              <a:ext cx="0" cy="1377462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D27843C-9716-E5DA-F821-E3414B989CC7}"/>
                </a:ext>
              </a:extLst>
            </p:cNvPr>
            <p:cNvCxnSpPr>
              <a:cxnSpLocks/>
            </p:cNvCxnSpPr>
            <p:nvPr/>
          </p:nvCxnSpPr>
          <p:spPr>
            <a:xfrm>
              <a:off x="1608992" y="3950677"/>
              <a:ext cx="861646" cy="457200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A465740-720A-A10E-F6A8-33DF107E2590}"/>
                </a:ext>
              </a:extLst>
            </p:cNvPr>
            <p:cNvCxnSpPr/>
            <p:nvPr/>
          </p:nvCxnSpPr>
          <p:spPr>
            <a:xfrm>
              <a:off x="2919045" y="3021623"/>
              <a:ext cx="0" cy="137746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8081598-239F-0D56-580F-DEDA02644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7400" y="3045070"/>
              <a:ext cx="879230" cy="444011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1841DB0-B258-996F-1FC8-097EBBC25D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5677" y="4936881"/>
              <a:ext cx="879230" cy="444011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8BDE774-C9C0-82EB-1569-B6AD5190BAD3}"/>
                    </a:ext>
                  </a:extLst>
                </p:cNvPr>
                <p:cNvSpPr txBox="1"/>
                <p:nvPr/>
              </p:nvSpPr>
              <p:spPr>
                <a:xfrm>
                  <a:off x="1989777" y="2013342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8BDE774-C9C0-82EB-1569-B6AD5190B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777" y="2013342"/>
                  <a:ext cx="470000" cy="36990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980484B-4E87-57AD-F28D-B1D04C5A7097}"/>
                    </a:ext>
                  </a:extLst>
                </p:cNvPr>
                <p:cNvSpPr txBox="1"/>
                <p:nvPr/>
              </p:nvSpPr>
              <p:spPr>
                <a:xfrm>
                  <a:off x="1157439" y="2114496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980484B-4E87-57AD-F28D-B1D04C5A7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439" y="2114496"/>
                  <a:ext cx="47000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AD93AEE-5A3F-FE5D-155D-0B815B6B15CF}"/>
                    </a:ext>
                  </a:extLst>
                </p:cNvPr>
                <p:cNvSpPr txBox="1"/>
                <p:nvPr/>
              </p:nvSpPr>
              <p:spPr>
                <a:xfrm>
                  <a:off x="2919045" y="3094261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AD93AEE-5A3F-FE5D-155D-0B815B6B1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9045" y="3094261"/>
                  <a:ext cx="470000" cy="36990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90CCF1-C954-5E7A-5BD3-8862F8A5D787}"/>
                    </a:ext>
                  </a:extLst>
                </p:cNvPr>
                <p:cNvSpPr txBox="1"/>
                <p:nvPr/>
              </p:nvSpPr>
              <p:spPr>
                <a:xfrm>
                  <a:off x="2086707" y="2945833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90CCF1-C954-5E7A-5BD3-8862F8A5D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6707" y="2945833"/>
                  <a:ext cx="47000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4A2BEF1-6835-3A2C-2DA2-27C52AECE31A}"/>
                    </a:ext>
                  </a:extLst>
                </p:cNvPr>
                <p:cNvSpPr txBox="1"/>
                <p:nvPr/>
              </p:nvSpPr>
              <p:spPr>
                <a:xfrm>
                  <a:off x="2037746" y="3922808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4A2BEF1-6835-3A2C-2DA2-27C52AECE3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7746" y="3922808"/>
                  <a:ext cx="470000" cy="36990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EC1E014-43DD-BCEB-FFCD-F2CE3FBFEFD0}"/>
                    </a:ext>
                  </a:extLst>
                </p:cNvPr>
                <p:cNvSpPr txBox="1"/>
                <p:nvPr/>
              </p:nvSpPr>
              <p:spPr>
                <a:xfrm>
                  <a:off x="1205408" y="4023962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EC1E014-43DD-BCEB-FFCD-F2CE3FBFEF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408" y="4023962"/>
                  <a:ext cx="470000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DA88B9-AEA3-6885-9E2E-A75868BCF565}"/>
                </a:ext>
              </a:extLst>
            </p:cNvPr>
            <p:cNvSpPr txBox="1"/>
            <p:nvPr/>
          </p:nvSpPr>
          <p:spPr>
            <a:xfrm>
              <a:off x="2086707" y="1528314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EDE031-17BE-FB61-61E1-B05D17191FD5}"/>
                </a:ext>
              </a:extLst>
            </p:cNvPr>
            <p:cNvSpPr txBox="1"/>
            <p:nvPr/>
          </p:nvSpPr>
          <p:spPr>
            <a:xfrm>
              <a:off x="3317688" y="4469396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X</a:t>
              </a:r>
              <a:endParaRPr lang="en-CN" dirty="0"/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2E9B2B0-9B05-9F58-46BE-AD778E7E031A}"/>
              </a:ext>
            </a:extLst>
          </p:cNvPr>
          <p:cNvCxnSpPr/>
          <p:nvPr/>
        </p:nvCxnSpPr>
        <p:spPr>
          <a:xfrm>
            <a:off x="1622244" y="3969791"/>
            <a:ext cx="0" cy="1377462"/>
          </a:xfrm>
          <a:prstGeom prst="straightConnector1">
            <a:avLst/>
          </a:prstGeom>
          <a:ln w="762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9F5BE67-4463-5C09-EE4F-4732838FFE62}"/>
              </a:ext>
            </a:extLst>
          </p:cNvPr>
          <p:cNvSpPr/>
          <p:nvPr/>
        </p:nvSpPr>
        <p:spPr>
          <a:xfrm flipH="1">
            <a:off x="5608088" y="5903784"/>
            <a:ext cx="315270" cy="315270"/>
          </a:xfrm>
          <a:prstGeom prst="ellipse">
            <a:avLst/>
          </a:prstGeom>
          <a:solidFill>
            <a:srgbClr val="F7D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T</a:t>
            </a:r>
            <a:endParaRPr lang="en-CN" sz="20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FC774-8088-C36F-2CD6-7D16F26F507B}"/>
              </a:ext>
            </a:extLst>
          </p:cNvPr>
          <p:cNvSpPr txBox="1"/>
          <p:nvPr/>
        </p:nvSpPr>
        <p:spPr>
          <a:xfrm>
            <a:off x="8545346" y="5415088"/>
            <a:ext cx="3646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b="1" i="1" dirty="0"/>
              <a:t>Multiple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occurrences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lead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to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further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suppression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7BA31D5-E86D-A6DD-88C2-E76F04923029}"/>
                  </a:ext>
                </a:extLst>
              </p:cNvPr>
              <p:cNvSpPr txBox="1"/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7BA31D5-E86D-A6DD-88C2-E76F04923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825" y="3999705"/>
                <a:ext cx="385782" cy="369332"/>
              </a:xfrm>
              <a:prstGeom prst="rect">
                <a:avLst/>
              </a:prstGeom>
              <a:blipFill>
                <a:blip r:embed="rId25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C8E436-8047-60AD-099C-96F37C8FF65B}"/>
                  </a:ext>
                </a:extLst>
              </p:cNvPr>
              <p:cNvSpPr txBox="1"/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C8E436-8047-60AD-099C-96F37C8FF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147" y="3134768"/>
                <a:ext cx="538544" cy="369332"/>
              </a:xfrm>
              <a:prstGeom prst="rect">
                <a:avLst/>
              </a:prstGeom>
              <a:blipFill>
                <a:blip r:embed="rId26"/>
                <a:stretch>
                  <a:fillRect l="-11364" r="-2273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5C52868-BA31-18FD-BD04-99D8C2FB4D00}"/>
              </a:ext>
            </a:extLst>
          </p:cNvPr>
          <p:cNvGrpSpPr/>
          <p:nvPr/>
        </p:nvGrpSpPr>
        <p:grpSpPr>
          <a:xfrm>
            <a:off x="4751088" y="954216"/>
            <a:ext cx="6096000" cy="1735118"/>
            <a:chOff x="4751088" y="954216"/>
            <a:chExt cx="6096000" cy="173511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FE3142-66EC-6069-9D74-F4183D9B9D9C}"/>
                </a:ext>
              </a:extLst>
            </p:cNvPr>
            <p:cNvSpPr txBox="1"/>
            <p:nvPr/>
          </p:nvSpPr>
          <p:spPr>
            <a:xfrm>
              <a:off x="4751088" y="954216"/>
              <a:ext cx="6096000" cy="1154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zh-CN" sz="1800" b="1" i="1" dirty="0"/>
                <a:t>Is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it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complete?</a:t>
              </a:r>
              <a:r>
                <a:rPr lang="zh-CN" altLang="en-US" sz="1800" b="1" i="1" dirty="0"/>
                <a:t> </a:t>
              </a:r>
              <a:r>
                <a:rPr lang="en-US" altLang="zh-CN" sz="1800" b="1" i="1" dirty="0"/>
                <a:t>Check</a:t>
              </a:r>
              <a:r>
                <a:rPr lang="zh-CN" altLang="en-US" sz="1800" b="1" i="1" dirty="0"/>
                <a:t> </a:t>
              </a:r>
              <a:r>
                <a:rPr lang="en-US" altLang="zh-CN" b="1" i="1" dirty="0"/>
                <a:t>the</a:t>
              </a:r>
              <a:r>
                <a:rPr lang="zh-CN" altLang="en-US" b="1" i="1" dirty="0"/>
                <a:t> </a:t>
              </a:r>
              <a:r>
                <a:rPr lang="en-US" altLang="zh-CN" b="1" i="1" dirty="0"/>
                <a:t>MUX</a:t>
              </a:r>
              <a:r>
                <a:rPr lang="zh-CN" altLang="en-US" b="1" i="1" dirty="0"/>
                <a:t> </a:t>
              </a:r>
              <a:r>
                <a:rPr lang="en-US" altLang="zh-CN" b="1" i="1" dirty="0"/>
                <a:t>inputs.</a:t>
              </a:r>
            </a:p>
            <a:p>
              <a:pPr>
                <a:spcBef>
                  <a:spcPts val="1200"/>
                </a:spcBef>
              </a:pPr>
              <a:r>
                <a:rPr lang="en-US" altLang="zh-CN" dirty="0"/>
                <a:t>Single-occurrence: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c0</a:t>
              </a:r>
              <a:r>
                <a:rPr lang="en-US" altLang="zh-CN" dirty="0"/>
                <a:t>,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c1</a:t>
              </a:r>
              <a:endParaRPr lang="en-US" altLang="zh-CN" i="1" dirty="0"/>
            </a:p>
            <a:p>
              <a:pPr>
                <a:spcBef>
                  <a:spcPts val="600"/>
                </a:spcBef>
              </a:pPr>
              <a:r>
                <a:rPr lang="en-US" altLang="zh-CN" dirty="0"/>
                <a:t>Multiple-occurrence:</a:t>
              </a:r>
              <a:r>
                <a:rPr lang="zh-CN" altLang="en-US" dirty="0"/>
                <a:t> </a:t>
              </a:r>
              <a:r>
                <a:rPr lang="en-US" altLang="zh-CN" i="1" dirty="0">
                  <a:latin typeface="Cambria Math" panose="02040503050406030204" pitchFamily="18" charset="0"/>
                </a:rPr>
                <a:t>c2</a:t>
              </a:r>
              <a:endParaRPr lang="en-US" altLang="zh-CN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1A6D390-D4D0-2AE1-8F2B-CAFD1E60329A}"/>
                    </a:ext>
                  </a:extLst>
                </p:cNvPr>
                <p:cNvSpPr txBox="1"/>
                <p:nvPr/>
              </p:nvSpPr>
              <p:spPr>
                <a:xfrm>
                  <a:off x="4751088" y="2285506"/>
                  <a:ext cx="4014111" cy="403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𝑠𝑢𝑝𝑝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𝑐𝑜𝑛𝑠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zh-CN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1A6D390-D4D0-2AE1-8F2B-CAFD1E603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1088" y="2285506"/>
                  <a:ext cx="4014111" cy="403828"/>
                </a:xfrm>
                <a:prstGeom prst="rect">
                  <a:avLst/>
                </a:prstGeom>
                <a:blipFill>
                  <a:blip r:embed="rId27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58744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A74C-D015-EF6C-6465-B0F81A73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933805-FBF5-BE00-3281-E74BACE8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742156-9205-584F-0BEA-927F6EDD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BDA0D-8A05-CD90-0298-C2FC0BB9F120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67328-AF5E-EB9B-3FA4-7629D84D2595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8ADB15-F5C0-BA9C-C62B-E22ECA3BDF47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F0F3C-8606-EBEA-AC22-0AE36C7F37C4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A84EB-68F1-20F9-1D11-620D313C00E4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6D0C43-A8BA-137B-8A3C-3BF56511D108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717E27-E1BA-9A42-741F-9777CD419E26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5D33E5-6C85-26CE-0703-2BDA0603D800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3451A0-CADE-9B9E-789F-A20A8CCE63B8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B3035-A3FF-0772-1496-83DCFDC14AB1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CA90B1-5476-784F-FE82-0B9FEC84814D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CFDD31-E83D-9DD2-941E-A402899A3028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BD55D9-2311-4E6C-6941-353A1E94E171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89ACDC-F920-BBC1-C039-92871D0FB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4461CD-C4F4-AF94-C045-0FA60CE03CA0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A32149-55DC-414C-E827-7F963E40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1AE1C2-01B7-3B8B-C129-6EE3FAB84906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C80A0F-7B8F-2001-1DB8-2765CE798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6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628E35-8BC2-2139-9B72-B52158DC0C3F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CC7E69-AAAA-B674-8031-EA241792C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7"/>
                <a:stretch>
                  <a:fillRect t="-6452" r="-15789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A4C10E-DACD-BB6C-DD90-0A986416D0AE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C007A7-F30E-D46A-4ED2-5F3848AAA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8"/>
                <a:stretch>
                  <a:fillRect t="-10345" r="-1578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FE5DC1-2DEE-3DE5-FDA8-8C9C94FB6164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3873EC-851F-B450-41FB-FAC8E1F1A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9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1A83E00-2E96-84C6-E7A4-A2BBE0E1B936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78970E-6CE4-A62B-F0ED-E77C511B4231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96B5F-10CB-77D4-7513-84465A911020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C23945-EDEE-EDFD-0FE2-3E45EF1FCC8B}"/>
              </a:ext>
            </a:extLst>
          </p:cNvPr>
          <p:cNvSpPr/>
          <p:nvPr/>
        </p:nvSpPr>
        <p:spPr>
          <a:xfrm>
            <a:off x="9292537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F57899-F63D-F51D-63E3-0E011E01BAC1}"/>
              </a:ext>
            </a:extLst>
          </p:cNvPr>
          <p:cNvGrpSpPr/>
          <p:nvPr/>
        </p:nvGrpSpPr>
        <p:grpSpPr>
          <a:xfrm>
            <a:off x="9635664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81B3B26-5DE4-2C3F-666D-C6283E0126A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F147BE4-7F85-7414-60F7-204A1AE87A2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C8BC531-BD33-459E-5686-47055D994441}"/>
              </a:ext>
            </a:extLst>
          </p:cNvPr>
          <p:cNvCxnSpPr>
            <a:cxnSpLocks/>
          </p:cNvCxnSpPr>
          <p:nvPr/>
        </p:nvCxnSpPr>
        <p:spPr>
          <a:xfrm flipH="1">
            <a:off x="10568023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80EA970-0CF0-BFFA-8752-03A2C8F6FAB8}"/>
                  </a:ext>
                </a:extLst>
              </p:cNvPr>
              <p:cNvSpPr txBox="1"/>
              <p:nvPr/>
            </p:nvSpPr>
            <p:spPr>
              <a:xfrm>
                <a:off x="10868141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CC9FC43-DDEA-6202-4731-7AA4F3127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141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7A592DF2-D094-7692-E9A3-B9890CDB6922}"/>
              </a:ext>
            </a:extLst>
          </p:cNvPr>
          <p:cNvSpPr txBox="1"/>
          <p:nvPr/>
        </p:nvSpPr>
        <p:spPr>
          <a:xfrm>
            <a:off x="9417583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098A58-3E8B-5C7E-B1A2-A9F49AAA5328}"/>
              </a:ext>
            </a:extLst>
          </p:cNvPr>
          <p:cNvSpPr txBox="1"/>
          <p:nvPr/>
        </p:nvSpPr>
        <p:spPr>
          <a:xfrm>
            <a:off x="10016582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305198-0C86-2B10-F303-E88D22F56B8C}"/>
              </a:ext>
            </a:extLst>
          </p:cNvPr>
          <p:cNvSpPr/>
          <p:nvPr/>
        </p:nvSpPr>
        <p:spPr>
          <a:xfrm>
            <a:off x="9930280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A6A2EA7-F57B-E70B-F44B-72DAC0ABA691}"/>
              </a:ext>
            </a:extLst>
          </p:cNvPr>
          <p:cNvGrpSpPr/>
          <p:nvPr/>
        </p:nvGrpSpPr>
        <p:grpSpPr>
          <a:xfrm>
            <a:off x="10273407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6365E82-8009-8D95-D5E7-3DE684D9A8A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B7B94F5-37CC-7F02-88BB-E6FC51A6A4E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627B4BB-3DCF-1C3C-B161-0771CB7BB7C9}"/>
              </a:ext>
            </a:extLst>
          </p:cNvPr>
          <p:cNvCxnSpPr>
            <a:cxnSpLocks/>
          </p:cNvCxnSpPr>
          <p:nvPr/>
        </p:nvCxnSpPr>
        <p:spPr>
          <a:xfrm flipH="1">
            <a:off x="11205766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7F61720-18AC-9687-61F8-ABA15C6A73DB}"/>
                  </a:ext>
                </a:extLst>
              </p:cNvPr>
              <p:cNvSpPr txBox="1"/>
              <p:nvPr/>
            </p:nvSpPr>
            <p:spPr>
              <a:xfrm>
                <a:off x="11505884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E2782D0-979F-04ED-B123-8FC197F20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884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C2ECB58-EA56-40FC-4DBF-3E0C5F40DCA1}"/>
                  </a:ext>
                </a:extLst>
              </p:cNvPr>
              <p:cNvSpPr txBox="1"/>
              <p:nvPr/>
            </p:nvSpPr>
            <p:spPr>
              <a:xfrm>
                <a:off x="10744417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EC2C19F-9628-E372-4177-D94A574AB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417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30000" r="-250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9B9CB3E8-0D19-92FD-6A36-0D262F706CAA}"/>
              </a:ext>
            </a:extLst>
          </p:cNvPr>
          <p:cNvSpPr txBox="1"/>
          <p:nvPr/>
        </p:nvSpPr>
        <p:spPr>
          <a:xfrm>
            <a:off x="10055326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BF25C40-3AA5-3AC0-9519-2673899E83C9}"/>
              </a:ext>
            </a:extLst>
          </p:cNvPr>
          <p:cNvSpPr txBox="1"/>
          <p:nvPr/>
        </p:nvSpPr>
        <p:spPr>
          <a:xfrm>
            <a:off x="10654325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093086A2-CFFB-BADC-B7BF-7CFC9928C831}"/>
              </a:ext>
            </a:extLst>
          </p:cNvPr>
          <p:cNvSpPr/>
          <p:nvPr/>
        </p:nvSpPr>
        <p:spPr>
          <a:xfrm>
            <a:off x="7279707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C97FD90-9924-7F06-79C1-42050B6AF3C0}"/>
              </a:ext>
            </a:extLst>
          </p:cNvPr>
          <p:cNvCxnSpPr>
            <a:cxnSpLocks/>
          </p:cNvCxnSpPr>
          <p:nvPr/>
        </p:nvCxnSpPr>
        <p:spPr>
          <a:xfrm>
            <a:off x="9947868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C865F69-9979-7FAE-D18F-963500EAD53D}"/>
              </a:ext>
            </a:extLst>
          </p:cNvPr>
          <p:cNvCxnSpPr>
            <a:cxnSpLocks/>
          </p:cNvCxnSpPr>
          <p:nvPr/>
        </p:nvCxnSpPr>
        <p:spPr>
          <a:xfrm>
            <a:off x="8600396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84739D7-4E98-9E15-B1EB-35C5621D6161}"/>
                  </a:ext>
                </a:extLst>
              </p:cNvPr>
              <p:cNvSpPr txBox="1"/>
              <p:nvPr/>
            </p:nvSpPr>
            <p:spPr>
              <a:xfrm>
                <a:off x="7892533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3C87D67-AA5F-7E60-4CAC-F8FB0254D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533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3390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ECBD3CA-87E0-6F43-CDEA-0739B38E0C0E}"/>
              </a:ext>
            </a:extLst>
          </p:cNvPr>
          <p:cNvCxnSpPr>
            <a:cxnSpLocks/>
          </p:cNvCxnSpPr>
          <p:nvPr/>
        </p:nvCxnSpPr>
        <p:spPr>
          <a:xfrm>
            <a:off x="756893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6A8A66A-98EC-1AB3-402C-2D166FC7A74E}"/>
              </a:ext>
            </a:extLst>
          </p:cNvPr>
          <p:cNvCxnSpPr>
            <a:cxnSpLocks/>
          </p:cNvCxnSpPr>
          <p:nvPr/>
        </p:nvCxnSpPr>
        <p:spPr>
          <a:xfrm>
            <a:off x="7492733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7F424A6-391F-AEA4-73B9-D95E8DF3ED56}"/>
              </a:ext>
            </a:extLst>
          </p:cNvPr>
          <p:cNvSpPr txBox="1"/>
          <p:nvPr/>
        </p:nvSpPr>
        <p:spPr>
          <a:xfrm>
            <a:off x="7344115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0EDB700-514F-9694-6D75-829E2A0EDAB0}"/>
              </a:ext>
            </a:extLst>
          </p:cNvPr>
          <p:cNvSpPr txBox="1"/>
          <p:nvPr/>
        </p:nvSpPr>
        <p:spPr>
          <a:xfrm>
            <a:off x="8380446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9FB4F2-268A-1D38-AE8B-99AE2F5974CF}"/>
              </a:ext>
            </a:extLst>
          </p:cNvPr>
          <p:cNvCxnSpPr>
            <a:cxnSpLocks/>
          </p:cNvCxnSpPr>
          <p:nvPr/>
        </p:nvCxnSpPr>
        <p:spPr>
          <a:xfrm>
            <a:off x="8723882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rapezoid 28">
            <a:extLst>
              <a:ext uri="{FF2B5EF4-FFF2-40B4-BE49-F238E27FC236}">
                <a16:creationId xmlns:a16="http://schemas.microsoft.com/office/drawing/2014/main" id="{B32C4BF5-DC0B-EB55-8F28-9AC88C220CA4}"/>
              </a:ext>
            </a:extLst>
          </p:cNvPr>
          <p:cNvSpPr/>
          <p:nvPr/>
        </p:nvSpPr>
        <p:spPr>
          <a:xfrm>
            <a:off x="8262228" y="2860581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95C588-2BD8-98C0-ED4F-02E56F7A3482}"/>
              </a:ext>
            </a:extLst>
          </p:cNvPr>
          <p:cNvCxnSpPr>
            <a:cxnSpLocks/>
          </p:cNvCxnSpPr>
          <p:nvPr/>
        </p:nvCxnSpPr>
        <p:spPr>
          <a:xfrm>
            <a:off x="8896022" y="1138812"/>
            <a:ext cx="0" cy="1733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FDA474-73A2-C1EF-DAEA-4BA97A935D99}"/>
              </a:ext>
            </a:extLst>
          </p:cNvPr>
          <p:cNvCxnSpPr>
            <a:cxnSpLocks/>
          </p:cNvCxnSpPr>
          <p:nvPr/>
        </p:nvCxnSpPr>
        <p:spPr>
          <a:xfrm>
            <a:off x="9615924" y="3315362"/>
            <a:ext cx="0" cy="7500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E7351C-DB60-6E65-90CD-D8FB4E5E9DF8}"/>
              </a:ext>
            </a:extLst>
          </p:cNvPr>
          <p:cNvCxnSpPr>
            <a:cxnSpLocks/>
          </p:cNvCxnSpPr>
          <p:nvPr/>
        </p:nvCxnSpPr>
        <p:spPr>
          <a:xfrm>
            <a:off x="8543394" y="3318472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C30D66-B4D8-A999-2485-53DB3E40DF50}"/>
              </a:ext>
            </a:extLst>
          </p:cNvPr>
          <p:cNvCxnSpPr>
            <a:cxnSpLocks/>
          </p:cNvCxnSpPr>
          <p:nvPr/>
        </p:nvCxnSpPr>
        <p:spPr>
          <a:xfrm>
            <a:off x="8467194" y="3866242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rapezoid 34">
            <a:extLst>
              <a:ext uri="{FF2B5EF4-FFF2-40B4-BE49-F238E27FC236}">
                <a16:creationId xmlns:a16="http://schemas.microsoft.com/office/drawing/2014/main" id="{DF350EF5-10CF-C743-E977-8AF9813389CB}"/>
              </a:ext>
            </a:extLst>
          </p:cNvPr>
          <p:cNvSpPr/>
          <p:nvPr/>
        </p:nvSpPr>
        <p:spPr>
          <a:xfrm>
            <a:off x="9070756" y="156354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2D859B-4E56-FE82-DAAD-72CD7D754E7A}"/>
              </a:ext>
            </a:extLst>
          </p:cNvPr>
          <p:cNvCxnSpPr>
            <a:cxnSpLocks/>
          </p:cNvCxnSpPr>
          <p:nvPr/>
        </p:nvCxnSpPr>
        <p:spPr>
          <a:xfrm>
            <a:off x="9373016" y="2008977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AD1BD5-0AA3-A7D4-0B20-E424A4210983}"/>
              </a:ext>
            </a:extLst>
          </p:cNvPr>
          <p:cNvCxnSpPr>
            <a:cxnSpLocks/>
          </p:cNvCxnSpPr>
          <p:nvPr/>
        </p:nvCxnSpPr>
        <p:spPr>
          <a:xfrm>
            <a:off x="9296816" y="2556747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552D244-F5BF-C333-9B94-E7C97E6F8AA3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873785" y="1138812"/>
            <a:ext cx="0" cy="4247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76278D6-4A61-F57C-79F4-F1CB6E8ADE43}"/>
              </a:ext>
            </a:extLst>
          </p:cNvPr>
          <p:cNvCxnSpPr>
            <a:cxnSpLocks/>
          </p:cNvCxnSpPr>
          <p:nvPr/>
        </p:nvCxnSpPr>
        <p:spPr>
          <a:xfrm>
            <a:off x="10271035" y="2025457"/>
            <a:ext cx="0" cy="11171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C250571-0E4C-7F35-312D-55657A3956A2}"/>
              </a:ext>
            </a:extLst>
          </p:cNvPr>
          <p:cNvCxnSpPr>
            <a:cxnSpLocks/>
          </p:cNvCxnSpPr>
          <p:nvPr/>
        </p:nvCxnSpPr>
        <p:spPr>
          <a:xfrm flipH="1">
            <a:off x="10522300" y="1803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1FD4FB-517B-30A4-C4DF-C67C1213D22E}"/>
              </a:ext>
            </a:extLst>
          </p:cNvPr>
          <p:cNvCxnSpPr>
            <a:cxnSpLocks/>
          </p:cNvCxnSpPr>
          <p:nvPr/>
        </p:nvCxnSpPr>
        <p:spPr>
          <a:xfrm>
            <a:off x="8169639" y="3068424"/>
            <a:ext cx="252886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DB6664A-CC43-E139-0D79-8B8367B03EC3}"/>
                  </a:ext>
                </a:extLst>
              </p:cNvPr>
              <p:cNvSpPr txBox="1"/>
              <p:nvPr/>
            </p:nvSpPr>
            <p:spPr>
              <a:xfrm>
                <a:off x="10851547" y="1575556"/>
                <a:ext cx="2148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DB6664A-CC43-E139-0D79-8B8367B03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547" y="1575556"/>
                <a:ext cx="214802" cy="369332"/>
              </a:xfrm>
              <a:prstGeom prst="rect">
                <a:avLst/>
              </a:prstGeom>
              <a:blipFill>
                <a:blip r:embed="rId17"/>
                <a:stretch>
                  <a:fillRect l="-27778" r="-27778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0C230F7-7EAF-E75D-E20C-85A66184B569}"/>
              </a:ext>
            </a:extLst>
          </p:cNvPr>
          <p:cNvCxnSpPr>
            <a:cxnSpLocks/>
          </p:cNvCxnSpPr>
          <p:nvPr/>
        </p:nvCxnSpPr>
        <p:spPr>
          <a:xfrm>
            <a:off x="8077771" y="4925612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2ED85A0A-209C-831E-9335-86FC174168C8}"/>
                  </a:ext>
                </a:extLst>
              </p:cNvPr>
              <p:cNvSpPr txBox="1"/>
              <p:nvPr/>
            </p:nvSpPr>
            <p:spPr>
              <a:xfrm>
                <a:off x="7385194" y="4534731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109DE26-4D77-E078-24F6-6DD90477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194" y="4534731"/>
                <a:ext cx="1385316" cy="369332"/>
              </a:xfrm>
              <a:prstGeom prst="rect">
                <a:avLst/>
              </a:prstGeom>
              <a:blipFill>
                <a:blip r:embed="rId23"/>
                <a:stretch>
                  <a:fillRect l="-4545" r="-4545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Rectangle 136">
            <a:extLst>
              <a:ext uri="{FF2B5EF4-FFF2-40B4-BE49-F238E27FC236}">
                <a16:creationId xmlns:a16="http://schemas.microsoft.com/office/drawing/2014/main" id="{EC06D933-3E54-50B1-E258-CDEA4C248C5A}"/>
              </a:ext>
            </a:extLst>
          </p:cNvPr>
          <p:cNvSpPr/>
          <p:nvPr/>
        </p:nvSpPr>
        <p:spPr>
          <a:xfrm>
            <a:off x="8797014" y="782634"/>
            <a:ext cx="1192856" cy="477075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Fork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3EB2FFE-C044-58CF-846C-D58C1061F94C}"/>
                  </a:ext>
                </a:extLst>
              </p:cNvPr>
              <p:cNvSpPr txBox="1"/>
              <p:nvPr/>
            </p:nvSpPr>
            <p:spPr>
              <a:xfrm>
                <a:off x="9160826" y="15800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3EB2FFE-C044-58CF-846C-D58C1061F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26" y="158009"/>
                <a:ext cx="395942" cy="369332"/>
              </a:xfrm>
              <a:prstGeom prst="rect">
                <a:avLst/>
              </a:prstGeom>
              <a:blipFill>
                <a:blip r:embed="rId2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46EA001-88A9-2554-E0C5-4B01DFC3E8AA}"/>
              </a:ext>
            </a:extLst>
          </p:cNvPr>
          <p:cNvCxnSpPr>
            <a:cxnSpLocks/>
          </p:cNvCxnSpPr>
          <p:nvPr/>
        </p:nvCxnSpPr>
        <p:spPr>
          <a:xfrm>
            <a:off x="9383647" y="490330"/>
            <a:ext cx="0" cy="28183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9182F2-00EC-B5FC-37FC-6A0FB7513474}"/>
                  </a:ext>
                </a:extLst>
              </p:cNvPr>
              <p:cNvSpPr txBox="1"/>
              <p:nvPr/>
            </p:nvSpPr>
            <p:spPr>
              <a:xfrm>
                <a:off x="9433119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9182F2-00EC-B5FC-37FC-6A0FB7513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119" y="3999705"/>
                <a:ext cx="385782" cy="369332"/>
              </a:xfrm>
              <a:prstGeom prst="rect">
                <a:avLst/>
              </a:prstGeom>
              <a:blipFill>
                <a:blip r:embed="rId25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D02C48E-26E3-DE22-6DF0-92DE64B7505D}"/>
                  </a:ext>
                </a:extLst>
              </p:cNvPr>
              <p:cNvSpPr txBox="1"/>
              <p:nvPr/>
            </p:nvSpPr>
            <p:spPr>
              <a:xfrm>
                <a:off x="10015441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D02C48E-26E3-DE22-6DF0-92DE64B75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441" y="3134768"/>
                <a:ext cx="538544" cy="369332"/>
              </a:xfrm>
              <a:prstGeom prst="rect">
                <a:avLst/>
              </a:prstGeom>
              <a:blipFill>
                <a:blip r:embed="rId26"/>
                <a:stretch>
                  <a:fillRect l="-11628" r="-4651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7705C68-B68C-8F58-2729-4BCA941F8441}"/>
                  </a:ext>
                </a:extLst>
              </p:cNvPr>
              <p:cNvSpPr txBox="1"/>
              <p:nvPr/>
            </p:nvSpPr>
            <p:spPr>
              <a:xfrm>
                <a:off x="7945197" y="2868371"/>
                <a:ext cx="2148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7705C68-B68C-8F58-2729-4BCA941F8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197" y="2868371"/>
                <a:ext cx="214802" cy="369332"/>
              </a:xfrm>
              <a:prstGeom prst="rect">
                <a:avLst/>
              </a:prstGeom>
              <a:blipFill>
                <a:blip r:embed="rId27"/>
                <a:stretch>
                  <a:fillRect l="-27778" r="-27778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Box 148">
            <a:extLst>
              <a:ext uri="{FF2B5EF4-FFF2-40B4-BE49-F238E27FC236}">
                <a16:creationId xmlns:a16="http://schemas.microsoft.com/office/drawing/2014/main" id="{9BAD29FC-1C91-1A69-A266-BA3FE677C43C}"/>
              </a:ext>
            </a:extLst>
          </p:cNvPr>
          <p:cNvSpPr txBox="1"/>
          <p:nvPr/>
        </p:nvSpPr>
        <p:spPr>
          <a:xfrm>
            <a:off x="4722672" y="2695548"/>
            <a:ext cx="20711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/>
              <a:t>Which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is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the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producer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BB?</a:t>
            </a:r>
          </a:p>
          <a:p>
            <a:endParaRPr lang="en-US" b="1" i="1" dirty="0"/>
          </a:p>
          <a:p>
            <a:r>
              <a:rPr lang="en-US" altLang="zh-CN" b="1" i="1" dirty="0"/>
              <a:t>Which</a:t>
            </a:r>
            <a:r>
              <a:rPr lang="zh-CN" altLang="en-US" b="1" i="1" dirty="0"/>
              <a:t> </a:t>
            </a:r>
            <a:r>
              <a:rPr lang="en-US" altLang="zh-CN" b="1" i="1" dirty="0"/>
              <a:t>is</a:t>
            </a:r>
            <a:r>
              <a:rPr lang="zh-CN" altLang="en-US" b="1" i="1" dirty="0"/>
              <a:t> </a:t>
            </a:r>
            <a:r>
              <a:rPr lang="en-US" altLang="zh-CN" b="1" i="1" dirty="0"/>
              <a:t>the</a:t>
            </a:r>
            <a:r>
              <a:rPr lang="zh-CN" altLang="en-US" b="1" i="1" dirty="0"/>
              <a:t> </a:t>
            </a:r>
            <a:r>
              <a:rPr lang="en-US" altLang="zh-CN" b="1" i="1" dirty="0"/>
              <a:t>consumer</a:t>
            </a:r>
            <a:r>
              <a:rPr lang="zh-CN" altLang="en-US" b="1" i="1" dirty="0"/>
              <a:t> </a:t>
            </a:r>
            <a:r>
              <a:rPr lang="en-US" altLang="zh-CN" b="1" i="1" dirty="0"/>
              <a:t>BB?</a:t>
            </a:r>
            <a:endParaRPr lang="en-CN" dirty="0"/>
          </a:p>
        </p:txBody>
      </p:sp>
      <p:sp>
        <p:nvSpPr>
          <p:cNvPr id="156" name="Titel 1">
            <a:extLst>
              <a:ext uri="{FF2B5EF4-FFF2-40B4-BE49-F238E27FC236}">
                <a16:creationId xmlns:a16="http://schemas.microsoft.com/office/drawing/2014/main" id="{D7B799A0-EB1D-8B42-2D5A-E96B5E78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E61C8-9E11-3454-7127-DD4B24A60445}"/>
              </a:ext>
            </a:extLst>
          </p:cNvPr>
          <p:cNvSpPr txBox="1"/>
          <p:nvPr/>
        </p:nvSpPr>
        <p:spPr>
          <a:xfrm>
            <a:off x="6438503" y="284722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BB2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55720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5" grpId="0"/>
      <p:bldP spid="14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29FB5-CC5A-30C0-7949-ECABE87C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6511A7-50A1-A8DC-81DB-C6C7373A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E83470-A765-8460-D00C-7DBCFCC7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168DC0-C017-FB82-DA9E-B93A5E26F56B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20A3E-D641-B54A-E72F-FFBD5AF7D22D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2C3C6-0398-00DD-FA26-6E4715EAB9BF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00B0CC-3050-FEBB-B963-7F5068D70942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18084-5FC3-1A28-D037-06520AC70AB4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2EE89-35B6-3D59-6BDA-D0FC1CD2F1C7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C9E403-DA14-BE25-1C20-B6E714BAD462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9A5C07-2350-A725-4844-C5CFE8B2D8FF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2EB96A-362B-72B2-AFF5-49A7D4C17CC0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7BDE6F-49BA-B259-6835-CD67C89E95F2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7536-39CF-FA11-8778-0B2C6441AF43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1E5EC7-1A71-0202-F570-69C19EAAD9A3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2365BC-4853-5F42-9D73-2E2B226EEB82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89ACDC-F920-BBC1-C039-92871D0FB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4E6768-BA59-67E2-12E4-3B3ED0E77581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A32149-55DC-414C-E827-7F963E40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3C3A3E-E0FC-FC7A-6F85-D5EB207CEBC3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C80A0F-7B8F-2001-1DB8-2765CE798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6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600BF6-93E9-EB51-D8DA-67D29A00A6EB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CC7E69-AAAA-B674-8031-EA241792C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7"/>
                <a:stretch>
                  <a:fillRect t="-6452" r="-15789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E75DF8-B2A8-10A4-B00B-5C76B0337CBA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C007A7-F30E-D46A-4ED2-5F3848AAA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8"/>
                <a:stretch>
                  <a:fillRect t="-10345" r="-1578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B90D36-F6EC-7DA0-7EFD-43B2903659BE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3873EC-851F-B450-41FB-FAC8E1F1A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9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FC575F0-16CE-5F5A-32D0-0282DA442975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FBA24-1932-43CB-31BF-8421C7B705B1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9EAB2-22C0-23E4-A237-F1277B8F3F9E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B8E555-7BB0-4CD8-57AC-17AFCD37AEF8}"/>
              </a:ext>
            </a:extLst>
          </p:cNvPr>
          <p:cNvSpPr/>
          <p:nvPr/>
        </p:nvSpPr>
        <p:spPr>
          <a:xfrm>
            <a:off x="9292537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9FC9CBD-FDA1-8E78-55A4-1D72FB9C1E89}"/>
              </a:ext>
            </a:extLst>
          </p:cNvPr>
          <p:cNvGrpSpPr/>
          <p:nvPr/>
        </p:nvGrpSpPr>
        <p:grpSpPr>
          <a:xfrm>
            <a:off x="9635664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45D3224-486B-30C4-E039-79CB3EB32C3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C07F846-11CF-3D98-3CCB-6855E9A4155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8E3B2E-915A-83BB-9097-39D38AB733C5}"/>
              </a:ext>
            </a:extLst>
          </p:cNvPr>
          <p:cNvCxnSpPr>
            <a:cxnSpLocks/>
          </p:cNvCxnSpPr>
          <p:nvPr/>
        </p:nvCxnSpPr>
        <p:spPr>
          <a:xfrm flipH="1">
            <a:off x="10568023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CC9FC43-DDEA-6202-4731-7AA4F31274C7}"/>
                  </a:ext>
                </a:extLst>
              </p:cNvPr>
              <p:cNvSpPr txBox="1"/>
              <p:nvPr/>
            </p:nvSpPr>
            <p:spPr>
              <a:xfrm>
                <a:off x="10868141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CC9FC43-DDEA-6202-4731-7AA4F3127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141" y="4688481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A4B5C63F-284F-3238-136F-251C2888ACFA}"/>
              </a:ext>
            </a:extLst>
          </p:cNvPr>
          <p:cNvSpPr txBox="1"/>
          <p:nvPr/>
        </p:nvSpPr>
        <p:spPr>
          <a:xfrm>
            <a:off x="9417583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C42392-D6A7-86FE-70E8-A3DEBC857F4B}"/>
              </a:ext>
            </a:extLst>
          </p:cNvPr>
          <p:cNvSpPr txBox="1"/>
          <p:nvPr/>
        </p:nvSpPr>
        <p:spPr>
          <a:xfrm>
            <a:off x="10016582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9427A8-4610-4419-2948-16C7D953094A}"/>
              </a:ext>
            </a:extLst>
          </p:cNvPr>
          <p:cNvSpPr/>
          <p:nvPr/>
        </p:nvSpPr>
        <p:spPr>
          <a:xfrm>
            <a:off x="9930280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03A4BDF-6663-8312-9331-E25D0E3737B5}"/>
              </a:ext>
            </a:extLst>
          </p:cNvPr>
          <p:cNvGrpSpPr/>
          <p:nvPr/>
        </p:nvGrpSpPr>
        <p:grpSpPr>
          <a:xfrm>
            <a:off x="10273407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5C1B149-A8A2-9A7B-6C66-2A0C6DAD22FF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927E603-396F-A6BD-CDB2-D6FB38CB041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7511DDF-6117-08AF-B547-8A152BC2DDE6}"/>
              </a:ext>
            </a:extLst>
          </p:cNvPr>
          <p:cNvCxnSpPr>
            <a:cxnSpLocks/>
          </p:cNvCxnSpPr>
          <p:nvPr/>
        </p:nvCxnSpPr>
        <p:spPr>
          <a:xfrm flipH="1">
            <a:off x="11205766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E2782D0-979F-04ED-B123-8FC197F208D7}"/>
                  </a:ext>
                </a:extLst>
              </p:cNvPr>
              <p:cNvSpPr txBox="1"/>
              <p:nvPr/>
            </p:nvSpPr>
            <p:spPr>
              <a:xfrm>
                <a:off x="11505884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E2782D0-979F-04ED-B123-8FC197F20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884" y="383739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EC2C19F-9628-E372-4177-D94A574AB998}"/>
                  </a:ext>
                </a:extLst>
              </p:cNvPr>
              <p:cNvSpPr txBox="1"/>
              <p:nvPr/>
            </p:nvSpPr>
            <p:spPr>
              <a:xfrm>
                <a:off x="10744417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EC2C19F-9628-E372-4177-D94A574AB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417" y="314206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30000" r="-250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FF18EE69-7241-6FCD-75A5-190CEEC2D204}"/>
              </a:ext>
            </a:extLst>
          </p:cNvPr>
          <p:cNvSpPr txBox="1"/>
          <p:nvPr/>
        </p:nvSpPr>
        <p:spPr>
          <a:xfrm>
            <a:off x="10055326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E7BA8D3-965B-1752-5F79-142E9F418B11}"/>
              </a:ext>
            </a:extLst>
          </p:cNvPr>
          <p:cNvSpPr txBox="1"/>
          <p:nvPr/>
        </p:nvSpPr>
        <p:spPr>
          <a:xfrm>
            <a:off x="10654325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AA5D872F-36A0-60EF-1B2E-0EE7BC7E4F5F}"/>
              </a:ext>
            </a:extLst>
          </p:cNvPr>
          <p:cNvSpPr/>
          <p:nvPr/>
        </p:nvSpPr>
        <p:spPr>
          <a:xfrm>
            <a:off x="7279707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E4454D8-20BC-CC7E-5420-1BBF4F34C731}"/>
              </a:ext>
            </a:extLst>
          </p:cNvPr>
          <p:cNvCxnSpPr>
            <a:cxnSpLocks/>
          </p:cNvCxnSpPr>
          <p:nvPr/>
        </p:nvCxnSpPr>
        <p:spPr>
          <a:xfrm>
            <a:off x="9947868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339C804-E1D3-17E5-ADFF-3E63525A7E5E}"/>
              </a:ext>
            </a:extLst>
          </p:cNvPr>
          <p:cNvCxnSpPr>
            <a:cxnSpLocks/>
          </p:cNvCxnSpPr>
          <p:nvPr/>
        </p:nvCxnSpPr>
        <p:spPr>
          <a:xfrm>
            <a:off x="8600396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3C87D67-AA5F-7E60-4CAC-F8FB0254D3DB}"/>
                  </a:ext>
                </a:extLst>
              </p:cNvPr>
              <p:cNvSpPr txBox="1"/>
              <p:nvPr/>
            </p:nvSpPr>
            <p:spPr>
              <a:xfrm>
                <a:off x="7892533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3C87D67-AA5F-7E60-4CAC-F8FB0254D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533" y="6191579"/>
                <a:ext cx="1491114" cy="369332"/>
              </a:xfrm>
              <a:prstGeom prst="rect">
                <a:avLst/>
              </a:prstGeom>
              <a:blipFill>
                <a:blip r:embed="rId16"/>
                <a:stretch>
                  <a:fillRect l="-3390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C9A09599-25A4-E35F-5A9C-7873764C508C}"/>
              </a:ext>
            </a:extLst>
          </p:cNvPr>
          <p:cNvCxnSpPr>
            <a:cxnSpLocks/>
          </p:cNvCxnSpPr>
          <p:nvPr/>
        </p:nvCxnSpPr>
        <p:spPr>
          <a:xfrm>
            <a:off x="756893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54F2A4C-42C7-FF87-6AAC-289D343D425C}"/>
              </a:ext>
            </a:extLst>
          </p:cNvPr>
          <p:cNvCxnSpPr>
            <a:cxnSpLocks/>
          </p:cNvCxnSpPr>
          <p:nvPr/>
        </p:nvCxnSpPr>
        <p:spPr>
          <a:xfrm>
            <a:off x="7492733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626E4642-AB70-BC82-2C7D-275457DF3986}"/>
              </a:ext>
            </a:extLst>
          </p:cNvPr>
          <p:cNvSpPr txBox="1"/>
          <p:nvPr/>
        </p:nvSpPr>
        <p:spPr>
          <a:xfrm>
            <a:off x="7344115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9E1AC6E-8D86-E1CF-F6A4-9D9C33BE762F}"/>
              </a:ext>
            </a:extLst>
          </p:cNvPr>
          <p:cNvSpPr txBox="1"/>
          <p:nvPr/>
        </p:nvSpPr>
        <p:spPr>
          <a:xfrm>
            <a:off x="8380446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A0C97B-50F0-D411-325A-578A1EBF3A2B}"/>
              </a:ext>
            </a:extLst>
          </p:cNvPr>
          <p:cNvCxnSpPr>
            <a:cxnSpLocks/>
          </p:cNvCxnSpPr>
          <p:nvPr/>
        </p:nvCxnSpPr>
        <p:spPr>
          <a:xfrm>
            <a:off x="8723882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rapezoid 28">
            <a:extLst>
              <a:ext uri="{FF2B5EF4-FFF2-40B4-BE49-F238E27FC236}">
                <a16:creationId xmlns:a16="http://schemas.microsoft.com/office/drawing/2014/main" id="{32019860-B6B9-7BF5-3A99-2DFD752C73F7}"/>
              </a:ext>
            </a:extLst>
          </p:cNvPr>
          <p:cNvSpPr/>
          <p:nvPr/>
        </p:nvSpPr>
        <p:spPr>
          <a:xfrm>
            <a:off x="8262228" y="2860581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FC07EE-D025-C9DD-1783-B9E522B91F5D}"/>
              </a:ext>
            </a:extLst>
          </p:cNvPr>
          <p:cNvCxnSpPr>
            <a:cxnSpLocks/>
          </p:cNvCxnSpPr>
          <p:nvPr/>
        </p:nvCxnSpPr>
        <p:spPr>
          <a:xfrm>
            <a:off x="8896022" y="1138812"/>
            <a:ext cx="0" cy="1733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63E86F-AE70-D944-C7F7-5A5B45D79FAA}"/>
              </a:ext>
            </a:extLst>
          </p:cNvPr>
          <p:cNvCxnSpPr>
            <a:cxnSpLocks/>
          </p:cNvCxnSpPr>
          <p:nvPr/>
        </p:nvCxnSpPr>
        <p:spPr>
          <a:xfrm>
            <a:off x="9615924" y="3315362"/>
            <a:ext cx="0" cy="7500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908A32-BF33-35DE-769B-EE3D7080C27C}"/>
              </a:ext>
            </a:extLst>
          </p:cNvPr>
          <p:cNvCxnSpPr>
            <a:cxnSpLocks/>
          </p:cNvCxnSpPr>
          <p:nvPr/>
        </p:nvCxnSpPr>
        <p:spPr>
          <a:xfrm>
            <a:off x="8543394" y="3318472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947401-D044-1830-DA1A-97E433448F05}"/>
              </a:ext>
            </a:extLst>
          </p:cNvPr>
          <p:cNvCxnSpPr>
            <a:cxnSpLocks/>
          </p:cNvCxnSpPr>
          <p:nvPr/>
        </p:nvCxnSpPr>
        <p:spPr>
          <a:xfrm>
            <a:off x="8467194" y="3866242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rapezoid 34">
            <a:extLst>
              <a:ext uri="{FF2B5EF4-FFF2-40B4-BE49-F238E27FC236}">
                <a16:creationId xmlns:a16="http://schemas.microsoft.com/office/drawing/2014/main" id="{088B78DB-ACB0-ED49-3CC6-CEB66797286F}"/>
              </a:ext>
            </a:extLst>
          </p:cNvPr>
          <p:cNvSpPr/>
          <p:nvPr/>
        </p:nvSpPr>
        <p:spPr>
          <a:xfrm>
            <a:off x="9070756" y="156354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41E6A4-BE14-7E75-9425-3A842AE08F11}"/>
              </a:ext>
            </a:extLst>
          </p:cNvPr>
          <p:cNvCxnSpPr>
            <a:cxnSpLocks/>
          </p:cNvCxnSpPr>
          <p:nvPr/>
        </p:nvCxnSpPr>
        <p:spPr>
          <a:xfrm>
            <a:off x="9373016" y="2008977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D1581C0-9A0C-DFC0-3B70-63CAFA87E18D}"/>
              </a:ext>
            </a:extLst>
          </p:cNvPr>
          <p:cNvCxnSpPr>
            <a:cxnSpLocks/>
          </p:cNvCxnSpPr>
          <p:nvPr/>
        </p:nvCxnSpPr>
        <p:spPr>
          <a:xfrm>
            <a:off x="9296816" y="2556747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6F15DE-3E45-6131-A748-78FCC050A060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873785" y="1138812"/>
            <a:ext cx="0" cy="4247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4C82BE-2DAF-6004-2EA7-83B5E2642DC1}"/>
              </a:ext>
            </a:extLst>
          </p:cNvPr>
          <p:cNvCxnSpPr>
            <a:cxnSpLocks/>
          </p:cNvCxnSpPr>
          <p:nvPr/>
        </p:nvCxnSpPr>
        <p:spPr>
          <a:xfrm>
            <a:off x="10271035" y="2025457"/>
            <a:ext cx="0" cy="11171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A18C25-5C28-BF7C-A7CF-EC214427FBEF}"/>
              </a:ext>
            </a:extLst>
          </p:cNvPr>
          <p:cNvCxnSpPr>
            <a:cxnSpLocks/>
          </p:cNvCxnSpPr>
          <p:nvPr/>
        </p:nvCxnSpPr>
        <p:spPr>
          <a:xfrm flipH="1">
            <a:off x="10522300" y="1803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546FC02-8D62-4843-1AD3-DD06E0B2E100}"/>
              </a:ext>
            </a:extLst>
          </p:cNvPr>
          <p:cNvCxnSpPr>
            <a:cxnSpLocks/>
          </p:cNvCxnSpPr>
          <p:nvPr/>
        </p:nvCxnSpPr>
        <p:spPr>
          <a:xfrm>
            <a:off x="7878893" y="3068424"/>
            <a:ext cx="54363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375D1B-1468-BBED-E2D9-9503C05C8A7D}"/>
                  </a:ext>
                </a:extLst>
              </p:cNvPr>
              <p:cNvSpPr txBox="1"/>
              <p:nvPr/>
            </p:nvSpPr>
            <p:spPr>
              <a:xfrm>
                <a:off x="6761841" y="2472368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375D1B-1468-BBED-E2D9-9503C05C8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841" y="2472368"/>
                <a:ext cx="395942" cy="369332"/>
              </a:xfrm>
              <a:prstGeom prst="rect">
                <a:avLst/>
              </a:prstGeom>
              <a:blipFill>
                <a:blip r:embed="rId19"/>
                <a:stretch>
                  <a:fillRect l="-937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243F6E-6A71-2ADD-E4F7-AA866BA835D6}"/>
                  </a:ext>
                </a:extLst>
              </p:cNvPr>
              <p:cNvSpPr txBox="1"/>
              <p:nvPr/>
            </p:nvSpPr>
            <p:spPr>
              <a:xfrm>
                <a:off x="10851547" y="1575556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243F6E-6A71-2ADD-E4F7-AA866BA83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547" y="1575556"/>
                <a:ext cx="395942" cy="369332"/>
              </a:xfrm>
              <a:prstGeom prst="rect">
                <a:avLst/>
              </a:prstGeom>
              <a:blipFill>
                <a:blip r:embed="rId20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E190A94-6422-0133-3017-F85A3C9E391C}"/>
              </a:ext>
            </a:extLst>
          </p:cNvPr>
          <p:cNvSpPr/>
          <p:nvPr/>
        </p:nvSpPr>
        <p:spPr>
          <a:xfrm>
            <a:off x="7374850" y="2472368"/>
            <a:ext cx="940339" cy="3757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5A0425-87EF-359D-B284-B6B94BB48E81}"/>
              </a:ext>
            </a:extLst>
          </p:cNvPr>
          <p:cNvCxnSpPr>
            <a:cxnSpLocks/>
          </p:cNvCxnSpPr>
          <p:nvPr/>
        </p:nvCxnSpPr>
        <p:spPr>
          <a:xfrm>
            <a:off x="7121960" y="2658247"/>
            <a:ext cx="25289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B978B3-77BA-D781-FCFE-FD53D5C69D27}"/>
              </a:ext>
            </a:extLst>
          </p:cNvPr>
          <p:cNvGrpSpPr/>
          <p:nvPr/>
        </p:nvGrpSpPr>
        <p:grpSpPr>
          <a:xfrm>
            <a:off x="7578364" y="2247271"/>
            <a:ext cx="563999" cy="237063"/>
            <a:chOff x="1550604" y="3020176"/>
            <a:chExt cx="598449" cy="434647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1E2452E-2980-BD0A-EB22-453BCDC4744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CBE3CF9-8ACB-7ACB-5DBC-E802092D2DF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9E465B6-52B1-11C6-5014-73857BD9557D}"/>
                  </a:ext>
                </a:extLst>
              </p:cNvPr>
              <p:cNvSpPr txBox="1"/>
              <p:nvPr/>
            </p:nvSpPr>
            <p:spPr>
              <a:xfrm>
                <a:off x="7473267" y="1886809"/>
                <a:ext cx="240205" cy="28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9E465B6-52B1-11C6-5014-73857BD95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267" y="1886809"/>
                <a:ext cx="240205" cy="284475"/>
              </a:xfrm>
              <a:prstGeom prst="rect">
                <a:avLst/>
              </a:prstGeom>
              <a:blipFill>
                <a:blip r:embed="rId21"/>
                <a:stretch>
                  <a:fillRect l="-25000" r="-25000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F8D53D-E503-B346-7B5A-DEEF1C444491}"/>
                  </a:ext>
                </a:extLst>
              </p:cNvPr>
              <p:cNvSpPr txBox="1"/>
              <p:nvPr/>
            </p:nvSpPr>
            <p:spPr>
              <a:xfrm>
                <a:off x="7936097" y="1887927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F8D53D-E503-B346-7B5A-DEEF1C444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97" y="1887927"/>
                <a:ext cx="395942" cy="369332"/>
              </a:xfrm>
              <a:prstGeom prst="rect">
                <a:avLst/>
              </a:prstGeom>
              <a:blipFill>
                <a:blip r:embed="rId22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CE96C682-6777-D9E8-BCF9-F622727177EA}"/>
              </a:ext>
            </a:extLst>
          </p:cNvPr>
          <p:cNvSpPr txBox="1"/>
          <p:nvPr/>
        </p:nvSpPr>
        <p:spPr>
          <a:xfrm>
            <a:off x="7372837" y="2254565"/>
            <a:ext cx="263169" cy="213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F0EC0B8-3F2B-8EA0-3072-30AF13FD9CF0}"/>
              </a:ext>
            </a:extLst>
          </p:cNvPr>
          <p:cNvSpPr txBox="1"/>
          <p:nvPr/>
        </p:nvSpPr>
        <p:spPr>
          <a:xfrm>
            <a:off x="7937354" y="2254565"/>
            <a:ext cx="263169" cy="213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3038AA4-9605-5FFE-41AD-DD36EA07F374}"/>
              </a:ext>
            </a:extLst>
          </p:cNvPr>
          <p:cNvCxnSpPr>
            <a:cxnSpLocks/>
          </p:cNvCxnSpPr>
          <p:nvPr/>
        </p:nvCxnSpPr>
        <p:spPr>
          <a:xfrm>
            <a:off x="7878893" y="2833463"/>
            <a:ext cx="0" cy="2488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A400A2D0-49CD-8A12-1A70-CF8C39FB6806}"/>
              </a:ext>
            </a:extLst>
          </p:cNvPr>
          <p:cNvCxnSpPr>
            <a:cxnSpLocks/>
          </p:cNvCxnSpPr>
          <p:nvPr/>
        </p:nvCxnSpPr>
        <p:spPr>
          <a:xfrm>
            <a:off x="8077771" y="4925612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109DE26-4D77-E078-24F6-6DD904772198}"/>
                  </a:ext>
                </a:extLst>
              </p:cNvPr>
              <p:cNvSpPr txBox="1"/>
              <p:nvPr/>
            </p:nvSpPr>
            <p:spPr>
              <a:xfrm>
                <a:off x="7385194" y="4534731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109DE26-4D77-E078-24F6-6DD90477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194" y="4534731"/>
                <a:ext cx="1385316" cy="369332"/>
              </a:xfrm>
              <a:prstGeom prst="rect">
                <a:avLst/>
              </a:prstGeom>
              <a:blipFill>
                <a:blip r:embed="rId23"/>
                <a:stretch>
                  <a:fillRect l="-4545" r="-4545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66BB1D44-AFBF-7563-8408-E27785963B3F}"/>
              </a:ext>
            </a:extLst>
          </p:cNvPr>
          <p:cNvSpPr txBox="1"/>
          <p:nvPr/>
        </p:nvSpPr>
        <p:spPr>
          <a:xfrm>
            <a:off x="4419901" y="3114701"/>
            <a:ext cx="20910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/>
              <a:t>Is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it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complete?</a:t>
            </a:r>
            <a:r>
              <a:rPr lang="zh-CN" altLang="en-US" sz="1800" b="1" i="1" dirty="0"/>
              <a:t> </a:t>
            </a:r>
            <a:endParaRPr lang="en-US" altLang="zh-CN" sz="1800" b="1" i="1" dirty="0"/>
          </a:p>
          <a:p>
            <a:endParaRPr lang="en-US" b="1" i="1" dirty="0"/>
          </a:p>
          <a:p>
            <a:r>
              <a:rPr lang="en-US" altLang="zh-CN" b="1" i="1" dirty="0"/>
              <a:t>No.</a:t>
            </a:r>
            <a:endParaRPr lang="en-CN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05776D1-E78C-4A8A-37FA-C641B0F41F42}"/>
              </a:ext>
            </a:extLst>
          </p:cNvPr>
          <p:cNvSpPr/>
          <p:nvPr/>
        </p:nvSpPr>
        <p:spPr>
          <a:xfrm>
            <a:off x="8797014" y="782634"/>
            <a:ext cx="1192856" cy="477075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Fork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06752F3-13A1-30E7-19BE-DDA27A95F80D}"/>
                  </a:ext>
                </a:extLst>
              </p:cNvPr>
              <p:cNvSpPr txBox="1"/>
              <p:nvPr/>
            </p:nvSpPr>
            <p:spPr>
              <a:xfrm>
                <a:off x="9160826" y="15800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06752F3-13A1-30E7-19BE-DDA27A95F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26" y="158009"/>
                <a:ext cx="395942" cy="369332"/>
              </a:xfrm>
              <a:prstGeom prst="rect">
                <a:avLst/>
              </a:prstGeom>
              <a:blipFill>
                <a:blip r:embed="rId2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614A7E8-1BC6-2F6B-8326-D0CEB862C66A}"/>
              </a:ext>
            </a:extLst>
          </p:cNvPr>
          <p:cNvCxnSpPr>
            <a:cxnSpLocks/>
          </p:cNvCxnSpPr>
          <p:nvPr/>
        </p:nvCxnSpPr>
        <p:spPr>
          <a:xfrm>
            <a:off x="9383647" y="490330"/>
            <a:ext cx="0" cy="28183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93F75F27-73EB-14E5-B8B4-7B66C5348731}"/>
                  </a:ext>
                </a:extLst>
              </p:cNvPr>
              <p:cNvSpPr txBox="1"/>
              <p:nvPr/>
            </p:nvSpPr>
            <p:spPr>
              <a:xfrm>
                <a:off x="9433119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93F75F27-73EB-14E5-B8B4-7B66C5348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119" y="3999705"/>
                <a:ext cx="385782" cy="369332"/>
              </a:xfrm>
              <a:prstGeom prst="rect">
                <a:avLst/>
              </a:prstGeom>
              <a:blipFill>
                <a:blip r:embed="rId25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3D931B61-0886-429B-EFEF-01C9BF1FA1F5}"/>
                  </a:ext>
                </a:extLst>
              </p:cNvPr>
              <p:cNvSpPr txBox="1"/>
              <p:nvPr/>
            </p:nvSpPr>
            <p:spPr>
              <a:xfrm>
                <a:off x="10015441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3D931B61-0886-429B-EFEF-01C9BF1FA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441" y="3134768"/>
                <a:ext cx="538544" cy="369332"/>
              </a:xfrm>
              <a:prstGeom prst="rect">
                <a:avLst/>
              </a:prstGeom>
              <a:blipFill>
                <a:blip r:embed="rId26"/>
                <a:stretch>
                  <a:fillRect l="-11628" r="-4651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itel 1">
            <a:extLst>
              <a:ext uri="{FF2B5EF4-FFF2-40B4-BE49-F238E27FC236}">
                <a16:creationId xmlns:a16="http://schemas.microsoft.com/office/drawing/2014/main" id="{181CA7DC-334B-CE46-A0B9-36376496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60013747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1FEC-C3B3-B80E-878B-C252AF42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AD6450-6123-7A98-E08A-B889B9C2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81617-5B79-03E0-8778-8B376FE3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46D2E7-F763-AF69-AAA7-B6DCB5D36B62}"/>
              </a:ext>
            </a:extLst>
          </p:cNvPr>
          <p:cNvSpPr/>
          <p:nvPr/>
        </p:nvSpPr>
        <p:spPr>
          <a:xfrm>
            <a:off x="9292537" y="466533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861DF3A-971E-C2A2-C41D-479CDBCC4A9E}"/>
              </a:ext>
            </a:extLst>
          </p:cNvPr>
          <p:cNvGrpSpPr/>
          <p:nvPr/>
        </p:nvGrpSpPr>
        <p:grpSpPr>
          <a:xfrm>
            <a:off x="9635664" y="4348207"/>
            <a:ext cx="598449" cy="307777"/>
            <a:chOff x="1550604" y="3020176"/>
            <a:chExt cx="598449" cy="43464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AF8D4B4-93A2-96C4-6AD3-539C9C138B9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48DEC9B-8D8C-501E-7600-750D87849D4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4AEB7AB-E435-EC02-9A0D-48B7FC82413E}"/>
              </a:ext>
            </a:extLst>
          </p:cNvPr>
          <p:cNvCxnSpPr>
            <a:cxnSpLocks/>
          </p:cNvCxnSpPr>
          <p:nvPr/>
        </p:nvCxnSpPr>
        <p:spPr>
          <a:xfrm flipH="1">
            <a:off x="10568023" y="492017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D910B78-7AB4-F9AE-AF79-88BF6DB8EF72}"/>
                  </a:ext>
                </a:extLst>
              </p:cNvPr>
              <p:cNvSpPr txBox="1"/>
              <p:nvPr/>
            </p:nvSpPr>
            <p:spPr>
              <a:xfrm>
                <a:off x="10868141" y="468848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D910B78-7AB4-F9AE-AF79-88BF6DB8E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141" y="468848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1E79FE08-E537-C5BC-E496-153C1452E1BA}"/>
              </a:ext>
            </a:extLst>
          </p:cNvPr>
          <p:cNvSpPr txBox="1"/>
          <p:nvPr/>
        </p:nvSpPr>
        <p:spPr>
          <a:xfrm>
            <a:off x="9417583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98A886-A858-5247-1060-4D835391E56C}"/>
              </a:ext>
            </a:extLst>
          </p:cNvPr>
          <p:cNvSpPr txBox="1"/>
          <p:nvPr/>
        </p:nvSpPr>
        <p:spPr>
          <a:xfrm>
            <a:off x="10016582" y="443816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B365F4-0CF5-9AF3-7A4E-64923670D51F}"/>
              </a:ext>
            </a:extLst>
          </p:cNvPr>
          <p:cNvSpPr/>
          <p:nvPr/>
        </p:nvSpPr>
        <p:spPr>
          <a:xfrm>
            <a:off x="9930280" y="38142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6006E36-087B-6308-72BC-B4DD47051BC2}"/>
              </a:ext>
            </a:extLst>
          </p:cNvPr>
          <p:cNvGrpSpPr/>
          <p:nvPr/>
        </p:nvGrpSpPr>
        <p:grpSpPr>
          <a:xfrm>
            <a:off x="10273407" y="3497125"/>
            <a:ext cx="598449" cy="307777"/>
            <a:chOff x="1550604" y="3020176"/>
            <a:chExt cx="598449" cy="43464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CA81D10-F1EB-4FCA-BFAA-56639C8FAF1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D3A02D1-0B38-FBCE-A541-7DC4BAE6FB6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334A392-C635-0865-342A-1531A24A5E07}"/>
              </a:ext>
            </a:extLst>
          </p:cNvPr>
          <p:cNvCxnSpPr>
            <a:cxnSpLocks/>
          </p:cNvCxnSpPr>
          <p:nvPr/>
        </p:nvCxnSpPr>
        <p:spPr>
          <a:xfrm flipH="1">
            <a:off x="11205766" y="40690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E126CA-6207-5EF8-9676-91AE73DB6A5C}"/>
                  </a:ext>
                </a:extLst>
              </p:cNvPr>
              <p:cNvSpPr txBox="1"/>
              <p:nvPr/>
            </p:nvSpPr>
            <p:spPr>
              <a:xfrm>
                <a:off x="11505884" y="383739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E126CA-6207-5EF8-9676-91AE73DB6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884" y="3837399"/>
                <a:ext cx="395942" cy="369332"/>
              </a:xfrm>
              <a:prstGeom prst="rect">
                <a:avLst/>
              </a:prstGeom>
              <a:blipFill>
                <a:blip r:embed="rId5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7CC4A9B-C49C-2B7C-B7CC-85B1B5F44F7B}"/>
                  </a:ext>
                </a:extLst>
              </p:cNvPr>
              <p:cNvSpPr txBox="1"/>
              <p:nvPr/>
            </p:nvSpPr>
            <p:spPr>
              <a:xfrm>
                <a:off x="10744417" y="314206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7CC4A9B-C49C-2B7C-B7CC-85B1B5F44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417" y="3142067"/>
                <a:ext cx="254877" cy="369332"/>
              </a:xfrm>
              <a:prstGeom prst="rect">
                <a:avLst/>
              </a:prstGeom>
              <a:blipFill>
                <a:blip r:embed="rId6"/>
                <a:stretch>
                  <a:fillRect l="-30000" r="-250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03F78377-5943-F49E-CBF3-55417FA1053D}"/>
              </a:ext>
            </a:extLst>
          </p:cNvPr>
          <p:cNvSpPr txBox="1"/>
          <p:nvPr/>
        </p:nvSpPr>
        <p:spPr>
          <a:xfrm>
            <a:off x="10055326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EFB9B48-3809-D51D-76B3-401F59A7B86B}"/>
              </a:ext>
            </a:extLst>
          </p:cNvPr>
          <p:cNvSpPr txBox="1"/>
          <p:nvPr/>
        </p:nvSpPr>
        <p:spPr>
          <a:xfrm>
            <a:off x="10654325" y="35870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rapezoid 132">
            <a:extLst>
              <a:ext uri="{FF2B5EF4-FFF2-40B4-BE49-F238E27FC236}">
                <a16:creationId xmlns:a16="http://schemas.microsoft.com/office/drawing/2014/main" id="{B88038C0-2299-32C1-9F35-FD5C2DA6AC85}"/>
              </a:ext>
            </a:extLst>
          </p:cNvPr>
          <p:cNvSpPr/>
          <p:nvPr/>
        </p:nvSpPr>
        <p:spPr>
          <a:xfrm>
            <a:off x="7279707" y="528950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FFC000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FCFDBA4-E2B5-93F8-6212-8479029F0222}"/>
              </a:ext>
            </a:extLst>
          </p:cNvPr>
          <p:cNvCxnSpPr>
            <a:cxnSpLocks/>
          </p:cNvCxnSpPr>
          <p:nvPr/>
        </p:nvCxnSpPr>
        <p:spPr>
          <a:xfrm>
            <a:off x="9947868" y="519440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ABF2A0-2646-675B-6478-990CFDCF857E}"/>
              </a:ext>
            </a:extLst>
          </p:cNvPr>
          <p:cNvCxnSpPr>
            <a:cxnSpLocks/>
          </p:cNvCxnSpPr>
          <p:nvPr/>
        </p:nvCxnSpPr>
        <p:spPr>
          <a:xfrm>
            <a:off x="8600396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AC98680-CBD6-F3D5-B11B-33C6BF19835A}"/>
                  </a:ext>
                </a:extLst>
              </p:cNvPr>
              <p:cNvSpPr txBox="1"/>
              <p:nvPr/>
            </p:nvSpPr>
            <p:spPr>
              <a:xfrm>
                <a:off x="7892533" y="6191579"/>
                <a:ext cx="1491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AC98680-CBD6-F3D5-B11B-33C6BF198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533" y="6191579"/>
                <a:ext cx="1491114" cy="369332"/>
              </a:xfrm>
              <a:prstGeom prst="rect">
                <a:avLst/>
              </a:prstGeom>
              <a:blipFill>
                <a:blip r:embed="rId9"/>
                <a:stretch>
                  <a:fillRect l="-3390" r="-339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9350F2D-1AD4-5AB2-3DCB-94D892863BB7}"/>
              </a:ext>
            </a:extLst>
          </p:cNvPr>
          <p:cNvCxnSpPr>
            <a:cxnSpLocks/>
          </p:cNvCxnSpPr>
          <p:nvPr/>
        </p:nvCxnSpPr>
        <p:spPr>
          <a:xfrm>
            <a:off x="7568933" y="5729375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B1F4314-3A4D-9F0D-FC9C-0DC6D2D93E80}"/>
              </a:ext>
            </a:extLst>
          </p:cNvPr>
          <p:cNvCxnSpPr>
            <a:cxnSpLocks/>
          </p:cNvCxnSpPr>
          <p:nvPr/>
        </p:nvCxnSpPr>
        <p:spPr>
          <a:xfrm>
            <a:off x="7492733" y="6277145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3CAD8B7D-6055-AC05-3887-797066A94619}"/>
              </a:ext>
            </a:extLst>
          </p:cNvPr>
          <p:cNvSpPr txBox="1"/>
          <p:nvPr/>
        </p:nvSpPr>
        <p:spPr>
          <a:xfrm>
            <a:off x="7344115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07D7015-3BC4-9FD8-B537-613578DFAF00}"/>
              </a:ext>
            </a:extLst>
          </p:cNvPr>
          <p:cNvSpPr txBox="1"/>
          <p:nvPr/>
        </p:nvSpPr>
        <p:spPr>
          <a:xfrm>
            <a:off x="8380446" y="56862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AC31A6-1948-2BBD-56E3-015964324C37}"/>
              </a:ext>
            </a:extLst>
          </p:cNvPr>
          <p:cNvCxnSpPr>
            <a:cxnSpLocks/>
          </p:cNvCxnSpPr>
          <p:nvPr/>
        </p:nvCxnSpPr>
        <p:spPr>
          <a:xfrm>
            <a:off x="8723882" y="5512220"/>
            <a:ext cx="1239484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rapezoid 28">
            <a:extLst>
              <a:ext uri="{FF2B5EF4-FFF2-40B4-BE49-F238E27FC236}">
                <a16:creationId xmlns:a16="http://schemas.microsoft.com/office/drawing/2014/main" id="{D3711113-C5DB-AF64-7263-5417490E89E4}"/>
              </a:ext>
            </a:extLst>
          </p:cNvPr>
          <p:cNvSpPr/>
          <p:nvPr/>
        </p:nvSpPr>
        <p:spPr>
          <a:xfrm>
            <a:off x="8262228" y="2860581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2FA4FA-509A-0AD0-4E61-6300617F8C0A}"/>
              </a:ext>
            </a:extLst>
          </p:cNvPr>
          <p:cNvCxnSpPr>
            <a:cxnSpLocks/>
          </p:cNvCxnSpPr>
          <p:nvPr/>
        </p:nvCxnSpPr>
        <p:spPr>
          <a:xfrm>
            <a:off x="8896022" y="1138812"/>
            <a:ext cx="0" cy="1733606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2AC02E-715B-BF94-DA6B-FF2AE6829310}"/>
              </a:ext>
            </a:extLst>
          </p:cNvPr>
          <p:cNvCxnSpPr>
            <a:cxnSpLocks/>
          </p:cNvCxnSpPr>
          <p:nvPr/>
        </p:nvCxnSpPr>
        <p:spPr>
          <a:xfrm>
            <a:off x="9615924" y="3315362"/>
            <a:ext cx="0" cy="7500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3B2563-EAFE-0DF1-88DC-1EB014C83ED3}"/>
              </a:ext>
            </a:extLst>
          </p:cNvPr>
          <p:cNvCxnSpPr>
            <a:cxnSpLocks/>
          </p:cNvCxnSpPr>
          <p:nvPr/>
        </p:nvCxnSpPr>
        <p:spPr>
          <a:xfrm>
            <a:off x="8543394" y="3318472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6632A3-2EA5-E7C2-F6ED-9A0806C7F7EA}"/>
              </a:ext>
            </a:extLst>
          </p:cNvPr>
          <p:cNvCxnSpPr>
            <a:cxnSpLocks/>
          </p:cNvCxnSpPr>
          <p:nvPr/>
        </p:nvCxnSpPr>
        <p:spPr>
          <a:xfrm>
            <a:off x="8467194" y="3866242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rapezoid 34">
            <a:extLst>
              <a:ext uri="{FF2B5EF4-FFF2-40B4-BE49-F238E27FC236}">
                <a16:creationId xmlns:a16="http://schemas.microsoft.com/office/drawing/2014/main" id="{BCA8E190-31F8-6D36-52A6-CD5AD2DABFDF}"/>
              </a:ext>
            </a:extLst>
          </p:cNvPr>
          <p:cNvSpPr/>
          <p:nvPr/>
        </p:nvSpPr>
        <p:spPr>
          <a:xfrm>
            <a:off x="9070756" y="1563543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E18DEE-98FE-2C09-0D17-DEC8C49B0F1F}"/>
              </a:ext>
            </a:extLst>
          </p:cNvPr>
          <p:cNvCxnSpPr>
            <a:cxnSpLocks/>
          </p:cNvCxnSpPr>
          <p:nvPr/>
        </p:nvCxnSpPr>
        <p:spPr>
          <a:xfrm>
            <a:off x="9373016" y="2008977"/>
            <a:ext cx="0" cy="5477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082DC36-3755-00A0-7687-C5D9CC254BB1}"/>
              </a:ext>
            </a:extLst>
          </p:cNvPr>
          <p:cNvCxnSpPr>
            <a:cxnSpLocks/>
          </p:cNvCxnSpPr>
          <p:nvPr/>
        </p:nvCxnSpPr>
        <p:spPr>
          <a:xfrm>
            <a:off x="9296816" y="2556747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1F5564-9929-4ED1-F4F7-665F7E2310D3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873785" y="1138812"/>
            <a:ext cx="0" cy="424731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69645D-9FD5-E14B-7373-42A87B346B1A}"/>
              </a:ext>
            </a:extLst>
          </p:cNvPr>
          <p:cNvCxnSpPr>
            <a:cxnSpLocks/>
          </p:cNvCxnSpPr>
          <p:nvPr/>
        </p:nvCxnSpPr>
        <p:spPr>
          <a:xfrm>
            <a:off x="10271035" y="2025457"/>
            <a:ext cx="0" cy="11171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8D1D1D-4BB9-062A-B4ED-8698D4FE2872}"/>
              </a:ext>
            </a:extLst>
          </p:cNvPr>
          <p:cNvCxnSpPr>
            <a:cxnSpLocks/>
          </p:cNvCxnSpPr>
          <p:nvPr/>
        </p:nvCxnSpPr>
        <p:spPr>
          <a:xfrm flipH="1">
            <a:off x="10522300" y="1803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07CA6B-9873-B581-3A9C-FB4FBBF1C7E3}"/>
              </a:ext>
            </a:extLst>
          </p:cNvPr>
          <p:cNvCxnSpPr>
            <a:cxnSpLocks/>
          </p:cNvCxnSpPr>
          <p:nvPr/>
        </p:nvCxnSpPr>
        <p:spPr>
          <a:xfrm>
            <a:off x="7878893" y="3068424"/>
            <a:ext cx="54363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97E77B-38D3-4D2D-3BCB-DB9E775B02A6}"/>
                  </a:ext>
                </a:extLst>
              </p:cNvPr>
              <p:cNvSpPr txBox="1"/>
              <p:nvPr/>
            </p:nvSpPr>
            <p:spPr>
              <a:xfrm>
                <a:off x="6761841" y="2472368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97E77B-38D3-4D2D-3BCB-DB9E775B0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841" y="2472368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937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2B21F13-2B50-160E-B053-FBE745BE19BA}"/>
                  </a:ext>
                </a:extLst>
              </p:cNvPr>
              <p:cNvSpPr txBox="1"/>
              <p:nvPr/>
            </p:nvSpPr>
            <p:spPr>
              <a:xfrm>
                <a:off x="10851547" y="1575556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2B21F13-2B50-160E-B053-FBE745BE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547" y="1575556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BB921C5-921C-6FA4-65D1-1F5CE520DC9F}"/>
              </a:ext>
            </a:extLst>
          </p:cNvPr>
          <p:cNvSpPr/>
          <p:nvPr/>
        </p:nvSpPr>
        <p:spPr>
          <a:xfrm>
            <a:off x="7374850" y="2472368"/>
            <a:ext cx="940339" cy="3757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9C9BBA-84E1-37D5-1202-B1D5CF15C864}"/>
              </a:ext>
            </a:extLst>
          </p:cNvPr>
          <p:cNvCxnSpPr>
            <a:cxnSpLocks/>
          </p:cNvCxnSpPr>
          <p:nvPr/>
        </p:nvCxnSpPr>
        <p:spPr>
          <a:xfrm>
            <a:off x="7121960" y="2658247"/>
            <a:ext cx="25289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50F999-266A-A9E3-9B66-A4BFD1F92099}"/>
              </a:ext>
            </a:extLst>
          </p:cNvPr>
          <p:cNvGrpSpPr/>
          <p:nvPr/>
        </p:nvGrpSpPr>
        <p:grpSpPr>
          <a:xfrm>
            <a:off x="7578364" y="2247271"/>
            <a:ext cx="563999" cy="237063"/>
            <a:chOff x="1550604" y="3020176"/>
            <a:chExt cx="598449" cy="434647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4935D28-0E07-62CF-C954-5F8EB7E13CD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70B50F2-C624-129B-13F4-D0EF7CAFAC5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7964917-D550-C766-ED1E-F35BB7C4EC3C}"/>
                  </a:ext>
                </a:extLst>
              </p:cNvPr>
              <p:cNvSpPr txBox="1"/>
              <p:nvPr/>
            </p:nvSpPr>
            <p:spPr>
              <a:xfrm>
                <a:off x="7473267" y="1886809"/>
                <a:ext cx="240205" cy="28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7964917-D550-C766-ED1E-F35BB7C4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267" y="1886809"/>
                <a:ext cx="240205" cy="284475"/>
              </a:xfrm>
              <a:prstGeom prst="rect">
                <a:avLst/>
              </a:prstGeom>
              <a:blipFill>
                <a:blip r:embed="rId14"/>
                <a:stretch>
                  <a:fillRect l="-25000" r="-25000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6EDAFD0-919E-31B6-319E-D4117619BF4C}"/>
                  </a:ext>
                </a:extLst>
              </p:cNvPr>
              <p:cNvSpPr txBox="1"/>
              <p:nvPr/>
            </p:nvSpPr>
            <p:spPr>
              <a:xfrm>
                <a:off x="7936097" y="1887927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6EDAFD0-919E-31B6-319E-D4117619B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97" y="1887927"/>
                <a:ext cx="395942" cy="369332"/>
              </a:xfrm>
              <a:prstGeom prst="rect">
                <a:avLst/>
              </a:prstGeom>
              <a:blipFill>
                <a:blip r:embed="rId15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4B509AC6-037A-8F4B-086E-1CA4C7C4AE14}"/>
              </a:ext>
            </a:extLst>
          </p:cNvPr>
          <p:cNvSpPr txBox="1"/>
          <p:nvPr/>
        </p:nvSpPr>
        <p:spPr>
          <a:xfrm>
            <a:off x="7372837" y="2254565"/>
            <a:ext cx="263169" cy="213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92C5EE5-9823-87BC-163E-7596F043E798}"/>
              </a:ext>
            </a:extLst>
          </p:cNvPr>
          <p:cNvSpPr txBox="1"/>
          <p:nvPr/>
        </p:nvSpPr>
        <p:spPr>
          <a:xfrm>
            <a:off x="7937354" y="2254565"/>
            <a:ext cx="263169" cy="213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7DD48FA-F736-0337-87E5-DE41F47D51AE}"/>
              </a:ext>
            </a:extLst>
          </p:cNvPr>
          <p:cNvCxnSpPr>
            <a:cxnSpLocks/>
          </p:cNvCxnSpPr>
          <p:nvPr/>
        </p:nvCxnSpPr>
        <p:spPr>
          <a:xfrm>
            <a:off x="7878893" y="2833463"/>
            <a:ext cx="0" cy="2488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503ECB-07BE-BA13-E88D-8D98AE011B1B}"/>
              </a:ext>
            </a:extLst>
          </p:cNvPr>
          <p:cNvSpPr/>
          <p:nvPr/>
        </p:nvSpPr>
        <p:spPr>
          <a:xfrm>
            <a:off x="6721167" y="2462848"/>
            <a:ext cx="478950" cy="482985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3F2258E-8269-E8AC-9F65-3FF0C6F92614}"/>
              </a:ext>
            </a:extLst>
          </p:cNvPr>
          <p:cNvSpPr/>
          <p:nvPr/>
        </p:nvSpPr>
        <p:spPr>
          <a:xfrm>
            <a:off x="10771804" y="1528314"/>
            <a:ext cx="553526" cy="547771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7E73A50-76EE-1C6F-8BAC-06AE7C09B172}"/>
              </a:ext>
            </a:extLst>
          </p:cNvPr>
          <p:cNvSpPr/>
          <p:nvPr/>
        </p:nvSpPr>
        <p:spPr>
          <a:xfrm>
            <a:off x="7870799" y="1864972"/>
            <a:ext cx="509648" cy="489622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FB76DA8-16C0-B34B-F128-AD4F2FB97BE5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9CC4D75-FF45-6187-CA81-1FA80A793511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674F7A3-E175-347D-6292-3C3745074808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4A1C94F-E1B7-1FB8-49C9-E8728D37F32B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958EA84-9329-7FB7-700B-87ED76DC63B5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4E9A6F2-7468-BC4E-A7F7-C8945757E9F2}"/>
              </a:ext>
            </a:extLst>
          </p:cNvPr>
          <p:cNvCxnSpPr>
            <a:stCxn id="150" idx="2"/>
            <a:endCxn id="152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7B3A1FB0-638C-55A3-9050-281984E95D7C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B41E344-8725-101F-3CA5-B65F5DEDC56D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44F2CB7-2655-7489-0139-B51AB5F2BBCF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1561A7BE-64CD-22AD-42BF-7B804071F445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979B38A-15BB-D886-5ACB-6C5F570C1871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51CF3C5-5600-7C00-46EC-3A53E6B75F60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F00F8A2-4D68-55FB-8A93-F075A9768EBB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F00F8A2-4D68-55FB-8A93-F075A9768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E5C806F-2CD6-9956-F56D-5D5BE8A22284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E5C806F-2CD6-9956-F56D-5D5BE8A22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350BF2E-4EEE-352E-6E7D-6FDAF7784A8C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350BF2E-4EEE-352E-6E7D-6FDAF7784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4A4709B-3E3D-9CC5-70A9-0C27740E0738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4A4709B-3E3D-9CC5-70A9-0C27740E0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3CD1BE1-527D-D033-5ABD-2C889431D549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3CD1BE1-527D-D033-5ABD-2C889431D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ECACC3C-CFFC-DE28-B314-2E2E863F4C19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ECACC3C-CFFC-DE28-B314-2E2E863F4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655D8CD3-842E-5EFF-C479-5E3CCCF55D1A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9136780-1963-1B85-1718-8E2B345CCE55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1E6BB5C-3FFF-DE44-F203-C0A7E1CF9F70}"/>
              </a:ext>
            </a:extLst>
          </p:cNvPr>
          <p:cNvSpPr txBox="1"/>
          <p:nvPr/>
        </p:nvSpPr>
        <p:spPr>
          <a:xfrm>
            <a:off x="971568" y="954216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CFG:</a:t>
            </a:r>
            <a:endParaRPr lang="en-US" altLang="zh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CB8DF6D-C5BB-03F4-73C8-50E855148B17}"/>
              </a:ext>
            </a:extLst>
          </p:cNvPr>
          <p:cNvCxnSpPr>
            <a:cxnSpLocks/>
          </p:cNvCxnSpPr>
          <p:nvPr/>
        </p:nvCxnSpPr>
        <p:spPr>
          <a:xfrm>
            <a:off x="8077771" y="4925612"/>
            <a:ext cx="0" cy="3526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F13B3C-8FD2-BF11-DADA-8D8089D52509}"/>
                  </a:ext>
                </a:extLst>
              </p:cNvPr>
              <p:cNvSpPr txBox="1"/>
              <p:nvPr/>
            </p:nvSpPr>
            <p:spPr>
              <a:xfrm>
                <a:off x="7385194" y="4534731"/>
                <a:ext cx="13853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F13B3C-8FD2-BF11-DADA-8D8089D52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194" y="4534731"/>
                <a:ext cx="1385316" cy="369332"/>
              </a:xfrm>
              <a:prstGeom prst="rect">
                <a:avLst/>
              </a:prstGeom>
              <a:blipFill>
                <a:blip r:embed="rId23"/>
                <a:stretch>
                  <a:fillRect l="-4545" r="-4545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el 1">
            <a:extLst>
              <a:ext uri="{FF2B5EF4-FFF2-40B4-BE49-F238E27FC236}">
                <a16:creationId xmlns:a16="http://schemas.microsoft.com/office/drawing/2014/main" id="{2F8B6E5A-282D-92F6-6E2F-E94C9781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Suppression Not Fully Handled</a:t>
            </a:r>
            <a:endParaRPr lang="de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55B960-9451-2E77-74BD-3ED3E7F7BD5E}"/>
              </a:ext>
            </a:extLst>
          </p:cNvPr>
          <p:cNvSpPr/>
          <p:nvPr/>
        </p:nvSpPr>
        <p:spPr>
          <a:xfrm>
            <a:off x="8797014" y="782634"/>
            <a:ext cx="1192856" cy="477075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Fork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B504ED-2285-37B2-B85F-D3484FD08D3B}"/>
                  </a:ext>
                </a:extLst>
              </p:cNvPr>
              <p:cNvSpPr txBox="1"/>
              <p:nvPr/>
            </p:nvSpPr>
            <p:spPr>
              <a:xfrm>
                <a:off x="9160826" y="15800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B504ED-2285-37B2-B85F-D3484FD08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26" y="158009"/>
                <a:ext cx="395942" cy="369332"/>
              </a:xfrm>
              <a:prstGeom prst="rect">
                <a:avLst/>
              </a:prstGeom>
              <a:blipFill>
                <a:blip r:embed="rId2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DE7A03-5ECE-42A4-B9BD-5DF49007AFF3}"/>
              </a:ext>
            </a:extLst>
          </p:cNvPr>
          <p:cNvCxnSpPr>
            <a:cxnSpLocks/>
          </p:cNvCxnSpPr>
          <p:nvPr/>
        </p:nvCxnSpPr>
        <p:spPr>
          <a:xfrm>
            <a:off x="9383647" y="490330"/>
            <a:ext cx="0" cy="281837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F2C049-E25B-CE3A-D659-702972501A2B}"/>
                  </a:ext>
                </a:extLst>
              </p:cNvPr>
              <p:cNvSpPr txBox="1"/>
              <p:nvPr/>
            </p:nvSpPr>
            <p:spPr>
              <a:xfrm>
                <a:off x="9433119" y="3999705"/>
                <a:ext cx="3857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F2C049-E25B-CE3A-D659-702972501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119" y="3999705"/>
                <a:ext cx="385782" cy="369332"/>
              </a:xfrm>
              <a:prstGeom prst="rect">
                <a:avLst/>
              </a:prstGeom>
              <a:blipFill>
                <a:blip r:embed="rId25"/>
                <a:stretch>
                  <a:fillRect l="-25000" r="-28125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61A21B-F7DF-FC62-EE38-AED9BA5F29A5}"/>
                  </a:ext>
                </a:extLst>
              </p:cNvPr>
              <p:cNvSpPr txBox="1"/>
              <p:nvPr/>
            </p:nvSpPr>
            <p:spPr>
              <a:xfrm>
                <a:off x="10015441" y="3134768"/>
                <a:ext cx="538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61A21B-F7DF-FC62-EE38-AED9BA5F2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441" y="3134768"/>
                <a:ext cx="538544" cy="369332"/>
              </a:xfrm>
              <a:prstGeom prst="rect">
                <a:avLst/>
              </a:prstGeom>
              <a:blipFill>
                <a:blip r:embed="rId26"/>
                <a:stretch>
                  <a:fillRect l="-11628" r="-4651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4E02F7D-BFB3-F1C4-F4F0-BA6C3A9BC646}"/>
              </a:ext>
            </a:extLst>
          </p:cNvPr>
          <p:cNvSpPr txBox="1"/>
          <p:nvPr/>
        </p:nvSpPr>
        <p:spPr>
          <a:xfrm>
            <a:off x="4419901" y="3114701"/>
            <a:ext cx="20910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/>
              <a:t>Is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it</a:t>
            </a:r>
            <a:r>
              <a:rPr lang="zh-CN" altLang="en-US" sz="1800" b="1" i="1" dirty="0"/>
              <a:t> </a:t>
            </a:r>
            <a:r>
              <a:rPr lang="en-US" altLang="zh-CN" sz="1800" b="1" i="1" dirty="0"/>
              <a:t>complete?</a:t>
            </a:r>
            <a:r>
              <a:rPr lang="zh-CN" altLang="en-US" sz="1800" b="1" i="1" dirty="0"/>
              <a:t> </a:t>
            </a:r>
            <a:endParaRPr lang="en-US" altLang="zh-CN" sz="1800" b="1" i="1" dirty="0"/>
          </a:p>
          <a:p>
            <a:endParaRPr lang="en-US" b="1" i="1" dirty="0"/>
          </a:p>
          <a:p>
            <a:r>
              <a:rPr lang="en-US" altLang="zh-CN" b="1" i="1" dirty="0"/>
              <a:t>No.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10752471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8780-81BF-2122-3AF4-8C983A9C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BCC7F1-5F85-609C-9F4A-428119F5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0A5A8A-3EB2-A497-DB05-C5253782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FAFB3CCB-4562-B6FF-CA6A-F27E308D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Messy</a:t>
            </a:r>
            <a:r>
              <a:rPr lang="zh-CN" altLang="en-US" dirty="0"/>
              <a:t> </a:t>
            </a:r>
            <a:r>
              <a:rPr lang="en-US" altLang="zh-CN" dirty="0"/>
              <a:t>Multi-Branches</a:t>
            </a:r>
            <a:endParaRPr lang="de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07F348-BC8C-7E6C-C77E-D8252470046F}"/>
              </a:ext>
            </a:extLst>
          </p:cNvPr>
          <p:cNvSpPr/>
          <p:nvPr/>
        </p:nvSpPr>
        <p:spPr>
          <a:xfrm>
            <a:off x="1990133" y="24549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61839D-03AC-BB45-833C-304FB0B20640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flipH="1">
            <a:off x="2410031" y="29405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3B22DD-2A6C-549B-1C7A-27E1F37E4EBE}"/>
                  </a:ext>
                </a:extLst>
              </p:cNvPr>
              <p:cNvSpPr txBox="1"/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3B22DD-2A6C-549B-1C7A-27E1F37E4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B44BFD-9CCD-7E45-A36A-6C44D9AE1DEF}"/>
                  </a:ext>
                </a:extLst>
              </p:cNvPr>
              <p:cNvSpPr txBox="1"/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B44BFD-9CCD-7E45-A36A-6C44D9AE1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8AD6C8-ABF2-B953-2A58-D4FD1EBEF8B0}"/>
              </a:ext>
            </a:extLst>
          </p:cNvPr>
          <p:cNvSpPr txBox="1"/>
          <p:nvPr/>
        </p:nvSpPr>
        <p:spPr>
          <a:xfrm>
            <a:off x="1148264" y="24918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1FC2440-035C-78BA-571E-4F86770769A3}"/>
              </a:ext>
            </a:extLst>
          </p:cNvPr>
          <p:cNvSpPr/>
          <p:nvPr/>
        </p:nvSpPr>
        <p:spPr>
          <a:xfrm rot="20890258">
            <a:off x="2369957" y="2201982"/>
            <a:ext cx="764921" cy="985005"/>
          </a:xfrm>
          <a:custGeom>
            <a:avLst/>
            <a:gdLst>
              <a:gd name="connsiteX0" fmla="*/ 0 w 764921"/>
              <a:gd name="connsiteY0" fmla="*/ 781201 h 1159276"/>
              <a:gd name="connsiteX1" fmla="*/ 162046 w 764921"/>
              <a:gd name="connsiteY1" fmla="*/ 1082143 h 1159276"/>
              <a:gd name="connsiteX2" fmla="*/ 428263 w 764921"/>
              <a:gd name="connsiteY2" fmla="*/ 1151591 h 1159276"/>
              <a:gd name="connsiteX3" fmla="*/ 694481 w 764921"/>
              <a:gd name="connsiteY3" fmla="*/ 943247 h 1159276"/>
              <a:gd name="connsiteX4" fmla="*/ 763929 w 764921"/>
              <a:gd name="connsiteY4" fmla="*/ 572857 h 1159276"/>
              <a:gd name="connsiteX5" fmla="*/ 717631 w 764921"/>
              <a:gd name="connsiteY5" fmla="*/ 133019 h 1159276"/>
              <a:gd name="connsiteX6" fmla="*/ 497712 w 764921"/>
              <a:gd name="connsiteY6" fmla="*/ 5697 h 1159276"/>
              <a:gd name="connsiteX7" fmla="*/ 266218 w 764921"/>
              <a:gd name="connsiteY7" fmla="*/ 40421 h 1159276"/>
              <a:gd name="connsiteX8" fmla="*/ 115747 w 764921"/>
              <a:gd name="connsiteY8" fmla="*/ 202467 h 11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921" h="1159276">
                <a:moveTo>
                  <a:pt x="0" y="781201"/>
                </a:moveTo>
                <a:cubicBezTo>
                  <a:pt x="45334" y="900806"/>
                  <a:pt x="90669" y="1020411"/>
                  <a:pt x="162046" y="1082143"/>
                </a:cubicBezTo>
                <a:cubicBezTo>
                  <a:pt x="233423" y="1143875"/>
                  <a:pt x="339524" y="1174740"/>
                  <a:pt x="428263" y="1151591"/>
                </a:cubicBezTo>
                <a:cubicBezTo>
                  <a:pt x="517002" y="1128442"/>
                  <a:pt x="638537" y="1039703"/>
                  <a:pt x="694481" y="943247"/>
                </a:cubicBezTo>
                <a:cubicBezTo>
                  <a:pt x="750425" y="846791"/>
                  <a:pt x="760071" y="707895"/>
                  <a:pt x="763929" y="572857"/>
                </a:cubicBezTo>
                <a:cubicBezTo>
                  <a:pt x="767787" y="437819"/>
                  <a:pt x="762000" y="227545"/>
                  <a:pt x="717631" y="133019"/>
                </a:cubicBezTo>
                <a:cubicBezTo>
                  <a:pt x="673262" y="38493"/>
                  <a:pt x="572947" y="21130"/>
                  <a:pt x="497712" y="5697"/>
                </a:cubicBezTo>
                <a:cubicBezTo>
                  <a:pt x="422477" y="-9736"/>
                  <a:pt x="329879" y="7626"/>
                  <a:pt x="266218" y="40421"/>
                </a:cubicBezTo>
                <a:cubicBezTo>
                  <a:pt x="202557" y="73216"/>
                  <a:pt x="150471" y="161955"/>
                  <a:pt x="115747" y="202467"/>
                </a:cubicBezTo>
              </a:path>
            </a:pathLst>
          </a:cu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9384D-E217-8302-F008-41E485118D21}"/>
              </a:ext>
            </a:extLst>
          </p:cNvPr>
          <p:cNvSpPr/>
          <p:nvPr/>
        </p:nvSpPr>
        <p:spPr>
          <a:xfrm>
            <a:off x="1993862" y="35883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BCF51-0FA1-037E-95D9-E63BFC81FA2B}"/>
              </a:ext>
            </a:extLst>
          </p:cNvPr>
          <p:cNvSpPr/>
          <p:nvPr/>
        </p:nvSpPr>
        <p:spPr>
          <a:xfrm>
            <a:off x="1364649" y="46507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875B26-0ACE-B95A-838C-154A613EE6DF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40807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AF9A02-6ADA-F59F-D2C6-14E423DBE2C4}"/>
              </a:ext>
            </a:extLst>
          </p:cNvPr>
          <p:cNvSpPr txBox="1"/>
          <p:nvPr/>
        </p:nvSpPr>
        <p:spPr>
          <a:xfrm>
            <a:off x="556834" y="46903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F18850-D30A-A8A0-9896-3A56A62BCD20}"/>
              </a:ext>
            </a:extLst>
          </p:cNvPr>
          <p:cNvSpPr/>
          <p:nvPr/>
        </p:nvSpPr>
        <p:spPr>
          <a:xfrm>
            <a:off x="2379385" y="54671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19AA15-B290-2F9F-9648-F42D7CD8A623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2410031" y="4080712"/>
            <a:ext cx="385523" cy="138640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89B754-4AE4-210A-7F2E-E2306F819801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780818" y="51431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9379F6-B2B1-CB5D-0939-F61FE3E0922D}"/>
                  </a:ext>
                </a:extLst>
              </p:cNvPr>
              <p:cNvSpPr txBox="1"/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9379F6-B2B1-CB5D-0939-F61FE3E09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85DE34-13B0-C8B2-E158-3A0408FE7B1B}"/>
                  </a:ext>
                </a:extLst>
              </p:cNvPr>
              <p:cNvSpPr txBox="1"/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85DE34-13B0-C8B2-E158-3A0408FE7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E55FFDCA-4776-8879-88C9-8407D5F38462}"/>
              </a:ext>
            </a:extLst>
          </p:cNvPr>
          <p:cNvSpPr/>
          <p:nvPr/>
        </p:nvSpPr>
        <p:spPr>
          <a:xfrm>
            <a:off x="1990133" y="136357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34B7390-B92D-606F-FA96-D331FDC40E35}"/>
              </a:ext>
            </a:extLst>
          </p:cNvPr>
          <p:cNvCxnSpPr>
            <a:cxnSpLocks/>
            <a:stCxn id="46" idx="2"/>
            <a:endCxn id="2" idx="0"/>
          </p:cNvCxnSpPr>
          <p:nvPr/>
        </p:nvCxnSpPr>
        <p:spPr>
          <a:xfrm>
            <a:off x="2406302" y="1855948"/>
            <a:ext cx="0" cy="59902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D07AF9C-DC5B-6140-D4D9-FF35315A009F}"/>
              </a:ext>
            </a:extLst>
          </p:cNvPr>
          <p:cNvSpPr txBox="1"/>
          <p:nvPr/>
        </p:nvSpPr>
        <p:spPr>
          <a:xfrm>
            <a:off x="4751088" y="95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Producer</a:t>
            </a:r>
            <a:r>
              <a:rPr lang="zh-CN" altLang="en-US" sz="1800" dirty="0"/>
              <a:t> </a:t>
            </a:r>
            <a:r>
              <a:rPr lang="en-US" altLang="zh-CN" sz="1800" dirty="0"/>
              <a:t>BB:</a:t>
            </a:r>
            <a:r>
              <a:rPr lang="zh-CN" altLang="en-US" sz="1800" dirty="0"/>
              <a:t> </a:t>
            </a:r>
            <a:r>
              <a:rPr lang="en-US" altLang="zh-CN" sz="1800" dirty="0"/>
              <a:t>^BB1;</a:t>
            </a:r>
            <a:r>
              <a:rPr lang="en-US" altLang="zh-CN" dirty="0"/>
              <a:t>	Consumer</a:t>
            </a:r>
            <a:r>
              <a:rPr lang="zh-CN" altLang="en-US" dirty="0"/>
              <a:t> </a:t>
            </a:r>
            <a:r>
              <a:rPr lang="en-US" altLang="zh-CN" dirty="0"/>
              <a:t>BB:</a:t>
            </a:r>
            <a:r>
              <a:rPr lang="zh-CN" altLang="en-US" dirty="0"/>
              <a:t> </a:t>
            </a:r>
            <a:r>
              <a:rPr lang="en-US" altLang="zh-CN" dirty="0"/>
              <a:t>^BB3;</a:t>
            </a:r>
          </a:p>
        </p:txBody>
      </p:sp>
    </p:spTree>
    <p:extLst>
      <p:ext uri="{BB962C8B-B14F-4D97-AF65-F5344CB8AC3E}">
        <p14:creationId xmlns:p14="http://schemas.microsoft.com/office/powerpoint/2010/main" val="3313581249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089F-53AA-DD68-FEC6-27160E94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7AC499-E839-3210-9E72-6E2A864D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F1D03C-8C3C-85C6-9327-564413B2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28980016-C17E-0E4C-7A58-43AB88D6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Messy</a:t>
            </a:r>
            <a:r>
              <a:rPr lang="zh-CN" altLang="en-US" dirty="0"/>
              <a:t> </a:t>
            </a:r>
            <a:r>
              <a:rPr lang="en-US" altLang="zh-CN" dirty="0"/>
              <a:t>Multi-Branches</a:t>
            </a:r>
            <a:endParaRPr lang="de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5ED985-5FCB-F113-0BC7-A1D1026607DC}"/>
              </a:ext>
            </a:extLst>
          </p:cNvPr>
          <p:cNvSpPr/>
          <p:nvPr/>
        </p:nvSpPr>
        <p:spPr>
          <a:xfrm>
            <a:off x="1990133" y="24549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55C268E-2BC8-6894-382B-D6918C811E7F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flipH="1">
            <a:off x="2410031" y="29405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60A5A9-7C99-B3BB-6275-DACEF041C12B}"/>
                  </a:ext>
                </a:extLst>
              </p:cNvPr>
              <p:cNvSpPr txBox="1"/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60A5A9-7C99-B3BB-6275-DACEF041C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1D12F5-D3D0-3CFB-60F5-DB39C8A8814F}"/>
                  </a:ext>
                </a:extLst>
              </p:cNvPr>
              <p:cNvSpPr txBox="1"/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1D12F5-D3D0-3CFB-60F5-DB39C8A88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59079FD-D752-79A6-2FEF-A7F644109160}"/>
              </a:ext>
            </a:extLst>
          </p:cNvPr>
          <p:cNvSpPr txBox="1"/>
          <p:nvPr/>
        </p:nvSpPr>
        <p:spPr>
          <a:xfrm>
            <a:off x="1148264" y="24918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B456BE-47D2-97E9-0A94-4B20863CD6F5}"/>
              </a:ext>
            </a:extLst>
          </p:cNvPr>
          <p:cNvSpPr/>
          <p:nvPr/>
        </p:nvSpPr>
        <p:spPr>
          <a:xfrm>
            <a:off x="1993862" y="35883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08308-1F72-035F-BF42-B00D42FF576D}"/>
              </a:ext>
            </a:extLst>
          </p:cNvPr>
          <p:cNvSpPr/>
          <p:nvPr/>
        </p:nvSpPr>
        <p:spPr>
          <a:xfrm>
            <a:off x="1364649" y="46507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36EFB0-8BFA-E80A-60C2-50B54FD27DF0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40807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ADA216-345B-EEDB-72C1-DC42D7F59CAC}"/>
              </a:ext>
            </a:extLst>
          </p:cNvPr>
          <p:cNvSpPr txBox="1"/>
          <p:nvPr/>
        </p:nvSpPr>
        <p:spPr>
          <a:xfrm>
            <a:off x="556834" y="46903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13E154-101D-D27D-0F52-18FFAED9E717}"/>
              </a:ext>
            </a:extLst>
          </p:cNvPr>
          <p:cNvSpPr/>
          <p:nvPr/>
        </p:nvSpPr>
        <p:spPr>
          <a:xfrm>
            <a:off x="2379385" y="54671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D88239-98FC-A0C6-F38D-2FB48C32135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2410031" y="4080712"/>
            <a:ext cx="385523" cy="138640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96DB97-84D3-A8BC-7F36-A4DB7B1BC055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780818" y="51431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B2BC7A-3807-D973-8A69-C6921D12D210}"/>
                  </a:ext>
                </a:extLst>
              </p:cNvPr>
              <p:cNvSpPr txBox="1"/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B2BC7A-3807-D973-8A69-C6921D1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FFD16B-8B22-5F08-C604-75D4C17F4A9A}"/>
                  </a:ext>
                </a:extLst>
              </p:cNvPr>
              <p:cNvSpPr txBox="1"/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FFD16B-8B22-5F08-C604-75D4C17F4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CF88C439-F7AA-2A68-541B-293E7E223748}"/>
              </a:ext>
            </a:extLst>
          </p:cNvPr>
          <p:cNvSpPr/>
          <p:nvPr/>
        </p:nvSpPr>
        <p:spPr>
          <a:xfrm>
            <a:off x="1990133" y="136357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F10F59-085F-5081-17FA-9D860BF390BE}"/>
              </a:ext>
            </a:extLst>
          </p:cNvPr>
          <p:cNvCxnSpPr>
            <a:cxnSpLocks/>
            <a:stCxn id="46" idx="2"/>
            <a:endCxn id="2" idx="0"/>
          </p:cNvCxnSpPr>
          <p:nvPr/>
        </p:nvCxnSpPr>
        <p:spPr>
          <a:xfrm>
            <a:off x="2406302" y="1855948"/>
            <a:ext cx="0" cy="59902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EA7828A-71F4-B7AB-2F48-43A2AA29C6D4}"/>
              </a:ext>
            </a:extLst>
          </p:cNvPr>
          <p:cNvSpPr txBox="1"/>
          <p:nvPr/>
        </p:nvSpPr>
        <p:spPr>
          <a:xfrm>
            <a:off x="4751088" y="95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Producer</a:t>
            </a:r>
            <a:r>
              <a:rPr lang="zh-CN" altLang="en-US" sz="1800" dirty="0"/>
              <a:t> </a:t>
            </a:r>
            <a:r>
              <a:rPr lang="en-US" altLang="zh-CN" sz="1800" dirty="0"/>
              <a:t>BB:</a:t>
            </a:r>
            <a:r>
              <a:rPr lang="zh-CN" altLang="en-US" sz="1800" dirty="0"/>
              <a:t> </a:t>
            </a:r>
            <a:r>
              <a:rPr lang="en-US" altLang="zh-CN" sz="1800" dirty="0"/>
              <a:t>^BB1;</a:t>
            </a:r>
            <a:r>
              <a:rPr lang="en-US" altLang="zh-CN" dirty="0"/>
              <a:t>	Consumer</a:t>
            </a:r>
            <a:r>
              <a:rPr lang="zh-CN" altLang="en-US" dirty="0"/>
              <a:t> </a:t>
            </a:r>
            <a:r>
              <a:rPr lang="en-US" altLang="zh-CN" dirty="0"/>
              <a:t>BB:</a:t>
            </a:r>
            <a:r>
              <a:rPr lang="zh-CN" altLang="en-US" dirty="0"/>
              <a:t> </a:t>
            </a:r>
            <a:r>
              <a:rPr lang="en-US" altLang="zh-CN" dirty="0"/>
              <a:t>^BB3;</a:t>
            </a:r>
          </a:p>
        </p:txBody>
      </p:sp>
      <p:sp>
        <p:nvSpPr>
          <p:cNvPr id="24" name="Trapezoid 23">
            <a:extLst>
              <a:ext uri="{FF2B5EF4-FFF2-40B4-BE49-F238E27FC236}">
                <a16:creationId xmlns:a16="http://schemas.microsoft.com/office/drawing/2014/main" id="{F0065D0D-7ADD-83CA-E6D7-13727A5ABC17}"/>
              </a:ext>
            </a:extLst>
          </p:cNvPr>
          <p:cNvSpPr/>
          <p:nvPr/>
        </p:nvSpPr>
        <p:spPr>
          <a:xfrm>
            <a:off x="5620742" y="2933324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D41EFA-D5E5-EABD-3013-9609AB5DCB42}"/>
              </a:ext>
            </a:extLst>
          </p:cNvPr>
          <p:cNvCxnSpPr>
            <a:cxnSpLocks/>
          </p:cNvCxnSpPr>
          <p:nvPr/>
        </p:nvCxnSpPr>
        <p:spPr>
          <a:xfrm>
            <a:off x="6254536" y="2675443"/>
            <a:ext cx="0" cy="2697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309603-3BBD-06DE-E6C2-89803A2FD421}"/>
              </a:ext>
            </a:extLst>
          </p:cNvPr>
          <p:cNvCxnSpPr>
            <a:cxnSpLocks/>
          </p:cNvCxnSpPr>
          <p:nvPr/>
        </p:nvCxnSpPr>
        <p:spPr>
          <a:xfrm>
            <a:off x="6605417" y="3194673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BE42CC-7499-C230-0DC7-E1825FBAD85B}"/>
              </a:ext>
            </a:extLst>
          </p:cNvPr>
          <p:cNvCxnSpPr>
            <a:cxnSpLocks/>
          </p:cNvCxnSpPr>
          <p:nvPr/>
        </p:nvCxnSpPr>
        <p:spPr>
          <a:xfrm>
            <a:off x="5966453" y="3215326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720771-86A6-CB02-8DEC-CD7A4F00D7DA}"/>
              </a:ext>
            </a:extLst>
          </p:cNvPr>
          <p:cNvCxnSpPr>
            <a:cxnSpLocks/>
          </p:cNvCxnSpPr>
          <p:nvPr/>
        </p:nvCxnSpPr>
        <p:spPr>
          <a:xfrm>
            <a:off x="5890253" y="3494489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9962FED-675D-71E3-6A7F-4E8411C1DE9B}"/>
              </a:ext>
            </a:extLst>
          </p:cNvPr>
          <p:cNvCxnSpPr>
            <a:cxnSpLocks/>
          </p:cNvCxnSpPr>
          <p:nvPr/>
        </p:nvCxnSpPr>
        <p:spPr>
          <a:xfrm flipH="1">
            <a:off x="6846725" y="3051297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D399C7-EDE4-CEE6-13B9-17CA4611EA80}"/>
                  </a:ext>
                </a:extLst>
              </p:cNvPr>
              <p:cNvSpPr txBox="1"/>
              <p:nvPr/>
            </p:nvSpPr>
            <p:spPr>
              <a:xfrm>
                <a:off x="7072188" y="2833231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D399C7-EDE4-CEE6-13B9-17CA4611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188" y="2833231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 t="-10000" r="-15385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D518B2-B8F8-3852-0D9E-D1112CC414B6}"/>
                  </a:ext>
                </a:extLst>
              </p:cNvPr>
              <p:cNvSpPr txBox="1"/>
              <p:nvPr/>
            </p:nvSpPr>
            <p:spPr>
              <a:xfrm>
                <a:off x="5699105" y="2306110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D518B2-B8F8-3852-0D9E-D1112CC41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105" y="2306110"/>
                <a:ext cx="11572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53652A7-0C6D-4C06-263A-FAC5EC1F5BE1}"/>
                  </a:ext>
                </a:extLst>
              </p:cNvPr>
              <p:cNvSpPr txBox="1"/>
              <p:nvPr/>
            </p:nvSpPr>
            <p:spPr>
              <a:xfrm>
                <a:off x="6324383" y="4508428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53652A7-0C6D-4C06-263A-FAC5EC1F5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383" y="4508428"/>
                <a:ext cx="1157288" cy="369332"/>
              </a:xfrm>
              <a:prstGeom prst="rect">
                <a:avLst/>
              </a:prstGeom>
              <a:blipFill>
                <a:blip r:embed="rId9"/>
                <a:stretch>
                  <a:fillRect r="-54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>
            <a:extLst>
              <a:ext uri="{FF2B5EF4-FFF2-40B4-BE49-F238E27FC236}">
                <a16:creationId xmlns:a16="http://schemas.microsoft.com/office/drawing/2014/main" id="{15CB9C5B-9A71-2374-6F43-6A6A7C5B0E2F}"/>
              </a:ext>
            </a:extLst>
          </p:cNvPr>
          <p:cNvSpPr/>
          <p:nvPr/>
        </p:nvSpPr>
        <p:spPr>
          <a:xfrm rot="20890258">
            <a:off x="2369957" y="2201982"/>
            <a:ext cx="764921" cy="985005"/>
          </a:xfrm>
          <a:custGeom>
            <a:avLst/>
            <a:gdLst>
              <a:gd name="connsiteX0" fmla="*/ 0 w 764921"/>
              <a:gd name="connsiteY0" fmla="*/ 781201 h 1159276"/>
              <a:gd name="connsiteX1" fmla="*/ 162046 w 764921"/>
              <a:gd name="connsiteY1" fmla="*/ 1082143 h 1159276"/>
              <a:gd name="connsiteX2" fmla="*/ 428263 w 764921"/>
              <a:gd name="connsiteY2" fmla="*/ 1151591 h 1159276"/>
              <a:gd name="connsiteX3" fmla="*/ 694481 w 764921"/>
              <a:gd name="connsiteY3" fmla="*/ 943247 h 1159276"/>
              <a:gd name="connsiteX4" fmla="*/ 763929 w 764921"/>
              <a:gd name="connsiteY4" fmla="*/ 572857 h 1159276"/>
              <a:gd name="connsiteX5" fmla="*/ 717631 w 764921"/>
              <a:gd name="connsiteY5" fmla="*/ 133019 h 1159276"/>
              <a:gd name="connsiteX6" fmla="*/ 497712 w 764921"/>
              <a:gd name="connsiteY6" fmla="*/ 5697 h 1159276"/>
              <a:gd name="connsiteX7" fmla="*/ 266218 w 764921"/>
              <a:gd name="connsiteY7" fmla="*/ 40421 h 1159276"/>
              <a:gd name="connsiteX8" fmla="*/ 115747 w 764921"/>
              <a:gd name="connsiteY8" fmla="*/ 202467 h 11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921" h="1159276">
                <a:moveTo>
                  <a:pt x="0" y="781201"/>
                </a:moveTo>
                <a:cubicBezTo>
                  <a:pt x="45334" y="900806"/>
                  <a:pt x="90669" y="1020411"/>
                  <a:pt x="162046" y="1082143"/>
                </a:cubicBezTo>
                <a:cubicBezTo>
                  <a:pt x="233423" y="1143875"/>
                  <a:pt x="339524" y="1174740"/>
                  <a:pt x="428263" y="1151591"/>
                </a:cubicBezTo>
                <a:cubicBezTo>
                  <a:pt x="517002" y="1128442"/>
                  <a:pt x="638537" y="1039703"/>
                  <a:pt x="694481" y="943247"/>
                </a:cubicBezTo>
                <a:cubicBezTo>
                  <a:pt x="750425" y="846791"/>
                  <a:pt x="760071" y="707895"/>
                  <a:pt x="763929" y="572857"/>
                </a:cubicBezTo>
                <a:cubicBezTo>
                  <a:pt x="767787" y="437819"/>
                  <a:pt x="762000" y="227545"/>
                  <a:pt x="717631" y="133019"/>
                </a:cubicBezTo>
                <a:cubicBezTo>
                  <a:pt x="673262" y="38493"/>
                  <a:pt x="572947" y="21130"/>
                  <a:pt x="497712" y="5697"/>
                </a:cubicBezTo>
                <a:cubicBezTo>
                  <a:pt x="422477" y="-9736"/>
                  <a:pt x="329879" y="7626"/>
                  <a:pt x="266218" y="40421"/>
                </a:cubicBezTo>
                <a:cubicBezTo>
                  <a:pt x="202557" y="73216"/>
                  <a:pt x="150471" y="161955"/>
                  <a:pt x="115747" y="202467"/>
                </a:cubicBezTo>
              </a:path>
            </a:pathLst>
          </a:cu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5768615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91C04-E7DD-BE01-58D3-F50E05040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4B89CA-4667-DD31-E3F2-E33047E0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4E1FC-6195-0369-BCA0-F8CCF407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6EC12641-CAD3-4200-E9C7-C283A79E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Messy</a:t>
            </a:r>
            <a:r>
              <a:rPr lang="zh-CN" altLang="en-US" dirty="0"/>
              <a:t> </a:t>
            </a:r>
            <a:r>
              <a:rPr lang="en-US" altLang="zh-CN" dirty="0"/>
              <a:t>Multi-Branches</a:t>
            </a:r>
            <a:endParaRPr lang="de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A1862-447B-7374-EC9A-5ED6F2559026}"/>
              </a:ext>
            </a:extLst>
          </p:cNvPr>
          <p:cNvSpPr/>
          <p:nvPr/>
        </p:nvSpPr>
        <p:spPr>
          <a:xfrm>
            <a:off x="1990133" y="24549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B4AAF7-636F-5C3B-B57D-830A29D041D2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flipH="1">
            <a:off x="2410031" y="29405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33C990-04AB-CAE9-2B8F-23687657AB3B}"/>
                  </a:ext>
                </a:extLst>
              </p:cNvPr>
              <p:cNvSpPr txBox="1"/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33C990-04AB-CAE9-2B8F-23687657A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218D83-1E2B-8706-DF4F-C836E5E69E4C}"/>
                  </a:ext>
                </a:extLst>
              </p:cNvPr>
              <p:cNvSpPr txBox="1"/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218D83-1E2B-8706-DF4F-C836E5E6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D2E84EC-CFF5-F0CC-FC93-27C6FE815355}"/>
              </a:ext>
            </a:extLst>
          </p:cNvPr>
          <p:cNvSpPr txBox="1"/>
          <p:nvPr/>
        </p:nvSpPr>
        <p:spPr>
          <a:xfrm>
            <a:off x="1148264" y="24918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8F11B77-2E5A-D6D8-C4BC-4A1097FE8F03}"/>
              </a:ext>
            </a:extLst>
          </p:cNvPr>
          <p:cNvSpPr/>
          <p:nvPr/>
        </p:nvSpPr>
        <p:spPr>
          <a:xfrm rot="20890258">
            <a:off x="2369957" y="2201982"/>
            <a:ext cx="764921" cy="985005"/>
          </a:xfrm>
          <a:custGeom>
            <a:avLst/>
            <a:gdLst>
              <a:gd name="connsiteX0" fmla="*/ 0 w 764921"/>
              <a:gd name="connsiteY0" fmla="*/ 781201 h 1159276"/>
              <a:gd name="connsiteX1" fmla="*/ 162046 w 764921"/>
              <a:gd name="connsiteY1" fmla="*/ 1082143 h 1159276"/>
              <a:gd name="connsiteX2" fmla="*/ 428263 w 764921"/>
              <a:gd name="connsiteY2" fmla="*/ 1151591 h 1159276"/>
              <a:gd name="connsiteX3" fmla="*/ 694481 w 764921"/>
              <a:gd name="connsiteY3" fmla="*/ 943247 h 1159276"/>
              <a:gd name="connsiteX4" fmla="*/ 763929 w 764921"/>
              <a:gd name="connsiteY4" fmla="*/ 572857 h 1159276"/>
              <a:gd name="connsiteX5" fmla="*/ 717631 w 764921"/>
              <a:gd name="connsiteY5" fmla="*/ 133019 h 1159276"/>
              <a:gd name="connsiteX6" fmla="*/ 497712 w 764921"/>
              <a:gd name="connsiteY6" fmla="*/ 5697 h 1159276"/>
              <a:gd name="connsiteX7" fmla="*/ 266218 w 764921"/>
              <a:gd name="connsiteY7" fmla="*/ 40421 h 1159276"/>
              <a:gd name="connsiteX8" fmla="*/ 115747 w 764921"/>
              <a:gd name="connsiteY8" fmla="*/ 202467 h 11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921" h="1159276">
                <a:moveTo>
                  <a:pt x="0" y="781201"/>
                </a:moveTo>
                <a:cubicBezTo>
                  <a:pt x="45334" y="900806"/>
                  <a:pt x="90669" y="1020411"/>
                  <a:pt x="162046" y="1082143"/>
                </a:cubicBezTo>
                <a:cubicBezTo>
                  <a:pt x="233423" y="1143875"/>
                  <a:pt x="339524" y="1174740"/>
                  <a:pt x="428263" y="1151591"/>
                </a:cubicBezTo>
                <a:cubicBezTo>
                  <a:pt x="517002" y="1128442"/>
                  <a:pt x="638537" y="1039703"/>
                  <a:pt x="694481" y="943247"/>
                </a:cubicBezTo>
                <a:cubicBezTo>
                  <a:pt x="750425" y="846791"/>
                  <a:pt x="760071" y="707895"/>
                  <a:pt x="763929" y="572857"/>
                </a:cubicBezTo>
                <a:cubicBezTo>
                  <a:pt x="767787" y="437819"/>
                  <a:pt x="762000" y="227545"/>
                  <a:pt x="717631" y="133019"/>
                </a:cubicBezTo>
                <a:cubicBezTo>
                  <a:pt x="673262" y="38493"/>
                  <a:pt x="572947" y="21130"/>
                  <a:pt x="497712" y="5697"/>
                </a:cubicBezTo>
                <a:cubicBezTo>
                  <a:pt x="422477" y="-9736"/>
                  <a:pt x="329879" y="7626"/>
                  <a:pt x="266218" y="40421"/>
                </a:cubicBezTo>
                <a:cubicBezTo>
                  <a:pt x="202557" y="73216"/>
                  <a:pt x="150471" y="161955"/>
                  <a:pt x="115747" y="202467"/>
                </a:cubicBezTo>
              </a:path>
            </a:pathLst>
          </a:cu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EE6A8A-5943-C72C-C6AD-F10F529D6D81}"/>
              </a:ext>
            </a:extLst>
          </p:cNvPr>
          <p:cNvSpPr/>
          <p:nvPr/>
        </p:nvSpPr>
        <p:spPr>
          <a:xfrm>
            <a:off x="1993862" y="35883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493AAE-5620-422B-D5E1-9DC0047DB5FC}"/>
              </a:ext>
            </a:extLst>
          </p:cNvPr>
          <p:cNvSpPr/>
          <p:nvPr/>
        </p:nvSpPr>
        <p:spPr>
          <a:xfrm>
            <a:off x="1364649" y="46507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33B268-65CB-CBE2-6CA2-04DAAC22693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40807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51E292-5976-3563-2A5F-BD9E058AAF37}"/>
              </a:ext>
            </a:extLst>
          </p:cNvPr>
          <p:cNvSpPr txBox="1"/>
          <p:nvPr/>
        </p:nvSpPr>
        <p:spPr>
          <a:xfrm>
            <a:off x="556834" y="46903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63E7C-410C-E394-60B5-4E7B500F3AAE}"/>
              </a:ext>
            </a:extLst>
          </p:cNvPr>
          <p:cNvSpPr/>
          <p:nvPr/>
        </p:nvSpPr>
        <p:spPr>
          <a:xfrm>
            <a:off x="2379385" y="54671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FA7523-3363-0E1D-FA3C-66177039A4C7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2410031" y="4080712"/>
            <a:ext cx="385523" cy="1386407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3D246C-1C83-E12F-C0F1-DC92A22BDF2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780818" y="51431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00429-4310-DB21-2E6C-0124FEB37B6F}"/>
                  </a:ext>
                </a:extLst>
              </p:cNvPr>
              <p:cNvSpPr txBox="1"/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00429-4310-DB21-2E6C-0124FEB37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2DCADD-582A-D599-CD4A-8E12473E573D}"/>
                  </a:ext>
                </a:extLst>
              </p:cNvPr>
              <p:cNvSpPr txBox="1"/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2DCADD-582A-D599-CD4A-8E12473E5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5BF5C7F8-AB42-6D7E-5913-C19F17B682E9}"/>
              </a:ext>
            </a:extLst>
          </p:cNvPr>
          <p:cNvSpPr/>
          <p:nvPr/>
        </p:nvSpPr>
        <p:spPr>
          <a:xfrm>
            <a:off x="1990133" y="136357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0DD5CA-80CA-36C5-0E3C-96489B640A3A}"/>
              </a:ext>
            </a:extLst>
          </p:cNvPr>
          <p:cNvCxnSpPr>
            <a:cxnSpLocks/>
            <a:stCxn id="46" idx="2"/>
            <a:endCxn id="2" idx="0"/>
          </p:cNvCxnSpPr>
          <p:nvPr/>
        </p:nvCxnSpPr>
        <p:spPr>
          <a:xfrm>
            <a:off x="2406302" y="1855948"/>
            <a:ext cx="0" cy="59902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DFA236-B4D7-B2F6-9593-1FDFAEE65147}"/>
              </a:ext>
            </a:extLst>
          </p:cNvPr>
          <p:cNvSpPr txBox="1"/>
          <p:nvPr/>
        </p:nvSpPr>
        <p:spPr>
          <a:xfrm>
            <a:off x="4751088" y="95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Producer</a:t>
            </a:r>
            <a:r>
              <a:rPr lang="zh-CN" altLang="en-US" sz="1800" dirty="0"/>
              <a:t> </a:t>
            </a:r>
            <a:r>
              <a:rPr lang="en-US" altLang="zh-CN" sz="1800" dirty="0"/>
              <a:t>BB:</a:t>
            </a:r>
            <a:r>
              <a:rPr lang="zh-CN" altLang="en-US" sz="1800" dirty="0"/>
              <a:t> </a:t>
            </a:r>
            <a:r>
              <a:rPr lang="en-US" altLang="zh-CN" sz="1800" dirty="0"/>
              <a:t>^BB1;</a:t>
            </a:r>
            <a:r>
              <a:rPr lang="en-US" altLang="zh-CN" dirty="0"/>
              <a:t>	Consumer</a:t>
            </a:r>
            <a:r>
              <a:rPr lang="zh-CN" altLang="en-US" dirty="0"/>
              <a:t> </a:t>
            </a:r>
            <a:r>
              <a:rPr lang="en-US" altLang="zh-CN" dirty="0"/>
              <a:t>BB:</a:t>
            </a:r>
            <a:r>
              <a:rPr lang="zh-CN" altLang="en-US" dirty="0"/>
              <a:t> </a:t>
            </a:r>
            <a:r>
              <a:rPr lang="en-US" altLang="zh-CN" dirty="0"/>
              <a:t>^BB3;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8D194FBF-9FAC-9BD5-DCD1-D5FF40DAABFF}"/>
              </a:ext>
            </a:extLst>
          </p:cNvPr>
          <p:cNvSpPr/>
          <p:nvPr/>
        </p:nvSpPr>
        <p:spPr>
          <a:xfrm>
            <a:off x="5620742" y="2933324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ABD6A9-1E39-20F7-8404-A96429C846C8}"/>
              </a:ext>
            </a:extLst>
          </p:cNvPr>
          <p:cNvCxnSpPr>
            <a:cxnSpLocks/>
          </p:cNvCxnSpPr>
          <p:nvPr/>
        </p:nvCxnSpPr>
        <p:spPr>
          <a:xfrm>
            <a:off x="6254536" y="2675443"/>
            <a:ext cx="0" cy="2697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0EABA0-47C9-7E16-E11D-DEB597BEF87D}"/>
              </a:ext>
            </a:extLst>
          </p:cNvPr>
          <p:cNvCxnSpPr>
            <a:cxnSpLocks/>
          </p:cNvCxnSpPr>
          <p:nvPr/>
        </p:nvCxnSpPr>
        <p:spPr>
          <a:xfrm>
            <a:off x="6605417" y="3194673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41ED30-F937-DC65-61E3-141465FAF680}"/>
              </a:ext>
            </a:extLst>
          </p:cNvPr>
          <p:cNvCxnSpPr>
            <a:cxnSpLocks/>
          </p:cNvCxnSpPr>
          <p:nvPr/>
        </p:nvCxnSpPr>
        <p:spPr>
          <a:xfrm>
            <a:off x="5966453" y="3215326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4152D7-46B2-B6E5-1C11-8D6694BAD092}"/>
              </a:ext>
            </a:extLst>
          </p:cNvPr>
          <p:cNvCxnSpPr>
            <a:cxnSpLocks/>
          </p:cNvCxnSpPr>
          <p:nvPr/>
        </p:nvCxnSpPr>
        <p:spPr>
          <a:xfrm>
            <a:off x="5890253" y="3494489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18D996-E8B0-A47C-F70E-8BD9A5F291AE}"/>
              </a:ext>
            </a:extLst>
          </p:cNvPr>
          <p:cNvCxnSpPr>
            <a:cxnSpLocks/>
          </p:cNvCxnSpPr>
          <p:nvPr/>
        </p:nvCxnSpPr>
        <p:spPr>
          <a:xfrm flipH="1">
            <a:off x="6846725" y="3051297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37D81D-BBAE-33C0-8F7C-3A2B6C02577C}"/>
                  </a:ext>
                </a:extLst>
              </p:cNvPr>
              <p:cNvSpPr txBox="1"/>
              <p:nvPr/>
            </p:nvSpPr>
            <p:spPr>
              <a:xfrm>
                <a:off x="7072188" y="2833231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37D81D-BBAE-33C0-8F7C-3A2B6C025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188" y="2833231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 t="-10000" r="-15385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rapezoid 21">
            <a:extLst>
              <a:ext uri="{FF2B5EF4-FFF2-40B4-BE49-F238E27FC236}">
                <a16:creationId xmlns:a16="http://schemas.microsoft.com/office/drawing/2014/main" id="{EB1D2A75-DBAC-04E2-64B2-F8A98065BB63}"/>
              </a:ext>
            </a:extLst>
          </p:cNvPr>
          <p:cNvSpPr/>
          <p:nvPr/>
        </p:nvSpPr>
        <p:spPr>
          <a:xfrm>
            <a:off x="5918352" y="3744312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00D161-263B-0F97-0BDF-095611C7622B}"/>
              </a:ext>
            </a:extLst>
          </p:cNvPr>
          <p:cNvCxnSpPr>
            <a:cxnSpLocks/>
          </p:cNvCxnSpPr>
          <p:nvPr/>
        </p:nvCxnSpPr>
        <p:spPr>
          <a:xfrm>
            <a:off x="6903027" y="4005661"/>
            <a:ext cx="0" cy="5758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C2CB4A-6B7C-25C6-C893-9B2362965994}"/>
              </a:ext>
            </a:extLst>
          </p:cNvPr>
          <p:cNvCxnSpPr>
            <a:cxnSpLocks/>
          </p:cNvCxnSpPr>
          <p:nvPr/>
        </p:nvCxnSpPr>
        <p:spPr>
          <a:xfrm>
            <a:off x="6264063" y="4026314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7F2D01-B8B8-1FF6-3D1B-7A74838E813C}"/>
              </a:ext>
            </a:extLst>
          </p:cNvPr>
          <p:cNvCxnSpPr>
            <a:cxnSpLocks/>
          </p:cNvCxnSpPr>
          <p:nvPr/>
        </p:nvCxnSpPr>
        <p:spPr>
          <a:xfrm>
            <a:off x="6187863" y="4305477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EDAB68-3CE4-E9C3-204D-8267A6842495}"/>
              </a:ext>
            </a:extLst>
          </p:cNvPr>
          <p:cNvCxnSpPr>
            <a:cxnSpLocks/>
          </p:cNvCxnSpPr>
          <p:nvPr/>
        </p:nvCxnSpPr>
        <p:spPr>
          <a:xfrm flipH="1">
            <a:off x="7144335" y="3862285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A06600-3A61-5D00-E457-EEA2CF1CA199}"/>
                  </a:ext>
                </a:extLst>
              </p:cNvPr>
              <p:cNvSpPr txBox="1"/>
              <p:nvPr/>
            </p:nvSpPr>
            <p:spPr>
              <a:xfrm>
                <a:off x="7369798" y="3656251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A06600-3A61-5D00-E457-EEA2CF1C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798" y="3656251"/>
                <a:ext cx="482824" cy="369909"/>
              </a:xfrm>
              <a:prstGeom prst="rect">
                <a:avLst/>
              </a:prstGeom>
              <a:blipFill>
                <a:blip r:embed="rId8"/>
                <a:stretch>
                  <a:fillRect t="-10345" r="-15385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AF337E-F8FA-71ED-2E88-C98D9FE9C44A}"/>
                  </a:ext>
                </a:extLst>
              </p:cNvPr>
              <p:cNvSpPr txBox="1"/>
              <p:nvPr/>
            </p:nvSpPr>
            <p:spPr>
              <a:xfrm>
                <a:off x="5699105" y="2306110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AF337E-F8FA-71ED-2E88-C98D9FE9C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105" y="2306110"/>
                <a:ext cx="11572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279135-03D1-96BD-413A-B3CCF665ABC8}"/>
                  </a:ext>
                </a:extLst>
              </p:cNvPr>
              <p:cNvSpPr txBox="1"/>
              <p:nvPr/>
            </p:nvSpPr>
            <p:spPr>
              <a:xfrm>
                <a:off x="6324383" y="4508428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279135-03D1-96BD-413A-B3CCF665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383" y="4508428"/>
                <a:ext cx="1157288" cy="369332"/>
              </a:xfrm>
              <a:prstGeom prst="rect">
                <a:avLst/>
              </a:prstGeom>
              <a:blipFill>
                <a:blip r:embed="rId10"/>
                <a:stretch>
                  <a:fillRect r="-54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4617101E-121D-F613-9197-4B49E54D1AEB}"/>
              </a:ext>
            </a:extLst>
          </p:cNvPr>
          <p:cNvSpPr/>
          <p:nvPr/>
        </p:nvSpPr>
        <p:spPr>
          <a:xfrm>
            <a:off x="4932218" y="2134040"/>
            <a:ext cx="2920404" cy="1407322"/>
          </a:xfrm>
          <a:prstGeom prst="rect">
            <a:avLst/>
          </a:prstGeom>
          <a:solidFill>
            <a:schemeClr val="bg1">
              <a:alpha val="5811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7336701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Project Milestones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A89F3CB-CB45-C5C2-A6BA-0F654246CE0A}"/>
              </a:ext>
            </a:extLst>
          </p:cNvPr>
          <p:cNvGrpSpPr/>
          <p:nvPr/>
        </p:nvGrpSpPr>
        <p:grpSpPr>
          <a:xfrm>
            <a:off x="623770" y="3723054"/>
            <a:ext cx="4388099" cy="2531154"/>
            <a:chOff x="3157220" y="3194397"/>
            <a:chExt cx="5551598" cy="3202280"/>
          </a:xfrm>
        </p:grpSpPr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F06BCC29-72D5-358F-F761-C747496C1C0C}"/>
                </a:ext>
              </a:extLst>
            </p:cNvPr>
            <p:cNvSpPr/>
            <p:nvPr/>
          </p:nvSpPr>
          <p:spPr>
            <a:xfrm>
              <a:off x="3157220" y="5144168"/>
              <a:ext cx="1606058" cy="445434"/>
            </a:xfrm>
            <a:prstGeom prst="trapezoid">
              <a:avLst>
                <a:gd name="adj" fmla="val 75005"/>
              </a:avLst>
            </a:prstGeom>
            <a:solidFill>
              <a:srgbClr val="FFC000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CondBr</a:t>
              </a:r>
              <a:endParaRPr lang="en-CN" sz="16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8A90C6E-FD9A-9865-C5E8-0873E6367776}"/>
                </a:ext>
              </a:extLst>
            </p:cNvPr>
            <p:cNvCxnSpPr>
              <a:cxnSpLocks/>
            </p:cNvCxnSpPr>
            <p:nvPr/>
          </p:nvCxnSpPr>
          <p:spPr>
            <a:xfrm>
              <a:off x="5825381" y="5049066"/>
              <a:ext cx="0" cy="30650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80F6F70-1A3C-A941-43E6-5DFBE5C63B8C}"/>
                </a:ext>
              </a:extLst>
            </p:cNvPr>
            <p:cNvCxnSpPr>
              <a:cxnSpLocks/>
            </p:cNvCxnSpPr>
            <p:nvPr/>
          </p:nvCxnSpPr>
          <p:spPr>
            <a:xfrm>
              <a:off x="4601395" y="5366885"/>
              <a:ext cx="123948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0C8AB95-F81A-A677-27BF-A7EBEDFCAEA8}"/>
                </a:ext>
              </a:extLst>
            </p:cNvPr>
            <p:cNvCxnSpPr>
              <a:cxnSpLocks/>
            </p:cNvCxnSpPr>
            <p:nvPr/>
          </p:nvCxnSpPr>
          <p:spPr>
            <a:xfrm>
              <a:off x="4477909" y="5584040"/>
              <a:ext cx="0" cy="54777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FA7B1D9-D14F-A902-B6F1-9B9F5025AD02}"/>
                    </a:ext>
                  </a:extLst>
                </p:cNvPr>
                <p:cNvSpPr txBox="1"/>
                <p:nvPr/>
              </p:nvSpPr>
              <p:spPr>
                <a:xfrm>
                  <a:off x="3770046" y="6046245"/>
                  <a:ext cx="1417923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FA7B1D9-D14F-A902-B6F1-9B9F5025A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046" y="6046245"/>
                  <a:ext cx="1417923" cy="350445"/>
                </a:xfrm>
                <a:prstGeom prst="rect">
                  <a:avLst/>
                </a:prstGeom>
                <a:blipFill>
                  <a:blip r:embed="rId3"/>
                  <a:stretch>
                    <a:fillRect l="-3371" r="-337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FFFB418-F888-975A-C21D-AAA22FB31600}"/>
                </a:ext>
              </a:extLst>
            </p:cNvPr>
            <p:cNvCxnSpPr>
              <a:cxnSpLocks/>
            </p:cNvCxnSpPr>
            <p:nvPr/>
          </p:nvCxnSpPr>
          <p:spPr>
            <a:xfrm>
              <a:off x="3446446" y="5584040"/>
              <a:ext cx="0" cy="54777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B792450-8E90-AEC6-69F8-1ECA1BA4D80E}"/>
                </a:ext>
              </a:extLst>
            </p:cNvPr>
            <p:cNvCxnSpPr>
              <a:cxnSpLocks/>
            </p:cNvCxnSpPr>
            <p:nvPr/>
          </p:nvCxnSpPr>
          <p:spPr>
            <a:xfrm>
              <a:off x="3370246" y="6131810"/>
              <a:ext cx="1524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B118C6-DF5A-D4D8-7BFA-334E3EFF13E6}"/>
                </a:ext>
              </a:extLst>
            </p:cNvPr>
            <p:cNvSpPr/>
            <p:nvPr/>
          </p:nvSpPr>
          <p:spPr>
            <a:xfrm>
              <a:off x="5154259" y="4529882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37A6117-7C3E-0FAC-E09D-43ED69F9A32E}"/>
                </a:ext>
              </a:extLst>
            </p:cNvPr>
            <p:cNvGrpSpPr/>
            <p:nvPr/>
          </p:nvGrpSpPr>
          <p:grpSpPr>
            <a:xfrm>
              <a:off x="5497386" y="4212758"/>
              <a:ext cx="598449" cy="307777"/>
              <a:chOff x="1550604" y="3020176"/>
              <a:chExt cx="598449" cy="434647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FEB426B-642B-44A6-BC5A-907D00A62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CB98D27-FB36-0181-05FF-732C0541CD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B06C786-2E49-48D8-6131-67B3D22D7A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9745" y="4784721"/>
              <a:ext cx="96399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2B1EB7D-7118-1EE9-AAEA-0B3FD0B68FB4}"/>
                    </a:ext>
                  </a:extLst>
                </p:cNvPr>
                <p:cNvSpPr txBox="1"/>
                <p:nvPr/>
              </p:nvSpPr>
              <p:spPr>
                <a:xfrm>
                  <a:off x="5968396" y="3864256"/>
                  <a:ext cx="243364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2B1EB7D-7118-1EE9-AAEA-0B3FD0B68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396" y="3864256"/>
                  <a:ext cx="243364" cy="350445"/>
                </a:xfrm>
                <a:prstGeom prst="rect">
                  <a:avLst/>
                </a:prstGeom>
                <a:blipFill>
                  <a:blip r:embed="rId4"/>
                  <a:stretch>
                    <a:fillRect l="-25000" r="-1875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822AA83-0F18-0C46-E02B-0327CE9EF2F8}"/>
                    </a:ext>
                  </a:extLst>
                </p:cNvPr>
                <p:cNvSpPr txBox="1"/>
                <p:nvPr/>
              </p:nvSpPr>
              <p:spPr>
                <a:xfrm>
                  <a:off x="5302934" y="3864256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822AA83-0F18-0C46-E02B-0327CE9EF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934" y="3864256"/>
                  <a:ext cx="377215" cy="350445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E94446A-0612-BE22-93B6-40D8F0047EA5}"/>
                </a:ext>
              </a:extLst>
            </p:cNvPr>
            <p:cNvSpPr txBox="1"/>
            <p:nvPr/>
          </p:nvSpPr>
          <p:spPr>
            <a:xfrm>
              <a:off x="5191662" y="4215068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422216-48C1-1D17-31B8-6439C9D827DC}"/>
                </a:ext>
              </a:extLst>
            </p:cNvPr>
            <p:cNvSpPr txBox="1"/>
            <p:nvPr/>
          </p:nvSpPr>
          <p:spPr>
            <a:xfrm>
              <a:off x="5808189" y="4232596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F273F0F-09F2-73B0-9CBE-31842D7FEEE3}"/>
                </a:ext>
              </a:extLst>
            </p:cNvPr>
            <p:cNvSpPr/>
            <p:nvPr/>
          </p:nvSpPr>
          <p:spPr>
            <a:xfrm>
              <a:off x="6755996" y="3860029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5682FC2-6798-8868-CF58-986BDC6008A4}"/>
                </a:ext>
              </a:extLst>
            </p:cNvPr>
            <p:cNvGrpSpPr/>
            <p:nvPr/>
          </p:nvGrpSpPr>
          <p:grpSpPr>
            <a:xfrm>
              <a:off x="7099123" y="3542905"/>
              <a:ext cx="598449" cy="307777"/>
              <a:chOff x="1550604" y="3020176"/>
              <a:chExt cx="598449" cy="434647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6F532691-3FBF-9345-B7B1-55AE27E7C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6C9E201-E61F-DD56-6C89-9D14B7B322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13BCFE5-70BB-313C-0B61-2543362D27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1482" y="4114868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31433EA-606B-5774-3BD1-44DFF2AA833A}"/>
                    </a:ext>
                  </a:extLst>
                </p:cNvPr>
                <p:cNvSpPr txBox="1"/>
                <p:nvPr/>
              </p:nvSpPr>
              <p:spPr>
                <a:xfrm>
                  <a:off x="8331600" y="3883180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31433EA-606B-5774-3BD1-44DFF2AA8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600" y="3883180"/>
                  <a:ext cx="377215" cy="350445"/>
                </a:xfrm>
                <a:prstGeom prst="rect">
                  <a:avLst/>
                </a:prstGeom>
                <a:blipFill>
                  <a:blip r:embed="rId6"/>
                  <a:stretch>
                    <a:fillRect l="-16667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36B00CB-73F2-92FE-788B-4E66369333FB}"/>
                    </a:ext>
                  </a:extLst>
                </p:cNvPr>
                <p:cNvSpPr txBox="1"/>
                <p:nvPr/>
              </p:nvSpPr>
              <p:spPr>
                <a:xfrm>
                  <a:off x="7503227" y="3194403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36B00CB-73F2-92FE-788B-4E6636933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227" y="3194403"/>
                  <a:ext cx="377215" cy="350445"/>
                </a:xfrm>
                <a:prstGeom prst="rect">
                  <a:avLst/>
                </a:prstGeom>
                <a:blipFill>
                  <a:blip r:embed="rId7"/>
                  <a:stretch>
                    <a:fillRect l="-16000" r="-12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2A208FF-4432-FF2F-4D13-E44403ED08C8}"/>
                    </a:ext>
                  </a:extLst>
                </p:cNvPr>
                <p:cNvSpPr txBox="1"/>
                <p:nvPr/>
              </p:nvSpPr>
              <p:spPr>
                <a:xfrm>
                  <a:off x="6971577" y="3194403"/>
                  <a:ext cx="243364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2A208FF-4432-FF2F-4D13-E44403ED0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1577" y="3194403"/>
                  <a:ext cx="243364" cy="350445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985845-A2BD-1AFC-F2FC-47F6C58F4C6F}"/>
                </a:ext>
              </a:extLst>
            </p:cNvPr>
            <p:cNvSpPr txBox="1"/>
            <p:nvPr/>
          </p:nvSpPr>
          <p:spPr>
            <a:xfrm>
              <a:off x="6810929" y="3562745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9A88B37-0F8C-A028-834A-44D70FD83E2E}"/>
                </a:ext>
              </a:extLst>
            </p:cNvPr>
            <p:cNvSpPr txBox="1"/>
            <p:nvPr/>
          </p:nvSpPr>
          <p:spPr>
            <a:xfrm>
              <a:off x="7392399" y="3562745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1DDD2CF-D15A-C610-DD9E-BFEFFF9FAF3E}"/>
                </a:ext>
              </a:extLst>
            </p:cNvPr>
            <p:cNvCxnSpPr>
              <a:cxnSpLocks/>
            </p:cNvCxnSpPr>
            <p:nvPr/>
          </p:nvCxnSpPr>
          <p:spPr>
            <a:xfrm>
              <a:off x="7393739" y="4385749"/>
              <a:ext cx="0" cy="41501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17F7E4B-2FCF-7CEA-EE84-1250A17AD1AF}"/>
                </a:ext>
              </a:extLst>
            </p:cNvPr>
            <p:cNvCxnSpPr>
              <a:cxnSpLocks/>
            </p:cNvCxnSpPr>
            <p:nvPr/>
          </p:nvCxnSpPr>
          <p:spPr>
            <a:xfrm>
              <a:off x="3956195" y="4784721"/>
              <a:ext cx="0" cy="35262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8EDF4CB-38F9-F286-9898-01901D0B44C4}"/>
                    </a:ext>
                  </a:extLst>
                </p:cNvPr>
                <p:cNvSpPr txBox="1"/>
                <p:nvPr/>
              </p:nvSpPr>
              <p:spPr>
                <a:xfrm>
                  <a:off x="3263619" y="4393841"/>
                  <a:ext cx="1316521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8EDF4CB-38F9-F286-9898-01901D0B4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619" y="4393841"/>
                  <a:ext cx="1316521" cy="350445"/>
                </a:xfrm>
                <a:prstGeom prst="rect">
                  <a:avLst/>
                </a:prstGeom>
                <a:blipFill>
                  <a:blip r:embed="rId9"/>
                  <a:stretch>
                    <a:fillRect l="-4819" r="-4819" b="-1304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35B4067-3A69-1392-7BE1-9A2134A790E8}"/>
              </a:ext>
            </a:extLst>
          </p:cNvPr>
          <p:cNvGrpSpPr/>
          <p:nvPr/>
        </p:nvGrpSpPr>
        <p:grpSpPr>
          <a:xfrm>
            <a:off x="731837" y="849614"/>
            <a:ext cx="3521231" cy="2647354"/>
            <a:chOff x="731837" y="1438414"/>
            <a:chExt cx="3521231" cy="2647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4B7E240-B1DA-8819-3443-7FF190A886BD}"/>
                </a:ext>
              </a:extLst>
            </p:cNvPr>
            <p:cNvSpPr/>
            <p:nvPr/>
          </p:nvSpPr>
          <p:spPr>
            <a:xfrm>
              <a:off x="2296390" y="2622433"/>
              <a:ext cx="991423" cy="3961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8D71E3C-D47D-155E-D2E7-20C3D769BAD6}"/>
                </a:ext>
              </a:extLst>
            </p:cNvPr>
            <p:cNvGrpSpPr/>
            <p:nvPr/>
          </p:nvGrpSpPr>
          <p:grpSpPr>
            <a:xfrm>
              <a:off x="2563100" y="2375935"/>
              <a:ext cx="465169" cy="239232"/>
              <a:chOff x="1550604" y="3020176"/>
              <a:chExt cx="598449" cy="434647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23FE4BE-57A8-471A-BE26-25A94A5298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A8E490C6-2C97-CB9F-F4AD-4064E87942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414644D-F546-F1AB-9241-0B732CD5A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813" y="2820516"/>
              <a:ext cx="24020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B301233-67D6-2FD9-C87C-8E283BFF5169}"/>
                    </a:ext>
                  </a:extLst>
                </p:cNvPr>
                <p:cNvSpPr txBox="1"/>
                <p:nvPr/>
              </p:nvSpPr>
              <p:spPr>
                <a:xfrm>
                  <a:off x="3521092" y="2640426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B301233-67D6-2FD9-C87C-8E283BFF51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1092" y="2640426"/>
                  <a:ext cx="236264" cy="219145"/>
                </a:xfrm>
                <a:prstGeom prst="rect">
                  <a:avLst/>
                </a:prstGeom>
                <a:blipFill>
                  <a:blip r:embed="rId10"/>
                  <a:stretch>
                    <a:fillRect l="-36842" r="-47368" b="-4210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BC027EE-AD3D-B96C-90AF-893705B7EC9F}"/>
                    </a:ext>
                  </a:extLst>
                </p:cNvPr>
                <p:cNvSpPr txBox="1"/>
                <p:nvPr/>
              </p:nvSpPr>
              <p:spPr>
                <a:xfrm>
                  <a:off x="2411954" y="2105049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BC027EE-AD3D-B96C-90AF-893705B7E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954" y="2105049"/>
                  <a:ext cx="236264" cy="219145"/>
                </a:xfrm>
                <a:prstGeom prst="rect">
                  <a:avLst/>
                </a:prstGeom>
                <a:blipFill>
                  <a:blip r:embed="rId11"/>
                  <a:stretch>
                    <a:fillRect l="-36842" r="-4210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D6998A-E5D4-A357-6DA9-D550080FFE4E}"/>
                </a:ext>
              </a:extLst>
            </p:cNvPr>
            <p:cNvSpPr/>
            <p:nvPr/>
          </p:nvSpPr>
          <p:spPr>
            <a:xfrm>
              <a:off x="2792102" y="1960895"/>
              <a:ext cx="991423" cy="3961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21C026E-4B74-F136-BEEC-5AB647B1D8CE}"/>
                </a:ext>
              </a:extLst>
            </p:cNvPr>
            <p:cNvGrpSpPr/>
            <p:nvPr/>
          </p:nvGrpSpPr>
          <p:grpSpPr>
            <a:xfrm>
              <a:off x="3058811" y="1714397"/>
              <a:ext cx="465169" cy="239232"/>
              <a:chOff x="1550604" y="3020176"/>
              <a:chExt cx="598449" cy="43464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724ECBF-7F73-DC4A-8030-B8A42998E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72F10458-7180-CBAD-BF4F-4EB6E3ED1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221E1BA-3D33-6E42-215F-4D9BE51CA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3525" y="2158979"/>
              <a:ext cx="24020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8BD8CAA-5CF3-414F-C958-793415CC3262}"/>
                    </a:ext>
                  </a:extLst>
                </p:cNvPr>
                <p:cNvSpPr txBox="1"/>
                <p:nvPr/>
              </p:nvSpPr>
              <p:spPr>
                <a:xfrm>
                  <a:off x="4016804" y="1978888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8BD8CAA-5CF3-414F-C958-793415CC3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6804" y="1978888"/>
                  <a:ext cx="236264" cy="219145"/>
                </a:xfrm>
                <a:prstGeom prst="rect">
                  <a:avLst/>
                </a:prstGeom>
                <a:blipFill>
                  <a:blip r:embed="rId12"/>
                  <a:stretch>
                    <a:fillRect l="-35000" r="-40000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7198962-6C07-3872-7CB8-D6CC02BAE926}"/>
                    </a:ext>
                  </a:extLst>
                </p:cNvPr>
                <p:cNvSpPr txBox="1"/>
                <p:nvPr/>
              </p:nvSpPr>
              <p:spPr>
                <a:xfrm>
                  <a:off x="3424922" y="1438414"/>
                  <a:ext cx="151802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7198962-6C07-3872-7CB8-D6CC02BAE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4922" y="1438414"/>
                  <a:ext cx="151802" cy="219145"/>
                </a:xfrm>
                <a:prstGeom prst="rect">
                  <a:avLst/>
                </a:prstGeom>
                <a:blipFill>
                  <a:blip r:embed="rId13"/>
                  <a:stretch>
                    <a:fillRect l="-46154" r="-46154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5ECBFC8-AB95-58B0-9091-24B5FD51AFE1}"/>
                    </a:ext>
                  </a:extLst>
                </p:cNvPr>
                <p:cNvSpPr txBox="1"/>
                <p:nvPr/>
              </p:nvSpPr>
              <p:spPr>
                <a:xfrm>
                  <a:off x="2907665" y="1443511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5ECBFC8-AB95-58B0-9091-24B5FD51A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665" y="1443511"/>
                  <a:ext cx="236264" cy="219145"/>
                </a:xfrm>
                <a:prstGeom prst="rect">
                  <a:avLst/>
                </a:prstGeom>
                <a:blipFill>
                  <a:blip r:embed="rId14"/>
                  <a:stretch>
                    <a:fillRect l="-30000" r="-40000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9FC2D550-D33C-4538-A694-3259B47D49B3}"/>
                </a:ext>
              </a:extLst>
            </p:cNvPr>
            <p:cNvSpPr/>
            <p:nvPr/>
          </p:nvSpPr>
          <p:spPr>
            <a:xfrm>
              <a:off x="731837" y="3107595"/>
              <a:ext cx="1248373" cy="346232"/>
            </a:xfrm>
            <a:prstGeom prst="trapezoid">
              <a:avLst>
                <a:gd name="adj" fmla="val 75005"/>
              </a:avLst>
            </a:prstGeom>
            <a:solidFill>
              <a:srgbClr val="FFC000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CondBr</a:t>
              </a:r>
              <a:endParaRPr lang="en-CN" sz="16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26E8BAF-7172-1E63-C4AB-91FF82DF1382}"/>
                </a:ext>
              </a:extLst>
            </p:cNvPr>
            <p:cNvCxnSpPr>
              <a:cxnSpLocks/>
            </p:cNvCxnSpPr>
            <p:nvPr/>
          </p:nvCxnSpPr>
          <p:spPr>
            <a:xfrm>
              <a:off x="2805773" y="3033674"/>
              <a:ext cx="0" cy="23824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9F647CF-44F2-8AA4-E559-3DC2376ECC84}"/>
                </a:ext>
              </a:extLst>
            </p:cNvPr>
            <p:cNvCxnSpPr>
              <a:cxnSpLocks/>
            </p:cNvCxnSpPr>
            <p:nvPr/>
          </p:nvCxnSpPr>
          <p:spPr>
            <a:xfrm>
              <a:off x="1854380" y="3280711"/>
              <a:ext cx="96343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F96F63D-2849-D955-2850-28CA64A3644F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>
              <a:off x="1356024" y="2820516"/>
              <a:ext cx="0" cy="287079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220DD8A-5F35-4322-A511-A01364BB5208}"/>
                    </a:ext>
                  </a:extLst>
                </p:cNvPr>
                <p:cNvSpPr txBox="1"/>
                <p:nvPr/>
              </p:nvSpPr>
              <p:spPr>
                <a:xfrm>
                  <a:off x="846792" y="2534063"/>
                  <a:ext cx="1040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220DD8A-5F35-4322-A511-A01364BB5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792" y="2534063"/>
                  <a:ext cx="104060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4819" r="-4819" b="-1304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60FDFD8-D451-D2F0-D4E5-369CE5927235}"/>
                </a:ext>
              </a:extLst>
            </p:cNvPr>
            <p:cNvCxnSpPr>
              <a:cxnSpLocks/>
            </p:cNvCxnSpPr>
            <p:nvPr/>
          </p:nvCxnSpPr>
          <p:spPr>
            <a:xfrm>
              <a:off x="1758396" y="3449504"/>
              <a:ext cx="0" cy="425776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7F126D1-E836-DBB2-21E3-6089F2610219}"/>
                    </a:ext>
                  </a:extLst>
                </p:cNvPr>
                <p:cNvSpPr txBox="1"/>
                <p:nvPr/>
              </p:nvSpPr>
              <p:spPr>
                <a:xfrm>
                  <a:off x="1208180" y="3808769"/>
                  <a:ext cx="11207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7F126D1-E836-DBB2-21E3-6089F2610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180" y="3808769"/>
                  <a:ext cx="112075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4494" r="-337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2A5CF8-6F35-F77E-29D0-DB2DD14E6378}"/>
                </a:ext>
              </a:extLst>
            </p:cNvPr>
            <p:cNvCxnSpPr>
              <a:cxnSpLocks/>
            </p:cNvCxnSpPr>
            <p:nvPr/>
          </p:nvCxnSpPr>
          <p:spPr>
            <a:xfrm>
              <a:off x="956650" y="3449504"/>
              <a:ext cx="0" cy="425776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5544310-F59A-266B-1E14-B16CF231503F}"/>
                </a:ext>
              </a:extLst>
            </p:cNvPr>
            <p:cNvCxnSpPr>
              <a:cxnSpLocks/>
            </p:cNvCxnSpPr>
            <p:nvPr/>
          </p:nvCxnSpPr>
          <p:spPr>
            <a:xfrm>
              <a:off x="897420" y="3875280"/>
              <a:ext cx="11845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6B747C6-126D-BEEC-8867-0017D0029100}"/>
                </a:ext>
              </a:extLst>
            </p:cNvPr>
            <p:cNvSpPr txBox="1"/>
            <p:nvPr/>
          </p:nvSpPr>
          <p:spPr>
            <a:xfrm>
              <a:off x="2314776" y="239581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76767F6-9A29-281B-F845-5F8B470CC4B8}"/>
                </a:ext>
              </a:extLst>
            </p:cNvPr>
            <p:cNvSpPr txBox="1"/>
            <p:nvPr/>
          </p:nvSpPr>
          <p:spPr>
            <a:xfrm>
              <a:off x="2802092" y="2409670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63247D8-396F-D635-6C36-2EDEE92869E5}"/>
                </a:ext>
              </a:extLst>
            </p:cNvPr>
            <p:cNvSpPr txBox="1"/>
            <p:nvPr/>
          </p:nvSpPr>
          <p:spPr>
            <a:xfrm>
              <a:off x="2817819" y="1714396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B558C93-54B8-3E65-BB0E-C10B35CB2648}"/>
                </a:ext>
              </a:extLst>
            </p:cNvPr>
            <p:cNvSpPr txBox="1"/>
            <p:nvPr/>
          </p:nvSpPr>
          <p:spPr>
            <a:xfrm>
              <a:off x="3277425" y="1714396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035B9EA-FFDA-E5F7-7AFC-362F07ACD049}"/>
              </a:ext>
            </a:extLst>
          </p:cNvPr>
          <p:cNvSpPr txBox="1"/>
          <p:nvPr/>
        </p:nvSpPr>
        <p:spPr>
          <a:xfrm>
            <a:off x="484908" y="98367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Previous</a:t>
            </a:r>
            <a:endParaRPr lang="en-CN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4274BA-596B-5268-0040-EEE79DC0ED69}"/>
              </a:ext>
            </a:extLst>
          </p:cNvPr>
          <p:cNvSpPr txBox="1"/>
          <p:nvPr/>
        </p:nvSpPr>
        <p:spPr>
          <a:xfrm>
            <a:off x="554177" y="386541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Now</a:t>
            </a:r>
            <a:endParaRPr lang="en-CN" b="1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B29DE80-2936-2BE5-A572-2C081DF099A6}"/>
              </a:ext>
            </a:extLst>
          </p:cNvPr>
          <p:cNvCxnSpPr/>
          <p:nvPr/>
        </p:nvCxnSpPr>
        <p:spPr>
          <a:xfrm>
            <a:off x="304800" y="3626069"/>
            <a:ext cx="470706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A652-ABB7-83A1-182C-2003819B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412B2-2A22-0BB3-B0B7-C69413BF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Project Milestones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BC9962-1768-C260-B691-086316F9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820230-D811-1893-1273-1C17BAD9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550B38A-30CF-6058-4595-298633A55D14}"/>
              </a:ext>
            </a:extLst>
          </p:cNvPr>
          <p:cNvGrpSpPr/>
          <p:nvPr/>
        </p:nvGrpSpPr>
        <p:grpSpPr>
          <a:xfrm>
            <a:off x="623770" y="3723054"/>
            <a:ext cx="4388098" cy="2531155"/>
            <a:chOff x="3157220" y="3194403"/>
            <a:chExt cx="5551595" cy="3202287"/>
          </a:xfrm>
        </p:grpSpPr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50D0D09F-02CC-5E8C-EC51-6876A1931FAE}"/>
                </a:ext>
              </a:extLst>
            </p:cNvPr>
            <p:cNvSpPr/>
            <p:nvPr/>
          </p:nvSpPr>
          <p:spPr>
            <a:xfrm>
              <a:off x="3157220" y="5144168"/>
              <a:ext cx="1606058" cy="445434"/>
            </a:xfrm>
            <a:prstGeom prst="trapezoid">
              <a:avLst>
                <a:gd name="adj" fmla="val 75005"/>
              </a:avLst>
            </a:prstGeom>
            <a:solidFill>
              <a:srgbClr val="FFC000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CondBr</a:t>
              </a:r>
              <a:endParaRPr lang="en-CN" sz="16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9D8F437-BB55-59DF-95B9-B4C32A3D6BB0}"/>
                </a:ext>
              </a:extLst>
            </p:cNvPr>
            <p:cNvCxnSpPr>
              <a:cxnSpLocks/>
            </p:cNvCxnSpPr>
            <p:nvPr/>
          </p:nvCxnSpPr>
          <p:spPr>
            <a:xfrm>
              <a:off x="5825381" y="5049066"/>
              <a:ext cx="0" cy="30650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830D9F7-4598-7D9C-7C5F-AD4DBC823E60}"/>
                </a:ext>
              </a:extLst>
            </p:cNvPr>
            <p:cNvCxnSpPr>
              <a:cxnSpLocks/>
            </p:cNvCxnSpPr>
            <p:nvPr/>
          </p:nvCxnSpPr>
          <p:spPr>
            <a:xfrm>
              <a:off x="4601395" y="5366885"/>
              <a:ext cx="123948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464CC6-28C9-46C0-25F5-C44E223FE9DF}"/>
                </a:ext>
              </a:extLst>
            </p:cNvPr>
            <p:cNvCxnSpPr>
              <a:cxnSpLocks/>
            </p:cNvCxnSpPr>
            <p:nvPr/>
          </p:nvCxnSpPr>
          <p:spPr>
            <a:xfrm>
              <a:off x="4477909" y="5584040"/>
              <a:ext cx="0" cy="54777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47752D9-3FB5-0C99-2E42-03B36AA159CD}"/>
                    </a:ext>
                  </a:extLst>
                </p:cNvPr>
                <p:cNvSpPr txBox="1"/>
                <p:nvPr/>
              </p:nvSpPr>
              <p:spPr>
                <a:xfrm>
                  <a:off x="3770046" y="6046245"/>
                  <a:ext cx="1417923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47752D9-3FB5-0C99-2E42-03B36AA15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046" y="6046245"/>
                  <a:ext cx="1417923" cy="350445"/>
                </a:xfrm>
                <a:prstGeom prst="rect">
                  <a:avLst/>
                </a:prstGeom>
                <a:blipFill>
                  <a:blip r:embed="rId3"/>
                  <a:stretch>
                    <a:fillRect l="-3371" r="-337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C479F54-FD2A-70C7-F828-AE05C92A36B5}"/>
                </a:ext>
              </a:extLst>
            </p:cNvPr>
            <p:cNvCxnSpPr>
              <a:cxnSpLocks/>
            </p:cNvCxnSpPr>
            <p:nvPr/>
          </p:nvCxnSpPr>
          <p:spPr>
            <a:xfrm>
              <a:off x="3446446" y="5584040"/>
              <a:ext cx="0" cy="54777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0EB0235-9CC0-A99A-86CA-9DEB4C5AE97B}"/>
                </a:ext>
              </a:extLst>
            </p:cNvPr>
            <p:cNvCxnSpPr>
              <a:cxnSpLocks/>
            </p:cNvCxnSpPr>
            <p:nvPr/>
          </p:nvCxnSpPr>
          <p:spPr>
            <a:xfrm>
              <a:off x="3370246" y="6131810"/>
              <a:ext cx="1524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7B3D43-A6AD-E69C-3809-C05061B58576}"/>
                </a:ext>
              </a:extLst>
            </p:cNvPr>
            <p:cNvSpPr/>
            <p:nvPr/>
          </p:nvSpPr>
          <p:spPr>
            <a:xfrm>
              <a:off x="5154259" y="4529882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F9F0E98-2A00-8FF2-770B-64F0AE83B05D}"/>
                </a:ext>
              </a:extLst>
            </p:cNvPr>
            <p:cNvGrpSpPr/>
            <p:nvPr/>
          </p:nvGrpSpPr>
          <p:grpSpPr>
            <a:xfrm>
              <a:off x="5497386" y="4212758"/>
              <a:ext cx="598449" cy="307777"/>
              <a:chOff x="1550604" y="3020176"/>
              <a:chExt cx="598449" cy="434647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A4E5D41-DB5A-ED21-7437-E89454EA1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C289DE-3635-976F-035F-E46F40540C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F2C92E6-47EB-58E6-0441-B94AC9C5B7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9745" y="4784721"/>
              <a:ext cx="96399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228DA2-7469-24D0-BC6A-73ED21A46E6C}"/>
                    </a:ext>
                  </a:extLst>
                </p:cNvPr>
                <p:cNvSpPr txBox="1"/>
                <p:nvPr/>
              </p:nvSpPr>
              <p:spPr>
                <a:xfrm>
                  <a:off x="5968396" y="3864256"/>
                  <a:ext cx="243364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228DA2-7469-24D0-BC6A-73ED21A46E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396" y="3864256"/>
                  <a:ext cx="243364" cy="350445"/>
                </a:xfrm>
                <a:prstGeom prst="rect">
                  <a:avLst/>
                </a:prstGeom>
                <a:blipFill>
                  <a:blip r:embed="rId4"/>
                  <a:stretch>
                    <a:fillRect l="-25000" r="-1875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C0B2A4C-C01B-B740-37D0-A5BFA48BBE17}"/>
                    </a:ext>
                  </a:extLst>
                </p:cNvPr>
                <p:cNvSpPr txBox="1"/>
                <p:nvPr/>
              </p:nvSpPr>
              <p:spPr>
                <a:xfrm>
                  <a:off x="5302934" y="3864256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C0B2A4C-C01B-B740-37D0-A5BFA48BB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934" y="3864256"/>
                  <a:ext cx="377215" cy="350445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F90DB6-8BB9-1A39-AA98-A6B15058AD05}"/>
                </a:ext>
              </a:extLst>
            </p:cNvPr>
            <p:cNvSpPr txBox="1"/>
            <p:nvPr/>
          </p:nvSpPr>
          <p:spPr>
            <a:xfrm>
              <a:off x="5191662" y="4215068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B3165B9-B306-F51F-DEC3-43D4A5836ACE}"/>
                </a:ext>
              </a:extLst>
            </p:cNvPr>
            <p:cNvSpPr txBox="1"/>
            <p:nvPr/>
          </p:nvSpPr>
          <p:spPr>
            <a:xfrm>
              <a:off x="5808189" y="4232596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4040CEE-C2D8-9C6A-C528-578D89F5BA28}"/>
                </a:ext>
              </a:extLst>
            </p:cNvPr>
            <p:cNvSpPr/>
            <p:nvPr/>
          </p:nvSpPr>
          <p:spPr>
            <a:xfrm>
              <a:off x="6755996" y="3860029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F5C8030-5CDF-B083-800F-514EFEC1FC0B}"/>
                </a:ext>
              </a:extLst>
            </p:cNvPr>
            <p:cNvGrpSpPr/>
            <p:nvPr/>
          </p:nvGrpSpPr>
          <p:grpSpPr>
            <a:xfrm>
              <a:off x="7099123" y="3542905"/>
              <a:ext cx="598449" cy="307777"/>
              <a:chOff x="1550604" y="3020176"/>
              <a:chExt cx="598449" cy="434647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D87DA2B8-BFEB-FDC1-C49C-B63336249E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69E7030-FDF4-6026-5B15-CA47838F7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3309BA6-93E2-DC99-308D-B2191669DB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1482" y="4114868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F840E00-67A2-7587-A683-2039C9D57B83}"/>
                    </a:ext>
                  </a:extLst>
                </p:cNvPr>
                <p:cNvSpPr txBox="1"/>
                <p:nvPr/>
              </p:nvSpPr>
              <p:spPr>
                <a:xfrm>
                  <a:off x="8331600" y="3883180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F840E00-67A2-7587-A683-2039C9D57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600" y="3883180"/>
                  <a:ext cx="377215" cy="350445"/>
                </a:xfrm>
                <a:prstGeom prst="rect">
                  <a:avLst/>
                </a:prstGeom>
                <a:blipFill>
                  <a:blip r:embed="rId6"/>
                  <a:stretch>
                    <a:fillRect l="-16667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6D49B96-307D-D997-A60A-7B03F6EF9580}"/>
                    </a:ext>
                  </a:extLst>
                </p:cNvPr>
                <p:cNvSpPr txBox="1"/>
                <p:nvPr/>
              </p:nvSpPr>
              <p:spPr>
                <a:xfrm>
                  <a:off x="7503227" y="3194403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6D49B96-307D-D997-A60A-7B03F6EF9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227" y="3194403"/>
                  <a:ext cx="377215" cy="350445"/>
                </a:xfrm>
                <a:prstGeom prst="rect">
                  <a:avLst/>
                </a:prstGeom>
                <a:blipFill>
                  <a:blip r:embed="rId7"/>
                  <a:stretch>
                    <a:fillRect l="-16000" r="-12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F1AA12B-7BFF-0137-D3EF-EFF165F02FC4}"/>
                    </a:ext>
                  </a:extLst>
                </p:cNvPr>
                <p:cNvSpPr txBox="1"/>
                <p:nvPr/>
              </p:nvSpPr>
              <p:spPr>
                <a:xfrm>
                  <a:off x="6971577" y="3194403"/>
                  <a:ext cx="243364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F1AA12B-7BFF-0137-D3EF-EFF165F02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1577" y="3194403"/>
                  <a:ext cx="243364" cy="350445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E93F809-28F3-5ACB-BDEF-D744E4850A75}"/>
                </a:ext>
              </a:extLst>
            </p:cNvPr>
            <p:cNvSpPr txBox="1"/>
            <p:nvPr/>
          </p:nvSpPr>
          <p:spPr>
            <a:xfrm>
              <a:off x="6810929" y="3562745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73E45D-7192-AB2A-2BD9-6D97F3FB9061}"/>
                </a:ext>
              </a:extLst>
            </p:cNvPr>
            <p:cNvSpPr txBox="1"/>
            <p:nvPr/>
          </p:nvSpPr>
          <p:spPr>
            <a:xfrm>
              <a:off x="7392399" y="3562745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843EE6C-C18D-0C34-0BB8-8D5CB7C4BE77}"/>
                </a:ext>
              </a:extLst>
            </p:cNvPr>
            <p:cNvCxnSpPr>
              <a:cxnSpLocks/>
            </p:cNvCxnSpPr>
            <p:nvPr/>
          </p:nvCxnSpPr>
          <p:spPr>
            <a:xfrm>
              <a:off x="7393739" y="4385749"/>
              <a:ext cx="0" cy="41501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3A1AAD3-7E46-F3B0-0680-F31DCBF868C7}"/>
                </a:ext>
              </a:extLst>
            </p:cNvPr>
            <p:cNvCxnSpPr>
              <a:cxnSpLocks/>
            </p:cNvCxnSpPr>
            <p:nvPr/>
          </p:nvCxnSpPr>
          <p:spPr>
            <a:xfrm>
              <a:off x="3956195" y="4784721"/>
              <a:ext cx="0" cy="35262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079580A-DB1E-4A4D-1885-E73168C88D8E}"/>
                    </a:ext>
                  </a:extLst>
                </p:cNvPr>
                <p:cNvSpPr txBox="1"/>
                <p:nvPr/>
              </p:nvSpPr>
              <p:spPr>
                <a:xfrm>
                  <a:off x="3263619" y="4393841"/>
                  <a:ext cx="1316521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079580A-DB1E-4A4D-1885-E73168C88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619" y="4393841"/>
                  <a:ext cx="1316521" cy="350445"/>
                </a:xfrm>
                <a:prstGeom prst="rect">
                  <a:avLst/>
                </a:prstGeom>
                <a:blipFill>
                  <a:blip r:embed="rId9"/>
                  <a:stretch>
                    <a:fillRect l="-4819" r="-4819" b="-1304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07F1C1A-D0C9-7B3D-BEE0-C3177DDA714C}"/>
              </a:ext>
            </a:extLst>
          </p:cNvPr>
          <p:cNvGrpSpPr/>
          <p:nvPr/>
        </p:nvGrpSpPr>
        <p:grpSpPr>
          <a:xfrm>
            <a:off x="731837" y="849614"/>
            <a:ext cx="3521231" cy="2647354"/>
            <a:chOff x="731837" y="1438414"/>
            <a:chExt cx="3521231" cy="2647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2F138E-27A7-DDB8-40C0-F24CEAF4DEE9}"/>
                </a:ext>
              </a:extLst>
            </p:cNvPr>
            <p:cNvSpPr/>
            <p:nvPr/>
          </p:nvSpPr>
          <p:spPr>
            <a:xfrm>
              <a:off x="2296390" y="2622433"/>
              <a:ext cx="991423" cy="3961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A0B0307-D97A-D8A8-6D68-E243B9F02F22}"/>
                </a:ext>
              </a:extLst>
            </p:cNvPr>
            <p:cNvGrpSpPr/>
            <p:nvPr/>
          </p:nvGrpSpPr>
          <p:grpSpPr>
            <a:xfrm>
              <a:off x="2563100" y="2375935"/>
              <a:ext cx="465169" cy="239232"/>
              <a:chOff x="1550604" y="3020176"/>
              <a:chExt cx="598449" cy="434647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BBCCA93-1DAD-7FEE-6F9C-E619AEE8C1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C4F6223-641E-94EA-3619-D1F9A57984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210C89-4595-0439-2DD4-64DCA8BAE9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813" y="2820516"/>
              <a:ext cx="24020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01D4A63-4102-F35C-AA3B-B9567B0E7B10}"/>
                    </a:ext>
                  </a:extLst>
                </p:cNvPr>
                <p:cNvSpPr txBox="1"/>
                <p:nvPr/>
              </p:nvSpPr>
              <p:spPr>
                <a:xfrm>
                  <a:off x="3521092" y="2640426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01D4A63-4102-F35C-AA3B-B9567B0E7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1092" y="2640426"/>
                  <a:ext cx="236264" cy="219145"/>
                </a:xfrm>
                <a:prstGeom prst="rect">
                  <a:avLst/>
                </a:prstGeom>
                <a:blipFill>
                  <a:blip r:embed="rId10"/>
                  <a:stretch>
                    <a:fillRect l="-36842" r="-47368" b="-4210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D874AB2-6AD5-F17E-758B-B2A72F376D16}"/>
                    </a:ext>
                  </a:extLst>
                </p:cNvPr>
                <p:cNvSpPr txBox="1"/>
                <p:nvPr/>
              </p:nvSpPr>
              <p:spPr>
                <a:xfrm>
                  <a:off x="2411954" y="2105049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D874AB2-6AD5-F17E-758B-B2A72F376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954" y="2105049"/>
                  <a:ext cx="236264" cy="219145"/>
                </a:xfrm>
                <a:prstGeom prst="rect">
                  <a:avLst/>
                </a:prstGeom>
                <a:blipFill>
                  <a:blip r:embed="rId11"/>
                  <a:stretch>
                    <a:fillRect l="-36842" r="-4210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282754-FB92-115F-C3D0-37807DC8E906}"/>
                </a:ext>
              </a:extLst>
            </p:cNvPr>
            <p:cNvSpPr/>
            <p:nvPr/>
          </p:nvSpPr>
          <p:spPr>
            <a:xfrm>
              <a:off x="2792102" y="1960895"/>
              <a:ext cx="991423" cy="3961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29D04C-7B37-E685-4D7C-98B7D20FF585}"/>
                </a:ext>
              </a:extLst>
            </p:cNvPr>
            <p:cNvGrpSpPr/>
            <p:nvPr/>
          </p:nvGrpSpPr>
          <p:grpSpPr>
            <a:xfrm>
              <a:off x="3058811" y="1714397"/>
              <a:ext cx="465169" cy="239232"/>
              <a:chOff x="1550604" y="3020176"/>
              <a:chExt cx="598449" cy="43464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113C5FE-6346-BEBE-5693-BC78E04A2C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C79B187-16F6-CF8C-6191-673B09497C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24E8D0-6C53-CDFB-5417-BB353A7277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3525" y="2158979"/>
              <a:ext cx="24020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1559811-C7BA-3AF7-3131-9CBD60FA24C5}"/>
                    </a:ext>
                  </a:extLst>
                </p:cNvPr>
                <p:cNvSpPr txBox="1"/>
                <p:nvPr/>
              </p:nvSpPr>
              <p:spPr>
                <a:xfrm>
                  <a:off x="4016804" y="1978888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1559811-C7BA-3AF7-3131-9CBD60FA2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6804" y="1978888"/>
                  <a:ext cx="236264" cy="219145"/>
                </a:xfrm>
                <a:prstGeom prst="rect">
                  <a:avLst/>
                </a:prstGeom>
                <a:blipFill>
                  <a:blip r:embed="rId12"/>
                  <a:stretch>
                    <a:fillRect l="-35000" r="-40000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119BE99-882F-0620-E4A3-DE256ECC0A91}"/>
                    </a:ext>
                  </a:extLst>
                </p:cNvPr>
                <p:cNvSpPr txBox="1"/>
                <p:nvPr/>
              </p:nvSpPr>
              <p:spPr>
                <a:xfrm>
                  <a:off x="3424922" y="1438414"/>
                  <a:ext cx="151802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119BE99-882F-0620-E4A3-DE256ECC0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4922" y="1438414"/>
                  <a:ext cx="151802" cy="219145"/>
                </a:xfrm>
                <a:prstGeom prst="rect">
                  <a:avLst/>
                </a:prstGeom>
                <a:blipFill>
                  <a:blip r:embed="rId13"/>
                  <a:stretch>
                    <a:fillRect l="-46154" r="-46154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E9D724A-4C96-D99A-AEA6-3C19E1D7A95B}"/>
                    </a:ext>
                  </a:extLst>
                </p:cNvPr>
                <p:cNvSpPr txBox="1"/>
                <p:nvPr/>
              </p:nvSpPr>
              <p:spPr>
                <a:xfrm>
                  <a:off x="2907665" y="1443511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E9D724A-4C96-D99A-AEA6-3C19E1D7A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665" y="1443511"/>
                  <a:ext cx="236264" cy="219145"/>
                </a:xfrm>
                <a:prstGeom prst="rect">
                  <a:avLst/>
                </a:prstGeom>
                <a:blipFill>
                  <a:blip r:embed="rId14"/>
                  <a:stretch>
                    <a:fillRect l="-30000" r="-40000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E1D85B62-8E0D-E35C-A1E0-D5683ACB7315}"/>
                </a:ext>
              </a:extLst>
            </p:cNvPr>
            <p:cNvSpPr/>
            <p:nvPr/>
          </p:nvSpPr>
          <p:spPr>
            <a:xfrm>
              <a:off x="731837" y="3107595"/>
              <a:ext cx="1248373" cy="346232"/>
            </a:xfrm>
            <a:prstGeom prst="trapezoid">
              <a:avLst>
                <a:gd name="adj" fmla="val 75005"/>
              </a:avLst>
            </a:prstGeom>
            <a:solidFill>
              <a:srgbClr val="FFC000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CondBr</a:t>
              </a:r>
              <a:endParaRPr lang="en-CN" sz="16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1FEE08E-9D2A-93BC-60C5-545BB143EBF1}"/>
                </a:ext>
              </a:extLst>
            </p:cNvPr>
            <p:cNvCxnSpPr>
              <a:cxnSpLocks/>
            </p:cNvCxnSpPr>
            <p:nvPr/>
          </p:nvCxnSpPr>
          <p:spPr>
            <a:xfrm>
              <a:off x="2805773" y="3033674"/>
              <a:ext cx="0" cy="23824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9FCF7DD-28A1-5CF7-0122-53E3B7235B2B}"/>
                </a:ext>
              </a:extLst>
            </p:cNvPr>
            <p:cNvCxnSpPr>
              <a:cxnSpLocks/>
            </p:cNvCxnSpPr>
            <p:nvPr/>
          </p:nvCxnSpPr>
          <p:spPr>
            <a:xfrm>
              <a:off x="1854380" y="3280711"/>
              <a:ext cx="96343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C6803A9-C0BF-180A-361B-F203632D605B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>
              <a:off x="1356024" y="2820516"/>
              <a:ext cx="0" cy="287079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286C5A-B404-4B33-F6AA-CE82DD8F2E30}"/>
                    </a:ext>
                  </a:extLst>
                </p:cNvPr>
                <p:cNvSpPr txBox="1"/>
                <p:nvPr/>
              </p:nvSpPr>
              <p:spPr>
                <a:xfrm>
                  <a:off x="846792" y="2534063"/>
                  <a:ext cx="1040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286C5A-B404-4B33-F6AA-CE82DD8F2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792" y="2534063"/>
                  <a:ext cx="104060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4819" r="-4819" b="-1304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03AF4BF-123F-904E-2263-66AA37077CE2}"/>
                </a:ext>
              </a:extLst>
            </p:cNvPr>
            <p:cNvCxnSpPr>
              <a:cxnSpLocks/>
            </p:cNvCxnSpPr>
            <p:nvPr/>
          </p:nvCxnSpPr>
          <p:spPr>
            <a:xfrm>
              <a:off x="1758396" y="3449504"/>
              <a:ext cx="0" cy="425776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651BF36-D3BF-A246-D744-82B7CAC80AF5}"/>
                    </a:ext>
                  </a:extLst>
                </p:cNvPr>
                <p:cNvSpPr txBox="1"/>
                <p:nvPr/>
              </p:nvSpPr>
              <p:spPr>
                <a:xfrm>
                  <a:off x="1208180" y="3808769"/>
                  <a:ext cx="11207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651BF36-D3BF-A246-D744-82B7CAC80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180" y="3808769"/>
                  <a:ext cx="112075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4494" r="-337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F7FD9FD-516C-FAC1-6ED6-7A7047BCC403}"/>
                </a:ext>
              </a:extLst>
            </p:cNvPr>
            <p:cNvCxnSpPr>
              <a:cxnSpLocks/>
            </p:cNvCxnSpPr>
            <p:nvPr/>
          </p:nvCxnSpPr>
          <p:spPr>
            <a:xfrm>
              <a:off x="956650" y="3449504"/>
              <a:ext cx="0" cy="425776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A6EFB49-4080-DCE0-852C-9E219F89A8A4}"/>
                </a:ext>
              </a:extLst>
            </p:cNvPr>
            <p:cNvCxnSpPr>
              <a:cxnSpLocks/>
            </p:cNvCxnSpPr>
            <p:nvPr/>
          </p:nvCxnSpPr>
          <p:spPr>
            <a:xfrm>
              <a:off x="897420" y="3875280"/>
              <a:ext cx="11845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24EF16C-9CA4-049B-CC2F-62141AF384C7}"/>
                </a:ext>
              </a:extLst>
            </p:cNvPr>
            <p:cNvSpPr txBox="1"/>
            <p:nvPr/>
          </p:nvSpPr>
          <p:spPr>
            <a:xfrm>
              <a:off x="2314776" y="239581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40F484B-837B-BF03-E89B-70BC46898892}"/>
                </a:ext>
              </a:extLst>
            </p:cNvPr>
            <p:cNvSpPr txBox="1"/>
            <p:nvPr/>
          </p:nvSpPr>
          <p:spPr>
            <a:xfrm>
              <a:off x="2802092" y="2409670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4CD144F-7F0E-4247-2175-92A7B9A56AA6}"/>
                </a:ext>
              </a:extLst>
            </p:cNvPr>
            <p:cNvSpPr txBox="1"/>
            <p:nvPr/>
          </p:nvSpPr>
          <p:spPr>
            <a:xfrm>
              <a:off x="2817819" y="1714396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E491822-2439-0FEF-732E-52004A9B7C0E}"/>
                </a:ext>
              </a:extLst>
            </p:cNvPr>
            <p:cNvSpPr txBox="1"/>
            <p:nvPr/>
          </p:nvSpPr>
          <p:spPr>
            <a:xfrm>
              <a:off x="3277425" y="1714396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" name="Trapezoid 2">
            <a:extLst>
              <a:ext uri="{FF2B5EF4-FFF2-40B4-BE49-F238E27FC236}">
                <a16:creationId xmlns:a16="http://schemas.microsoft.com/office/drawing/2014/main" id="{2EBB5E88-5C95-CA82-FF53-01BC179B716E}"/>
              </a:ext>
            </a:extLst>
          </p:cNvPr>
          <p:cNvSpPr/>
          <p:nvPr/>
        </p:nvSpPr>
        <p:spPr>
          <a:xfrm>
            <a:off x="5595005" y="1598921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524862-45E8-1DC8-6F41-D8182D36BAB0}"/>
              </a:ext>
            </a:extLst>
          </p:cNvPr>
          <p:cNvCxnSpPr>
            <a:cxnSpLocks/>
          </p:cNvCxnSpPr>
          <p:nvPr/>
        </p:nvCxnSpPr>
        <p:spPr>
          <a:xfrm>
            <a:off x="6228799" y="1341040"/>
            <a:ext cx="0" cy="2697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DF4165-6A33-993C-0F0A-5E87EE92CA1B}"/>
              </a:ext>
            </a:extLst>
          </p:cNvPr>
          <p:cNvCxnSpPr>
            <a:cxnSpLocks/>
          </p:cNvCxnSpPr>
          <p:nvPr/>
        </p:nvCxnSpPr>
        <p:spPr>
          <a:xfrm>
            <a:off x="6579680" y="1860270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512805-96B7-D79A-FFDA-0870087C7E94}"/>
              </a:ext>
            </a:extLst>
          </p:cNvPr>
          <p:cNvCxnSpPr>
            <a:cxnSpLocks/>
          </p:cNvCxnSpPr>
          <p:nvPr/>
        </p:nvCxnSpPr>
        <p:spPr>
          <a:xfrm>
            <a:off x="5940716" y="1880923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BAA4080-4B52-6A79-3516-15CFEE2435DC}"/>
              </a:ext>
            </a:extLst>
          </p:cNvPr>
          <p:cNvCxnSpPr>
            <a:cxnSpLocks/>
          </p:cNvCxnSpPr>
          <p:nvPr/>
        </p:nvCxnSpPr>
        <p:spPr>
          <a:xfrm>
            <a:off x="5864516" y="2160086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090749E-8F17-0A28-AB3B-3491B79C880D}"/>
              </a:ext>
            </a:extLst>
          </p:cNvPr>
          <p:cNvCxnSpPr>
            <a:cxnSpLocks/>
          </p:cNvCxnSpPr>
          <p:nvPr/>
        </p:nvCxnSpPr>
        <p:spPr>
          <a:xfrm flipH="1">
            <a:off x="6820988" y="1716894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8FAC076-F333-7A42-E055-7B4F65DD1F71}"/>
                  </a:ext>
                </a:extLst>
              </p:cNvPr>
              <p:cNvSpPr txBox="1"/>
              <p:nvPr/>
            </p:nvSpPr>
            <p:spPr>
              <a:xfrm>
                <a:off x="7046451" y="1498828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8FAC076-F333-7A42-E055-7B4F65DD1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451" y="1498828"/>
                <a:ext cx="482824" cy="369909"/>
              </a:xfrm>
              <a:prstGeom prst="rect">
                <a:avLst/>
              </a:prstGeom>
              <a:blipFill>
                <a:blip r:embed="rId17"/>
                <a:stretch>
                  <a:fillRect t="-10000" r="-1794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rapezoid 72">
            <a:extLst>
              <a:ext uri="{FF2B5EF4-FFF2-40B4-BE49-F238E27FC236}">
                <a16:creationId xmlns:a16="http://schemas.microsoft.com/office/drawing/2014/main" id="{D65A4FDC-CED3-7822-9C81-53A26897CE51}"/>
              </a:ext>
            </a:extLst>
          </p:cNvPr>
          <p:cNvSpPr/>
          <p:nvPr/>
        </p:nvSpPr>
        <p:spPr>
          <a:xfrm>
            <a:off x="5892615" y="2409909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6B874DD-2BF9-3ED2-8CC2-F2B20A51447A}"/>
              </a:ext>
            </a:extLst>
          </p:cNvPr>
          <p:cNvCxnSpPr>
            <a:cxnSpLocks/>
          </p:cNvCxnSpPr>
          <p:nvPr/>
        </p:nvCxnSpPr>
        <p:spPr>
          <a:xfrm>
            <a:off x="6877290" y="2671258"/>
            <a:ext cx="0" cy="5758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AF2A82E-9F76-32E3-3580-AA914FC61994}"/>
              </a:ext>
            </a:extLst>
          </p:cNvPr>
          <p:cNvCxnSpPr>
            <a:cxnSpLocks/>
          </p:cNvCxnSpPr>
          <p:nvPr/>
        </p:nvCxnSpPr>
        <p:spPr>
          <a:xfrm>
            <a:off x="6238326" y="2691911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3C66FCC-59DC-10A4-2E7A-3450105732F0}"/>
              </a:ext>
            </a:extLst>
          </p:cNvPr>
          <p:cNvCxnSpPr>
            <a:cxnSpLocks/>
          </p:cNvCxnSpPr>
          <p:nvPr/>
        </p:nvCxnSpPr>
        <p:spPr>
          <a:xfrm>
            <a:off x="6162126" y="2971074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E8D3813-4E48-FB1C-2A41-9A344B844FAE}"/>
              </a:ext>
            </a:extLst>
          </p:cNvPr>
          <p:cNvCxnSpPr>
            <a:cxnSpLocks/>
          </p:cNvCxnSpPr>
          <p:nvPr/>
        </p:nvCxnSpPr>
        <p:spPr>
          <a:xfrm flipH="1">
            <a:off x="7118598" y="2527882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F28464C-ADB8-8E30-6AEE-8B303B99F2B4}"/>
                  </a:ext>
                </a:extLst>
              </p:cNvPr>
              <p:cNvSpPr txBox="1"/>
              <p:nvPr/>
            </p:nvSpPr>
            <p:spPr>
              <a:xfrm>
                <a:off x="7344061" y="2321848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F28464C-ADB8-8E30-6AEE-8B303B99F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061" y="2321848"/>
                <a:ext cx="482824" cy="369909"/>
              </a:xfrm>
              <a:prstGeom prst="rect">
                <a:avLst/>
              </a:prstGeom>
              <a:blipFill>
                <a:blip r:embed="rId18"/>
                <a:stretch>
                  <a:fillRect t="-6452" r="-15385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5E38714-A61A-0C31-3D74-43103DE21347}"/>
                  </a:ext>
                </a:extLst>
              </p:cNvPr>
              <p:cNvSpPr txBox="1"/>
              <p:nvPr/>
            </p:nvSpPr>
            <p:spPr>
              <a:xfrm>
                <a:off x="5673368" y="971707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5E38714-A61A-0C31-3D74-43103DE21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368" y="971707"/>
                <a:ext cx="115728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E827906-34D8-3553-CB05-B602273C9909}"/>
                  </a:ext>
                </a:extLst>
              </p:cNvPr>
              <p:cNvSpPr txBox="1"/>
              <p:nvPr/>
            </p:nvSpPr>
            <p:spPr>
              <a:xfrm>
                <a:off x="6298646" y="3174025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E827906-34D8-3553-CB05-B602273C9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646" y="3174025"/>
                <a:ext cx="1157288" cy="369332"/>
              </a:xfrm>
              <a:prstGeom prst="rect">
                <a:avLst/>
              </a:prstGeom>
              <a:blipFill>
                <a:blip r:embed="rId20"/>
                <a:stretch>
                  <a:fillRect r="-430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>
            <a:extLst>
              <a:ext uri="{FF2B5EF4-FFF2-40B4-BE49-F238E27FC236}">
                <a16:creationId xmlns:a16="http://schemas.microsoft.com/office/drawing/2014/main" id="{13FAA1E7-80A2-3B2A-122A-F273A166069A}"/>
              </a:ext>
            </a:extLst>
          </p:cNvPr>
          <p:cNvSpPr/>
          <p:nvPr/>
        </p:nvSpPr>
        <p:spPr>
          <a:xfrm>
            <a:off x="204901" y="724295"/>
            <a:ext cx="4857270" cy="5690355"/>
          </a:xfrm>
          <a:prstGeom prst="rect">
            <a:avLst/>
          </a:prstGeom>
          <a:solidFill>
            <a:schemeClr val="bg1">
              <a:alpha val="8236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FBF820-6593-1208-90D5-A66F14395BED}"/>
              </a:ext>
            </a:extLst>
          </p:cNvPr>
          <p:cNvSpPr txBox="1"/>
          <p:nvPr/>
        </p:nvSpPr>
        <p:spPr>
          <a:xfrm>
            <a:off x="484908" y="98367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Previous</a:t>
            </a:r>
            <a:endParaRPr lang="en-CN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70448C-DD87-74D7-C521-95F6D2EE0018}"/>
              </a:ext>
            </a:extLst>
          </p:cNvPr>
          <p:cNvSpPr txBox="1"/>
          <p:nvPr/>
        </p:nvSpPr>
        <p:spPr>
          <a:xfrm>
            <a:off x="554177" y="386541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Now</a:t>
            </a:r>
            <a:endParaRPr lang="en-CN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2ABCBE4-3913-2861-7617-08D85272D8FE}"/>
              </a:ext>
            </a:extLst>
          </p:cNvPr>
          <p:cNvCxnSpPr>
            <a:cxnSpLocks/>
          </p:cNvCxnSpPr>
          <p:nvPr/>
        </p:nvCxnSpPr>
        <p:spPr>
          <a:xfrm>
            <a:off x="6203032" y="4415182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rapezoid 90">
            <a:extLst>
              <a:ext uri="{FF2B5EF4-FFF2-40B4-BE49-F238E27FC236}">
                <a16:creationId xmlns:a16="http://schemas.microsoft.com/office/drawing/2014/main" id="{DB9743ED-BB7E-F3D7-53FF-49607765D579}"/>
              </a:ext>
            </a:extLst>
          </p:cNvPr>
          <p:cNvSpPr/>
          <p:nvPr/>
        </p:nvSpPr>
        <p:spPr>
          <a:xfrm>
            <a:off x="5515967" y="4964821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108F87E-36C5-83BC-5F61-60E18D5A04F3}"/>
              </a:ext>
            </a:extLst>
          </p:cNvPr>
          <p:cNvCxnSpPr>
            <a:cxnSpLocks/>
          </p:cNvCxnSpPr>
          <p:nvPr/>
        </p:nvCxnSpPr>
        <p:spPr>
          <a:xfrm>
            <a:off x="6500642" y="5226170"/>
            <a:ext cx="0" cy="5758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5E3B129-0B28-03B6-299C-CC8C0ACEDB55}"/>
              </a:ext>
            </a:extLst>
          </p:cNvPr>
          <p:cNvCxnSpPr>
            <a:cxnSpLocks/>
          </p:cNvCxnSpPr>
          <p:nvPr/>
        </p:nvCxnSpPr>
        <p:spPr>
          <a:xfrm>
            <a:off x="5861678" y="5246823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A895BC8-F706-E183-DD08-FD207616AE87}"/>
              </a:ext>
            </a:extLst>
          </p:cNvPr>
          <p:cNvCxnSpPr>
            <a:cxnSpLocks/>
          </p:cNvCxnSpPr>
          <p:nvPr/>
        </p:nvCxnSpPr>
        <p:spPr>
          <a:xfrm>
            <a:off x="5785478" y="5525986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ED8E61-E321-B80D-2B12-88219676C86C}"/>
              </a:ext>
            </a:extLst>
          </p:cNvPr>
          <p:cNvCxnSpPr>
            <a:cxnSpLocks/>
          </p:cNvCxnSpPr>
          <p:nvPr/>
        </p:nvCxnSpPr>
        <p:spPr>
          <a:xfrm flipH="1">
            <a:off x="6741950" y="5082794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A53BEB8-2EF0-4F7E-DA01-07D0A3669D74}"/>
                  </a:ext>
                </a:extLst>
              </p:cNvPr>
              <p:cNvSpPr txBox="1"/>
              <p:nvPr/>
            </p:nvSpPr>
            <p:spPr>
              <a:xfrm>
                <a:off x="6967413" y="4876760"/>
                <a:ext cx="1226618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A53BEB8-2EF0-4F7E-DA01-07D0A3669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13" y="4876760"/>
                <a:ext cx="1226618" cy="369909"/>
              </a:xfrm>
              <a:prstGeom prst="rect">
                <a:avLst/>
              </a:prstGeom>
              <a:blipFill>
                <a:blip r:embed="rId21"/>
                <a:stretch>
                  <a:fillRect t="-6667" r="-6122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BE96F0C-3D5D-7731-F88B-F051BDF9C046}"/>
                  </a:ext>
                </a:extLst>
              </p:cNvPr>
              <p:cNvSpPr txBox="1"/>
              <p:nvPr/>
            </p:nvSpPr>
            <p:spPr>
              <a:xfrm>
                <a:off x="5629614" y="4086082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BE96F0C-3D5D-7731-F88B-F051BDF9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614" y="4086082"/>
                <a:ext cx="11572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05CCFCB-F6E3-AC6B-C84F-E235C93C2064}"/>
                  </a:ext>
                </a:extLst>
              </p:cNvPr>
              <p:cNvSpPr txBox="1"/>
              <p:nvPr/>
            </p:nvSpPr>
            <p:spPr>
              <a:xfrm>
                <a:off x="5921998" y="5728937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05CCFCB-F6E3-AC6B-C84F-E235C93C2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998" y="5728937"/>
                <a:ext cx="1157288" cy="369332"/>
              </a:xfrm>
              <a:prstGeom prst="rect">
                <a:avLst/>
              </a:prstGeom>
              <a:blipFill>
                <a:blip r:embed="rId23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81AC4A-B8CD-9091-4972-68F4458D4716}"/>
              </a:ext>
            </a:extLst>
          </p:cNvPr>
          <p:cNvCxnSpPr>
            <a:cxnSpLocks/>
          </p:cNvCxnSpPr>
          <p:nvPr/>
        </p:nvCxnSpPr>
        <p:spPr>
          <a:xfrm>
            <a:off x="304800" y="3626069"/>
            <a:ext cx="802178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483609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95E7-BE30-FF20-43B3-70927776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3309E-D0AA-7366-041E-7BD60DB7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Project Milestones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F4616E-584D-753B-FE67-27DAE2FF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7BD0D1-D035-11B1-2BE2-4B0C74EA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7A6292C-0AB5-B94B-FBCE-B97302E513E2}"/>
              </a:ext>
            </a:extLst>
          </p:cNvPr>
          <p:cNvGrpSpPr/>
          <p:nvPr/>
        </p:nvGrpSpPr>
        <p:grpSpPr>
          <a:xfrm>
            <a:off x="623770" y="3723054"/>
            <a:ext cx="4388098" cy="2531155"/>
            <a:chOff x="3157220" y="3194403"/>
            <a:chExt cx="5551595" cy="3202287"/>
          </a:xfrm>
        </p:grpSpPr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4FE98845-4530-074E-4182-89F447D3B324}"/>
                </a:ext>
              </a:extLst>
            </p:cNvPr>
            <p:cNvSpPr/>
            <p:nvPr/>
          </p:nvSpPr>
          <p:spPr>
            <a:xfrm>
              <a:off x="3157220" y="5144168"/>
              <a:ext cx="1606058" cy="445434"/>
            </a:xfrm>
            <a:prstGeom prst="trapezoid">
              <a:avLst>
                <a:gd name="adj" fmla="val 75005"/>
              </a:avLst>
            </a:prstGeom>
            <a:solidFill>
              <a:srgbClr val="FFC000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CondBr</a:t>
              </a:r>
              <a:endParaRPr lang="en-CN" sz="16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B15B3BE-7D51-4257-7D68-81156883DEE4}"/>
                </a:ext>
              </a:extLst>
            </p:cNvPr>
            <p:cNvCxnSpPr>
              <a:cxnSpLocks/>
            </p:cNvCxnSpPr>
            <p:nvPr/>
          </p:nvCxnSpPr>
          <p:spPr>
            <a:xfrm>
              <a:off x="5825381" y="5049066"/>
              <a:ext cx="0" cy="30650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0579C06-5CB5-555E-F3F5-A87D83A4C13B}"/>
                </a:ext>
              </a:extLst>
            </p:cNvPr>
            <p:cNvCxnSpPr>
              <a:cxnSpLocks/>
            </p:cNvCxnSpPr>
            <p:nvPr/>
          </p:nvCxnSpPr>
          <p:spPr>
            <a:xfrm>
              <a:off x="4601395" y="5366885"/>
              <a:ext cx="123948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C6DA02-1CDF-CF47-B99A-EACB48266BA2}"/>
                </a:ext>
              </a:extLst>
            </p:cNvPr>
            <p:cNvCxnSpPr>
              <a:cxnSpLocks/>
            </p:cNvCxnSpPr>
            <p:nvPr/>
          </p:nvCxnSpPr>
          <p:spPr>
            <a:xfrm>
              <a:off x="4477909" y="5584040"/>
              <a:ext cx="0" cy="54777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5FCA4D-3240-5233-450F-4F1781E98A17}"/>
                    </a:ext>
                  </a:extLst>
                </p:cNvPr>
                <p:cNvSpPr txBox="1"/>
                <p:nvPr/>
              </p:nvSpPr>
              <p:spPr>
                <a:xfrm>
                  <a:off x="3770046" y="6046245"/>
                  <a:ext cx="1417923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5FCA4D-3240-5233-450F-4F1781E98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046" y="6046245"/>
                  <a:ext cx="1417923" cy="350445"/>
                </a:xfrm>
                <a:prstGeom prst="rect">
                  <a:avLst/>
                </a:prstGeom>
                <a:blipFill>
                  <a:blip r:embed="rId3"/>
                  <a:stretch>
                    <a:fillRect l="-3371" r="-337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93621C4-8C1E-D799-23E9-D71FCC2071CE}"/>
                </a:ext>
              </a:extLst>
            </p:cNvPr>
            <p:cNvCxnSpPr>
              <a:cxnSpLocks/>
            </p:cNvCxnSpPr>
            <p:nvPr/>
          </p:nvCxnSpPr>
          <p:spPr>
            <a:xfrm>
              <a:off x="3446446" y="5584040"/>
              <a:ext cx="0" cy="54777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E49464F-2664-BC6B-B6E6-23C0CA3E2297}"/>
                </a:ext>
              </a:extLst>
            </p:cNvPr>
            <p:cNvCxnSpPr>
              <a:cxnSpLocks/>
            </p:cNvCxnSpPr>
            <p:nvPr/>
          </p:nvCxnSpPr>
          <p:spPr>
            <a:xfrm>
              <a:off x="3370246" y="6131810"/>
              <a:ext cx="1524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F013168-490D-259D-5522-00BD44CB5584}"/>
                </a:ext>
              </a:extLst>
            </p:cNvPr>
            <p:cNvSpPr/>
            <p:nvPr/>
          </p:nvSpPr>
          <p:spPr>
            <a:xfrm>
              <a:off x="5154259" y="4529882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8E40AC7-F2B3-6EDE-301F-32E30A7C7D6F}"/>
                </a:ext>
              </a:extLst>
            </p:cNvPr>
            <p:cNvGrpSpPr/>
            <p:nvPr/>
          </p:nvGrpSpPr>
          <p:grpSpPr>
            <a:xfrm>
              <a:off x="5497386" y="4212758"/>
              <a:ext cx="598449" cy="307777"/>
              <a:chOff x="1550604" y="3020176"/>
              <a:chExt cx="598449" cy="434647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5E2BE47-2279-6D35-01A4-A780B33B8D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D631ED07-0147-085E-74F9-53BFDCCA7A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977D0C4-25D7-C586-B07F-F016C04CBF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9745" y="4784721"/>
              <a:ext cx="96399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2286326-5656-59A3-C809-4D4355CDF41E}"/>
                    </a:ext>
                  </a:extLst>
                </p:cNvPr>
                <p:cNvSpPr txBox="1"/>
                <p:nvPr/>
              </p:nvSpPr>
              <p:spPr>
                <a:xfrm>
                  <a:off x="5968396" y="3864256"/>
                  <a:ext cx="243364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2286326-5656-59A3-C809-4D4355CDF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396" y="3864256"/>
                  <a:ext cx="243364" cy="350445"/>
                </a:xfrm>
                <a:prstGeom prst="rect">
                  <a:avLst/>
                </a:prstGeom>
                <a:blipFill>
                  <a:blip r:embed="rId4"/>
                  <a:stretch>
                    <a:fillRect l="-25000" r="-1875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7F57957-7841-10FE-CF2C-DEA049E02528}"/>
                    </a:ext>
                  </a:extLst>
                </p:cNvPr>
                <p:cNvSpPr txBox="1"/>
                <p:nvPr/>
              </p:nvSpPr>
              <p:spPr>
                <a:xfrm>
                  <a:off x="5302934" y="3864256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7F57957-7841-10FE-CF2C-DEA049E025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934" y="3864256"/>
                  <a:ext cx="377215" cy="350445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DE36A7-13DC-83F1-BF08-C2FC775E9210}"/>
                </a:ext>
              </a:extLst>
            </p:cNvPr>
            <p:cNvSpPr txBox="1"/>
            <p:nvPr/>
          </p:nvSpPr>
          <p:spPr>
            <a:xfrm>
              <a:off x="5191662" y="4215068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156BD16-5C3A-83F3-D766-D3EB7EC0BD9D}"/>
                </a:ext>
              </a:extLst>
            </p:cNvPr>
            <p:cNvSpPr txBox="1"/>
            <p:nvPr/>
          </p:nvSpPr>
          <p:spPr>
            <a:xfrm>
              <a:off x="5808189" y="4232596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EDF9241-F628-E012-1C85-9F746F47BDD0}"/>
                </a:ext>
              </a:extLst>
            </p:cNvPr>
            <p:cNvSpPr/>
            <p:nvPr/>
          </p:nvSpPr>
          <p:spPr>
            <a:xfrm>
              <a:off x="6755996" y="3860029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D3EC07-AD8D-BD45-006F-470590F6B952}"/>
                </a:ext>
              </a:extLst>
            </p:cNvPr>
            <p:cNvGrpSpPr/>
            <p:nvPr/>
          </p:nvGrpSpPr>
          <p:grpSpPr>
            <a:xfrm>
              <a:off x="7099123" y="3542905"/>
              <a:ext cx="598449" cy="307777"/>
              <a:chOff x="1550604" y="3020176"/>
              <a:chExt cx="598449" cy="434647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7BE617A8-A3CC-E3E1-1C2B-E93A7CEA91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20DCD9D-7007-2D6B-FDDD-7847BD640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AC6B078-1168-F604-A18A-9EEE0A2AD5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1482" y="4114868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D53E052-ACF7-0E6B-F98C-9CDF0178BAF0}"/>
                    </a:ext>
                  </a:extLst>
                </p:cNvPr>
                <p:cNvSpPr txBox="1"/>
                <p:nvPr/>
              </p:nvSpPr>
              <p:spPr>
                <a:xfrm>
                  <a:off x="8331600" y="3883180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D53E052-ACF7-0E6B-F98C-9CDF0178B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600" y="3883180"/>
                  <a:ext cx="377215" cy="350445"/>
                </a:xfrm>
                <a:prstGeom prst="rect">
                  <a:avLst/>
                </a:prstGeom>
                <a:blipFill>
                  <a:blip r:embed="rId6"/>
                  <a:stretch>
                    <a:fillRect l="-16667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7D75A7D-279A-3456-13E4-11F6BD8AB641}"/>
                    </a:ext>
                  </a:extLst>
                </p:cNvPr>
                <p:cNvSpPr txBox="1"/>
                <p:nvPr/>
              </p:nvSpPr>
              <p:spPr>
                <a:xfrm>
                  <a:off x="7503227" y="3194403"/>
                  <a:ext cx="377215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7D75A7D-279A-3456-13E4-11F6BD8AB6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227" y="3194403"/>
                  <a:ext cx="377215" cy="350445"/>
                </a:xfrm>
                <a:prstGeom prst="rect">
                  <a:avLst/>
                </a:prstGeom>
                <a:blipFill>
                  <a:blip r:embed="rId7"/>
                  <a:stretch>
                    <a:fillRect l="-16000" r="-12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AF25E37-2F29-2F77-1EB8-FF41035DBB75}"/>
                    </a:ext>
                  </a:extLst>
                </p:cNvPr>
                <p:cNvSpPr txBox="1"/>
                <p:nvPr/>
              </p:nvSpPr>
              <p:spPr>
                <a:xfrm>
                  <a:off x="6971577" y="3194403"/>
                  <a:ext cx="243364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AF25E37-2F29-2F77-1EB8-FF41035DBB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1577" y="3194403"/>
                  <a:ext cx="243364" cy="350445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793794C-ECA4-CAE7-362C-58479F339BEF}"/>
                </a:ext>
              </a:extLst>
            </p:cNvPr>
            <p:cNvSpPr txBox="1"/>
            <p:nvPr/>
          </p:nvSpPr>
          <p:spPr>
            <a:xfrm>
              <a:off x="6810929" y="3562745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ED34D73-7FDD-B287-DF3F-F91FEA7F73ED}"/>
                </a:ext>
              </a:extLst>
            </p:cNvPr>
            <p:cNvSpPr txBox="1"/>
            <p:nvPr/>
          </p:nvSpPr>
          <p:spPr>
            <a:xfrm>
              <a:off x="7392399" y="3562745"/>
              <a:ext cx="371536" cy="389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C535B4A-3107-2D6A-9CA0-B07EF3A1DDDC}"/>
                </a:ext>
              </a:extLst>
            </p:cNvPr>
            <p:cNvCxnSpPr>
              <a:cxnSpLocks/>
            </p:cNvCxnSpPr>
            <p:nvPr/>
          </p:nvCxnSpPr>
          <p:spPr>
            <a:xfrm>
              <a:off x="7393739" y="4385749"/>
              <a:ext cx="0" cy="41501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62FE42D-E9CC-231D-3CFE-87288C597E9B}"/>
                </a:ext>
              </a:extLst>
            </p:cNvPr>
            <p:cNvCxnSpPr>
              <a:cxnSpLocks/>
            </p:cNvCxnSpPr>
            <p:nvPr/>
          </p:nvCxnSpPr>
          <p:spPr>
            <a:xfrm>
              <a:off x="3956195" y="4784721"/>
              <a:ext cx="0" cy="35262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7555544-D1B2-0068-4BD5-EFB0A45A3744}"/>
                    </a:ext>
                  </a:extLst>
                </p:cNvPr>
                <p:cNvSpPr txBox="1"/>
                <p:nvPr/>
              </p:nvSpPr>
              <p:spPr>
                <a:xfrm>
                  <a:off x="3263619" y="4393841"/>
                  <a:ext cx="1316521" cy="35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7555544-D1B2-0068-4BD5-EFB0A45A3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619" y="4393841"/>
                  <a:ext cx="1316521" cy="350445"/>
                </a:xfrm>
                <a:prstGeom prst="rect">
                  <a:avLst/>
                </a:prstGeom>
                <a:blipFill>
                  <a:blip r:embed="rId9"/>
                  <a:stretch>
                    <a:fillRect l="-4819" r="-4819" b="-1304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0FEF3BB-308F-C60C-7389-2BF217EEE1B3}"/>
              </a:ext>
            </a:extLst>
          </p:cNvPr>
          <p:cNvGrpSpPr/>
          <p:nvPr/>
        </p:nvGrpSpPr>
        <p:grpSpPr>
          <a:xfrm>
            <a:off x="731837" y="849614"/>
            <a:ext cx="3521231" cy="2647354"/>
            <a:chOff x="731837" y="1438414"/>
            <a:chExt cx="3521231" cy="2647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0D9F59-58B6-9EE4-489C-BBAFD8E5C204}"/>
                </a:ext>
              </a:extLst>
            </p:cNvPr>
            <p:cNvSpPr/>
            <p:nvPr/>
          </p:nvSpPr>
          <p:spPr>
            <a:xfrm>
              <a:off x="2296390" y="2622433"/>
              <a:ext cx="991423" cy="3961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4DAFA24-C604-1AA8-8E03-04FA571FA53F}"/>
                </a:ext>
              </a:extLst>
            </p:cNvPr>
            <p:cNvGrpSpPr/>
            <p:nvPr/>
          </p:nvGrpSpPr>
          <p:grpSpPr>
            <a:xfrm>
              <a:off x="2563100" y="2375935"/>
              <a:ext cx="465169" cy="239232"/>
              <a:chOff x="1550604" y="3020176"/>
              <a:chExt cx="598449" cy="434647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4F6D4B3-681E-1CE6-04B4-10D1E6AD0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4D96656-712E-A49F-E56E-C3A3F0AB9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F8C0E43-213C-DBCF-B20E-30E1EFE3E4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813" y="2820516"/>
              <a:ext cx="24020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15B184-4416-54E9-E40A-A79D642C3C11}"/>
                    </a:ext>
                  </a:extLst>
                </p:cNvPr>
                <p:cNvSpPr txBox="1"/>
                <p:nvPr/>
              </p:nvSpPr>
              <p:spPr>
                <a:xfrm>
                  <a:off x="3521092" y="2640426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15B184-4416-54E9-E40A-A79D642C3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1092" y="2640426"/>
                  <a:ext cx="236264" cy="219145"/>
                </a:xfrm>
                <a:prstGeom prst="rect">
                  <a:avLst/>
                </a:prstGeom>
                <a:blipFill>
                  <a:blip r:embed="rId10"/>
                  <a:stretch>
                    <a:fillRect l="-36842" r="-47368" b="-4210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C36821-D864-939D-A89B-A88A3B16D007}"/>
                    </a:ext>
                  </a:extLst>
                </p:cNvPr>
                <p:cNvSpPr txBox="1"/>
                <p:nvPr/>
              </p:nvSpPr>
              <p:spPr>
                <a:xfrm>
                  <a:off x="2411954" y="2105049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C36821-D864-939D-A89B-A88A3B16D0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954" y="2105049"/>
                  <a:ext cx="236264" cy="219145"/>
                </a:xfrm>
                <a:prstGeom prst="rect">
                  <a:avLst/>
                </a:prstGeom>
                <a:blipFill>
                  <a:blip r:embed="rId11"/>
                  <a:stretch>
                    <a:fillRect l="-36842" r="-4210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95E439-2FF1-3F69-DE55-8430B85E986A}"/>
                </a:ext>
              </a:extLst>
            </p:cNvPr>
            <p:cNvSpPr/>
            <p:nvPr/>
          </p:nvSpPr>
          <p:spPr>
            <a:xfrm>
              <a:off x="2792102" y="1960895"/>
              <a:ext cx="991423" cy="3961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48F0BD-7184-3F21-D761-AC1811FB8970}"/>
                </a:ext>
              </a:extLst>
            </p:cNvPr>
            <p:cNvGrpSpPr/>
            <p:nvPr/>
          </p:nvGrpSpPr>
          <p:grpSpPr>
            <a:xfrm>
              <a:off x="3058811" y="1714397"/>
              <a:ext cx="465169" cy="239232"/>
              <a:chOff x="1550604" y="3020176"/>
              <a:chExt cx="598449" cy="43464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78F8EF2A-93C4-019F-BBA5-7426E57AA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8391114-30C6-ABC3-EF1D-A2278FDEB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D2D4794-7952-528F-C176-54AA0BA73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3525" y="2158979"/>
              <a:ext cx="24020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5D1758-45F8-0D33-4898-892B283D5427}"/>
                    </a:ext>
                  </a:extLst>
                </p:cNvPr>
                <p:cNvSpPr txBox="1"/>
                <p:nvPr/>
              </p:nvSpPr>
              <p:spPr>
                <a:xfrm>
                  <a:off x="4016804" y="1978888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5D1758-45F8-0D33-4898-892B283D5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6804" y="1978888"/>
                  <a:ext cx="236264" cy="219145"/>
                </a:xfrm>
                <a:prstGeom prst="rect">
                  <a:avLst/>
                </a:prstGeom>
                <a:blipFill>
                  <a:blip r:embed="rId12"/>
                  <a:stretch>
                    <a:fillRect l="-35000" r="-40000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8A36444-6034-24D5-3CF4-3C94F3122244}"/>
                    </a:ext>
                  </a:extLst>
                </p:cNvPr>
                <p:cNvSpPr txBox="1"/>
                <p:nvPr/>
              </p:nvSpPr>
              <p:spPr>
                <a:xfrm>
                  <a:off x="3424922" y="1438414"/>
                  <a:ext cx="151802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8A36444-6034-24D5-3CF4-3C94F3122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4922" y="1438414"/>
                  <a:ext cx="151802" cy="219145"/>
                </a:xfrm>
                <a:prstGeom prst="rect">
                  <a:avLst/>
                </a:prstGeom>
                <a:blipFill>
                  <a:blip r:embed="rId13"/>
                  <a:stretch>
                    <a:fillRect l="-46154" r="-46154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3ECC339-E6E4-B023-5936-0F7EBD0ED888}"/>
                    </a:ext>
                  </a:extLst>
                </p:cNvPr>
                <p:cNvSpPr txBox="1"/>
                <p:nvPr/>
              </p:nvSpPr>
              <p:spPr>
                <a:xfrm>
                  <a:off x="2907665" y="1443511"/>
                  <a:ext cx="236264" cy="219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3ECC339-E6E4-B023-5936-0F7EBD0ED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665" y="1443511"/>
                  <a:ext cx="236264" cy="219145"/>
                </a:xfrm>
                <a:prstGeom prst="rect">
                  <a:avLst/>
                </a:prstGeom>
                <a:blipFill>
                  <a:blip r:embed="rId14"/>
                  <a:stretch>
                    <a:fillRect l="-30000" r="-40000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ED1046AF-7A61-1EC2-2B0F-F56D04A55A76}"/>
                </a:ext>
              </a:extLst>
            </p:cNvPr>
            <p:cNvSpPr/>
            <p:nvPr/>
          </p:nvSpPr>
          <p:spPr>
            <a:xfrm>
              <a:off x="731837" y="3107595"/>
              <a:ext cx="1248373" cy="346232"/>
            </a:xfrm>
            <a:prstGeom prst="trapezoid">
              <a:avLst>
                <a:gd name="adj" fmla="val 75005"/>
              </a:avLst>
            </a:prstGeom>
            <a:solidFill>
              <a:srgbClr val="FFC000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CondBr</a:t>
              </a:r>
              <a:endParaRPr lang="en-CN" sz="16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03C8BE4-F271-1013-B19A-BFC09BE7C641}"/>
                </a:ext>
              </a:extLst>
            </p:cNvPr>
            <p:cNvCxnSpPr>
              <a:cxnSpLocks/>
            </p:cNvCxnSpPr>
            <p:nvPr/>
          </p:nvCxnSpPr>
          <p:spPr>
            <a:xfrm>
              <a:off x="2805773" y="3033674"/>
              <a:ext cx="0" cy="23824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150937E-D4BD-8CAC-0C62-8AA3C524282B}"/>
                </a:ext>
              </a:extLst>
            </p:cNvPr>
            <p:cNvCxnSpPr>
              <a:cxnSpLocks/>
            </p:cNvCxnSpPr>
            <p:nvPr/>
          </p:nvCxnSpPr>
          <p:spPr>
            <a:xfrm>
              <a:off x="1854380" y="3280711"/>
              <a:ext cx="96343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0A0FFB6-0618-E260-4E9A-5A0A9F2FB9AB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>
              <a:off x="1356024" y="2820516"/>
              <a:ext cx="0" cy="287079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174111-943E-3948-6DAF-B0A7AFFE1720}"/>
                    </a:ext>
                  </a:extLst>
                </p:cNvPr>
                <p:cNvSpPr txBox="1"/>
                <p:nvPr/>
              </p:nvSpPr>
              <p:spPr>
                <a:xfrm>
                  <a:off x="846792" y="2534063"/>
                  <a:ext cx="1040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174111-943E-3948-6DAF-B0A7AFFE1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792" y="2534063"/>
                  <a:ext cx="104060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4819" r="-4819" b="-1304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D33F1D8-88E5-1C1F-431E-2FCBD2046927}"/>
                </a:ext>
              </a:extLst>
            </p:cNvPr>
            <p:cNvCxnSpPr>
              <a:cxnSpLocks/>
            </p:cNvCxnSpPr>
            <p:nvPr/>
          </p:nvCxnSpPr>
          <p:spPr>
            <a:xfrm>
              <a:off x="1758396" y="3449504"/>
              <a:ext cx="0" cy="425776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14533C-65E4-8A01-C325-1419D02188DD}"/>
                    </a:ext>
                  </a:extLst>
                </p:cNvPr>
                <p:cNvSpPr txBox="1"/>
                <p:nvPr/>
              </p:nvSpPr>
              <p:spPr>
                <a:xfrm>
                  <a:off x="1208180" y="3808769"/>
                  <a:ext cx="11207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14533C-65E4-8A01-C325-1419D0218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180" y="3808769"/>
                  <a:ext cx="112075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4494" r="-337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A0364B-D9C3-F1C0-EDBD-A4E4B11F8A2F}"/>
                </a:ext>
              </a:extLst>
            </p:cNvPr>
            <p:cNvCxnSpPr>
              <a:cxnSpLocks/>
            </p:cNvCxnSpPr>
            <p:nvPr/>
          </p:nvCxnSpPr>
          <p:spPr>
            <a:xfrm>
              <a:off x="956650" y="3449504"/>
              <a:ext cx="0" cy="425776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5273BB5-1319-E963-B50D-869D16B93404}"/>
                </a:ext>
              </a:extLst>
            </p:cNvPr>
            <p:cNvCxnSpPr>
              <a:cxnSpLocks/>
            </p:cNvCxnSpPr>
            <p:nvPr/>
          </p:nvCxnSpPr>
          <p:spPr>
            <a:xfrm>
              <a:off x="897420" y="3875280"/>
              <a:ext cx="11845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0958A7-0568-C6D0-ED5D-6AA67056BCBF}"/>
                </a:ext>
              </a:extLst>
            </p:cNvPr>
            <p:cNvSpPr txBox="1"/>
            <p:nvPr/>
          </p:nvSpPr>
          <p:spPr>
            <a:xfrm>
              <a:off x="2314776" y="239581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338714C-D214-E430-B499-3E24AA17D0FA}"/>
                </a:ext>
              </a:extLst>
            </p:cNvPr>
            <p:cNvSpPr txBox="1"/>
            <p:nvPr/>
          </p:nvSpPr>
          <p:spPr>
            <a:xfrm>
              <a:off x="2802092" y="2409670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9C1B416-7DCE-DD79-DA88-8353E2E5FC94}"/>
                </a:ext>
              </a:extLst>
            </p:cNvPr>
            <p:cNvSpPr txBox="1"/>
            <p:nvPr/>
          </p:nvSpPr>
          <p:spPr>
            <a:xfrm>
              <a:off x="2817819" y="1714396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A2B7387-A901-314D-2E5B-C4456AD9E72C}"/>
                </a:ext>
              </a:extLst>
            </p:cNvPr>
            <p:cNvSpPr txBox="1"/>
            <p:nvPr/>
          </p:nvSpPr>
          <p:spPr>
            <a:xfrm>
              <a:off x="3277425" y="1714396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4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" name="Trapezoid 2">
            <a:extLst>
              <a:ext uri="{FF2B5EF4-FFF2-40B4-BE49-F238E27FC236}">
                <a16:creationId xmlns:a16="http://schemas.microsoft.com/office/drawing/2014/main" id="{FBD82B3F-26B2-005B-1B71-97FB3E798250}"/>
              </a:ext>
            </a:extLst>
          </p:cNvPr>
          <p:cNvSpPr/>
          <p:nvPr/>
        </p:nvSpPr>
        <p:spPr>
          <a:xfrm>
            <a:off x="5595005" y="1598921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E3A937C-E7BE-E0FD-062E-B4EAAF3A1389}"/>
              </a:ext>
            </a:extLst>
          </p:cNvPr>
          <p:cNvCxnSpPr>
            <a:cxnSpLocks/>
          </p:cNvCxnSpPr>
          <p:nvPr/>
        </p:nvCxnSpPr>
        <p:spPr>
          <a:xfrm>
            <a:off x="6228799" y="1341040"/>
            <a:ext cx="0" cy="2697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59E897-FBF1-5BA2-1281-F32718F81EFB}"/>
              </a:ext>
            </a:extLst>
          </p:cNvPr>
          <p:cNvCxnSpPr>
            <a:cxnSpLocks/>
          </p:cNvCxnSpPr>
          <p:nvPr/>
        </p:nvCxnSpPr>
        <p:spPr>
          <a:xfrm>
            <a:off x="6579680" y="1860270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D7D46B5-E7AE-1994-07DE-4D4FB867A36A}"/>
              </a:ext>
            </a:extLst>
          </p:cNvPr>
          <p:cNvCxnSpPr>
            <a:cxnSpLocks/>
          </p:cNvCxnSpPr>
          <p:nvPr/>
        </p:nvCxnSpPr>
        <p:spPr>
          <a:xfrm>
            <a:off x="5940716" y="1880923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E33887-2E06-878D-C1D4-69ECA1CC55EA}"/>
              </a:ext>
            </a:extLst>
          </p:cNvPr>
          <p:cNvCxnSpPr>
            <a:cxnSpLocks/>
          </p:cNvCxnSpPr>
          <p:nvPr/>
        </p:nvCxnSpPr>
        <p:spPr>
          <a:xfrm>
            <a:off x="5864516" y="2160086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543D0A6-D892-8042-610F-873101A9DC62}"/>
              </a:ext>
            </a:extLst>
          </p:cNvPr>
          <p:cNvCxnSpPr>
            <a:cxnSpLocks/>
          </p:cNvCxnSpPr>
          <p:nvPr/>
        </p:nvCxnSpPr>
        <p:spPr>
          <a:xfrm flipH="1">
            <a:off x="6820988" y="1716894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BFA262D-B93A-9037-2819-AEDA3B4A00AC}"/>
                  </a:ext>
                </a:extLst>
              </p:cNvPr>
              <p:cNvSpPr txBox="1"/>
              <p:nvPr/>
            </p:nvSpPr>
            <p:spPr>
              <a:xfrm>
                <a:off x="7046451" y="1498828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BFA262D-B93A-9037-2819-AEDA3B4A0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451" y="1498828"/>
                <a:ext cx="482824" cy="369909"/>
              </a:xfrm>
              <a:prstGeom prst="rect">
                <a:avLst/>
              </a:prstGeom>
              <a:blipFill>
                <a:blip r:embed="rId17"/>
                <a:stretch>
                  <a:fillRect t="-10000" r="-1794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rapezoid 72">
            <a:extLst>
              <a:ext uri="{FF2B5EF4-FFF2-40B4-BE49-F238E27FC236}">
                <a16:creationId xmlns:a16="http://schemas.microsoft.com/office/drawing/2014/main" id="{F9FB7C2A-A984-1AA7-488D-60D342B47655}"/>
              </a:ext>
            </a:extLst>
          </p:cNvPr>
          <p:cNvSpPr/>
          <p:nvPr/>
        </p:nvSpPr>
        <p:spPr>
          <a:xfrm>
            <a:off x="5892615" y="2409909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B348806-D9D5-3862-766A-69FC4F17AF01}"/>
              </a:ext>
            </a:extLst>
          </p:cNvPr>
          <p:cNvCxnSpPr>
            <a:cxnSpLocks/>
          </p:cNvCxnSpPr>
          <p:nvPr/>
        </p:nvCxnSpPr>
        <p:spPr>
          <a:xfrm>
            <a:off x="6877290" y="2671258"/>
            <a:ext cx="0" cy="5758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0BBB031-711C-2A39-EAD6-B72051E1EF1C}"/>
              </a:ext>
            </a:extLst>
          </p:cNvPr>
          <p:cNvCxnSpPr>
            <a:cxnSpLocks/>
          </p:cNvCxnSpPr>
          <p:nvPr/>
        </p:nvCxnSpPr>
        <p:spPr>
          <a:xfrm>
            <a:off x="6238326" y="2691911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3B8680C-55E7-F632-E392-F96FB971971B}"/>
              </a:ext>
            </a:extLst>
          </p:cNvPr>
          <p:cNvCxnSpPr>
            <a:cxnSpLocks/>
          </p:cNvCxnSpPr>
          <p:nvPr/>
        </p:nvCxnSpPr>
        <p:spPr>
          <a:xfrm>
            <a:off x="6162126" y="2971074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AA555F-C2DA-BCF9-3A6C-89FB8C0FE716}"/>
              </a:ext>
            </a:extLst>
          </p:cNvPr>
          <p:cNvCxnSpPr>
            <a:cxnSpLocks/>
          </p:cNvCxnSpPr>
          <p:nvPr/>
        </p:nvCxnSpPr>
        <p:spPr>
          <a:xfrm flipH="1">
            <a:off x="7118598" y="2527882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2DC58B5-ACC7-CA50-BB33-9096BDC6DB38}"/>
                  </a:ext>
                </a:extLst>
              </p:cNvPr>
              <p:cNvSpPr txBox="1"/>
              <p:nvPr/>
            </p:nvSpPr>
            <p:spPr>
              <a:xfrm>
                <a:off x="7344061" y="2321848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2DC58B5-ACC7-CA50-BB33-9096BDC6D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061" y="2321848"/>
                <a:ext cx="482824" cy="369909"/>
              </a:xfrm>
              <a:prstGeom prst="rect">
                <a:avLst/>
              </a:prstGeom>
              <a:blipFill>
                <a:blip r:embed="rId18"/>
                <a:stretch>
                  <a:fillRect t="-6452" r="-15385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0727B3F-54A5-3108-7606-7429B680A44A}"/>
                  </a:ext>
                </a:extLst>
              </p:cNvPr>
              <p:cNvSpPr txBox="1"/>
              <p:nvPr/>
            </p:nvSpPr>
            <p:spPr>
              <a:xfrm>
                <a:off x="5673368" y="971707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0727B3F-54A5-3108-7606-7429B680A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368" y="971707"/>
                <a:ext cx="115728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5F1E047-4E84-5C11-F326-3239082B070B}"/>
              </a:ext>
            </a:extLst>
          </p:cNvPr>
          <p:cNvCxnSpPr>
            <a:cxnSpLocks/>
          </p:cNvCxnSpPr>
          <p:nvPr/>
        </p:nvCxnSpPr>
        <p:spPr>
          <a:xfrm>
            <a:off x="6203032" y="4415182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rapezoid 90">
            <a:extLst>
              <a:ext uri="{FF2B5EF4-FFF2-40B4-BE49-F238E27FC236}">
                <a16:creationId xmlns:a16="http://schemas.microsoft.com/office/drawing/2014/main" id="{7252210F-9CB9-04CE-9E99-89E08ABC9972}"/>
              </a:ext>
            </a:extLst>
          </p:cNvPr>
          <p:cNvSpPr/>
          <p:nvPr/>
        </p:nvSpPr>
        <p:spPr>
          <a:xfrm>
            <a:off x="5515967" y="4964821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0F06A47-C72D-E143-5CD0-0DBBC62DDB8E}"/>
              </a:ext>
            </a:extLst>
          </p:cNvPr>
          <p:cNvCxnSpPr>
            <a:cxnSpLocks/>
          </p:cNvCxnSpPr>
          <p:nvPr/>
        </p:nvCxnSpPr>
        <p:spPr>
          <a:xfrm>
            <a:off x="6500642" y="5226170"/>
            <a:ext cx="0" cy="5758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EC81D28-0C6D-6EF2-2F61-09B0B6EADD68}"/>
              </a:ext>
            </a:extLst>
          </p:cNvPr>
          <p:cNvCxnSpPr>
            <a:cxnSpLocks/>
          </p:cNvCxnSpPr>
          <p:nvPr/>
        </p:nvCxnSpPr>
        <p:spPr>
          <a:xfrm>
            <a:off x="5861678" y="5246823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A0C8BA0-B616-54F1-DD1D-9F9079E5A063}"/>
              </a:ext>
            </a:extLst>
          </p:cNvPr>
          <p:cNvCxnSpPr>
            <a:cxnSpLocks/>
          </p:cNvCxnSpPr>
          <p:nvPr/>
        </p:nvCxnSpPr>
        <p:spPr>
          <a:xfrm>
            <a:off x="5785478" y="5525986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588785-004A-FC55-B56C-0E407FEABFF6}"/>
              </a:ext>
            </a:extLst>
          </p:cNvPr>
          <p:cNvCxnSpPr>
            <a:cxnSpLocks/>
          </p:cNvCxnSpPr>
          <p:nvPr/>
        </p:nvCxnSpPr>
        <p:spPr>
          <a:xfrm flipH="1">
            <a:off x="6741950" y="5082794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826393-5633-6D1E-E992-E2F1149B8121}"/>
                  </a:ext>
                </a:extLst>
              </p:cNvPr>
              <p:cNvSpPr txBox="1"/>
              <p:nvPr/>
            </p:nvSpPr>
            <p:spPr>
              <a:xfrm>
                <a:off x="6967413" y="4876760"/>
                <a:ext cx="1226618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826393-5633-6D1E-E992-E2F1149B8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13" y="4876760"/>
                <a:ext cx="1226618" cy="369909"/>
              </a:xfrm>
              <a:prstGeom prst="rect">
                <a:avLst/>
              </a:prstGeom>
              <a:blipFill>
                <a:blip r:embed="rId20"/>
                <a:stretch>
                  <a:fillRect t="-6667" r="-6122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0C9EE47-012C-E5BF-CEE1-98D85DD42906}"/>
                  </a:ext>
                </a:extLst>
              </p:cNvPr>
              <p:cNvSpPr txBox="1"/>
              <p:nvPr/>
            </p:nvSpPr>
            <p:spPr>
              <a:xfrm>
                <a:off x="5629614" y="4086082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0C9EE47-012C-E5BF-CEE1-98D85DD42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614" y="4086082"/>
                <a:ext cx="115728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670A570-7E65-293C-2FF9-2C9E10B1969F}"/>
                  </a:ext>
                </a:extLst>
              </p:cNvPr>
              <p:cNvSpPr txBox="1"/>
              <p:nvPr/>
            </p:nvSpPr>
            <p:spPr>
              <a:xfrm>
                <a:off x="5921998" y="5728937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670A570-7E65-293C-2FF9-2C9E10B19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998" y="5728937"/>
                <a:ext cx="1157288" cy="369332"/>
              </a:xfrm>
              <a:prstGeom prst="rect">
                <a:avLst/>
              </a:prstGeom>
              <a:blipFill>
                <a:blip r:embed="rId22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A7B863-3914-D2E7-B15F-A039C4E5F8F9}"/>
                  </a:ext>
                </a:extLst>
              </p:cNvPr>
              <p:cNvSpPr txBox="1"/>
              <p:nvPr/>
            </p:nvSpPr>
            <p:spPr>
              <a:xfrm>
                <a:off x="6298646" y="3174025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A7B863-3914-D2E7-B15F-A039C4E5F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646" y="3174025"/>
                <a:ext cx="1157288" cy="369332"/>
              </a:xfrm>
              <a:prstGeom prst="rect">
                <a:avLst/>
              </a:prstGeom>
              <a:blipFill>
                <a:blip r:embed="rId23"/>
                <a:stretch>
                  <a:fillRect r="-430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>
            <a:extLst>
              <a:ext uri="{FF2B5EF4-FFF2-40B4-BE49-F238E27FC236}">
                <a16:creationId xmlns:a16="http://schemas.microsoft.com/office/drawing/2014/main" id="{81C44D04-DA92-D82D-8C5D-71FD4C897A05}"/>
              </a:ext>
            </a:extLst>
          </p:cNvPr>
          <p:cNvSpPr/>
          <p:nvPr/>
        </p:nvSpPr>
        <p:spPr>
          <a:xfrm>
            <a:off x="204901" y="724295"/>
            <a:ext cx="7989130" cy="5690355"/>
          </a:xfrm>
          <a:prstGeom prst="rect">
            <a:avLst/>
          </a:prstGeom>
          <a:solidFill>
            <a:schemeClr val="bg1">
              <a:alpha val="8236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11898C-5D89-7702-DF80-494631911D4F}"/>
              </a:ext>
            </a:extLst>
          </p:cNvPr>
          <p:cNvSpPr txBox="1"/>
          <p:nvPr/>
        </p:nvSpPr>
        <p:spPr>
          <a:xfrm>
            <a:off x="484908" y="98367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Previous</a:t>
            </a:r>
            <a:endParaRPr lang="en-CN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8F1614-80AB-B0BE-EABF-72D23BBFC437}"/>
              </a:ext>
            </a:extLst>
          </p:cNvPr>
          <p:cNvSpPr txBox="1"/>
          <p:nvPr/>
        </p:nvSpPr>
        <p:spPr>
          <a:xfrm>
            <a:off x="554177" y="386541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Now</a:t>
            </a:r>
            <a:endParaRPr lang="en-CN" b="1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BD3289E-13BD-1385-37D8-24182CB8F96E}"/>
              </a:ext>
            </a:extLst>
          </p:cNvPr>
          <p:cNvSpPr/>
          <p:nvPr/>
        </p:nvSpPr>
        <p:spPr>
          <a:xfrm>
            <a:off x="8821610" y="2515179"/>
            <a:ext cx="991423" cy="3961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48C375B-5617-FACC-259E-F891F8F14D8E}"/>
              </a:ext>
            </a:extLst>
          </p:cNvPr>
          <p:cNvGrpSpPr/>
          <p:nvPr/>
        </p:nvGrpSpPr>
        <p:grpSpPr>
          <a:xfrm>
            <a:off x="9088320" y="2268681"/>
            <a:ext cx="465169" cy="239232"/>
            <a:chOff x="1550604" y="3020176"/>
            <a:chExt cx="598449" cy="434647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640D175-5320-F759-13AB-FAAE186BCA6F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6D2E8516-B875-1C00-6E8B-450CB118E7E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9CCDCBD-6CEC-EBA1-EBB5-74CEBF54D009}"/>
              </a:ext>
            </a:extLst>
          </p:cNvPr>
          <p:cNvCxnSpPr>
            <a:cxnSpLocks/>
          </p:cNvCxnSpPr>
          <p:nvPr/>
        </p:nvCxnSpPr>
        <p:spPr>
          <a:xfrm flipH="1">
            <a:off x="9813033" y="2713262"/>
            <a:ext cx="24020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7F50E7C-21B8-AFA6-F849-FC9C322C6BB7}"/>
                  </a:ext>
                </a:extLst>
              </p:cNvPr>
              <p:cNvSpPr txBox="1"/>
              <p:nvPr/>
            </p:nvSpPr>
            <p:spPr>
              <a:xfrm>
                <a:off x="10074022" y="2533172"/>
                <a:ext cx="236264" cy="219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7F50E7C-21B8-AFA6-F849-FC9C322C6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022" y="2533172"/>
                <a:ext cx="236264" cy="219145"/>
              </a:xfrm>
              <a:prstGeom prst="rect">
                <a:avLst/>
              </a:prstGeom>
              <a:blipFill>
                <a:blip r:embed="rId10"/>
                <a:stretch>
                  <a:fillRect l="-36842" r="-4736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3BE9BAB-8A7D-497A-C650-09E896866D1E}"/>
                  </a:ext>
                </a:extLst>
              </p:cNvPr>
              <p:cNvSpPr txBox="1"/>
              <p:nvPr/>
            </p:nvSpPr>
            <p:spPr>
              <a:xfrm>
                <a:off x="8881754" y="1997795"/>
                <a:ext cx="3783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3BE9BAB-8A7D-497A-C650-09E896866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754" y="1997795"/>
                <a:ext cx="378309" cy="307777"/>
              </a:xfrm>
              <a:prstGeom prst="rect">
                <a:avLst/>
              </a:prstGeom>
              <a:blipFill>
                <a:blip r:embed="rId24"/>
                <a:stretch>
                  <a:fillRect l="-12903" r="-9677" b="-4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74904AEF-CC8D-C3C3-3431-27A106BC4A06}"/>
              </a:ext>
            </a:extLst>
          </p:cNvPr>
          <p:cNvSpPr/>
          <p:nvPr/>
        </p:nvSpPr>
        <p:spPr>
          <a:xfrm>
            <a:off x="9317322" y="1853641"/>
            <a:ext cx="991423" cy="3961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DAFF1DB-06EE-AA7E-AF63-6A4512BB4C4A}"/>
              </a:ext>
            </a:extLst>
          </p:cNvPr>
          <p:cNvGrpSpPr/>
          <p:nvPr/>
        </p:nvGrpSpPr>
        <p:grpSpPr>
          <a:xfrm>
            <a:off x="9584031" y="1607143"/>
            <a:ext cx="465169" cy="239232"/>
            <a:chOff x="1550604" y="3020176"/>
            <a:chExt cx="598449" cy="434647"/>
          </a:xfrm>
        </p:grpSpPr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DC69F7AA-B9F7-582D-8EDB-1E3A620258D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4E5ED2F-4C7F-9B0D-F988-462791C4EAD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5026CF8-41B8-B0A4-E963-8BD4A9BCE53F}"/>
              </a:ext>
            </a:extLst>
          </p:cNvPr>
          <p:cNvCxnSpPr>
            <a:cxnSpLocks/>
          </p:cNvCxnSpPr>
          <p:nvPr/>
        </p:nvCxnSpPr>
        <p:spPr>
          <a:xfrm flipH="1">
            <a:off x="10308745" y="2051725"/>
            <a:ext cx="24020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DFD576-C17D-A87D-8384-99470737171D}"/>
                  </a:ext>
                </a:extLst>
              </p:cNvPr>
              <p:cNvSpPr txBox="1"/>
              <p:nvPr/>
            </p:nvSpPr>
            <p:spPr>
              <a:xfrm>
                <a:off x="10583589" y="1871634"/>
                <a:ext cx="236264" cy="219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DFD576-C17D-A87D-8384-994707371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3589" y="1871634"/>
                <a:ext cx="236264" cy="219145"/>
              </a:xfrm>
              <a:prstGeom prst="rect">
                <a:avLst/>
              </a:prstGeom>
              <a:blipFill>
                <a:blip r:embed="rId25"/>
                <a:stretch>
                  <a:fillRect l="-35000" r="-40000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C59F953-F461-CF33-26FD-9B26EABAA89A}"/>
                  </a:ext>
                </a:extLst>
              </p:cNvPr>
              <p:cNvSpPr txBox="1"/>
              <p:nvPr/>
            </p:nvSpPr>
            <p:spPr>
              <a:xfrm>
                <a:off x="9867012" y="1331160"/>
                <a:ext cx="3783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C59F953-F461-CF33-26FD-9B26EABAA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012" y="1331160"/>
                <a:ext cx="378309" cy="307777"/>
              </a:xfrm>
              <a:prstGeom prst="rect">
                <a:avLst/>
              </a:prstGeom>
              <a:blipFill>
                <a:blip r:embed="rId26"/>
                <a:stretch>
                  <a:fillRect l="-13333" r="-13333" b="-384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2A9F5C6-92CB-66A4-FABA-2E5F64606DC5}"/>
                  </a:ext>
                </a:extLst>
              </p:cNvPr>
              <p:cNvSpPr txBox="1"/>
              <p:nvPr/>
            </p:nvSpPr>
            <p:spPr>
              <a:xfrm>
                <a:off x="9405175" y="1336257"/>
                <a:ext cx="3783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2A9F5C6-92CB-66A4-FABA-2E5F64606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175" y="1336257"/>
                <a:ext cx="378309" cy="307777"/>
              </a:xfrm>
              <a:prstGeom prst="rect">
                <a:avLst/>
              </a:prstGeom>
              <a:blipFill>
                <a:blip r:embed="rId27"/>
                <a:stretch>
                  <a:fillRect l="-12903" r="-12903"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AB1F80D6-2F27-3E19-9AB2-D9532D40EA25}"/>
              </a:ext>
            </a:extLst>
          </p:cNvPr>
          <p:cNvSpPr txBox="1"/>
          <p:nvPr/>
        </p:nvSpPr>
        <p:spPr>
          <a:xfrm>
            <a:off x="8839996" y="228856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B0BA03-6A97-DA64-4C02-19D77FD8208D}"/>
              </a:ext>
            </a:extLst>
          </p:cNvPr>
          <p:cNvSpPr txBox="1"/>
          <p:nvPr/>
        </p:nvSpPr>
        <p:spPr>
          <a:xfrm>
            <a:off x="9327312" y="230241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3CC1E33-F93E-3406-ED43-A51593AEB087}"/>
              </a:ext>
            </a:extLst>
          </p:cNvPr>
          <p:cNvSpPr txBox="1"/>
          <p:nvPr/>
        </p:nvSpPr>
        <p:spPr>
          <a:xfrm>
            <a:off x="9343039" y="160714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5A7CA9-E7C9-DA61-F250-2B1111E831AF}"/>
              </a:ext>
            </a:extLst>
          </p:cNvPr>
          <p:cNvSpPr txBox="1"/>
          <p:nvPr/>
        </p:nvSpPr>
        <p:spPr>
          <a:xfrm>
            <a:off x="9802645" y="160714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65582CA-1310-4FD1-83BE-6F6267FB4A74}"/>
              </a:ext>
            </a:extLst>
          </p:cNvPr>
          <p:cNvSpPr/>
          <p:nvPr/>
        </p:nvSpPr>
        <p:spPr>
          <a:xfrm>
            <a:off x="8708859" y="5264892"/>
            <a:ext cx="1008171" cy="4028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716FEAA-1FE6-1798-C6D3-0048200AE1C0}"/>
              </a:ext>
            </a:extLst>
          </p:cNvPr>
          <p:cNvGrpSpPr/>
          <p:nvPr/>
        </p:nvGrpSpPr>
        <p:grpSpPr>
          <a:xfrm>
            <a:off x="8980074" y="5014230"/>
            <a:ext cx="473027" cy="243273"/>
            <a:chOff x="1550604" y="3020176"/>
            <a:chExt cx="598449" cy="434647"/>
          </a:xfrm>
        </p:grpSpPr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1E6B7747-CD00-C6D3-B6F3-11F647F5192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FA8972A-27CC-413D-15E5-E2D7B0A422A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FB0053E-CFA8-4DDA-5713-6DF12F92F8B3}"/>
              </a:ext>
            </a:extLst>
          </p:cNvPr>
          <p:cNvCxnSpPr>
            <a:cxnSpLocks/>
          </p:cNvCxnSpPr>
          <p:nvPr/>
        </p:nvCxnSpPr>
        <p:spPr>
          <a:xfrm flipH="1">
            <a:off x="9717030" y="5466322"/>
            <a:ext cx="76196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1FFF5A3-EE0B-02CD-42CF-A6B5C58054F8}"/>
                  </a:ext>
                </a:extLst>
              </p:cNvPr>
              <p:cNvSpPr txBox="1"/>
              <p:nvPr/>
            </p:nvSpPr>
            <p:spPr>
              <a:xfrm>
                <a:off x="9283095" y="4738767"/>
                <a:ext cx="3414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1FFF5A3-EE0B-02CD-42CF-A6B5C5805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095" y="4738767"/>
                <a:ext cx="341440" cy="276999"/>
              </a:xfrm>
              <a:prstGeom prst="rect">
                <a:avLst/>
              </a:prstGeom>
              <a:blipFill>
                <a:blip r:embed="rId28"/>
                <a:stretch>
                  <a:fillRect l="-14815" r="-14815" b="-8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0EBA2459-7C58-9185-F206-51AEDFA3BF4F}"/>
                  </a:ext>
                </a:extLst>
              </p:cNvPr>
              <p:cNvSpPr txBox="1"/>
              <p:nvPr/>
            </p:nvSpPr>
            <p:spPr>
              <a:xfrm>
                <a:off x="8798665" y="4738767"/>
                <a:ext cx="3414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0EBA2459-7C58-9185-F206-51AEDFA3B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665" y="4738767"/>
                <a:ext cx="341440" cy="276999"/>
              </a:xfrm>
              <a:prstGeom prst="rect">
                <a:avLst/>
              </a:prstGeom>
              <a:blipFill>
                <a:blip r:embed="rId29"/>
                <a:stretch>
                  <a:fillRect l="-10714" r="-14286" b="-8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AFA30F5A-CEE5-446E-1CB0-C3F6AE42B716}"/>
              </a:ext>
            </a:extLst>
          </p:cNvPr>
          <p:cNvSpPr txBox="1"/>
          <p:nvPr/>
        </p:nvSpPr>
        <p:spPr>
          <a:xfrm>
            <a:off x="8738423" y="501605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450654B-DE4B-BFFD-3A73-FF1F4EF83C63}"/>
              </a:ext>
            </a:extLst>
          </p:cNvPr>
          <p:cNvSpPr txBox="1"/>
          <p:nvPr/>
        </p:nvSpPr>
        <p:spPr>
          <a:xfrm>
            <a:off x="9225739" y="502991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9819D80-0EE3-BBE1-E05A-4B67A0AF4365}"/>
              </a:ext>
            </a:extLst>
          </p:cNvPr>
          <p:cNvSpPr/>
          <p:nvPr/>
        </p:nvSpPr>
        <p:spPr>
          <a:xfrm>
            <a:off x="9974906" y="4735426"/>
            <a:ext cx="1008171" cy="4028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E8242B5-8C42-ACD3-286B-35DB8E409006}"/>
              </a:ext>
            </a:extLst>
          </p:cNvPr>
          <p:cNvGrpSpPr/>
          <p:nvPr/>
        </p:nvGrpSpPr>
        <p:grpSpPr>
          <a:xfrm>
            <a:off x="10246120" y="4484764"/>
            <a:ext cx="473027" cy="243273"/>
            <a:chOff x="1550604" y="3020176"/>
            <a:chExt cx="598449" cy="434647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0012F8FB-E638-A829-06E3-4B23F43BD68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CD6CD5-BA86-7131-598B-954A1F07E48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E5A7566-3DDF-8240-27D9-20B5BEF445FA}"/>
              </a:ext>
            </a:extLst>
          </p:cNvPr>
          <p:cNvCxnSpPr>
            <a:cxnSpLocks/>
          </p:cNvCxnSpPr>
          <p:nvPr/>
        </p:nvCxnSpPr>
        <p:spPr>
          <a:xfrm flipH="1">
            <a:off x="10983077" y="4936856"/>
            <a:ext cx="24426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79F95D1-3A80-1BFE-23C1-D5356A5D8201}"/>
                  </a:ext>
                </a:extLst>
              </p:cNvPr>
              <p:cNvSpPr txBox="1"/>
              <p:nvPr/>
            </p:nvSpPr>
            <p:spPr>
              <a:xfrm>
                <a:off x="11220296" y="4753725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79F95D1-3A80-1BFE-23C1-D5356A5D8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296" y="4753725"/>
                <a:ext cx="298159" cy="276999"/>
              </a:xfrm>
              <a:prstGeom prst="rect">
                <a:avLst/>
              </a:prstGeom>
              <a:blipFill>
                <a:blip r:embed="rId30"/>
                <a:stretch>
                  <a:fillRect l="-16000" r="-12000" b="-136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E5239C9-FC98-217C-3A66-325210376FBE}"/>
                  </a:ext>
                </a:extLst>
              </p:cNvPr>
              <p:cNvSpPr txBox="1"/>
              <p:nvPr/>
            </p:nvSpPr>
            <p:spPr>
              <a:xfrm>
                <a:off x="10565533" y="4209301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E5239C9-FC98-217C-3A66-325210376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533" y="4209301"/>
                <a:ext cx="298159" cy="276999"/>
              </a:xfrm>
              <a:prstGeom prst="rect">
                <a:avLst/>
              </a:prstGeom>
              <a:blipFill>
                <a:blip r:embed="rId31"/>
                <a:stretch>
                  <a:fillRect l="-12000" r="-1600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B57DC62-AAAE-11B1-EAE8-4B01AAAEE96B}"/>
                  </a:ext>
                </a:extLst>
              </p:cNvPr>
              <p:cNvSpPr txBox="1"/>
              <p:nvPr/>
            </p:nvSpPr>
            <p:spPr>
              <a:xfrm>
                <a:off x="10145305" y="4209301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B57DC62-AAAE-11B1-EAE8-4B01AAAEE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5305" y="4209301"/>
                <a:ext cx="192360" cy="276999"/>
              </a:xfrm>
              <a:prstGeom prst="rect">
                <a:avLst/>
              </a:prstGeom>
              <a:blipFill>
                <a:blip r:embed="rId32"/>
                <a:stretch>
                  <a:fillRect l="-17647" r="-1764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>
            <a:extLst>
              <a:ext uri="{FF2B5EF4-FFF2-40B4-BE49-F238E27FC236}">
                <a16:creationId xmlns:a16="http://schemas.microsoft.com/office/drawing/2014/main" id="{ADCF40AF-4CDA-BB53-46FC-637F45966E43}"/>
              </a:ext>
            </a:extLst>
          </p:cNvPr>
          <p:cNvSpPr txBox="1"/>
          <p:nvPr/>
        </p:nvSpPr>
        <p:spPr>
          <a:xfrm>
            <a:off x="10018326" y="450044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406D03F-EAB8-DC6F-DAAA-CBA33E14091D}"/>
              </a:ext>
            </a:extLst>
          </p:cNvPr>
          <p:cNvSpPr txBox="1"/>
          <p:nvPr/>
        </p:nvSpPr>
        <p:spPr>
          <a:xfrm>
            <a:off x="10477932" y="450044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13C932D-3B9A-F7EE-67E3-331B951344C0}"/>
              </a:ext>
            </a:extLst>
          </p:cNvPr>
          <p:cNvCxnSpPr>
            <a:cxnSpLocks/>
          </p:cNvCxnSpPr>
          <p:nvPr/>
        </p:nvCxnSpPr>
        <p:spPr>
          <a:xfrm>
            <a:off x="10478991" y="5150966"/>
            <a:ext cx="0" cy="3280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1BD685-2C73-74CC-5F8D-FE328D0CF0D2}"/>
              </a:ext>
            </a:extLst>
          </p:cNvPr>
          <p:cNvCxnSpPr>
            <a:cxnSpLocks/>
          </p:cNvCxnSpPr>
          <p:nvPr/>
        </p:nvCxnSpPr>
        <p:spPr>
          <a:xfrm>
            <a:off x="304800" y="3626069"/>
            <a:ext cx="1148541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35600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D49B-DBBB-CE06-8322-4A07191F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9DD73-BCE3-FA03-E927-0511DE82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u</a:t>
            </a:r>
            <a:r>
              <a:rPr lang="en-US" dirty="0"/>
              <a:t>tline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F6A228-D267-B74B-5770-EC66200D1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191" y="1135701"/>
            <a:ext cx="10405749" cy="21755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Construct the single-occurrence MUX tree</a:t>
            </a:r>
            <a:endParaRPr lang="en-US" sz="20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Determine when variables are single- or multiple-occurrence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Handle unavoidable multiple-occurrence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Flatten</a:t>
            </a:r>
            <a:r>
              <a:rPr lang="zh-CN" altLang="en-US" sz="20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Loops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2615B2-63B3-195B-9DC3-83C3E2BF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B6EC7C-4BAB-397C-60C2-AE456BDD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177401429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DB41-6804-B062-A946-5E9C3C824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4AB0D5-A5DB-5C48-5E29-B5F7B1D381B0}"/>
                  </a:ext>
                </a:extLst>
              </p:cNvPr>
              <p:cNvSpPr txBox="1"/>
              <p:nvPr/>
            </p:nvSpPr>
            <p:spPr>
              <a:xfrm>
                <a:off x="4785085" y="1566801"/>
                <a:ext cx="4014111" cy="403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𝑠𝑢𝑝𝑝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𝑐𝑜𝑛𝑠</m:t>
                              </m:r>
                            </m:sub>
                          </m:sSub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4AB0D5-A5DB-5C48-5E29-B5F7B1D38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085" y="1566801"/>
                <a:ext cx="4014111" cy="403828"/>
              </a:xfrm>
              <a:prstGeom prst="rect">
                <a:avLst/>
              </a:prstGeom>
              <a:blipFill>
                <a:blip r:embed="rId3"/>
                <a:stretch>
                  <a:fillRect t="-3030" r="-1577" b="-181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7BA971-B928-E524-1F07-9948A8C3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C40C14-CEC8-B6DB-300C-D3C1CD50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6F759F8-ED69-11A6-545B-1FEF660F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A9CFE5-D5DE-3206-279F-BF3BF7942FCB}"/>
              </a:ext>
            </a:extLst>
          </p:cNvPr>
          <p:cNvSpPr/>
          <p:nvPr/>
        </p:nvSpPr>
        <p:spPr>
          <a:xfrm>
            <a:off x="1207477" y="159433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EAE3E-8AE5-5EFF-90ED-29CE191B8F3A}"/>
              </a:ext>
            </a:extLst>
          </p:cNvPr>
          <p:cNvSpPr/>
          <p:nvPr/>
        </p:nvSpPr>
        <p:spPr>
          <a:xfrm>
            <a:off x="2485292" y="254390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5A3E7-7C57-2AF8-F1AE-81795C1D6A19}"/>
              </a:ext>
            </a:extLst>
          </p:cNvPr>
          <p:cNvSpPr/>
          <p:nvPr/>
        </p:nvSpPr>
        <p:spPr>
          <a:xfrm>
            <a:off x="1207477" y="346417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C0C80-0EE1-BFBE-3077-8F54D6D7AE1C}"/>
              </a:ext>
            </a:extLst>
          </p:cNvPr>
          <p:cNvSpPr/>
          <p:nvPr/>
        </p:nvSpPr>
        <p:spPr>
          <a:xfrm>
            <a:off x="2467707" y="4407878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1E753-94EA-9F84-BB38-9134FAF79604}"/>
              </a:ext>
            </a:extLst>
          </p:cNvPr>
          <p:cNvSpPr/>
          <p:nvPr/>
        </p:nvSpPr>
        <p:spPr>
          <a:xfrm>
            <a:off x="1207477" y="533400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CBE9DA-9413-2731-EBC8-C7E8DB942B95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623646" y="208670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C6F1E3-B252-51A7-0B54-7C19FA7E7977}"/>
              </a:ext>
            </a:extLst>
          </p:cNvPr>
          <p:cNvCxnSpPr>
            <a:cxnSpLocks/>
          </p:cNvCxnSpPr>
          <p:nvPr/>
        </p:nvCxnSpPr>
        <p:spPr>
          <a:xfrm>
            <a:off x="1623646" y="2086708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D18967-C0FC-986B-D6B0-F37B28C25FC8}"/>
              </a:ext>
            </a:extLst>
          </p:cNvPr>
          <p:cNvCxnSpPr/>
          <p:nvPr/>
        </p:nvCxnSpPr>
        <p:spPr>
          <a:xfrm>
            <a:off x="1617784" y="3965331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CCCBB7-46AC-9AC1-C728-D8B7D13A5A28}"/>
              </a:ext>
            </a:extLst>
          </p:cNvPr>
          <p:cNvCxnSpPr>
            <a:cxnSpLocks/>
          </p:cNvCxnSpPr>
          <p:nvPr/>
        </p:nvCxnSpPr>
        <p:spPr>
          <a:xfrm>
            <a:off x="1608992" y="3950677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0C3983-9394-4898-E278-0E124B7561FE}"/>
              </a:ext>
            </a:extLst>
          </p:cNvPr>
          <p:cNvCxnSpPr/>
          <p:nvPr/>
        </p:nvCxnSpPr>
        <p:spPr>
          <a:xfrm>
            <a:off x="2919045" y="3021623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AB0791-47DE-EACC-E250-B0CB05FB640C}"/>
              </a:ext>
            </a:extLst>
          </p:cNvPr>
          <p:cNvCxnSpPr>
            <a:cxnSpLocks/>
          </p:cNvCxnSpPr>
          <p:nvPr/>
        </p:nvCxnSpPr>
        <p:spPr>
          <a:xfrm flipH="1">
            <a:off x="2057400" y="3045070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8CADCC-7D4F-B191-B5EA-2E14DF2D9759}"/>
              </a:ext>
            </a:extLst>
          </p:cNvPr>
          <p:cNvCxnSpPr>
            <a:cxnSpLocks/>
          </p:cNvCxnSpPr>
          <p:nvPr/>
        </p:nvCxnSpPr>
        <p:spPr>
          <a:xfrm flipH="1">
            <a:off x="2045677" y="4936881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62478A-FE0F-6B74-39C5-D47082AEBAF1}"/>
                  </a:ext>
                </a:extLst>
              </p:cNvPr>
              <p:cNvSpPr txBox="1"/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62478A-FE0F-6B74-39C5-D47082AEB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77" y="2013342"/>
                <a:ext cx="470000" cy="369909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CFE7B6-9A25-5D4D-2E38-78925FCED0C0}"/>
                  </a:ext>
                </a:extLst>
              </p:cNvPr>
              <p:cNvSpPr txBox="1"/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CFE7B6-9A25-5D4D-2E38-78925FCED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39" y="2114496"/>
                <a:ext cx="470000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49340F-5D1D-3B0F-90F7-10CDCD9DF273}"/>
                  </a:ext>
                </a:extLst>
              </p:cNvPr>
              <p:cNvSpPr txBox="1"/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49340F-5D1D-3B0F-90F7-10CDCD9DF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45" y="3094261"/>
                <a:ext cx="470000" cy="369909"/>
              </a:xfrm>
              <a:prstGeom prst="rect">
                <a:avLst/>
              </a:prstGeom>
              <a:blipFill>
                <a:blip r:embed="rId6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DDAF08-88EC-1CEF-4982-6C172F0360A6}"/>
                  </a:ext>
                </a:extLst>
              </p:cNvPr>
              <p:cNvSpPr txBox="1"/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DDAF08-88EC-1CEF-4982-6C172F036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07" y="2945833"/>
                <a:ext cx="470000" cy="369332"/>
              </a:xfrm>
              <a:prstGeom prst="rect">
                <a:avLst/>
              </a:prstGeom>
              <a:blipFill>
                <a:blip r:embed="rId7"/>
                <a:stretch>
                  <a:fillRect t="-6452" r="-15789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41D9D99-3050-5F5C-45AC-81E6E8E7E0C3}"/>
                  </a:ext>
                </a:extLst>
              </p:cNvPr>
              <p:cNvSpPr txBox="1"/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41D9D99-3050-5F5C-45AC-81E6E8E7E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46" y="3922808"/>
                <a:ext cx="470000" cy="369909"/>
              </a:xfrm>
              <a:prstGeom prst="rect">
                <a:avLst/>
              </a:prstGeom>
              <a:blipFill>
                <a:blip r:embed="rId8"/>
                <a:stretch>
                  <a:fillRect t="-10345" r="-1578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DFC1B6-BB8E-4CCD-BD4B-FF354FBE7387}"/>
                  </a:ext>
                </a:extLst>
              </p:cNvPr>
              <p:cNvSpPr txBox="1"/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DFC1B6-BB8E-4CCD-BD4B-FF354FBE7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8" y="4023962"/>
                <a:ext cx="470000" cy="369332"/>
              </a:xfrm>
              <a:prstGeom prst="rect">
                <a:avLst/>
              </a:prstGeom>
              <a:blipFill>
                <a:blip r:embed="rId9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C1512F4-AF91-4C97-394A-7E0C07325AAD}"/>
              </a:ext>
            </a:extLst>
          </p:cNvPr>
          <p:cNvSpPr txBox="1"/>
          <p:nvPr/>
        </p:nvSpPr>
        <p:spPr>
          <a:xfrm>
            <a:off x="2086707" y="15283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7B7BA-D554-2AFD-4929-B9BE215A3A02}"/>
              </a:ext>
            </a:extLst>
          </p:cNvPr>
          <p:cNvSpPr txBox="1"/>
          <p:nvPr/>
        </p:nvSpPr>
        <p:spPr>
          <a:xfrm>
            <a:off x="3317688" y="44693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8E2F19-6D40-2E04-DB4B-05AEC3EDA6DB}"/>
              </a:ext>
            </a:extLst>
          </p:cNvPr>
          <p:cNvSpPr txBox="1"/>
          <p:nvPr/>
        </p:nvSpPr>
        <p:spPr>
          <a:xfrm>
            <a:off x="4796808" y="9525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Producer</a:t>
            </a:r>
            <a:r>
              <a:rPr lang="zh-CN" altLang="en-US" sz="1800" dirty="0"/>
              <a:t> </a:t>
            </a:r>
            <a:r>
              <a:rPr lang="en-US" altLang="zh-CN" sz="1800" dirty="0"/>
              <a:t>BB:</a:t>
            </a:r>
            <a:r>
              <a:rPr lang="zh-CN" altLang="en-US" sz="1800" dirty="0"/>
              <a:t> </a:t>
            </a:r>
            <a:r>
              <a:rPr lang="en-US" altLang="zh-CN" sz="1800" dirty="0"/>
              <a:t>^BB0;</a:t>
            </a:r>
            <a:r>
              <a:rPr lang="en-US" altLang="zh-CN" dirty="0"/>
              <a:t>	Consumer</a:t>
            </a:r>
            <a:r>
              <a:rPr lang="zh-CN" altLang="en-US" dirty="0"/>
              <a:t> </a:t>
            </a:r>
            <a:r>
              <a:rPr lang="en-US" altLang="zh-CN" dirty="0"/>
              <a:t>BB:</a:t>
            </a:r>
            <a:r>
              <a:rPr lang="zh-CN" altLang="en-US" dirty="0"/>
              <a:t> </a:t>
            </a:r>
            <a:r>
              <a:rPr lang="en-US" altLang="zh-CN" dirty="0"/>
              <a:t>^BB3;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7F509E8-DBE7-D083-5FB6-5DB0556BB5A1}"/>
              </a:ext>
            </a:extLst>
          </p:cNvPr>
          <p:cNvSpPr/>
          <p:nvPr/>
        </p:nvSpPr>
        <p:spPr>
          <a:xfrm>
            <a:off x="7289400" y="3154770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71367A-E266-7202-0FED-6391C94BB0C5}"/>
              </a:ext>
            </a:extLst>
          </p:cNvPr>
          <p:cNvSpPr/>
          <p:nvPr/>
        </p:nvSpPr>
        <p:spPr>
          <a:xfrm>
            <a:off x="6778407" y="4602869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693E3F-2F70-4506-64E9-10D456CF3E34}"/>
              </a:ext>
            </a:extLst>
          </p:cNvPr>
          <p:cNvSpPr/>
          <p:nvPr/>
        </p:nvSpPr>
        <p:spPr>
          <a:xfrm>
            <a:off x="7743712" y="401244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41861C-8327-A064-1791-7A8AF8AEE366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7081734" y="3672581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797F95-979C-0097-8A34-3B7D56AB999F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7807211" y="3672581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AF6084-07F0-80DC-C9FE-51B1F210E05C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7081734" y="5209522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758DC31A-BFD6-D716-97CE-0F505B0DE22B}"/>
              </a:ext>
            </a:extLst>
          </p:cNvPr>
          <p:cNvSpPr/>
          <p:nvPr/>
        </p:nvSpPr>
        <p:spPr>
          <a:xfrm>
            <a:off x="6892290" y="559090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611533F-C5C7-1B6F-517E-1E90E472C3A9}"/>
              </a:ext>
            </a:extLst>
          </p:cNvPr>
          <p:cNvSpPr/>
          <p:nvPr/>
        </p:nvSpPr>
        <p:spPr>
          <a:xfrm>
            <a:off x="7700431" y="5589431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979AA9-5764-9CDE-0771-7251730EAA6E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7296218" y="5120680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AE7C795-AF32-0DA9-12E6-19CCB7CFCE87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7385060" y="4530255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9576C77-BE8C-E888-636E-E5DB3FFD54FE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8003758" y="4619097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97D9A09E-69CA-1D70-56B4-C48966AEB41C}"/>
              </a:ext>
            </a:extLst>
          </p:cNvPr>
          <p:cNvSpPr txBox="1"/>
          <p:nvPr/>
        </p:nvSpPr>
        <p:spPr>
          <a:xfrm>
            <a:off x="6997935" y="387048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0DA0256-E4E0-883C-3339-FE404040DA07}"/>
              </a:ext>
            </a:extLst>
          </p:cNvPr>
          <p:cNvSpPr txBox="1"/>
          <p:nvPr/>
        </p:nvSpPr>
        <p:spPr>
          <a:xfrm>
            <a:off x="7856923" y="3607534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D4E8F1A-E70F-4816-C8F6-56EAF9995820}"/>
              </a:ext>
            </a:extLst>
          </p:cNvPr>
          <p:cNvSpPr txBox="1"/>
          <p:nvPr/>
        </p:nvSpPr>
        <p:spPr>
          <a:xfrm>
            <a:off x="8003757" y="4917973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DA6EDE2-A42C-2260-A5A7-5BC0FE5497C8}"/>
              </a:ext>
            </a:extLst>
          </p:cNvPr>
          <p:cNvSpPr txBox="1"/>
          <p:nvPr/>
        </p:nvSpPr>
        <p:spPr>
          <a:xfrm>
            <a:off x="7445891" y="4446984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A37C968-E794-61E9-9515-21424798F41A}"/>
              </a:ext>
            </a:extLst>
          </p:cNvPr>
          <p:cNvSpPr txBox="1"/>
          <p:nvPr/>
        </p:nvSpPr>
        <p:spPr>
          <a:xfrm>
            <a:off x="6834298" y="51954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6D1358B-4B7C-9653-B006-6AFBE85DBE80}"/>
              </a:ext>
            </a:extLst>
          </p:cNvPr>
          <p:cNvSpPr txBox="1"/>
          <p:nvPr/>
        </p:nvSpPr>
        <p:spPr>
          <a:xfrm>
            <a:off x="7450042" y="51301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F70731-8094-5BE2-F783-52768ECCE999}"/>
              </a:ext>
            </a:extLst>
          </p:cNvPr>
          <p:cNvSpPr txBox="1"/>
          <p:nvPr/>
        </p:nvSpPr>
        <p:spPr>
          <a:xfrm>
            <a:off x="4796808" y="2264373"/>
            <a:ext cx="5405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Construct</a:t>
            </a:r>
            <a:r>
              <a:rPr lang="zh-CN" altLang="en-US" sz="1800" dirty="0"/>
              <a:t> </a:t>
            </a:r>
            <a:r>
              <a:rPr lang="en-US" altLang="zh-CN" sz="1800" dirty="0"/>
              <a:t>the</a:t>
            </a:r>
            <a:r>
              <a:rPr lang="zh-CN" altLang="en-US" sz="1800" dirty="0"/>
              <a:t> </a:t>
            </a:r>
            <a:r>
              <a:rPr lang="en-US" altLang="zh-CN" sz="1800" dirty="0"/>
              <a:t>corresponding</a:t>
            </a:r>
            <a:r>
              <a:rPr lang="zh-CN" altLang="en-US" sz="1800" dirty="0"/>
              <a:t> </a:t>
            </a:r>
            <a:r>
              <a:rPr lang="en-US" altLang="zh-CN" dirty="0"/>
              <a:t>Reduced</a:t>
            </a:r>
            <a:r>
              <a:rPr lang="zh-CN" altLang="en-US" dirty="0"/>
              <a:t> </a:t>
            </a:r>
            <a:r>
              <a:rPr lang="en-US" altLang="zh-CN" dirty="0"/>
              <a:t>Ordered</a:t>
            </a:r>
            <a:r>
              <a:rPr lang="zh-CN" altLang="en-US" dirty="0"/>
              <a:t> </a:t>
            </a:r>
            <a:r>
              <a:rPr lang="en-US" altLang="zh-CN" dirty="0"/>
              <a:t>BDD</a:t>
            </a:r>
            <a:r>
              <a:rPr lang="zh-CN" altLang="en-US" dirty="0"/>
              <a:t> </a:t>
            </a:r>
            <a:r>
              <a:rPr lang="en-US" altLang="zh-CN" dirty="0"/>
              <a:t>(ROBDD).</a:t>
            </a:r>
          </a:p>
        </p:txBody>
      </p:sp>
    </p:spTree>
    <p:extLst>
      <p:ext uri="{BB962C8B-B14F-4D97-AF65-F5344CB8AC3E}">
        <p14:creationId xmlns:p14="http://schemas.microsoft.com/office/powerpoint/2010/main" val="1108141251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30F8-4E70-6714-5436-001AB603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24AEF3-FE49-48FA-8BB5-4A6D5716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8D7AF4-F988-56EB-4118-2B03BDE3C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EB8FAA-FDAA-7DAB-49C8-30E17DA5E421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BBBEC8-F9F8-8CCE-B9EA-CBBB00565BEB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46A5D56-604A-26DE-9E51-9E5EC1913517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A29474-EBD7-55D5-05F1-D0F24ABD0B20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A3031A-B1EF-FAD4-E963-2129CDCC8562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5E53EA-9334-235B-8944-8500DEF1B01F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C181467-B7FD-7DCA-8534-A0F28C17EE5A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FA82DF3-BBF5-DF44-DAB4-C7BC69D1DA7D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263251-01AA-A1C4-592D-5055F09C2DD3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0C8171-E01A-105E-10BB-F7BC312B4D6D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8756DEF-0C92-19D2-D2FC-7B269DDD6C83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62D1E033-FB6D-5BF7-2C40-A59A9503498A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95AD7E6-3097-6CE0-B445-EA3624212ADF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AFD3598-3BEA-D3CC-8474-D2B016640875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CC8C0A6-7C97-3A49-6992-23692E75FA4E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A06356D-DEE1-00F9-A821-33FCB6CECF3C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E25DD18-76EB-1419-A0F8-5D2240126651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86DD5F-C00E-94C8-55EF-92D8ED336923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80BF182-DE8E-4197-35DB-433C894C189B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8DCC486-4F53-B247-82DA-D9DBFDEF216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B1C86AA-1B3A-EF70-D853-1382BE306B7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400E65-6EEB-F692-8DAE-23E10BB5297B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FA2F2AD-2CBC-1193-1841-6B8BD6573BBE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9F7482-D040-A0C6-F5C0-D00453553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E36C5BB-92CB-6363-39A0-29133DB8E3FB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507BBE6-B456-2490-5644-BE6F5CF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E347FC6-B487-199A-15DD-AAE8CE49F878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E1FEBC-3F2E-F14B-21F3-495FF544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5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FE784D05-9A60-AF8D-0E73-57A26E64A8CB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3237A5-BC4D-2CB1-32FE-EDF624FE77BC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A9AA20C-76DB-6A0D-8FC9-B8454A452113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A9AA20C-76DB-6A0D-8FC9-B8454A452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6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TextBox 136">
            <a:extLst>
              <a:ext uri="{FF2B5EF4-FFF2-40B4-BE49-F238E27FC236}">
                <a16:creationId xmlns:a16="http://schemas.microsoft.com/office/drawing/2014/main" id="{557CB38B-CAB0-983A-4F8D-38C97E09AA4F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48580E-82AA-1008-7191-0CA875A479A1}"/>
              </a:ext>
            </a:extLst>
          </p:cNvPr>
          <p:cNvCxnSpPr/>
          <p:nvPr/>
        </p:nvCxnSpPr>
        <p:spPr>
          <a:xfrm>
            <a:off x="4775181" y="5376232"/>
            <a:ext cx="1056094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EBCAC2-3989-D07B-45E6-EBE09A29C8D0}"/>
              </a:ext>
            </a:extLst>
          </p:cNvPr>
          <p:cNvCxnSpPr/>
          <p:nvPr/>
        </p:nvCxnSpPr>
        <p:spPr>
          <a:xfrm>
            <a:off x="3845859" y="5375875"/>
            <a:ext cx="1056094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A3254BF5-01B5-1186-B3EF-5E03A7404072}"/>
              </a:ext>
            </a:extLst>
          </p:cNvPr>
          <p:cNvSpPr txBox="1">
            <a:spLocks/>
          </p:cNvSpPr>
          <p:nvPr/>
        </p:nvSpPr>
        <p:spPr>
          <a:xfrm>
            <a:off x="731836" y="347436"/>
            <a:ext cx="10728325" cy="3455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2AAF3-22EF-88C9-8A56-2D527306A7A8}"/>
              </a:ext>
            </a:extLst>
          </p:cNvPr>
          <p:cNvSpPr txBox="1"/>
          <p:nvPr/>
        </p:nvSpPr>
        <p:spPr>
          <a:xfrm>
            <a:off x="4161806" y="239995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u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2096F-BA46-9CB5-6563-371EF44C6744}"/>
              </a:ext>
            </a:extLst>
          </p:cNvPr>
          <p:cNvSpPr txBox="1"/>
          <p:nvPr/>
        </p:nvSpPr>
        <p:spPr>
          <a:xfrm>
            <a:off x="5579555" y="32541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v</a:t>
            </a:r>
            <a:endParaRPr lang="en-CN" dirty="0">
              <a:solidFill>
                <a:srgbClr val="00B05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E52FC4-26E6-9CB8-2DFD-F251643F20DE}"/>
              </a:ext>
            </a:extLst>
          </p:cNvPr>
          <p:cNvCxnSpPr/>
          <p:nvPr/>
        </p:nvCxnSpPr>
        <p:spPr>
          <a:xfrm>
            <a:off x="4755518" y="3773408"/>
            <a:ext cx="1056094" cy="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258541-F8D7-8EC8-3702-5A62AF38FB91}"/>
              </a:ext>
            </a:extLst>
          </p:cNvPr>
          <p:cNvCxnSpPr/>
          <p:nvPr/>
        </p:nvCxnSpPr>
        <p:spPr>
          <a:xfrm>
            <a:off x="4300667" y="2718814"/>
            <a:ext cx="1056094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A3F5FA-9EB0-BF78-4ECA-94FB725F74C6}"/>
              </a:ext>
            </a:extLst>
          </p:cNvPr>
          <p:cNvCxnSpPr/>
          <p:nvPr/>
        </p:nvCxnSpPr>
        <p:spPr>
          <a:xfrm>
            <a:off x="4748721" y="3577468"/>
            <a:ext cx="1056094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99D360-9105-97BC-58ED-1BF200CEA6AD}"/>
              </a:ext>
            </a:extLst>
          </p:cNvPr>
          <p:cNvCxnSpPr/>
          <p:nvPr/>
        </p:nvCxnSpPr>
        <p:spPr>
          <a:xfrm>
            <a:off x="3790213" y="4167548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33C6EF-BC43-B2A5-C868-1A95077009A1}"/>
              </a:ext>
            </a:extLst>
          </p:cNvPr>
          <p:cNvCxnSpPr/>
          <p:nvPr/>
        </p:nvCxnSpPr>
        <p:spPr>
          <a:xfrm>
            <a:off x="4762446" y="5151877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7D93B4-8B05-2556-FB91-C7FA31CCB8CA}"/>
              </a:ext>
            </a:extLst>
          </p:cNvPr>
          <p:cNvCxnSpPr/>
          <p:nvPr/>
        </p:nvCxnSpPr>
        <p:spPr>
          <a:xfrm>
            <a:off x="3790213" y="4371289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E9DB1D8-F28B-70F4-8B16-EB8200E0FF65}"/>
              </a:ext>
            </a:extLst>
          </p:cNvPr>
          <p:cNvSpPr txBox="1"/>
          <p:nvPr/>
        </p:nvSpPr>
        <p:spPr>
          <a:xfrm>
            <a:off x="3645242" y="3830222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u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9F159-562E-D461-FBEE-F5B09E64D1E5}"/>
              </a:ext>
            </a:extLst>
          </p:cNvPr>
          <p:cNvSpPr txBox="1"/>
          <p:nvPr/>
        </p:nvSpPr>
        <p:spPr>
          <a:xfrm>
            <a:off x="5798418" y="3576624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v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07934C-6705-40FC-F772-7DC637A45E8C}"/>
              </a:ext>
            </a:extLst>
          </p:cNvPr>
          <p:cNvSpPr txBox="1"/>
          <p:nvPr/>
        </p:nvSpPr>
        <p:spPr>
          <a:xfrm>
            <a:off x="3548214" y="414721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E994F6-4852-D505-D91B-063085BBA246}"/>
              </a:ext>
            </a:extLst>
          </p:cNvPr>
          <p:cNvSpPr txBox="1"/>
          <p:nvPr/>
        </p:nvSpPr>
        <p:spPr>
          <a:xfrm>
            <a:off x="5596308" y="4819665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v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6D21E-3ED8-6B43-54B4-A8B9C8C2FE47}"/>
              </a:ext>
            </a:extLst>
          </p:cNvPr>
          <p:cNvSpPr txBox="1"/>
          <p:nvPr/>
        </p:nvSpPr>
        <p:spPr>
          <a:xfrm>
            <a:off x="3764622" y="507685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</a:rPr>
              <a:t>u</a:t>
            </a:r>
            <a:endParaRPr lang="en-CN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A58A41-3F01-EC62-633E-EF4BD0D306D7}"/>
              </a:ext>
            </a:extLst>
          </p:cNvPr>
          <p:cNvSpPr txBox="1"/>
          <p:nvPr/>
        </p:nvSpPr>
        <p:spPr>
          <a:xfrm>
            <a:off x="5748708" y="5127513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</a:rPr>
              <a:t>v</a:t>
            </a:r>
            <a:endParaRPr lang="en-CN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2B436-C620-ADCC-16DD-78C124885B17}"/>
              </a:ext>
            </a:extLst>
          </p:cNvPr>
          <p:cNvSpPr/>
          <p:nvPr/>
        </p:nvSpPr>
        <p:spPr>
          <a:xfrm>
            <a:off x="7634201" y="400821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F854F9-4210-9858-AF1B-B96972F43C06}"/>
              </a:ext>
            </a:extLst>
          </p:cNvPr>
          <p:cNvGrpSpPr/>
          <p:nvPr/>
        </p:nvGrpSpPr>
        <p:grpSpPr>
          <a:xfrm>
            <a:off x="7977328" y="3691093"/>
            <a:ext cx="598449" cy="307777"/>
            <a:chOff x="1550604" y="3020176"/>
            <a:chExt cx="598449" cy="434647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1BA03B9-D2D1-1021-A149-27056DF5800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BE0D98C-5F06-B93B-C2E2-F9DB822CBAF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CDC2691-A4AE-A139-923E-C61FEA512A15}"/>
              </a:ext>
            </a:extLst>
          </p:cNvPr>
          <p:cNvCxnSpPr>
            <a:cxnSpLocks/>
          </p:cNvCxnSpPr>
          <p:nvPr/>
        </p:nvCxnSpPr>
        <p:spPr>
          <a:xfrm flipH="1">
            <a:off x="8909687" y="4263056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E60B6A-DA8D-3176-EA49-84B942A1ED4D}"/>
                  </a:ext>
                </a:extLst>
              </p:cNvPr>
              <p:cNvSpPr txBox="1"/>
              <p:nvPr/>
            </p:nvSpPr>
            <p:spPr>
              <a:xfrm>
                <a:off x="9218715" y="4034474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E60B6A-DA8D-3176-EA49-84B942A1E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715" y="4034474"/>
                <a:ext cx="254877" cy="369332"/>
              </a:xfrm>
              <a:prstGeom prst="rect">
                <a:avLst/>
              </a:prstGeom>
              <a:blipFill>
                <a:blip r:embed="rId7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1B02B2-55DF-E413-BA17-EEB813137926}"/>
                  </a:ext>
                </a:extLst>
              </p:cNvPr>
              <p:cNvSpPr txBox="1"/>
              <p:nvPr/>
            </p:nvSpPr>
            <p:spPr>
              <a:xfrm>
                <a:off x="8288509" y="3310902"/>
                <a:ext cx="5966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𝑆𝑢𝑏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1B02B2-55DF-E413-BA17-EEB813137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509" y="3310902"/>
                <a:ext cx="596638" cy="369332"/>
              </a:xfrm>
              <a:prstGeom prst="rect">
                <a:avLst/>
              </a:prstGeom>
              <a:blipFill>
                <a:blip r:embed="rId8"/>
                <a:stretch>
                  <a:fillRect l="-10417" r="-10417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C0CEEA-9A6C-3991-44DE-526BD4440F56}"/>
                  </a:ext>
                </a:extLst>
              </p:cNvPr>
              <p:cNvSpPr txBox="1"/>
              <p:nvPr/>
            </p:nvSpPr>
            <p:spPr>
              <a:xfrm>
                <a:off x="7612420" y="3298766"/>
                <a:ext cx="7298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𝑂𝑟𝑖𝑔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C0CEEA-9A6C-3991-44DE-526BD4440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420" y="3298766"/>
                <a:ext cx="729815" cy="369332"/>
              </a:xfrm>
              <a:prstGeom prst="rect">
                <a:avLst/>
              </a:prstGeom>
              <a:blipFill>
                <a:blip r:embed="rId9"/>
                <a:stretch>
                  <a:fillRect l="-12069" r="-12069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660D2DD1-F573-E326-8C4C-BAC6A5A1C0DF}"/>
              </a:ext>
            </a:extLst>
          </p:cNvPr>
          <p:cNvSpPr txBox="1"/>
          <p:nvPr/>
        </p:nvSpPr>
        <p:spPr>
          <a:xfrm>
            <a:off x="7759247" y="378104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3AE650-B57B-16B7-1826-EE22462D2AC2}"/>
              </a:ext>
            </a:extLst>
          </p:cNvPr>
          <p:cNvSpPr txBox="1"/>
          <p:nvPr/>
        </p:nvSpPr>
        <p:spPr>
          <a:xfrm>
            <a:off x="8358246" y="378104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83602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1" grpId="0"/>
      <p:bldP spid="22" grpId="0"/>
      <p:bldP spid="23" grpId="0"/>
      <p:bldP spid="24" grpId="0"/>
      <p:bldP spid="25" grpId="0"/>
      <p:bldP spid="26" grpId="0"/>
      <p:bldP spid="8" grpId="0" animBg="1"/>
      <p:bldP spid="49" grpId="0"/>
      <p:bldP spid="50" grpId="0"/>
      <p:bldP spid="51" grpId="0"/>
      <p:bldP spid="52" grpId="0"/>
      <p:bldP spid="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7658-51F0-C29D-DD2F-AAB8708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AF846C-5C5D-F3FE-BE6F-5A055DC4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C400D-5B7C-F0A5-800E-C9FFB919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B40815-B06B-44EC-E3F1-684CB9DAD827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C6558C-1304-931F-F847-8D5D045A0588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E4DA4D-04B4-F059-1ABD-4D549643BCE9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E84874-70F9-7E57-D80B-3CEAB4C06595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E66A9F-4058-3F0F-2909-9CE0904998CE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D01175-C53D-F4C3-D94B-417A676240B8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8F38038-BE5F-73B8-6F33-DBDA946D8EBA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2759519-7D68-E70B-676F-E815E314B819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6B2425-520C-EB0B-988C-E52C1C589E9D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F32C7D7-669C-165D-CA98-86844920B2D8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0442CBC-EA08-226C-34C0-A7F115D5C272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70B9F40-097C-7A2D-5880-EDF1831C71F2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CBCFD2B-9E0C-9CC8-93E6-D3A59F5CF10B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25C9CC9-3836-B2F1-7C1F-3B9E264CDC4C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14619A3-C52A-C7A6-C79E-44E3000D5736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A2455B6-16C7-BF22-A4C8-F1145A6E87F5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627C420-2186-53EE-06AD-9BCACEDF62D4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F1C70F-D169-F1B4-6615-569DCE4A146A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67D0620-E577-4F0F-6260-5144B6E6775C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F0E54F2-2150-D7F0-BB6D-CDA58ED47C0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E78D3D9-0858-B6B0-2044-6F060BE270C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42DE86-3BE6-F310-68F9-DC579B34AB1E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1EA804-47B5-8CA9-3411-CAA5BD234CFA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9F7482-D040-A0C6-F5C0-D00453553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6782154-E088-7608-3213-0FB7BBDC471A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507BBE6-B456-2490-5644-BE6F5CF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F039E45-D29A-8679-EE1B-69CED737B359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E1FEBC-3F2E-F14B-21F3-495FF544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5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A92C6B72-D7A3-1CC9-0D43-05FC0EF81BD5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63FC6AA-2F22-0299-9630-8A18C606CBB2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4C58DBF-9442-2912-27EC-CB9DEDFF271F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02DB75-98B4-C9F4-BCC5-8D22E86378B9}"/>
              </a:ext>
            </a:extLst>
          </p:cNvPr>
          <p:cNvCxnSpPr/>
          <p:nvPr/>
        </p:nvCxnSpPr>
        <p:spPr>
          <a:xfrm>
            <a:off x="4775181" y="5376232"/>
            <a:ext cx="1056094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038E34-AA32-F40D-EF6E-EC3E9FB78FAB}"/>
              </a:ext>
            </a:extLst>
          </p:cNvPr>
          <p:cNvCxnSpPr/>
          <p:nvPr/>
        </p:nvCxnSpPr>
        <p:spPr>
          <a:xfrm>
            <a:off x="3845859" y="5375875"/>
            <a:ext cx="1056094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9C6FFE5B-953D-1CA0-1EDF-86ACA1E0270B}"/>
              </a:ext>
            </a:extLst>
          </p:cNvPr>
          <p:cNvSpPr txBox="1">
            <a:spLocks/>
          </p:cNvSpPr>
          <p:nvPr/>
        </p:nvSpPr>
        <p:spPr>
          <a:xfrm>
            <a:off x="731836" y="347436"/>
            <a:ext cx="10728325" cy="3455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7DEA42-E2BC-2B3A-2C76-6ED70A9D183D}"/>
              </a:ext>
            </a:extLst>
          </p:cNvPr>
          <p:cNvCxnSpPr/>
          <p:nvPr/>
        </p:nvCxnSpPr>
        <p:spPr>
          <a:xfrm>
            <a:off x="4755518" y="3773408"/>
            <a:ext cx="1056094" cy="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0A6E72-4DF2-3B1A-4BA3-085AEA6C9FEF}"/>
              </a:ext>
            </a:extLst>
          </p:cNvPr>
          <p:cNvCxnSpPr/>
          <p:nvPr/>
        </p:nvCxnSpPr>
        <p:spPr>
          <a:xfrm>
            <a:off x="3790213" y="4167548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BCC640-D95A-140E-1FA8-0DADF33A7F09}"/>
              </a:ext>
            </a:extLst>
          </p:cNvPr>
          <p:cNvCxnSpPr/>
          <p:nvPr/>
        </p:nvCxnSpPr>
        <p:spPr>
          <a:xfrm>
            <a:off x="4762446" y="5151877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3F8239-37D8-DB7D-07C1-5980C5ACEC82}"/>
              </a:ext>
            </a:extLst>
          </p:cNvPr>
          <p:cNvCxnSpPr/>
          <p:nvPr/>
        </p:nvCxnSpPr>
        <p:spPr>
          <a:xfrm>
            <a:off x="3790213" y="4371289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05BA82-3D28-B7E6-EA02-BE2AEDED751D}"/>
              </a:ext>
            </a:extLst>
          </p:cNvPr>
          <p:cNvSpPr txBox="1"/>
          <p:nvPr/>
        </p:nvSpPr>
        <p:spPr>
          <a:xfrm>
            <a:off x="3645242" y="3830222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u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98CE60-44CD-BEBB-5862-C948FB1BFA33}"/>
              </a:ext>
            </a:extLst>
          </p:cNvPr>
          <p:cNvSpPr txBox="1"/>
          <p:nvPr/>
        </p:nvSpPr>
        <p:spPr>
          <a:xfrm>
            <a:off x="5798418" y="3576624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v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996011-62EA-28F7-F1FB-009999B66DE9}"/>
              </a:ext>
            </a:extLst>
          </p:cNvPr>
          <p:cNvSpPr txBox="1"/>
          <p:nvPr/>
        </p:nvSpPr>
        <p:spPr>
          <a:xfrm>
            <a:off x="3548214" y="414721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10585F-33AA-747D-E6F9-DB9E4BE34EFE}"/>
              </a:ext>
            </a:extLst>
          </p:cNvPr>
          <p:cNvSpPr txBox="1"/>
          <p:nvPr/>
        </p:nvSpPr>
        <p:spPr>
          <a:xfrm>
            <a:off x="5596308" y="4819665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v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C17C1B-25F5-9C75-FD07-95245E368D19}"/>
              </a:ext>
            </a:extLst>
          </p:cNvPr>
          <p:cNvSpPr txBox="1"/>
          <p:nvPr/>
        </p:nvSpPr>
        <p:spPr>
          <a:xfrm>
            <a:off x="3764622" y="507685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</a:rPr>
              <a:t>u</a:t>
            </a:r>
            <a:endParaRPr lang="en-CN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30B843-C730-221B-B869-A5FB2BD48694}"/>
              </a:ext>
            </a:extLst>
          </p:cNvPr>
          <p:cNvSpPr txBox="1"/>
          <p:nvPr/>
        </p:nvSpPr>
        <p:spPr>
          <a:xfrm>
            <a:off x="5748708" y="5127513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</a:rPr>
              <a:t>v</a:t>
            </a:r>
            <a:endParaRPr lang="en-CN" dirty="0">
              <a:solidFill>
                <a:srgbClr val="FFC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03F6F6-835B-49A2-1F35-857F06C36D58}"/>
              </a:ext>
            </a:extLst>
          </p:cNvPr>
          <p:cNvSpPr/>
          <p:nvPr/>
        </p:nvSpPr>
        <p:spPr>
          <a:xfrm>
            <a:off x="7627789" y="39996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D99E00-DA35-0CFE-12C5-A80FB76D27AA}"/>
              </a:ext>
            </a:extLst>
          </p:cNvPr>
          <p:cNvGrpSpPr/>
          <p:nvPr/>
        </p:nvGrpSpPr>
        <p:grpSpPr>
          <a:xfrm>
            <a:off x="7970916" y="3682545"/>
            <a:ext cx="598449" cy="307777"/>
            <a:chOff x="1550604" y="3020176"/>
            <a:chExt cx="598449" cy="434647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2E73908-33BA-6BB7-4080-ACF555D3D8C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ACE0896-52A2-AFF2-5572-940CFA38D02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181550C-51AB-150E-CED1-3E535DC68C13}"/>
              </a:ext>
            </a:extLst>
          </p:cNvPr>
          <p:cNvCxnSpPr>
            <a:cxnSpLocks/>
          </p:cNvCxnSpPr>
          <p:nvPr/>
        </p:nvCxnSpPr>
        <p:spPr>
          <a:xfrm flipH="1">
            <a:off x="8903275" y="42545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C166CD-C02B-31C1-2175-2D60CAFB4209}"/>
                  </a:ext>
                </a:extLst>
              </p:cNvPr>
              <p:cNvSpPr txBox="1"/>
              <p:nvPr/>
            </p:nvSpPr>
            <p:spPr>
              <a:xfrm>
                <a:off x="9212303" y="4025926"/>
                <a:ext cx="6849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𝑜𝑟𝑖𝑔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C166CD-C02B-31C1-2175-2D60CAFB4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303" y="4025926"/>
                <a:ext cx="684931" cy="369332"/>
              </a:xfrm>
              <a:prstGeom prst="rect">
                <a:avLst/>
              </a:prstGeom>
              <a:blipFill>
                <a:blip r:embed="rId7"/>
                <a:stretch>
                  <a:fillRect l="-12727" r="-12727" b="-290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473CA73-862C-F152-98E7-95573825FDA2}"/>
                  </a:ext>
                </a:extLst>
              </p:cNvPr>
              <p:cNvSpPr txBox="1"/>
              <p:nvPr/>
            </p:nvSpPr>
            <p:spPr>
              <a:xfrm>
                <a:off x="8441533" y="330486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473CA73-862C-F152-98E7-95573825F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533" y="3304864"/>
                <a:ext cx="254878" cy="369332"/>
              </a:xfrm>
              <a:prstGeom prst="rect">
                <a:avLst/>
              </a:prstGeom>
              <a:blipFill>
                <a:blip r:embed="rId8"/>
                <a:stretch>
                  <a:fillRect l="-19048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D9EB78-91C2-0999-8422-B87252A13E08}"/>
                  </a:ext>
                </a:extLst>
              </p:cNvPr>
              <p:cNvSpPr txBox="1"/>
              <p:nvPr/>
            </p:nvSpPr>
            <p:spPr>
              <a:xfrm>
                <a:off x="7850109" y="329259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D9EB78-91C2-0999-8422-B87252A13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09" y="3292597"/>
                <a:ext cx="254878" cy="369332"/>
              </a:xfrm>
              <a:prstGeom prst="rect">
                <a:avLst/>
              </a:prstGeom>
              <a:blipFill>
                <a:blip r:embed="rId9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3394CCDB-454E-5712-BA21-A1C69FBB917D}"/>
              </a:ext>
            </a:extLst>
          </p:cNvPr>
          <p:cNvSpPr txBox="1"/>
          <p:nvPr/>
        </p:nvSpPr>
        <p:spPr>
          <a:xfrm>
            <a:off x="7752835" y="37724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F978AC-CF98-8828-CBDC-CAABE4696E8D}"/>
              </a:ext>
            </a:extLst>
          </p:cNvPr>
          <p:cNvSpPr txBox="1"/>
          <p:nvPr/>
        </p:nvSpPr>
        <p:spPr>
          <a:xfrm>
            <a:off x="8351834" y="37724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D13B03-7FEE-650E-575B-3C04E457861B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D13B03-7FEE-650E-575B-3C04E4578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0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7553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7" grpId="0"/>
      <p:bldP spid="38" grpId="0"/>
      <p:bldP spid="40" grpId="0"/>
      <p:bldP spid="41" grpId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B2BA-3BF1-A47C-1BC7-FFDF2689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2F5E31-6842-0329-B1AA-52D91B88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0D9FA6-E897-52CE-B835-A626695F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6088A8-AFA4-71FF-B9FD-DCDE2AD2FE5C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12C180-4430-7FCE-3012-AAE4445FA05A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D921A0-5A8F-2494-F7BC-E72D4FAAE98E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AEB281-44A5-E34B-E4C8-EC0C179E2F52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6B16ED-5E8A-374F-97C3-F0DC137054A5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F5E174-897D-6341-24FB-3D6B5568D7DA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506E36C-5442-D22F-85FD-6D790D129D7C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0623A23-E9BC-3C42-FAA9-9CBA4AC06307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C43BF2-00E2-88E8-78D0-D587447E3683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A479A22-605A-CED5-B20C-07151C4913DB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5215F04-8535-62F5-69C5-A75AB756539B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06C70D23-B875-6208-DE2F-C403E0CB438B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3C03B22-BCB8-BCFA-467B-C99C7C11B534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4900F80-81E9-615B-82E9-14DB60EA02A3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3CEA8C3-9FCC-CE98-E182-D546BEC3150E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A1B309A-005C-1665-97A7-925947C212A8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8CAA363-DB8E-1F77-D5D3-CE5F38108D2D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A67FE7-95BB-F2C3-490B-A597201C5426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FF2BEE6-C48C-1403-7FD1-E3E49FFB4126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47820D8-D193-E24B-A891-069229BBE42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EE704D8-D0ED-1307-F63C-CE96237C6D7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9CA057-4303-2446-1097-CA6A08C88D93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64EE643-FE48-C8E1-1599-F1B1DC6C18DD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9F7482-D040-A0C6-F5C0-D00453553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3821D5B-FCBE-0467-A5A2-5F7A1B201F5B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507BBE6-B456-2490-5644-BE6F5CF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2558599-024A-56EC-0330-B4AE281F3BC9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E1FEBC-3F2E-F14B-21F3-495FF544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5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23AEE04A-F392-076A-8FEC-2FFEF4BEB4F6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683166F-10D5-D588-13E3-8D29502C4454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1418EB8-FB9F-098D-E896-134D337BF285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299CC6E-2148-E420-7571-95F9CF5749B1}"/>
              </a:ext>
            </a:extLst>
          </p:cNvPr>
          <p:cNvSpPr txBox="1">
            <a:spLocks/>
          </p:cNvSpPr>
          <p:nvPr/>
        </p:nvSpPr>
        <p:spPr>
          <a:xfrm>
            <a:off x="731836" y="347436"/>
            <a:ext cx="10728325" cy="3455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FF2AFC-0300-4BD5-D620-3F990BE0ECA0}"/>
              </a:ext>
            </a:extLst>
          </p:cNvPr>
          <p:cNvCxnSpPr/>
          <p:nvPr/>
        </p:nvCxnSpPr>
        <p:spPr>
          <a:xfrm>
            <a:off x="4755518" y="3773408"/>
            <a:ext cx="1056094" cy="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2286FA-F731-1D50-A522-39724F60727A}"/>
              </a:ext>
            </a:extLst>
          </p:cNvPr>
          <p:cNvCxnSpPr/>
          <p:nvPr/>
        </p:nvCxnSpPr>
        <p:spPr>
          <a:xfrm>
            <a:off x="3790213" y="4167548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88CD5D-3A17-9498-AF74-C570A8E2AE63}"/>
              </a:ext>
            </a:extLst>
          </p:cNvPr>
          <p:cNvCxnSpPr/>
          <p:nvPr/>
        </p:nvCxnSpPr>
        <p:spPr>
          <a:xfrm>
            <a:off x="4762446" y="5151877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808EE9-E55B-CC05-CD87-B4373F82B52C}"/>
              </a:ext>
            </a:extLst>
          </p:cNvPr>
          <p:cNvCxnSpPr/>
          <p:nvPr/>
        </p:nvCxnSpPr>
        <p:spPr>
          <a:xfrm>
            <a:off x="3790213" y="4371289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78ABC8-11CF-0FDA-C1C6-D2598BED0099}"/>
              </a:ext>
            </a:extLst>
          </p:cNvPr>
          <p:cNvSpPr txBox="1"/>
          <p:nvPr/>
        </p:nvSpPr>
        <p:spPr>
          <a:xfrm>
            <a:off x="3645242" y="3830222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u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5E83E6-1F19-5BA3-F9DE-F3B6A50B72AB}"/>
              </a:ext>
            </a:extLst>
          </p:cNvPr>
          <p:cNvSpPr txBox="1"/>
          <p:nvPr/>
        </p:nvSpPr>
        <p:spPr>
          <a:xfrm>
            <a:off x="5798418" y="3576624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v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1999F4-F3E3-44C5-B5A9-076603D6C186}"/>
              </a:ext>
            </a:extLst>
          </p:cNvPr>
          <p:cNvSpPr txBox="1"/>
          <p:nvPr/>
        </p:nvSpPr>
        <p:spPr>
          <a:xfrm>
            <a:off x="3548214" y="414721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BE6869-1F43-45E3-EE84-F5E630D900E5}"/>
              </a:ext>
            </a:extLst>
          </p:cNvPr>
          <p:cNvSpPr txBox="1"/>
          <p:nvPr/>
        </p:nvSpPr>
        <p:spPr>
          <a:xfrm>
            <a:off x="5596308" y="4819665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v</a:t>
            </a:r>
            <a:endParaRPr lang="en-CN" dirty="0">
              <a:solidFill>
                <a:srgbClr val="C00000"/>
              </a:solidFill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60C3F68-2E4E-2939-6EC2-3C8DD4B1BC4D}"/>
              </a:ext>
            </a:extLst>
          </p:cNvPr>
          <p:cNvGrpSpPr/>
          <p:nvPr/>
        </p:nvGrpSpPr>
        <p:grpSpPr>
          <a:xfrm>
            <a:off x="7611854" y="2138572"/>
            <a:ext cx="1960819" cy="1504025"/>
            <a:chOff x="7391122" y="2212825"/>
            <a:chExt cx="2628351" cy="201604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FC263C-5ABD-72EF-135E-942FC307D783}"/>
                </a:ext>
              </a:extLst>
            </p:cNvPr>
            <p:cNvSpPr/>
            <p:nvPr/>
          </p:nvSpPr>
          <p:spPr>
            <a:xfrm>
              <a:off x="7391122" y="3719194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D85152-8BD5-8912-A5E9-0A9275D68FA5}"/>
                </a:ext>
              </a:extLst>
            </p:cNvPr>
            <p:cNvGrpSpPr/>
            <p:nvPr/>
          </p:nvGrpSpPr>
          <p:grpSpPr>
            <a:xfrm>
              <a:off x="7734249" y="3402070"/>
              <a:ext cx="598449" cy="307777"/>
              <a:chOff x="1550604" y="3020176"/>
              <a:chExt cx="598449" cy="434647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0623DFE-47E6-0501-35A3-642E94432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DF60D66-A63B-CA28-5544-9E5E943D2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CFDEA8E-0A86-2519-4739-A8F622162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6608" y="3974033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2E48513-9DB8-9398-757F-1DE8391920F2}"/>
                    </a:ext>
                  </a:extLst>
                </p:cNvPr>
                <p:cNvSpPr txBox="1"/>
                <p:nvPr/>
              </p:nvSpPr>
              <p:spPr>
                <a:xfrm>
                  <a:off x="8966726" y="3742345"/>
                  <a:ext cx="356687" cy="330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2E48513-9DB8-9398-757F-1DE8391920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6726" y="3742345"/>
                  <a:ext cx="356687" cy="330043"/>
                </a:xfrm>
                <a:prstGeom prst="rect">
                  <a:avLst/>
                </a:prstGeom>
                <a:blipFill>
                  <a:blip r:embed="rId7"/>
                  <a:stretch>
                    <a:fillRect l="-13636" r="-18182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4A75A68-9C77-BBC3-1307-3DB4B8D7BCC0}"/>
                    </a:ext>
                  </a:extLst>
                </p:cNvPr>
                <p:cNvSpPr txBox="1"/>
                <p:nvPr/>
              </p:nvSpPr>
              <p:spPr>
                <a:xfrm>
                  <a:off x="7539796" y="3053567"/>
                  <a:ext cx="356687" cy="330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4A75A68-9C77-BBC3-1307-3DB4B8D7B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796" y="3053567"/>
                  <a:ext cx="356687" cy="330043"/>
                </a:xfrm>
                <a:prstGeom prst="rect">
                  <a:avLst/>
                </a:prstGeom>
                <a:blipFill>
                  <a:blip r:embed="rId8"/>
                  <a:stretch>
                    <a:fillRect l="-18182" r="-13636" b="-952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953CB8C-C675-41BC-42EF-0EDBC707D547}"/>
                </a:ext>
              </a:extLst>
            </p:cNvPr>
            <p:cNvSpPr txBox="1"/>
            <p:nvPr/>
          </p:nvSpPr>
          <p:spPr>
            <a:xfrm>
              <a:off x="7431051" y="3423930"/>
              <a:ext cx="374309" cy="371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BF7FB55-F20A-EF0C-D506-49C8383BC97F}"/>
                </a:ext>
              </a:extLst>
            </p:cNvPr>
            <p:cNvSpPr txBox="1"/>
            <p:nvPr/>
          </p:nvSpPr>
          <p:spPr>
            <a:xfrm>
              <a:off x="8030050" y="3423930"/>
              <a:ext cx="374309" cy="371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90D85AD-A50B-BB09-5AF8-F27D64DC5C2B}"/>
                </a:ext>
              </a:extLst>
            </p:cNvPr>
            <p:cNvSpPr/>
            <p:nvPr/>
          </p:nvSpPr>
          <p:spPr>
            <a:xfrm>
              <a:off x="8087182" y="288500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E02C8C0-0986-6627-B3B7-681101C16DFF}"/>
                </a:ext>
              </a:extLst>
            </p:cNvPr>
            <p:cNvGrpSpPr/>
            <p:nvPr/>
          </p:nvGrpSpPr>
          <p:grpSpPr>
            <a:xfrm>
              <a:off x="8430309" y="2567883"/>
              <a:ext cx="598449" cy="307777"/>
              <a:chOff x="1550604" y="3020176"/>
              <a:chExt cx="598449" cy="434647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B1694A8-F64F-41F3-BE60-EF77519CA7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FD19B9FC-805E-7CB4-708F-4ACECFF8D0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ADE02D2-1121-22D0-A7B5-5BD13CF52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62668" y="3139846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051284F-F9D1-A597-1BAD-0D65066B2A73}"/>
                    </a:ext>
                  </a:extLst>
                </p:cNvPr>
                <p:cNvSpPr txBox="1"/>
                <p:nvPr/>
              </p:nvSpPr>
              <p:spPr>
                <a:xfrm>
                  <a:off x="9662786" y="2908157"/>
                  <a:ext cx="356687" cy="330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051284F-F9D1-A597-1BAD-0D65066B2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2786" y="2908157"/>
                  <a:ext cx="356687" cy="330043"/>
                </a:xfrm>
                <a:prstGeom prst="rect">
                  <a:avLst/>
                </a:prstGeom>
                <a:blipFill>
                  <a:blip r:embed="rId9"/>
                  <a:stretch>
                    <a:fillRect l="-13636" r="-13636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8865E89-4A36-EDB7-2A98-2F63EF72FBCD}"/>
                    </a:ext>
                  </a:extLst>
                </p:cNvPr>
                <p:cNvSpPr txBox="1"/>
                <p:nvPr/>
              </p:nvSpPr>
              <p:spPr>
                <a:xfrm>
                  <a:off x="8901319" y="2212825"/>
                  <a:ext cx="229914" cy="330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8865E89-4A36-EDB7-2A98-2F63EF72F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319" y="2212825"/>
                  <a:ext cx="229914" cy="330043"/>
                </a:xfrm>
                <a:prstGeom prst="rect">
                  <a:avLst/>
                </a:prstGeom>
                <a:blipFill>
                  <a:blip r:embed="rId10"/>
                  <a:stretch>
                    <a:fillRect l="-20000" r="-26667" b="-1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53F9AB0-55B2-B445-906D-A0C450E3DCDF}"/>
                    </a:ext>
                  </a:extLst>
                </p:cNvPr>
                <p:cNvSpPr txBox="1"/>
                <p:nvPr/>
              </p:nvSpPr>
              <p:spPr>
                <a:xfrm>
                  <a:off x="8235858" y="2219381"/>
                  <a:ext cx="356687" cy="330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53F9AB0-55B2-B445-906D-A0C450E3DC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858" y="2219381"/>
                  <a:ext cx="356687" cy="330043"/>
                </a:xfrm>
                <a:prstGeom prst="rect">
                  <a:avLst/>
                </a:prstGeom>
                <a:blipFill>
                  <a:blip r:embed="rId11"/>
                  <a:stretch>
                    <a:fillRect l="-13043" r="-13043" b="-952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D8F01-60F1-2683-C1F9-3043CA49E446}"/>
                </a:ext>
              </a:extLst>
            </p:cNvPr>
            <p:cNvSpPr txBox="1"/>
            <p:nvPr/>
          </p:nvSpPr>
          <p:spPr>
            <a:xfrm>
              <a:off x="8127111" y="2589743"/>
              <a:ext cx="374309" cy="371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5C1F843-0F76-390F-8A6A-E7287CB370C0}"/>
                </a:ext>
              </a:extLst>
            </p:cNvPr>
            <p:cNvSpPr txBox="1"/>
            <p:nvPr/>
          </p:nvSpPr>
          <p:spPr>
            <a:xfrm>
              <a:off x="8726110" y="2589743"/>
              <a:ext cx="374309" cy="371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DC296F9-13DD-0DEB-B840-97F9962C65EC}"/>
              </a:ext>
            </a:extLst>
          </p:cNvPr>
          <p:cNvGrpSpPr/>
          <p:nvPr/>
        </p:nvGrpSpPr>
        <p:grpSpPr>
          <a:xfrm>
            <a:off x="7517536" y="4074805"/>
            <a:ext cx="2632075" cy="1378122"/>
            <a:chOff x="7554459" y="4275883"/>
            <a:chExt cx="3534691" cy="185072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145A18A-EB7D-8167-C7C0-36F321135515}"/>
                </a:ext>
              </a:extLst>
            </p:cNvPr>
            <p:cNvSpPr/>
            <p:nvPr/>
          </p:nvSpPr>
          <p:spPr>
            <a:xfrm>
              <a:off x="7554459" y="5616925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EB97CFC-54E2-21B7-E191-6F7AD29620D8}"/>
                </a:ext>
              </a:extLst>
            </p:cNvPr>
            <p:cNvGrpSpPr/>
            <p:nvPr/>
          </p:nvGrpSpPr>
          <p:grpSpPr>
            <a:xfrm>
              <a:off x="7897586" y="5294238"/>
              <a:ext cx="598449" cy="307777"/>
              <a:chOff x="1550604" y="3020176"/>
              <a:chExt cx="598449" cy="434647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74E546C-0D09-4D97-4E3C-9D792D6E96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FD4A0677-C071-2B9C-C353-EDB77588A3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9ACAF722-4EF4-3C77-0707-99548CBD81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9945" y="5866201"/>
              <a:ext cx="96399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5904AEDC-9BFA-4351-16D2-1739DF77B867}"/>
                    </a:ext>
                  </a:extLst>
                </p:cNvPr>
                <p:cNvSpPr txBox="1"/>
                <p:nvPr/>
              </p:nvSpPr>
              <p:spPr>
                <a:xfrm>
                  <a:off x="8368597" y="4945736"/>
                  <a:ext cx="230342" cy="3306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5904AEDC-9BFA-4351-16D2-1739DF77B8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8597" y="4945736"/>
                  <a:ext cx="230342" cy="330658"/>
                </a:xfrm>
                <a:prstGeom prst="rect">
                  <a:avLst/>
                </a:prstGeom>
                <a:blipFill>
                  <a:blip r:embed="rId12"/>
                  <a:stretch>
                    <a:fillRect l="-20000" r="-20000" b="-1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B990390B-89FF-C767-CA3A-B4A46118742E}"/>
                    </a:ext>
                  </a:extLst>
                </p:cNvPr>
                <p:cNvSpPr txBox="1"/>
                <p:nvPr/>
              </p:nvSpPr>
              <p:spPr>
                <a:xfrm>
                  <a:off x="7703133" y="4945736"/>
                  <a:ext cx="357351" cy="3306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B990390B-89FF-C767-CA3A-B4A461187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133" y="4945736"/>
                  <a:ext cx="357351" cy="330658"/>
                </a:xfrm>
                <a:prstGeom prst="rect">
                  <a:avLst/>
                </a:prstGeom>
                <a:blipFill>
                  <a:blip r:embed="rId13"/>
                  <a:stretch>
                    <a:fillRect l="-13636" r="-13636" b="-1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40FB44-6089-0FAA-D664-82A3B230CAA9}"/>
                </a:ext>
              </a:extLst>
            </p:cNvPr>
            <p:cNvSpPr txBox="1"/>
            <p:nvPr/>
          </p:nvSpPr>
          <p:spPr>
            <a:xfrm>
              <a:off x="7611284" y="5315971"/>
              <a:ext cx="375005" cy="371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AC3AEF2-8C32-0C42-9B74-FC4D37D6D083}"/>
                </a:ext>
              </a:extLst>
            </p:cNvPr>
            <p:cNvSpPr txBox="1"/>
            <p:nvPr/>
          </p:nvSpPr>
          <p:spPr>
            <a:xfrm>
              <a:off x="8210283" y="5315971"/>
              <a:ext cx="375005" cy="371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71778FC-F2CA-8EA2-21DE-A338EC03175D}"/>
                </a:ext>
              </a:extLst>
            </p:cNvPr>
            <p:cNvSpPr/>
            <p:nvPr/>
          </p:nvSpPr>
          <p:spPr>
            <a:xfrm>
              <a:off x="9156196" y="4941509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3A07DCB-BA6F-5661-C450-3693B3936DCC}"/>
                </a:ext>
              </a:extLst>
            </p:cNvPr>
            <p:cNvGrpSpPr/>
            <p:nvPr/>
          </p:nvGrpSpPr>
          <p:grpSpPr>
            <a:xfrm>
              <a:off x="9499323" y="4624385"/>
              <a:ext cx="598449" cy="307777"/>
              <a:chOff x="1550604" y="3020176"/>
              <a:chExt cx="598449" cy="434647"/>
            </a:xfrm>
          </p:grpSpPr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49BF2E0-8EFC-D93A-21F2-CAF491A4D8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314C8791-EA9B-2A06-76A8-94FA4B635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FE04F21-6D05-6026-CAB8-0557B4173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1682" y="5196348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7E806B5-DB2C-2245-B676-EA3A6CDDAFDF}"/>
                    </a:ext>
                  </a:extLst>
                </p:cNvPr>
                <p:cNvSpPr txBox="1"/>
                <p:nvPr/>
              </p:nvSpPr>
              <p:spPr>
                <a:xfrm>
                  <a:off x="10731799" y="4964660"/>
                  <a:ext cx="357351" cy="3306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7E806B5-DB2C-2245-B676-EA3A6CDDA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1799" y="4964660"/>
                  <a:ext cx="357351" cy="330658"/>
                </a:xfrm>
                <a:prstGeom prst="rect">
                  <a:avLst/>
                </a:prstGeom>
                <a:blipFill>
                  <a:blip r:embed="rId14"/>
                  <a:stretch>
                    <a:fillRect l="-18182" r="-13636" b="-1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BEE16A8-556D-2F05-4715-67CF0494C675}"/>
                    </a:ext>
                  </a:extLst>
                </p:cNvPr>
                <p:cNvSpPr txBox="1"/>
                <p:nvPr/>
              </p:nvSpPr>
              <p:spPr>
                <a:xfrm>
                  <a:off x="9903427" y="4275883"/>
                  <a:ext cx="357351" cy="3306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BEE16A8-556D-2F05-4715-67CF0494C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427" y="4275883"/>
                  <a:ext cx="357351" cy="330658"/>
                </a:xfrm>
                <a:prstGeom prst="rect">
                  <a:avLst/>
                </a:prstGeom>
                <a:blipFill>
                  <a:blip r:embed="rId15"/>
                  <a:stretch>
                    <a:fillRect l="-13636" r="-18182" b="-952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46BDF301-30C1-C3B4-2F03-8C5926E8E3E4}"/>
                    </a:ext>
                  </a:extLst>
                </p:cNvPr>
                <p:cNvSpPr txBox="1"/>
                <p:nvPr/>
              </p:nvSpPr>
              <p:spPr>
                <a:xfrm>
                  <a:off x="9371777" y="4275883"/>
                  <a:ext cx="230342" cy="3306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46BDF301-30C1-C3B4-2F03-8C5926E8E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1777" y="4275883"/>
                  <a:ext cx="230342" cy="330658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28571" b="-952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26F969E-B93B-B1A5-299A-9D16B08B08F3}"/>
                </a:ext>
              </a:extLst>
            </p:cNvPr>
            <p:cNvSpPr txBox="1"/>
            <p:nvPr/>
          </p:nvSpPr>
          <p:spPr>
            <a:xfrm>
              <a:off x="9213021" y="4646118"/>
              <a:ext cx="375005" cy="371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7C65A74-A601-E684-096A-2BB56B2FDB7D}"/>
                </a:ext>
              </a:extLst>
            </p:cNvPr>
            <p:cNvSpPr txBox="1"/>
            <p:nvPr/>
          </p:nvSpPr>
          <p:spPr>
            <a:xfrm>
              <a:off x="9812020" y="4646118"/>
              <a:ext cx="375005" cy="371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ABC1BD61-B792-5101-A9F2-B213E2045218}"/>
                </a:ext>
              </a:extLst>
            </p:cNvPr>
            <p:cNvCxnSpPr>
              <a:cxnSpLocks/>
            </p:cNvCxnSpPr>
            <p:nvPr/>
          </p:nvCxnSpPr>
          <p:spPr>
            <a:xfrm>
              <a:off x="9793939" y="5467229"/>
              <a:ext cx="0" cy="41501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735F44-CA50-B477-B8C5-D384917738FF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735F44-CA50-B477-B8C5-D38491773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7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21560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2CFC-5A05-EC4F-EDC2-157A4AA6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89DB10-DBFC-EA58-8562-A7C5787D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B9F79A-763A-BCC3-53CC-948C02B0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18696E6-BA22-E84D-3742-B0838384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9CE998-FC12-F27C-B18C-B8AF16081779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EC0D94-34B1-1928-3997-4007D674A7BA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70204E-FCAD-F397-A935-D24050EE63F1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525117-F54F-1EA1-2810-C2BD93859201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CBCB89-F195-E286-C9CF-641A1C8AF3E0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A467E1-6DDE-8A9E-93AC-5CC9C787D6B4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831A82D2-9719-5787-3E73-0010AB58E69A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CD7F3D4-2D3E-8D88-D135-275274B14A4F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501A5E5-F397-246F-A0FC-CB67ED5966AB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41D3094-5189-4551-CBE7-22C769918DD8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47FA590-DB06-0B9F-7BCA-B9BFD9083C99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85B5B8D5-C998-B13C-6318-271E5216DE71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E76DC19-9BB6-2CD0-2A38-D6ADDE70E1E1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3F41C26-DBC0-5BFF-2001-DF6643826714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B56D0F0-99D5-994A-5958-96A630BA30E3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5A2F3B8-C61D-4E6E-5DE3-D5441527EC3E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5EFEE8D-306A-DF55-99A3-AC1F4D0F22C8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1D185F-D595-FD88-79D3-614448AB5487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3F33165-AF2A-FC9C-F465-906CC942578C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E191D79-C601-F386-52BF-AAB92D946DE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6D71331-519C-CC34-C1A7-E37D7B8DF41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7FF325-D725-9049-EDDA-A74F3FD1B574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D012F38-D49D-0142-5E61-2042CBC6A384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9F7482-D040-A0C6-F5C0-D00453553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0A94D33-3ABC-DC39-4AFB-070F2C91F888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507BBE6-B456-2490-5644-BE6F5CF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234C6E8-EA1A-F2E7-2B6A-75157E9CA66B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E1FEBC-3F2E-F14B-21F3-495FF544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5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0A515528-E979-85BF-CF60-510F5AC87353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172DC04-97EB-C9DA-032B-503A11BCAA7C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48960B2-6BAE-10AB-2C1B-E5619926FB9A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5A45C168-F49F-45C6-37B1-0728876FF948}"/>
              </a:ext>
            </a:extLst>
          </p:cNvPr>
          <p:cNvSpPr/>
          <p:nvPr/>
        </p:nvSpPr>
        <p:spPr>
          <a:xfrm>
            <a:off x="6133483" y="3778425"/>
            <a:ext cx="471628" cy="484632"/>
          </a:xfrm>
          <a:prstGeom prst="rightArrow">
            <a:avLst>
              <a:gd name="adj1" fmla="val 47415"/>
              <a:gd name="adj2" fmla="val 50000"/>
            </a:avLst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CADD66D-8D82-1051-A3BB-D188AD1A9A40}"/>
              </a:ext>
            </a:extLst>
          </p:cNvPr>
          <p:cNvSpPr/>
          <p:nvPr/>
        </p:nvSpPr>
        <p:spPr>
          <a:xfrm>
            <a:off x="3980854" y="2419947"/>
            <a:ext cx="1697093" cy="2227549"/>
          </a:xfrm>
          <a:custGeom>
            <a:avLst/>
            <a:gdLst>
              <a:gd name="connsiteX0" fmla="*/ 767825 w 1697093"/>
              <a:gd name="connsiteY0" fmla="*/ 23533 h 2227549"/>
              <a:gd name="connsiteX1" fmla="*/ 715786 w 1697093"/>
              <a:gd name="connsiteY1" fmla="*/ 16099 h 2227549"/>
              <a:gd name="connsiteX2" fmla="*/ 671181 w 1697093"/>
              <a:gd name="connsiteY2" fmla="*/ 30967 h 2227549"/>
              <a:gd name="connsiteX3" fmla="*/ 648879 w 1697093"/>
              <a:gd name="connsiteY3" fmla="*/ 45835 h 2227549"/>
              <a:gd name="connsiteX4" fmla="*/ 611708 w 1697093"/>
              <a:gd name="connsiteY4" fmla="*/ 83006 h 2227549"/>
              <a:gd name="connsiteX5" fmla="*/ 567103 w 1697093"/>
              <a:gd name="connsiteY5" fmla="*/ 120177 h 2227549"/>
              <a:gd name="connsiteX6" fmla="*/ 552235 w 1697093"/>
              <a:gd name="connsiteY6" fmla="*/ 142479 h 2227549"/>
              <a:gd name="connsiteX7" fmla="*/ 529932 w 1697093"/>
              <a:gd name="connsiteY7" fmla="*/ 164782 h 2227549"/>
              <a:gd name="connsiteX8" fmla="*/ 515064 w 1697093"/>
              <a:gd name="connsiteY8" fmla="*/ 187084 h 2227549"/>
              <a:gd name="connsiteX9" fmla="*/ 492762 w 1697093"/>
              <a:gd name="connsiteY9" fmla="*/ 216821 h 2227549"/>
              <a:gd name="connsiteX10" fmla="*/ 463025 w 1697093"/>
              <a:gd name="connsiteY10" fmla="*/ 261425 h 2227549"/>
              <a:gd name="connsiteX11" fmla="*/ 448157 w 1697093"/>
              <a:gd name="connsiteY11" fmla="*/ 276294 h 2227549"/>
              <a:gd name="connsiteX12" fmla="*/ 410986 w 1697093"/>
              <a:gd name="connsiteY12" fmla="*/ 335767 h 2227549"/>
              <a:gd name="connsiteX13" fmla="*/ 396118 w 1697093"/>
              <a:gd name="connsiteY13" fmla="*/ 358069 h 2227549"/>
              <a:gd name="connsiteX14" fmla="*/ 381249 w 1697093"/>
              <a:gd name="connsiteY14" fmla="*/ 372938 h 2227549"/>
              <a:gd name="connsiteX15" fmla="*/ 358947 w 1697093"/>
              <a:gd name="connsiteY15" fmla="*/ 424977 h 2227549"/>
              <a:gd name="connsiteX16" fmla="*/ 351513 w 1697093"/>
              <a:gd name="connsiteY16" fmla="*/ 447279 h 2227549"/>
              <a:gd name="connsiteX17" fmla="*/ 336645 w 1697093"/>
              <a:gd name="connsiteY17" fmla="*/ 469582 h 2227549"/>
              <a:gd name="connsiteX18" fmla="*/ 314342 w 1697093"/>
              <a:gd name="connsiteY18" fmla="*/ 514186 h 2227549"/>
              <a:gd name="connsiteX19" fmla="*/ 306908 w 1697093"/>
              <a:gd name="connsiteY19" fmla="*/ 536489 h 2227549"/>
              <a:gd name="connsiteX20" fmla="*/ 277171 w 1697093"/>
              <a:gd name="connsiteY20" fmla="*/ 588528 h 2227549"/>
              <a:gd name="connsiteX21" fmla="*/ 254869 w 1697093"/>
              <a:gd name="connsiteY21" fmla="*/ 655435 h 2227549"/>
              <a:gd name="connsiteX22" fmla="*/ 232566 w 1697093"/>
              <a:gd name="connsiteY22" fmla="*/ 692606 h 2227549"/>
              <a:gd name="connsiteX23" fmla="*/ 202830 w 1697093"/>
              <a:gd name="connsiteY23" fmla="*/ 774382 h 2227549"/>
              <a:gd name="connsiteX24" fmla="*/ 180527 w 1697093"/>
              <a:gd name="connsiteY24" fmla="*/ 848723 h 2227549"/>
              <a:gd name="connsiteX25" fmla="*/ 165659 w 1697093"/>
              <a:gd name="connsiteY25" fmla="*/ 893328 h 2227549"/>
              <a:gd name="connsiteX26" fmla="*/ 158225 w 1697093"/>
              <a:gd name="connsiteY26" fmla="*/ 923065 h 2227549"/>
              <a:gd name="connsiteX27" fmla="*/ 150791 w 1697093"/>
              <a:gd name="connsiteY27" fmla="*/ 945367 h 2227549"/>
              <a:gd name="connsiteX28" fmla="*/ 143357 w 1697093"/>
              <a:gd name="connsiteY28" fmla="*/ 982538 h 2227549"/>
              <a:gd name="connsiteX29" fmla="*/ 135923 w 1697093"/>
              <a:gd name="connsiteY29" fmla="*/ 1004840 h 2227549"/>
              <a:gd name="connsiteX30" fmla="*/ 121054 w 1697093"/>
              <a:gd name="connsiteY30" fmla="*/ 1071747 h 2227549"/>
              <a:gd name="connsiteX31" fmla="*/ 106186 w 1697093"/>
              <a:gd name="connsiteY31" fmla="*/ 1123786 h 2227549"/>
              <a:gd name="connsiteX32" fmla="*/ 98752 w 1697093"/>
              <a:gd name="connsiteY32" fmla="*/ 1168391 h 2227549"/>
              <a:gd name="connsiteX33" fmla="*/ 83884 w 1697093"/>
              <a:gd name="connsiteY33" fmla="*/ 1250167 h 2227549"/>
              <a:gd name="connsiteX34" fmla="*/ 76449 w 1697093"/>
              <a:gd name="connsiteY34" fmla="*/ 1302206 h 2227549"/>
              <a:gd name="connsiteX35" fmla="*/ 69015 w 1697093"/>
              <a:gd name="connsiteY35" fmla="*/ 1331943 h 2227549"/>
              <a:gd name="connsiteX36" fmla="*/ 54147 w 1697093"/>
              <a:gd name="connsiteY36" fmla="*/ 1413718 h 2227549"/>
              <a:gd name="connsiteX37" fmla="*/ 46713 w 1697093"/>
              <a:gd name="connsiteY37" fmla="*/ 1443455 h 2227549"/>
              <a:gd name="connsiteX38" fmla="*/ 39279 w 1697093"/>
              <a:gd name="connsiteY38" fmla="*/ 1488060 h 2227549"/>
              <a:gd name="connsiteX39" fmla="*/ 24410 w 1697093"/>
              <a:gd name="connsiteY39" fmla="*/ 1547533 h 2227549"/>
              <a:gd name="connsiteX40" fmla="*/ 9542 w 1697093"/>
              <a:gd name="connsiteY40" fmla="*/ 1599572 h 2227549"/>
              <a:gd name="connsiteX41" fmla="*/ 2108 w 1697093"/>
              <a:gd name="connsiteY41" fmla="*/ 1651611 h 2227549"/>
              <a:gd name="connsiteX42" fmla="*/ 16976 w 1697093"/>
              <a:gd name="connsiteY42" fmla="*/ 1978713 h 2227549"/>
              <a:gd name="connsiteX43" fmla="*/ 31845 w 1697093"/>
              <a:gd name="connsiteY43" fmla="*/ 2023318 h 2227549"/>
              <a:gd name="connsiteX44" fmla="*/ 39279 w 1697093"/>
              <a:gd name="connsiteY44" fmla="*/ 2045621 h 2227549"/>
              <a:gd name="connsiteX45" fmla="*/ 69015 w 1697093"/>
              <a:gd name="connsiteY45" fmla="*/ 2090225 h 2227549"/>
              <a:gd name="connsiteX46" fmla="*/ 83884 w 1697093"/>
              <a:gd name="connsiteY46" fmla="*/ 2112528 h 2227549"/>
              <a:gd name="connsiteX47" fmla="*/ 106186 w 1697093"/>
              <a:gd name="connsiteY47" fmla="*/ 2149699 h 2227549"/>
              <a:gd name="connsiteX48" fmla="*/ 113620 w 1697093"/>
              <a:gd name="connsiteY48" fmla="*/ 2172001 h 2227549"/>
              <a:gd name="connsiteX49" fmla="*/ 135923 w 1697093"/>
              <a:gd name="connsiteY49" fmla="*/ 2186869 h 2227549"/>
              <a:gd name="connsiteX50" fmla="*/ 150791 w 1697093"/>
              <a:gd name="connsiteY50" fmla="*/ 2201738 h 2227549"/>
              <a:gd name="connsiteX51" fmla="*/ 195396 w 1697093"/>
              <a:gd name="connsiteY51" fmla="*/ 2216606 h 2227549"/>
              <a:gd name="connsiteX52" fmla="*/ 217698 w 1697093"/>
              <a:gd name="connsiteY52" fmla="*/ 2224040 h 2227549"/>
              <a:gd name="connsiteX53" fmla="*/ 559669 w 1697093"/>
              <a:gd name="connsiteY53" fmla="*/ 2209172 h 2227549"/>
              <a:gd name="connsiteX54" fmla="*/ 581971 w 1697093"/>
              <a:gd name="connsiteY54" fmla="*/ 2201738 h 2227549"/>
              <a:gd name="connsiteX55" fmla="*/ 626576 w 1697093"/>
              <a:gd name="connsiteY55" fmla="*/ 2164567 h 2227549"/>
              <a:gd name="connsiteX56" fmla="*/ 656313 w 1697093"/>
              <a:gd name="connsiteY56" fmla="*/ 2112528 h 2227549"/>
              <a:gd name="connsiteX57" fmla="*/ 671181 w 1697093"/>
              <a:gd name="connsiteY57" fmla="*/ 2067923 h 2227549"/>
              <a:gd name="connsiteX58" fmla="*/ 686049 w 1697093"/>
              <a:gd name="connsiteY58" fmla="*/ 2038186 h 2227549"/>
              <a:gd name="connsiteX59" fmla="*/ 693484 w 1697093"/>
              <a:gd name="connsiteY59" fmla="*/ 2015884 h 2227549"/>
              <a:gd name="connsiteX60" fmla="*/ 723220 w 1697093"/>
              <a:gd name="connsiteY60" fmla="*/ 1971279 h 2227549"/>
              <a:gd name="connsiteX61" fmla="*/ 738088 w 1697093"/>
              <a:gd name="connsiteY61" fmla="*/ 1948977 h 2227549"/>
              <a:gd name="connsiteX62" fmla="*/ 752957 w 1697093"/>
              <a:gd name="connsiteY62" fmla="*/ 1934108 h 2227549"/>
              <a:gd name="connsiteX63" fmla="*/ 775259 w 1697093"/>
              <a:gd name="connsiteY63" fmla="*/ 1889504 h 2227549"/>
              <a:gd name="connsiteX64" fmla="*/ 790127 w 1697093"/>
              <a:gd name="connsiteY64" fmla="*/ 1874635 h 2227549"/>
              <a:gd name="connsiteX65" fmla="*/ 797562 w 1697093"/>
              <a:gd name="connsiteY65" fmla="*/ 1852333 h 2227549"/>
              <a:gd name="connsiteX66" fmla="*/ 849601 w 1697093"/>
              <a:gd name="connsiteY66" fmla="*/ 1792860 h 2227549"/>
              <a:gd name="connsiteX67" fmla="*/ 864469 w 1697093"/>
              <a:gd name="connsiteY67" fmla="*/ 1777991 h 2227549"/>
              <a:gd name="connsiteX68" fmla="*/ 909074 w 1697093"/>
              <a:gd name="connsiteY68" fmla="*/ 1748255 h 2227549"/>
              <a:gd name="connsiteX69" fmla="*/ 946245 w 1697093"/>
              <a:gd name="connsiteY69" fmla="*/ 1725952 h 2227549"/>
              <a:gd name="connsiteX70" fmla="*/ 968547 w 1697093"/>
              <a:gd name="connsiteY70" fmla="*/ 1711084 h 2227549"/>
              <a:gd name="connsiteX71" fmla="*/ 990849 w 1697093"/>
              <a:gd name="connsiteY71" fmla="*/ 1703650 h 2227549"/>
              <a:gd name="connsiteX72" fmla="*/ 1005718 w 1697093"/>
              <a:gd name="connsiteY72" fmla="*/ 1688782 h 2227549"/>
              <a:gd name="connsiteX73" fmla="*/ 1050323 w 1697093"/>
              <a:gd name="connsiteY73" fmla="*/ 1673913 h 2227549"/>
              <a:gd name="connsiteX74" fmla="*/ 1094927 w 1697093"/>
              <a:gd name="connsiteY74" fmla="*/ 1651611 h 2227549"/>
              <a:gd name="connsiteX75" fmla="*/ 1117230 w 1697093"/>
              <a:gd name="connsiteY75" fmla="*/ 1636743 h 2227549"/>
              <a:gd name="connsiteX76" fmla="*/ 1206440 w 1697093"/>
              <a:gd name="connsiteY76" fmla="*/ 1614440 h 2227549"/>
              <a:gd name="connsiteX77" fmla="*/ 1474069 w 1697093"/>
              <a:gd name="connsiteY77" fmla="*/ 1607006 h 2227549"/>
              <a:gd name="connsiteX78" fmla="*/ 1518674 w 1697093"/>
              <a:gd name="connsiteY78" fmla="*/ 1592138 h 2227549"/>
              <a:gd name="connsiteX79" fmla="*/ 1540976 w 1697093"/>
              <a:gd name="connsiteY79" fmla="*/ 1584704 h 2227549"/>
              <a:gd name="connsiteX80" fmla="*/ 1555845 w 1697093"/>
              <a:gd name="connsiteY80" fmla="*/ 1569835 h 2227549"/>
              <a:gd name="connsiteX81" fmla="*/ 1578147 w 1697093"/>
              <a:gd name="connsiteY81" fmla="*/ 1554967 h 2227549"/>
              <a:gd name="connsiteX82" fmla="*/ 1622752 w 1697093"/>
              <a:gd name="connsiteY82" fmla="*/ 1473191 h 2227549"/>
              <a:gd name="connsiteX83" fmla="*/ 1630186 w 1697093"/>
              <a:gd name="connsiteY83" fmla="*/ 1450889 h 2227549"/>
              <a:gd name="connsiteX84" fmla="*/ 1645054 w 1697093"/>
              <a:gd name="connsiteY84" fmla="*/ 1428586 h 2227549"/>
              <a:gd name="connsiteX85" fmla="*/ 1659923 w 1697093"/>
              <a:gd name="connsiteY85" fmla="*/ 1383982 h 2227549"/>
              <a:gd name="connsiteX86" fmla="*/ 1674791 w 1697093"/>
              <a:gd name="connsiteY86" fmla="*/ 1331943 h 2227549"/>
              <a:gd name="connsiteX87" fmla="*/ 1682225 w 1697093"/>
              <a:gd name="connsiteY87" fmla="*/ 1309640 h 2227549"/>
              <a:gd name="connsiteX88" fmla="*/ 1697093 w 1697093"/>
              <a:gd name="connsiteY88" fmla="*/ 1242733 h 2227549"/>
              <a:gd name="connsiteX89" fmla="*/ 1689659 w 1697093"/>
              <a:gd name="connsiteY89" fmla="*/ 1086616 h 2227549"/>
              <a:gd name="connsiteX90" fmla="*/ 1674791 w 1697093"/>
              <a:gd name="connsiteY90" fmla="*/ 1042011 h 2227549"/>
              <a:gd name="connsiteX91" fmla="*/ 1667357 w 1697093"/>
              <a:gd name="connsiteY91" fmla="*/ 1019708 h 2227549"/>
              <a:gd name="connsiteX92" fmla="*/ 1652488 w 1697093"/>
              <a:gd name="connsiteY92" fmla="*/ 975104 h 2227549"/>
              <a:gd name="connsiteX93" fmla="*/ 1637620 w 1697093"/>
              <a:gd name="connsiteY93" fmla="*/ 960235 h 2227549"/>
              <a:gd name="connsiteX94" fmla="*/ 1607884 w 1697093"/>
              <a:gd name="connsiteY94" fmla="*/ 885894 h 2227549"/>
              <a:gd name="connsiteX95" fmla="*/ 1578147 w 1697093"/>
              <a:gd name="connsiteY95" fmla="*/ 841289 h 2227549"/>
              <a:gd name="connsiteX96" fmla="*/ 1548410 w 1697093"/>
              <a:gd name="connsiteY96" fmla="*/ 789250 h 2227549"/>
              <a:gd name="connsiteX97" fmla="*/ 1540976 w 1697093"/>
              <a:gd name="connsiteY97" fmla="*/ 766947 h 2227549"/>
              <a:gd name="connsiteX98" fmla="*/ 1496371 w 1697093"/>
              <a:gd name="connsiteY98" fmla="*/ 707474 h 2227549"/>
              <a:gd name="connsiteX99" fmla="*/ 1488937 w 1697093"/>
              <a:gd name="connsiteY99" fmla="*/ 685172 h 2227549"/>
              <a:gd name="connsiteX100" fmla="*/ 1451766 w 1697093"/>
              <a:gd name="connsiteY100" fmla="*/ 640567 h 2227549"/>
              <a:gd name="connsiteX101" fmla="*/ 1429464 w 1697093"/>
              <a:gd name="connsiteY101" fmla="*/ 603396 h 2227549"/>
              <a:gd name="connsiteX102" fmla="*/ 1399727 w 1697093"/>
              <a:gd name="connsiteY102" fmla="*/ 558791 h 2227549"/>
              <a:gd name="connsiteX103" fmla="*/ 1392293 w 1697093"/>
              <a:gd name="connsiteY103" fmla="*/ 536489 h 2227549"/>
              <a:gd name="connsiteX104" fmla="*/ 1355123 w 1697093"/>
              <a:gd name="connsiteY104" fmla="*/ 484450 h 2227549"/>
              <a:gd name="connsiteX105" fmla="*/ 1332820 w 1697093"/>
              <a:gd name="connsiteY105" fmla="*/ 439845 h 2227549"/>
              <a:gd name="connsiteX106" fmla="*/ 1317952 w 1697093"/>
              <a:gd name="connsiteY106" fmla="*/ 410108 h 2227549"/>
              <a:gd name="connsiteX107" fmla="*/ 1288215 w 1697093"/>
              <a:gd name="connsiteY107" fmla="*/ 372938 h 2227549"/>
              <a:gd name="connsiteX108" fmla="*/ 1258479 w 1697093"/>
              <a:gd name="connsiteY108" fmla="*/ 328333 h 2227549"/>
              <a:gd name="connsiteX109" fmla="*/ 1184137 w 1697093"/>
              <a:gd name="connsiteY109" fmla="*/ 216821 h 2227549"/>
              <a:gd name="connsiteX110" fmla="*/ 1154401 w 1697093"/>
              <a:gd name="connsiteY110" fmla="*/ 172216 h 2227549"/>
              <a:gd name="connsiteX111" fmla="*/ 1139532 w 1697093"/>
              <a:gd name="connsiteY111" fmla="*/ 157347 h 2227549"/>
              <a:gd name="connsiteX112" fmla="*/ 1117230 w 1697093"/>
              <a:gd name="connsiteY112" fmla="*/ 112743 h 2227549"/>
              <a:gd name="connsiteX113" fmla="*/ 1102362 w 1697093"/>
              <a:gd name="connsiteY113" fmla="*/ 97874 h 2227549"/>
              <a:gd name="connsiteX114" fmla="*/ 1087493 w 1697093"/>
              <a:gd name="connsiteY114" fmla="*/ 75572 h 2227549"/>
              <a:gd name="connsiteX115" fmla="*/ 1065191 w 1697093"/>
              <a:gd name="connsiteY115" fmla="*/ 60704 h 2227549"/>
              <a:gd name="connsiteX116" fmla="*/ 1028020 w 1697093"/>
              <a:gd name="connsiteY116" fmla="*/ 30967 h 2227549"/>
              <a:gd name="connsiteX117" fmla="*/ 998284 w 1697093"/>
              <a:gd name="connsiteY117" fmla="*/ 23533 h 2227549"/>
              <a:gd name="connsiteX118" fmla="*/ 871903 w 1697093"/>
              <a:gd name="connsiteY118" fmla="*/ 16099 h 2227549"/>
              <a:gd name="connsiteX119" fmla="*/ 782693 w 1697093"/>
              <a:gd name="connsiteY119" fmla="*/ 8665 h 2227549"/>
              <a:gd name="connsiteX120" fmla="*/ 767825 w 1697093"/>
              <a:gd name="connsiteY120" fmla="*/ 23533 h 222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697093" h="2227549">
                <a:moveTo>
                  <a:pt x="767825" y="23533"/>
                </a:moveTo>
                <a:cubicBezTo>
                  <a:pt x="756674" y="24772"/>
                  <a:pt x="733257" y="14755"/>
                  <a:pt x="715786" y="16099"/>
                </a:cubicBezTo>
                <a:cubicBezTo>
                  <a:pt x="700160" y="17301"/>
                  <a:pt x="671181" y="30967"/>
                  <a:pt x="671181" y="30967"/>
                </a:cubicBezTo>
                <a:cubicBezTo>
                  <a:pt x="663747" y="35923"/>
                  <a:pt x="655603" y="39952"/>
                  <a:pt x="648879" y="45835"/>
                </a:cubicBezTo>
                <a:cubicBezTo>
                  <a:pt x="635692" y="57374"/>
                  <a:pt x="625726" y="72493"/>
                  <a:pt x="611708" y="83006"/>
                </a:cubicBezTo>
                <a:cubicBezTo>
                  <a:pt x="597243" y="93854"/>
                  <a:pt x="578920" y="105405"/>
                  <a:pt x="567103" y="120177"/>
                </a:cubicBezTo>
                <a:cubicBezTo>
                  <a:pt x="561522" y="127154"/>
                  <a:pt x="557955" y="135615"/>
                  <a:pt x="552235" y="142479"/>
                </a:cubicBezTo>
                <a:cubicBezTo>
                  <a:pt x="545504" y="150556"/>
                  <a:pt x="536663" y="156705"/>
                  <a:pt x="529932" y="164782"/>
                </a:cubicBezTo>
                <a:cubicBezTo>
                  <a:pt x="524212" y="171646"/>
                  <a:pt x="520257" y="179814"/>
                  <a:pt x="515064" y="187084"/>
                </a:cubicBezTo>
                <a:cubicBezTo>
                  <a:pt x="507862" y="197166"/>
                  <a:pt x="499867" y="206671"/>
                  <a:pt x="492762" y="216821"/>
                </a:cubicBezTo>
                <a:cubicBezTo>
                  <a:pt x="482515" y="231460"/>
                  <a:pt x="475660" y="248789"/>
                  <a:pt x="463025" y="261425"/>
                </a:cubicBezTo>
                <a:cubicBezTo>
                  <a:pt x="458069" y="266381"/>
                  <a:pt x="452536" y="270821"/>
                  <a:pt x="448157" y="276294"/>
                </a:cubicBezTo>
                <a:cubicBezTo>
                  <a:pt x="438442" y="288437"/>
                  <a:pt x="416587" y="326806"/>
                  <a:pt x="410986" y="335767"/>
                </a:cubicBezTo>
                <a:cubicBezTo>
                  <a:pt x="406251" y="343344"/>
                  <a:pt x="401699" y="351092"/>
                  <a:pt x="396118" y="358069"/>
                </a:cubicBezTo>
                <a:cubicBezTo>
                  <a:pt x="391739" y="363542"/>
                  <a:pt x="386205" y="367982"/>
                  <a:pt x="381249" y="372938"/>
                </a:cubicBezTo>
                <a:cubicBezTo>
                  <a:pt x="363815" y="425240"/>
                  <a:pt x="386505" y="360673"/>
                  <a:pt x="358947" y="424977"/>
                </a:cubicBezTo>
                <a:cubicBezTo>
                  <a:pt x="355860" y="432180"/>
                  <a:pt x="355017" y="440270"/>
                  <a:pt x="351513" y="447279"/>
                </a:cubicBezTo>
                <a:cubicBezTo>
                  <a:pt x="347517" y="455271"/>
                  <a:pt x="340641" y="461590"/>
                  <a:pt x="336645" y="469582"/>
                </a:cubicBezTo>
                <a:cubicBezTo>
                  <a:pt x="305868" y="531134"/>
                  <a:pt x="356948" y="450277"/>
                  <a:pt x="314342" y="514186"/>
                </a:cubicBezTo>
                <a:cubicBezTo>
                  <a:pt x="311864" y="521620"/>
                  <a:pt x="309995" y="529286"/>
                  <a:pt x="306908" y="536489"/>
                </a:cubicBezTo>
                <a:cubicBezTo>
                  <a:pt x="295590" y="562898"/>
                  <a:pt x="292103" y="566130"/>
                  <a:pt x="277171" y="588528"/>
                </a:cubicBezTo>
                <a:cubicBezTo>
                  <a:pt x="263369" y="671341"/>
                  <a:pt x="281002" y="603168"/>
                  <a:pt x="254869" y="655435"/>
                </a:cubicBezTo>
                <a:cubicBezTo>
                  <a:pt x="235568" y="694037"/>
                  <a:pt x="261608" y="663566"/>
                  <a:pt x="232566" y="692606"/>
                </a:cubicBezTo>
                <a:cubicBezTo>
                  <a:pt x="215531" y="760747"/>
                  <a:pt x="229033" y="735076"/>
                  <a:pt x="202830" y="774382"/>
                </a:cubicBezTo>
                <a:cubicBezTo>
                  <a:pt x="191594" y="819325"/>
                  <a:pt x="198628" y="794422"/>
                  <a:pt x="180527" y="848723"/>
                </a:cubicBezTo>
                <a:lnTo>
                  <a:pt x="165659" y="893328"/>
                </a:lnTo>
                <a:cubicBezTo>
                  <a:pt x="163181" y="903240"/>
                  <a:pt x="161032" y="913241"/>
                  <a:pt x="158225" y="923065"/>
                </a:cubicBezTo>
                <a:cubicBezTo>
                  <a:pt x="156072" y="930600"/>
                  <a:pt x="152692" y="937765"/>
                  <a:pt x="150791" y="945367"/>
                </a:cubicBezTo>
                <a:cubicBezTo>
                  <a:pt x="147726" y="957625"/>
                  <a:pt x="146422" y="970280"/>
                  <a:pt x="143357" y="982538"/>
                </a:cubicBezTo>
                <a:cubicBezTo>
                  <a:pt x="141456" y="990140"/>
                  <a:pt x="137824" y="997238"/>
                  <a:pt x="135923" y="1004840"/>
                </a:cubicBezTo>
                <a:cubicBezTo>
                  <a:pt x="120592" y="1066162"/>
                  <a:pt x="136317" y="1018325"/>
                  <a:pt x="121054" y="1071747"/>
                </a:cubicBezTo>
                <a:cubicBezTo>
                  <a:pt x="111608" y="1104808"/>
                  <a:pt x="113931" y="1085059"/>
                  <a:pt x="106186" y="1123786"/>
                </a:cubicBezTo>
                <a:cubicBezTo>
                  <a:pt x="103230" y="1138567"/>
                  <a:pt x="101448" y="1153561"/>
                  <a:pt x="98752" y="1168391"/>
                </a:cubicBezTo>
                <a:cubicBezTo>
                  <a:pt x="87149" y="1232207"/>
                  <a:pt x="94842" y="1178945"/>
                  <a:pt x="83884" y="1250167"/>
                </a:cubicBezTo>
                <a:cubicBezTo>
                  <a:pt x="81219" y="1267486"/>
                  <a:pt x="79584" y="1284966"/>
                  <a:pt x="76449" y="1302206"/>
                </a:cubicBezTo>
                <a:cubicBezTo>
                  <a:pt x="74621" y="1312259"/>
                  <a:pt x="71019" y="1321924"/>
                  <a:pt x="69015" y="1331943"/>
                </a:cubicBezTo>
                <a:cubicBezTo>
                  <a:pt x="52876" y="1412641"/>
                  <a:pt x="70093" y="1341958"/>
                  <a:pt x="54147" y="1413718"/>
                </a:cubicBezTo>
                <a:cubicBezTo>
                  <a:pt x="51931" y="1423692"/>
                  <a:pt x="48717" y="1433436"/>
                  <a:pt x="46713" y="1443455"/>
                </a:cubicBezTo>
                <a:cubicBezTo>
                  <a:pt x="43757" y="1458236"/>
                  <a:pt x="42437" y="1473321"/>
                  <a:pt x="39279" y="1488060"/>
                </a:cubicBezTo>
                <a:cubicBezTo>
                  <a:pt x="34997" y="1508041"/>
                  <a:pt x="30872" y="1528147"/>
                  <a:pt x="24410" y="1547533"/>
                </a:cubicBezTo>
                <a:cubicBezTo>
                  <a:pt x="18040" y="1566643"/>
                  <a:pt x="13276" y="1579034"/>
                  <a:pt x="9542" y="1599572"/>
                </a:cubicBezTo>
                <a:cubicBezTo>
                  <a:pt x="6408" y="1616812"/>
                  <a:pt x="4586" y="1634265"/>
                  <a:pt x="2108" y="1651611"/>
                </a:cubicBezTo>
                <a:cubicBezTo>
                  <a:pt x="2245" y="1656950"/>
                  <a:pt x="-8422" y="1885591"/>
                  <a:pt x="16976" y="1978713"/>
                </a:cubicBezTo>
                <a:cubicBezTo>
                  <a:pt x="21100" y="1993833"/>
                  <a:pt x="26889" y="2008450"/>
                  <a:pt x="31845" y="2023318"/>
                </a:cubicBezTo>
                <a:cubicBezTo>
                  <a:pt x="34323" y="2030752"/>
                  <a:pt x="34932" y="2039101"/>
                  <a:pt x="39279" y="2045621"/>
                </a:cubicBezTo>
                <a:lnTo>
                  <a:pt x="69015" y="2090225"/>
                </a:lnTo>
                <a:lnTo>
                  <a:pt x="83884" y="2112528"/>
                </a:lnTo>
                <a:cubicBezTo>
                  <a:pt x="104943" y="2175705"/>
                  <a:pt x="75573" y="2098676"/>
                  <a:pt x="106186" y="2149699"/>
                </a:cubicBezTo>
                <a:cubicBezTo>
                  <a:pt x="110218" y="2156418"/>
                  <a:pt x="108725" y="2165882"/>
                  <a:pt x="113620" y="2172001"/>
                </a:cubicBezTo>
                <a:cubicBezTo>
                  <a:pt x="119202" y="2178978"/>
                  <a:pt x="128946" y="2181287"/>
                  <a:pt x="135923" y="2186869"/>
                </a:cubicBezTo>
                <a:cubicBezTo>
                  <a:pt x="141396" y="2191248"/>
                  <a:pt x="144522" y="2198603"/>
                  <a:pt x="150791" y="2201738"/>
                </a:cubicBezTo>
                <a:cubicBezTo>
                  <a:pt x="164809" y="2208747"/>
                  <a:pt x="180528" y="2211650"/>
                  <a:pt x="195396" y="2216606"/>
                </a:cubicBezTo>
                <a:lnTo>
                  <a:pt x="217698" y="2224040"/>
                </a:lnTo>
                <a:cubicBezTo>
                  <a:pt x="358477" y="2220688"/>
                  <a:pt x="446762" y="2241430"/>
                  <a:pt x="559669" y="2209172"/>
                </a:cubicBezTo>
                <a:cubicBezTo>
                  <a:pt x="567204" y="2207019"/>
                  <a:pt x="574537" y="2204216"/>
                  <a:pt x="581971" y="2201738"/>
                </a:cubicBezTo>
                <a:cubicBezTo>
                  <a:pt x="603901" y="2187118"/>
                  <a:pt x="608688" y="2186032"/>
                  <a:pt x="626576" y="2164567"/>
                </a:cubicBezTo>
                <a:cubicBezTo>
                  <a:pt x="636895" y="2152184"/>
                  <a:pt x="650718" y="2126516"/>
                  <a:pt x="656313" y="2112528"/>
                </a:cubicBezTo>
                <a:cubicBezTo>
                  <a:pt x="662134" y="2097976"/>
                  <a:pt x="664172" y="2081941"/>
                  <a:pt x="671181" y="2067923"/>
                </a:cubicBezTo>
                <a:cubicBezTo>
                  <a:pt x="676137" y="2058011"/>
                  <a:pt x="681683" y="2048372"/>
                  <a:pt x="686049" y="2038186"/>
                </a:cubicBezTo>
                <a:cubicBezTo>
                  <a:pt x="689136" y="2030983"/>
                  <a:pt x="689678" y="2022734"/>
                  <a:pt x="693484" y="2015884"/>
                </a:cubicBezTo>
                <a:cubicBezTo>
                  <a:pt x="702162" y="2000263"/>
                  <a:pt x="713308" y="1986147"/>
                  <a:pt x="723220" y="1971279"/>
                </a:cubicBezTo>
                <a:cubicBezTo>
                  <a:pt x="728176" y="1963845"/>
                  <a:pt x="731770" y="1955295"/>
                  <a:pt x="738088" y="1948977"/>
                </a:cubicBezTo>
                <a:cubicBezTo>
                  <a:pt x="743044" y="1944021"/>
                  <a:pt x="748578" y="1939581"/>
                  <a:pt x="752957" y="1934108"/>
                </a:cubicBezTo>
                <a:cubicBezTo>
                  <a:pt x="798070" y="1877717"/>
                  <a:pt x="742286" y="1944461"/>
                  <a:pt x="775259" y="1889504"/>
                </a:cubicBezTo>
                <a:cubicBezTo>
                  <a:pt x="778865" y="1883494"/>
                  <a:pt x="785171" y="1879591"/>
                  <a:pt x="790127" y="1874635"/>
                </a:cubicBezTo>
                <a:cubicBezTo>
                  <a:pt x="792605" y="1867201"/>
                  <a:pt x="794057" y="1859342"/>
                  <a:pt x="797562" y="1852333"/>
                </a:cubicBezTo>
                <a:cubicBezTo>
                  <a:pt x="809858" y="1827741"/>
                  <a:pt x="830216" y="1812245"/>
                  <a:pt x="849601" y="1792860"/>
                </a:cubicBezTo>
                <a:cubicBezTo>
                  <a:pt x="854557" y="1787904"/>
                  <a:pt x="858637" y="1781879"/>
                  <a:pt x="864469" y="1777991"/>
                </a:cubicBezTo>
                <a:cubicBezTo>
                  <a:pt x="879337" y="1768079"/>
                  <a:pt x="896439" y="1760891"/>
                  <a:pt x="909074" y="1748255"/>
                </a:cubicBezTo>
                <a:cubicBezTo>
                  <a:pt x="929483" y="1727845"/>
                  <a:pt x="917293" y="1735602"/>
                  <a:pt x="946245" y="1725952"/>
                </a:cubicBezTo>
                <a:cubicBezTo>
                  <a:pt x="953679" y="1720996"/>
                  <a:pt x="960556" y="1715080"/>
                  <a:pt x="968547" y="1711084"/>
                </a:cubicBezTo>
                <a:cubicBezTo>
                  <a:pt x="975556" y="1707580"/>
                  <a:pt x="984130" y="1707682"/>
                  <a:pt x="990849" y="1703650"/>
                </a:cubicBezTo>
                <a:cubicBezTo>
                  <a:pt x="996859" y="1700044"/>
                  <a:pt x="999449" y="1691917"/>
                  <a:pt x="1005718" y="1688782"/>
                </a:cubicBezTo>
                <a:cubicBezTo>
                  <a:pt x="1019736" y="1681773"/>
                  <a:pt x="1050323" y="1673913"/>
                  <a:pt x="1050323" y="1673913"/>
                </a:cubicBezTo>
                <a:cubicBezTo>
                  <a:pt x="1114233" y="1631307"/>
                  <a:pt x="1033375" y="1682386"/>
                  <a:pt x="1094927" y="1651611"/>
                </a:cubicBezTo>
                <a:cubicBezTo>
                  <a:pt x="1102919" y="1647615"/>
                  <a:pt x="1109065" y="1640372"/>
                  <a:pt x="1117230" y="1636743"/>
                </a:cubicBezTo>
                <a:cubicBezTo>
                  <a:pt x="1140908" y="1626219"/>
                  <a:pt x="1180255" y="1615687"/>
                  <a:pt x="1206440" y="1614440"/>
                </a:cubicBezTo>
                <a:cubicBezTo>
                  <a:pt x="1295583" y="1610195"/>
                  <a:pt x="1384859" y="1609484"/>
                  <a:pt x="1474069" y="1607006"/>
                </a:cubicBezTo>
                <a:lnTo>
                  <a:pt x="1518674" y="1592138"/>
                </a:lnTo>
                <a:lnTo>
                  <a:pt x="1540976" y="1584704"/>
                </a:lnTo>
                <a:cubicBezTo>
                  <a:pt x="1545932" y="1579748"/>
                  <a:pt x="1550372" y="1574214"/>
                  <a:pt x="1555845" y="1569835"/>
                </a:cubicBezTo>
                <a:cubicBezTo>
                  <a:pt x="1562822" y="1564254"/>
                  <a:pt x="1572264" y="1561691"/>
                  <a:pt x="1578147" y="1554967"/>
                </a:cubicBezTo>
                <a:cubicBezTo>
                  <a:pt x="1603433" y="1526068"/>
                  <a:pt x="1610099" y="1506932"/>
                  <a:pt x="1622752" y="1473191"/>
                </a:cubicBezTo>
                <a:cubicBezTo>
                  <a:pt x="1625503" y="1465854"/>
                  <a:pt x="1626682" y="1457898"/>
                  <a:pt x="1630186" y="1450889"/>
                </a:cubicBezTo>
                <a:cubicBezTo>
                  <a:pt x="1634182" y="1442897"/>
                  <a:pt x="1641425" y="1436751"/>
                  <a:pt x="1645054" y="1428586"/>
                </a:cubicBezTo>
                <a:cubicBezTo>
                  <a:pt x="1651419" y="1414264"/>
                  <a:pt x="1654967" y="1398850"/>
                  <a:pt x="1659923" y="1383982"/>
                </a:cubicBezTo>
                <a:cubicBezTo>
                  <a:pt x="1677739" y="1330534"/>
                  <a:pt x="1656132" y="1397250"/>
                  <a:pt x="1674791" y="1331943"/>
                </a:cubicBezTo>
                <a:cubicBezTo>
                  <a:pt x="1676944" y="1324408"/>
                  <a:pt x="1680072" y="1317175"/>
                  <a:pt x="1682225" y="1309640"/>
                </a:cubicBezTo>
                <a:cubicBezTo>
                  <a:pt x="1689225" y="1285141"/>
                  <a:pt x="1691983" y="1268286"/>
                  <a:pt x="1697093" y="1242733"/>
                </a:cubicBezTo>
                <a:cubicBezTo>
                  <a:pt x="1694615" y="1190694"/>
                  <a:pt x="1695412" y="1138395"/>
                  <a:pt x="1689659" y="1086616"/>
                </a:cubicBezTo>
                <a:cubicBezTo>
                  <a:pt x="1687928" y="1071039"/>
                  <a:pt x="1679747" y="1056879"/>
                  <a:pt x="1674791" y="1042011"/>
                </a:cubicBezTo>
                <a:lnTo>
                  <a:pt x="1667357" y="1019708"/>
                </a:lnTo>
                <a:lnTo>
                  <a:pt x="1652488" y="975104"/>
                </a:lnTo>
                <a:lnTo>
                  <a:pt x="1637620" y="960235"/>
                </a:lnTo>
                <a:cubicBezTo>
                  <a:pt x="1626982" y="928321"/>
                  <a:pt x="1624292" y="913240"/>
                  <a:pt x="1607884" y="885894"/>
                </a:cubicBezTo>
                <a:cubicBezTo>
                  <a:pt x="1598690" y="870571"/>
                  <a:pt x="1578147" y="841289"/>
                  <a:pt x="1578147" y="841289"/>
                </a:cubicBezTo>
                <a:cubicBezTo>
                  <a:pt x="1561102" y="790152"/>
                  <a:pt x="1584416" y="852260"/>
                  <a:pt x="1548410" y="789250"/>
                </a:cubicBezTo>
                <a:cubicBezTo>
                  <a:pt x="1544522" y="782446"/>
                  <a:pt x="1544782" y="773797"/>
                  <a:pt x="1540976" y="766947"/>
                </a:cubicBezTo>
                <a:cubicBezTo>
                  <a:pt x="1519962" y="729121"/>
                  <a:pt x="1518929" y="730032"/>
                  <a:pt x="1496371" y="707474"/>
                </a:cubicBezTo>
                <a:cubicBezTo>
                  <a:pt x="1493893" y="700040"/>
                  <a:pt x="1492441" y="692181"/>
                  <a:pt x="1488937" y="685172"/>
                </a:cubicBezTo>
                <a:cubicBezTo>
                  <a:pt x="1478586" y="664469"/>
                  <a:pt x="1468210" y="657010"/>
                  <a:pt x="1451766" y="640567"/>
                </a:cubicBezTo>
                <a:cubicBezTo>
                  <a:pt x="1434510" y="588800"/>
                  <a:pt x="1456675" y="644214"/>
                  <a:pt x="1429464" y="603396"/>
                </a:cubicBezTo>
                <a:cubicBezTo>
                  <a:pt x="1393461" y="549390"/>
                  <a:pt x="1433817" y="592881"/>
                  <a:pt x="1399727" y="558791"/>
                </a:cubicBezTo>
                <a:cubicBezTo>
                  <a:pt x="1397249" y="551357"/>
                  <a:pt x="1395797" y="543498"/>
                  <a:pt x="1392293" y="536489"/>
                </a:cubicBezTo>
                <a:cubicBezTo>
                  <a:pt x="1386856" y="525615"/>
                  <a:pt x="1360178" y="491190"/>
                  <a:pt x="1355123" y="484450"/>
                </a:cubicBezTo>
                <a:cubicBezTo>
                  <a:pt x="1341490" y="443556"/>
                  <a:pt x="1355879" y="480200"/>
                  <a:pt x="1332820" y="439845"/>
                </a:cubicBezTo>
                <a:cubicBezTo>
                  <a:pt x="1327322" y="430223"/>
                  <a:pt x="1323450" y="419730"/>
                  <a:pt x="1317952" y="410108"/>
                </a:cubicBezTo>
                <a:cubicBezTo>
                  <a:pt x="1288843" y="359165"/>
                  <a:pt x="1317524" y="412017"/>
                  <a:pt x="1288215" y="372938"/>
                </a:cubicBezTo>
                <a:cubicBezTo>
                  <a:pt x="1277493" y="358643"/>
                  <a:pt x="1268391" y="343201"/>
                  <a:pt x="1258479" y="328333"/>
                </a:cubicBezTo>
                <a:lnTo>
                  <a:pt x="1184137" y="216821"/>
                </a:lnTo>
                <a:lnTo>
                  <a:pt x="1154401" y="172216"/>
                </a:lnTo>
                <a:lnTo>
                  <a:pt x="1139532" y="157347"/>
                </a:lnTo>
                <a:cubicBezTo>
                  <a:pt x="1131680" y="133791"/>
                  <a:pt x="1133700" y="133331"/>
                  <a:pt x="1117230" y="112743"/>
                </a:cubicBezTo>
                <a:cubicBezTo>
                  <a:pt x="1112852" y="107270"/>
                  <a:pt x="1106741" y="103347"/>
                  <a:pt x="1102362" y="97874"/>
                </a:cubicBezTo>
                <a:cubicBezTo>
                  <a:pt x="1096780" y="90897"/>
                  <a:pt x="1093811" y="81890"/>
                  <a:pt x="1087493" y="75572"/>
                </a:cubicBezTo>
                <a:cubicBezTo>
                  <a:pt x="1081175" y="69254"/>
                  <a:pt x="1072168" y="66285"/>
                  <a:pt x="1065191" y="60704"/>
                </a:cubicBezTo>
                <a:cubicBezTo>
                  <a:pt x="1046742" y="45944"/>
                  <a:pt x="1052667" y="41530"/>
                  <a:pt x="1028020" y="30967"/>
                </a:cubicBezTo>
                <a:cubicBezTo>
                  <a:pt x="1018629" y="26942"/>
                  <a:pt x="1008455" y="24502"/>
                  <a:pt x="998284" y="23533"/>
                </a:cubicBezTo>
                <a:cubicBezTo>
                  <a:pt x="956274" y="19532"/>
                  <a:pt x="914003" y="19002"/>
                  <a:pt x="871903" y="16099"/>
                </a:cubicBezTo>
                <a:cubicBezTo>
                  <a:pt x="842134" y="14046"/>
                  <a:pt x="812430" y="11143"/>
                  <a:pt x="782693" y="8665"/>
                </a:cubicBezTo>
                <a:cubicBezTo>
                  <a:pt x="774151" y="-16963"/>
                  <a:pt x="778976" y="22294"/>
                  <a:pt x="767825" y="2353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AAF5EB-5640-E9BA-B303-E577BB7954F1}"/>
              </a:ext>
            </a:extLst>
          </p:cNvPr>
          <p:cNvSpPr/>
          <p:nvPr/>
        </p:nvSpPr>
        <p:spPr>
          <a:xfrm>
            <a:off x="8554716" y="2185116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0E20D2-4E96-C4EB-5EAC-637F194A878C}"/>
              </a:ext>
            </a:extLst>
          </p:cNvPr>
          <p:cNvSpPr/>
          <p:nvPr/>
        </p:nvSpPr>
        <p:spPr>
          <a:xfrm>
            <a:off x="8162548" y="293291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003D84-19CB-B792-79C7-34475D84CB36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 flipH="1">
            <a:off x="8465875" y="2702927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CAA79F6-5A54-B225-1A2D-6513BFFFBF16}"/>
              </a:ext>
            </a:extLst>
          </p:cNvPr>
          <p:cNvSpPr/>
          <p:nvPr/>
        </p:nvSpPr>
        <p:spPr>
          <a:xfrm>
            <a:off x="8970689" y="2931441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99219E-25D9-816C-95D0-A8677C6D9D6B}"/>
              </a:ext>
            </a:extLst>
          </p:cNvPr>
          <p:cNvCxnSpPr>
            <a:cxnSpLocks/>
            <a:stCxn id="9" idx="5"/>
            <a:endCxn id="14" idx="0"/>
          </p:cNvCxnSpPr>
          <p:nvPr/>
        </p:nvCxnSpPr>
        <p:spPr>
          <a:xfrm>
            <a:off x="9072527" y="2702927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6D52FF-3124-A6B5-9638-E49B068B001D}"/>
              </a:ext>
            </a:extLst>
          </p:cNvPr>
          <p:cNvSpPr txBox="1"/>
          <p:nvPr/>
        </p:nvSpPr>
        <p:spPr>
          <a:xfrm>
            <a:off x="8305390" y="259310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4A733-1474-C800-C3B9-1768C1474518}"/>
              </a:ext>
            </a:extLst>
          </p:cNvPr>
          <p:cNvSpPr txBox="1"/>
          <p:nvPr/>
        </p:nvSpPr>
        <p:spPr>
          <a:xfrm>
            <a:off x="9135546" y="258333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E133A70-C7E3-2C69-4A6A-068FD4048008}"/>
                  </a:ext>
                </a:extLst>
              </p:cNvPr>
              <p:cNvSpPr txBox="1"/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CC20EC-5630-540E-2474-C85C9A5B2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blipFill>
                <a:blip r:embed="rId6"/>
                <a:stretch>
                  <a:fillRect l="-10256" r="-512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75E662-B8AD-70D0-5156-8A3A89061B4F}"/>
              </a:ext>
            </a:extLst>
          </p:cNvPr>
          <p:cNvCxnSpPr/>
          <p:nvPr/>
        </p:nvCxnSpPr>
        <p:spPr>
          <a:xfrm>
            <a:off x="4755518" y="3773408"/>
            <a:ext cx="1056094" cy="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7670B5-056C-4F4A-660A-9F700AEB2217}"/>
              </a:ext>
            </a:extLst>
          </p:cNvPr>
          <p:cNvCxnSpPr/>
          <p:nvPr/>
        </p:nvCxnSpPr>
        <p:spPr>
          <a:xfrm>
            <a:off x="3790213" y="4167548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A8E7F89-8D64-F6C3-844A-FB23A9050356}"/>
              </a:ext>
            </a:extLst>
          </p:cNvPr>
          <p:cNvSpPr txBox="1"/>
          <p:nvPr/>
        </p:nvSpPr>
        <p:spPr>
          <a:xfrm>
            <a:off x="5798418" y="3576624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v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1F0EFA-A69E-43B5-DCD7-02D8B7A616FB}"/>
              </a:ext>
            </a:extLst>
          </p:cNvPr>
          <p:cNvSpPr txBox="1"/>
          <p:nvPr/>
        </p:nvSpPr>
        <p:spPr>
          <a:xfrm>
            <a:off x="3645242" y="3830222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u</a:t>
            </a:r>
            <a:endParaRPr lang="en-CN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C7C2FB-838B-BF88-D602-8FFC45ED21A4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C7C2FB-838B-BF88-D602-8FFC45ED2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7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539777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4182-7D92-87FF-13F9-D947C3B2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6EBB20-E58D-4AE0-7DD0-F248F4C38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8DC292-E219-E5AA-4C46-D085208B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F92B397-1FCA-23F8-0645-915F2645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4E003D-3830-09FD-A460-A41B01970A0A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07C39B-805E-6CD1-5B83-B8CB538AE4AC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5722E0-5FB7-16D9-5E34-E5F3D760148D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35C36D-A311-7491-177C-5AD53C02ED85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1F59D9-44EA-308D-DB34-3AFB096E4190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9794A9-D3A4-3E3F-97EB-F094005CC130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40D6BA8-FC5B-FEFD-D664-93DD9D75E474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12B6C-20C4-9A09-C0F4-879AA0A6C277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B68E6C-834A-77F9-FE45-042F55EA488A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11DADDA-DEBC-1AEA-BC12-A4D6B711901C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C711548-F547-61C1-FC85-D3B80A02D887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8566FFA7-EA42-6073-EDE7-3B84E18325C5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76680C3-76CA-B002-F273-37ECC579079F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7A21475-3563-1DFC-F90E-167A305F7DA9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CD7BC5F-CFF1-23A9-B0CC-C255C7C0CC4F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B71EC49-042C-C48F-D715-3375C760083E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6362768-CAC0-2403-213F-3E438BFE4F46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27AAC65-23D2-9EE9-18C6-F620286CEEDC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858E44B2-EF88-D7C8-07A0-5CCC8297EF8C}"/>
              </a:ext>
            </a:extLst>
          </p:cNvPr>
          <p:cNvSpPr/>
          <p:nvPr/>
        </p:nvSpPr>
        <p:spPr>
          <a:xfrm>
            <a:off x="6133483" y="3778425"/>
            <a:ext cx="471628" cy="484632"/>
          </a:xfrm>
          <a:prstGeom prst="rightArrow">
            <a:avLst>
              <a:gd name="adj1" fmla="val 47415"/>
              <a:gd name="adj2" fmla="val 50000"/>
            </a:avLst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2961620-CDB1-3FD1-9031-541F3CF204E0}"/>
              </a:ext>
            </a:extLst>
          </p:cNvPr>
          <p:cNvSpPr/>
          <p:nvPr/>
        </p:nvSpPr>
        <p:spPr>
          <a:xfrm>
            <a:off x="3980854" y="2419947"/>
            <a:ext cx="1697093" cy="2227549"/>
          </a:xfrm>
          <a:custGeom>
            <a:avLst/>
            <a:gdLst>
              <a:gd name="connsiteX0" fmla="*/ 767825 w 1697093"/>
              <a:gd name="connsiteY0" fmla="*/ 23533 h 2227549"/>
              <a:gd name="connsiteX1" fmla="*/ 715786 w 1697093"/>
              <a:gd name="connsiteY1" fmla="*/ 16099 h 2227549"/>
              <a:gd name="connsiteX2" fmla="*/ 671181 w 1697093"/>
              <a:gd name="connsiteY2" fmla="*/ 30967 h 2227549"/>
              <a:gd name="connsiteX3" fmla="*/ 648879 w 1697093"/>
              <a:gd name="connsiteY3" fmla="*/ 45835 h 2227549"/>
              <a:gd name="connsiteX4" fmla="*/ 611708 w 1697093"/>
              <a:gd name="connsiteY4" fmla="*/ 83006 h 2227549"/>
              <a:gd name="connsiteX5" fmla="*/ 567103 w 1697093"/>
              <a:gd name="connsiteY5" fmla="*/ 120177 h 2227549"/>
              <a:gd name="connsiteX6" fmla="*/ 552235 w 1697093"/>
              <a:gd name="connsiteY6" fmla="*/ 142479 h 2227549"/>
              <a:gd name="connsiteX7" fmla="*/ 529932 w 1697093"/>
              <a:gd name="connsiteY7" fmla="*/ 164782 h 2227549"/>
              <a:gd name="connsiteX8" fmla="*/ 515064 w 1697093"/>
              <a:gd name="connsiteY8" fmla="*/ 187084 h 2227549"/>
              <a:gd name="connsiteX9" fmla="*/ 492762 w 1697093"/>
              <a:gd name="connsiteY9" fmla="*/ 216821 h 2227549"/>
              <a:gd name="connsiteX10" fmla="*/ 463025 w 1697093"/>
              <a:gd name="connsiteY10" fmla="*/ 261425 h 2227549"/>
              <a:gd name="connsiteX11" fmla="*/ 448157 w 1697093"/>
              <a:gd name="connsiteY11" fmla="*/ 276294 h 2227549"/>
              <a:gd name="connsiteX12" fmla="*/ 410986 w 1697093"/>
              <a:gd name="connsiteY12" fmla="*/ 335767 h 2227549"/>
              <a:gd name="connsiteX13" fmla="*/ 396118 w 1697093"/>
              <a:gd name="connsiteY13" fmla="*/ 358069 h 2227549"/>
              <a:gd name="connsiteX14" fmla="*/ 381249 w 1697093"/>
              <a:gd name="connsiteY14" fmla="*/ 372938 h 2227549"/>
              <a:gd name="connsiteX15" fmla="*/ 358947 w 1697093"/>
              <a:gd name="connsiteY15" fmla="*/ 424977 h 2227549"/>
              <a:gd name="connsiteX16" fmla="*/ 351513 w 1697093"/>
              <a:gd name="connsiteY16" fmla="*/ 447279 h 2227549"/>
              <a:gd name="connsiteX17" fmla="*/ 336645 w 1697093"/>
              <a:gd name="connsiteY17" fmla="*/ 469582 h 2227549"/>
              <a:gd name="connsiteX18" fmla="*/ 314342 w 1697093"/>
              <a:gd name="connsiteY18" fmla="*/ 514186 h 2227549"/>
              <a:gd name="connsiteX19" fmla="*/ 306908 w 1697093"/>
              <a:gd name="connsiteY19" fmla="*/ 536489 h 2227549"/>
              <a:gd name="connsiteX20" fmla="*/ 277171 w 1697093"/>
              <a:gd name="connsiteY20" fmla="*/ 588528 h 2227549"/>
              <a:gd name="connsiteX21" fmla="*/ 254869 w 1697093"/>
              <a:gd name="connsiteY21" fmla="*/ 655435 h 2227549"/>
              <a:gd name="connsiteX22" fmla="*/ 232566 w 1697093"/>
              <a:gd name="connsiteY22" fmla="*/ 692606 h 2227549"/>
              <a:gd name="connsiteX23" fmla="*/ 202830 w 1697093"/>
              <a:gd name="connsiteY23" fmla="*/ 774382 h 2227549"/>
              <a:gd name="connsiteX24" fmla="*/ 180527 w 1697093"/>
              <a:gd name="connsiteY24" fmla="*/ 848723 h 2227549"/>
              <a:gd name="connsiteX25" fmla="*/ 165659 w 1697093"/>
              <a:gd name="connsiteY25" fmla="*/ 893328 h 2227549"/>
              <a:gd name="connsiteX26" fmla="*/ 158225 w 1697093"/>
              <a:gd name="connsiteY26" fmla="*/ 923065 h 2227549"/>
              <a:gd name="connsiteX27" fmla="*/ 150791 w 1697093"/>
              <a:gd name="connsiteY27" fmla="*/ 945367 h 2227549"/>
              <a:gd name="connsiteX28" fmla="*/ 143357 w 1697093"/>
              <a:gd name="connsiteY28" fmla="*/ 982538 h 2227549"/>
              <a:gd name="connsiteX29" fmla="*/ 135923 w 1697093"/>
              <a:gd name="connsiteY29" fmla="*/ 1004840 h 2227549"/>
              <a:gd name="connsiteX30" fmla="*/ 121054 w 1697093"/>
              <a:gd name="connsiteY30" fmla="*/ 1071747 h 2227549"/>
              <a:gd name="connsiteX31" fmla="*/ 106186 w 1697093"/>
              <a:gd name="connsiteY31" fmla="*/ 1123786 h 2227549"/>
              <a:gd name="connsiteX32" fmla="*/ 98752 w 1697093"/>
              <a:gd name="connsiteY32" fmla="*/ 1168391 h 2227549"/>
              <a:gd name="connsiteX33" fmla="*/ 83884 w 1697093"/>
              <a:gd name="connsiteY33" fmla="*/ 1250167 h 2227549"/>
              <a:gd name="connsiteX34" fmla="*/ 76449 w 1697093"/>
              <a:gd name="connsiteY34" fmla="*/ 1302206 h 2227549"/>
              <a:gd name="connsiteX35" fmla="*/ 69015 w 1697093"/>
              <a:gd name="connsiteY35" fmla="*/ 1331943 h 2227549"/>
              <a:gd name="connsiteX36" fmla="*/ 54147 w 1697093"/>
              <a:gd name="connsiteY36" fmla="*/ 1413718 h 2227549"/>
              <a:gd name="connsiteX37" fmla="*/ 46713 w 1697093"/>
              <a:gd name="connsiteY37" fmla="*/ 1443455 h 2227549"/>
              <a:gd name="connsiteX38" fmla="*/ 39279 w 1697093"/>
              <a:gd name="connsiteY38" fmla="*/ 1488060 h 2227549"/>
              <a:gd name="connsiteX39" fmla="*/ 24410 w 1697093"/>
              <a:gd name="connsiteY39" fmla="*/ 1547533 h 2227549"/>
              <a:gd name="connsiteX40" fmla="*/ 9542 w 1697093"/>
              <a:gd name="connsiteY40" fmla="*/ 1599572 h 2227549"/>
              <a:gd name="connsiteX41" fmla="*/ 2108 w 1697093"/>
              <a:gd name="connsiteY41" fmla="*/ 1651611 h 2227549"/>
              <a:gd name="connsiteX42" fmla="*/ 16976 w 1697093"/>
              <a:gd name="connsiteY42" fmla="*/ 1978713 h 2227549"/>
              <a:gd name="connsiteX43" fmla="*/ 31845 w 1697093"/>
              <a:gd name="connsiteY43" fmla="*/ 2023318 h 2227549"/>
              <a:gd name="connsiteX44" fmla="*/ 39279 w 1697093"/>
              <a:gd name="connsiteY44" fmla="*/ 2045621 h 2227549"/>
              <a:gd name="connsiteX45" fmla="*/ 69015 w 1697093"/>
              <a:gd name="connsiteY45" fmla="*/ 2090225 h 2227549"/>
              <a:gd name="connsiteX46" fmla="*/ 83884 w 1697093"/>
              <a:gd name="connsiteY46" fmla="*/ 2112528 h 2227549"/>
              <a:gd name="connsiteX47" fmla="*/ 106186 w 1697093"/>
              <a:gd name="connsiteY47" fmla="*/ 2149699 h 2227549"/>
              <a:gd name="connsiteX48" fmla="*/ 113620 w 1697093"/>
              <a:gd name="connsiteY48" fmla="*/ 2172001 h 2227549"/>
              <a:gd name="connsiteX49" fmla="*/ 135923 w 1697093"/>
              <a:gd name="connsiteY49" fmla="*/ 2186869 h 2227549"/>
              <a:gd name="connsiteX50" fmla="*/ 150791 w 1697093"/>
              <a:gd name="connsiteY50" fmla="*/ 2201738 h 2227549"/>
              <a:gd name="connsiteX51" fmla="*/ 195396 w 1697093"/>
              <a:gd name="connsiteY51" fmla="*/ 2216606 h 2227549"/>
              <a:gd name="connsiteX52" fmla="*/ 217698 w 1697093"/>
              <a:gd name="connsiteY52" fmla="*/ 2224040 h 2227549"/>
              <a:gd name="connsiteX53" fmla="*/ 559669 w 1697093"/>
              <a:gd name="connsiteY53" fmla="*/ 2209172 h 2227549"/>
              <a:gd name="connsiteX54" fmla="*/ 581971 w 1697093"/>
              <a:gd name="connsiteY54" fmla="*/ 2201738 h 2227549"/>
              <a:gd name="connsiteX55" fmla="*/ 626576 w 1697093"/>
              <a:gd name="connsiteY55" fmla="*/ 2164567 h 2227549"/>
              <a:gd name="connsiteX56" fmla="*/ 656313 w 1697093"/>
              <a:gd name="connsiteY56" fmla="*/ 2112528 h 2227549"/>
              <a:gd name="connsiteX57" fmla="*/ 671181 w 1697093"/>
              <a:gd name="connsiteY57" fmla="*/ 2067923 h 2227549"/>
              <a:gd name="connsiteX58" fmla="*/ 686049 w 1697093"/>
              <a:gd name="connsiteY58" fmla="*/ 2038186 h 2227549"/>
              <a:gd name="connsiteX59" fmla="*/ 693484 w 1697093"/>
              <a:gd name="connsiteY59" fmla="*/ 2015884 h 2227549"/>
              <a:gd name="connsiteX60" fmla="*/ 723220 w 1697093"/>
              <a:gd name="connsiteY60" fmla="*/ 1971279 h 2227549"/>
              <a:gd name="connsiteX61" fmla="*/ 738088 w 1697093"/>
              <a:gd name="connsiteY61" fmla="*/ 1948977 h 2227549"/>
              <a:gd name="connsiteX62" fmla="*/ 752957 w 1697093"/>
              <a:gd name="connsiteY62" fmla="*/ 1934108 h 2227549"/>
              <a:gd name="connsiteX63" fmla="*/ 775259 w 1697093"/>
              <a:gd name="connsiteY63" fmla="*/ 1889504 h 2227549"/>
              <a:gd name="connsiteX64" fmla="*/ 790127 w 1697093"/>
              <a:gd name="connsiteY64" fmla="*/ 1874635 h 2227549"/>
              <a:gd name="connsiteX65" fmla="*/ 797562 w 1697093"/>
              <a:gd name="connsiteY65" fmla="*/ 1852333 h 2227549"/>
              <a:gd name="connsiteX66" fmla="*/ 849601 w 1697093"/>
              <a:gd name="connsiteY66" fmla="*/ 1792860 h 2227549"/>
              <a:gd name="connsiteX67" fmla="*/ 864469 w 1697093"/>
              <a:gd name="connsiteY67" fmla="*/ 1777991 h 2227549"/>
              <a:gd name="connsiteX68" fmla="*/ 909074 w 1697093"/>
              <a:gd name="connsiteY68" fmla="*/ 1748255 h 2227549"/>
              <a:gd name="connsiteX69" fmla="*/ 946245 w 1697093"/>
              <a:gd name="connsiteY69" fmla="*/ 1725952 h 2227549"/>
              <a:gd name="connsiteX70" fmla="*/ 968547 w 1697093"/>
              <a:gd name="connsiteY70" fmla="*/ 1711084 h 2227549"/>
              <a:gd name="connsiteX71" fmla="*/ 990849 w 1697093"/>
              <a:gd name="connsiteY71" fmla="*/ 1703650 h 2227549"/>
              <a:gd name="connsiteX72" fmla="*/ 1005718 w 1697093"/>
              <a:gd name="connsiteY72" fmla="*/ 1688782 h 2227549"/>
              <a:gd name="connsiteX73" fmla="*/ 1050323 w 1697093"/>
              <a:gd name="connsiteY73" fmla="*/ 1673913 h 2227549"/>
              <a:gd name="connsiteX74" fmla="*/ 1094927 w 1697093"/>
              <a:gd name="connsiteY74" fmla="*/ 1651611 h 2227549"/>
              <a:gd name="connsiteX75" fmla="*/ 1117230 w 1697093"/>
              <a:gd name="connsiteY75" fmla="*/ 1636743 h 2227549"/>
              <a:gd name="connsiteX76" fmla="*/ 1206440 w 1697093"/>
              <a:gd name="connsiteY76" fmla="*/ 1614440 h 2227549"/>
              <a:gd name="connsiteX77" fmla="*/ 1474069 w 1697093"/>
              <a:gd name="connsiteY77" fmla="*/ 1607006 h 2227549"/>
              <a:gd name="connsiteX78" fmla="*/ 1518674 w 1697093"/>
              <a:gd name="connsiteY78" fmla="*/ 1592138 h 2227549"/>
              <a:gd name="connsiteX79" fmla="*/ 1540976 w 1697093"/>
              <a:gd name="connsiteY79" fmla="*/ 1584704 h 2227549"/>
              <a:gd name="connsiteX80" fmla="*/ 1555845 w 1697093"/>
              <a:gd name="connsiteY80" fmla="*/ 1569835 h 2227549"/>
              <a:gd name="connsiteX81" fmla="*/ 1578147 w 1697093"/>
              <a:gd name="connsiteY81" fmla="*/ 1554967 h 2227549"/>
              <a:gd name="connsiteX82" fmla="*/ 1622752 w 1697093"/>
              <a:gd name="connsiteY82" fmla="*/ 1473191 h 2227549"/>
              <a:gd name="connsiteX83" fmla="*/ 1630186 w 1697093"/>
              <a:gd name="connsiteY83" fmla="*/ 1450889 h 2227549"/>
              <a:gd name="connsiteX84" fmla="*/ 1645054 w 1697093"/>
              <a:gd name="connsiteY84" fmla="*/ 1428586 h 2227549"/>
              <a:gd name="connsiteX85" fmla="*/ 1659923 w 1697093"/>
              <a:gd name="connsiteY85" fmla="*/ 1383982 h 2227549"/>
              <a:gd name="connsiteX86" fmla="*/ 1674791 w 1697093"/>
              <a:gd name="connsiteY86" fmla="*/ 1331943 h 2227549"/>
              <a:gd name="connsiteX87" fmla="*/ 1682225 w 1697093"/>
              <a:gd name="connsiteY87" fmla="*/ 1309640 h 2227549"/>
              <a:gd name="connsiteX88" fmla="*/ 1697093 w 1697093"/>
              <a:gd name="connsiteY88" fmla="*/ 1242733 h 2227549"/>
              <a:gd name="connsiteX89" fmla="*/ 1689659 w 1697093"/>
              <a:gd name="connsiteY89" fmla="*/ 1086616 h 2227549"/>
              <a:gd name="connsiteX90" fmla="*/ 1674791 w 1697093"/>
              <a:gd name="connsiteY90" fmla="*/ 1042011 h 2227549"/>
              <a:gd name="connsiteX91" fmla="*/ 1667357 w 1697093"/>
              <a:gd name="connsiteY91" fmla="*/ 1019708 h 2227549"/>
              <a:gd name="connsiteX92" fmla="*/ 1652488 w 1697093"/>
              <a:gd name="connsiteY92" fmla="*/ 975104 h 2227549"/>
              <a:gd name="connsiteX93" fmla="*/ 1637620 w 1697093"/>
              <a:gd name="connsiteY93" fmla="*/ 960235 h 2227549"/>
              <a:gd name="connsiteX94" fmla="*/ 1607884 w 1697093"/>
              <a:gd name="connsiteY94" fmla="*/ 885894 h 2227549"/>
              <a:gd name="connsiteX95" fmla="*/ 1578147 w 1697093"/>
              <a:gd name="connsiteY95" fmla="*/ 841289 h 2227549"/>
              <a:gd name="connsiteX96" fmla="*/ 1548410 w 1697093"/>
              <a:gd name="connsiteY96" fmla="*/ 789250 h 2227549"/>
              <a:gd name="connsiteX97" fmla="*/ 1540976 w 1697093"/>
              <a:gd name="connsiteY97" fmla="*/ 766947 h 2227549"/>
              <a:gd name="connsiteX98" fmla="*/ 1496371 w 1697093"/>
              <a:gd name="connsiteY98" fmla="*/ 707474 h 2227549"/>
              <a:gd name="connsiteX99" fmla="*/ 1488937 w 1697093"/>
              <a:gd name="connsiteY99" fmla="*/ 685172 h 2227549"/>
              <a:gd name="connsiteX100" fmla="*/ 1451766 w 1697093"/>
              <a:gd name="connsiteY100" fmla="*/ 640567 h 2227549"/>
              <a:gd name="connsiteX101" fmla="*/ 1429464 w 1697093"/>
              <a:gd name="connsiteY101" fmla="*/ 603396 h 2227549"/>
              <a:gd name="connsiteX102" fmla="*/ 1399727 w 1697093"/>
              <a:gd name="connsiteY102" fmla="*/ 558791 h 2227549"/>
              <a:gd name="connsiteX103" fmla="*/ 1392293 w 1697093"/>
              <a:gd name="connsiteY103" fmla="*/ 536489 h 2227549"/>
              <a:gd name="connsiteX104" fmla="*/ 1355123 w 1697093"/>
              <a:gd name="connsiteY104" fmla="*/ 484450 h 2227549"/>
              <a:gd name="connsiteX105" fmla="*/ 1332820 w 1697093"/>
              <a:gd name="connsiteY105" fmla="*/ 439845 h 2227549"/>
              <a:gd name="connsiteX106" fmla="*/ 1317952 w 1697093"/>
              <a:gd name="connsiteY106" fmla="*/ 410108 h 2227549"/>
              <a:gd name="connsiteX107" fmla="*/ 1288215 w 1697093"/>
              <a:gd name="connsiteY107" fmla="*/ 372938 h 2227549"/>
              <a:gd name="connsiteX108" fmla="*/ 1258479 w 1697093"/>
              <a:gd name="connsiteY108" fmla="*/ 328333 h 2227549"/>
              <a:gd name="connsiteX109" fmla="*/ 1184137 w 1697093"/>
              <a:gd name="connsiteY109" fmla="*/ 216821 h 2227549"/>
              <a:gd name="connsiteX110" fmla="*/ 1154401 w 1697093"/>
              <a:gd name="connsiteY110" fmla="*/ 172216 h 2227549"/>
              <a:gd name="connsiteX111" fmla="*/ 1139532 w 1697093"/>
              <a:gd name="connsiteY111" fmla="*/ 157347 h 2227549"/>
              <a:gd name="connsiteX112" fmla="*/ 1117230 w 1697093"/>
              <a:gd name="connsiteY112" fmla="*/ 112743 h 2227549"/>
              <a:gd name="connsiteX113" fmla="*/ 1102362 w 1697093"/>
              <a:gd name="connsiteY113" fmla="*/ 97874 h 2227549"/>
              <a:gd name="connsiteX114" fmla="*/ 1087493 w 1697093"/>
              <a:gd name="connsiteY114" fmla="*/ 75572 h 2227549"/>
              <a:gd name="connsiteX115" fmla="*/ 1065191 w 1697093"/>
              <a:gd name="connsiteY115" fmla="*/ 60704 h 2227549"/>
              <a:gd name="connsiteX116" fmla="*/ 1028020 w 1697093"/>
              <a:gd name="connsiteY116" fmla="*/ 30967 h 2227549"/>
              <a:gd name="connsiteX117" fmla="*/ 998284 w 1697093"/>
              <a:gd name="connsiteY117" fmla="*/ 23533 h 2227549"/>
              <a:gd name="connsiteX118" fmla="*/ 871903 w 1697093"/>
              <a:gd name="connsiteY118" fmla="*/ 16099 h 2227549"/>
              <a:gd name="connsiteX119" fmla="*/ 782693 w 1697093"/>
              <a:gd name="connsiteY119" fmla="*/ 8665 h 2227549"/>
              <a:gd name="connsiteX120" fmla="*/ 767825 w 1697093"/>
              <a:gd name="connsiteY120" fmla="*/ 23533 h 222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697093" h="2227549">
                <a:moveTo>
                  <a:pt x="767825" y="23533"/>
                </a:moveTo>
                <a:cubicBezTo>
                  <a:pt x="756674" y="24772"/>
                  <a:pt x="733257" y="14755"/>
                  <a:pt x="715786" y="16099"/>
                </a:cubicBezTo>
                <a:cubicBezTo>
                  <a:pt x="700160" y="17301"/>
                  <a:pt x="671181" y="30967"/>
                  <a:pt x="671181" y="30967"/>
                </a:cubicBezTo>
                <a:cubicBezTo>
                  <a:pt x="663747" y="35923"/>
                  <a:pt x="655603" y="39952"/>
                  <a:pt x="648879" y="45835"/>
                </a:cubicBezTo>
                <a:cubicBezTo>
                  <a:pt x="635692" y="57374"/>
                  <a:pt x="625726" y="72493"/>
                  <a:pt x="611708" y="83006"/>
                </a:cubicBezTo>
                <a:cubicBezTo>
                  <a:pt x="597243" y="93854"/>
                  <a:pt x="578920" y="105405"/>
                  <a:pt x="567103" y="120177"/>
                </a:cubicBezTo>
                <a:cubicBezTo>
                  <a:pt x="561522" y="127154"/>
                  <a:pt x="557955" y="135615"/>
                  <a:pt x="552235" y="142479"/>
                </a:cubicBezTo>
                <a:cubicBezTo>
                  <a:pt x="545504" y="150556"/>
                  <a:pt x="536663" y="156705"/>
                  <a:pt x="529932" y="164782"/>
                </a:cubicBezTo>
                <a:cubicBezTo>
                  <a:pt x="524212" y="171646"/>
                  <a:pt x="520257" y="179814"/>
                  <a:pt x="515064" y="187084"/>
                </a:cubicBezTo>
                <a:cubicBezTo>
                  <a:pt x="507862" y="197166"/>
                  <a:pt x="499867" y="206671"/>
                  <a:pt x="492762" y="216821"/>
                </a:cubicBezTo>
                <a:cubicBezTo>
                  <a:pt x="482515" y="231460"/>
                  <a:pt x="475660" y="248789"/>
                  <a:pt x="463025" y="261425"/>
                </a:cubicBezTo>
                <a:cubicBezTo>
                  <a:pt x="458069" y="266381"/>
                  <a:pt x="452536" y="270821"/>
                  <a:pt x="448157" y="276294"/>
                </a:cubicBezTo>
                <a:cubicBezTo>
                  <a:pt x="438442" y="288437"/>
                  <a:pt x="416587" y="326806"/>
                  <a:pt x="410986" y="335767"/>
                </a:cubicBezTo>
                <a:cubicBezTo>
                  <a:pt x="406251" y="343344"/>
                  <a:pt x="401699" y="351092"/>
                  <a:pt x="396118" y="358069"/>
                </a:cubicBezTo>
                <a:cubicBezTo>
                  <a:pt x="391739" y="363542"/>
                  <a:pt x="386205" y="367982"/>
                  <a:pt x="381249" y="372938"/>
                </a:cubicBezTo>
                <a:cubicBezTo>
                  <a:pt x="363815" y="425240"/>
                  <a:pt x="386505" y="360673"/>
                  <a:pt x="358947" y="424977"/>
                </a:cubicBezTo>
                <a:cubicBezTo>
                  <a:pt x="355860" y="432180"/>
                  <a:pt x="355017" y="440270"/>
                  <a:pt x="351513" y="447279"/>
                </a:cubicBezTo>
                <a:cubicBezTo>
                  <a:pt x="347517" y="455271"/>
                  <a:pt x="340641" y="461590"/>
                  <a:pt x="336645" y="469582"/>
                </a:cubicBezTo>
                <a:cubicBezTo>
                  <a:pt x="305868" y="531134"/>
                  <a:pt x="356948" y="450277"/>
                  <a:pt x="314342" y="514186"/>
                </a:cubicBezTo>
                <a:cubicBezTo>
                  <a:pt x="311864" y="521620"/>
                  <a:pt x="309995" y="529286"/>
                  <a:pt x="306908" y="536489"/>
                </a:cubicBezTo>
                <a:cubicBezTo>
                  <a:pt x="295590" y="562898"/>
                  <a:pt x="292103" y="566130"/>
                  <a:pt x="277171" y="588528"/>
                </a:cubicBezTo>
                <a:cubicBezTo>
                  <a:pt x="263369" y="671341"/>
                  <a:pt x="281002" y="603168"/>
                  <a:pt x="254869" y="655435"/>
                </a:cubicBezTo>
                <a:cubicBezTo>
                  <a:pt x="235568" y="694037"/>
                  <a:pt x="261608" y="663566"/>
                  <a:pt x="232566" y="692606"/>
                </a:cubicBezTo>
                <a:cubicBezTo>
                  <a:pt x="215531" y="760747"/>
                  <a:pt x="229033" y="735076"/>
                  <a:pt x="202830" y="774382"/>
                </a:cubicBezTo>
                <a:cubicBezTo>
                  <a:pt x="191594" y="819325"/>
                  <a:pt x="198628" y="794422"/>
                  <a:pt x="180527" y="848723"/>
                </a:cubicBezTo>
                <a:lnTo>
                  <a:pt x="165659" y="893328"/>
                </a:lnTo>
                <a:cubicBezTo>
                  <a:pt x="163181" y="903240"/>
                  <a:pt x="161032" y="913241"/>
                  <a:pt x="158225" y="923065"/>
                </a:cubicBezTo>
                <a:cubicBezTo>
                  <a:pt x="156072" y="930600"/>
                  <a:pt x="152692" y="937765"/>
                  <a:pt x="150791" y="945367"/>
                </a:cubicBezTo>
                <a:cubicBezTo>
                  <a:pt x="147726" y="957625"/>
                  <a:pt x="146422" y="970280"/>
                  <a:pt x="143357" y="982538"/>
                </a:cubicBezTo>
                <a:cubicBezTo>
                  <a:pt x="141456" y="990140"/>
                  <a:pt x="137824" y="997238"/>
                  <a:pt x="135923" y="1004840"/>
                </a:cubicBezTo>
                <a:cubicBezTo>
                  <a:pt x="120592" y="1066162"/>
                  <a:pt x="136317" y="1018325"/>
                  <a:pt x="121054" y="1071747"/>
                </a:cubicBezTo>
                <a:cubicBezTo>
                  <a:pt x="111608" y="1104808"/>
                  <a:pt x="113931" y="1085059"/>
                  <a:pt x="106186" y="1123786"/>
                </a:cubicBezTo>
                <a:cubicBezTo>
                  <a:pt x="103230" y="1138567"/>
                  <a:pt x="101448" y="1153561"/>
                  <a:pt x="98752" y="1168391"/>
                </a:cubicBezTo>
                <a:cubicBezTo>
                  <a:pt x="87149" y="1232207"/>
                  <a:pt x="94842" y="1178945"/>
                  <a:pt x="83884" y="1250167"/>
                </a:cubicBezTo>
                <a:cubicBezTo>
                  <a:pt x="81219" y="1267486"/>
                  <a:pt x="79584" y="1284966"/>
                  <a:pt x="76449" y="1302206"/>
                </a:cubicBezTo>
                <a:cubicBezTo>
                  <a:pt x="74621" y="1312259"/>
                  <a:pt x="71019" y="1321924"/>
                  <a:pt x="69015" y="1331943"/>
                </a:cubicBezTo>
                <a:cubicBezTo>
                  <a:pt x="52876" y="1412641"/>
                  <a:pt x="70093" y="1341958"/>
                  <a:pt x="54147" y="1413718"/>
                </a:cubicBezTo>
                <a:cubicBezTo>
                  <a:pt x="51931" y="1423692"/>
                  <a:pt x="48717" y="1433436"/>
                  <a:pt x="46713" y="1443455"/>
                </a:cubicBezTo>
                <a:cubicBezTo>
                  <a:pt x="43757" y="1458236"/>
                  <a:pt x="42437" y="1473321"/>
                  <a:pt x="39279" y="1488060"/>
                </a:cubicBezTo>
                <a:cubicBezTo>
                  <a:pt x="34997" y="1508041"/>
                  <a:pt x="30872" y="1528147"/>
                  <a:pt x="24410" y="1547533"/>
                </a:cubicBezTo>
                <a:cubicBezTo>
                  <a:pt x="18040" y="1566643"/>
                  <a:pt x="13276" y="1579034"/>
                  <a:pt x="9542" y="1599572"/>
                </a:cubicBezTo>
                <a:cubicBezTo>
                  <a:pt x="6408" y="1616812"/>
                  <a:pt x="4586" y="1634265"/>
                  <a:pt x="2108" y="1651611"/>
                </a:cubicBezTo>
                <a:cubicBezTo>
                  <a:pt x="2245" y="1656950"/>
                  <a:pt x="-8422" y="1885591"/>
                  <a:pt x="16976" y="1978713"/>
                </a:cubicBezTo>
                <a:cubicBezTo>
                  <a:pt x="21100" y="1993833"/>
                  <a:pt x="26889" y="2008450"/>
                  <a:pt x="31845" y="2023318"/>
                </a:cubicBezTo>
                <a:cubicBezTo>
                  <a:pt x="34323" y="2030752"/>
                  <a:pt x="34932" y="2039101"/>
                  <a:pt x="39279" y="2045621"/>
                </a:cubicBezTo>
                <a:lnTo>
                  <a:pt x="69015" y="2090225"/>
                </a:lnTo>
                <a:lnTo>
                  <a:pt x="83884" y="2112528"/>
                </a:lnTo>
                <a:cubicBezTo>
                  <a:pt x="104943" y="2175705"/>
                  <a:pt x="75573" y="2098676"/>
                  <a:pt x="106186" y="2149699"/>
                </a:cubicBezTo>
                <a:cubicBezTo>
                  <a:pt x="110218" y="2156418"/>
                  <a:pt x="108725" y="2165882"/>
                  <a:pt x="113620" y="2172001"/>
                </a:cubicBezTo>
                <a:cubicBezTo>
                  <a:pt x="119202" y="2178978"/>
                  <a:pt x="128946" y="2181287"/>
                  <a:pt x="135923" y="2186869"/>
                </a:cubicBezTo>
                <a:cubicBezTo>
                  <a:pt x="141396" y="2191248"/>
                  <a:pt x="144522" y="2198603"/>
                  <a:pt x="150791" y="2201738"/>
                </a:cubicBezTo>
                <a:cubicBezTo>
                  <a:pt x="164809" y="2208747"/>
                  <a:pt x="180528" y="2211650"/>
                  <a:pt x="195396" y="2216606"/>
                </a:cubicBezTo>
                <a:lnTo>
                  <a:pt x="217698" y="2224040"/>
                </a:lnTo>
                <a:cubicBezTo>
                  <a:pt x="358477" y="2220688"/>
                  <a:pt x="446762" y="2241430"/>
                  <a:pt x="559669" y="2209172"/>
                </a:cubicBezTo>
                <a:cubicBezTo>
                  <a:pt x="567204" y="2207019"/>
                  <a:pt x="574537" y="2204216"/>
                  <a:pt x="581971" y="2201738"/>
                </a:cubicBezTo>
                <a:cubicBezTo>
                  <a:pt x="603901" y="2187118"/>
                  <a:pt x="608688" y="2186032"/>
                  <a:pt x="626576" y="2164567"/>
                </a:cubicBezTo>
                <a:cubicBezTo>
                  <a:pt x="636895" y="2152184"/>
                  <a:pt x="650718" y="2126516"/>
                  <a:pt x="656313" y="2112528"/>
                </a:cubicBezTo>
                <a:cubicBezTo>
                  <a:pt x="662134" y="2097976"/>
                  <a:pt x="664172" y="2081941"/>
                  <a:pt x="671181" y="2067923"/>
                </a:cubicBezTo>
                <a:cubicBezTo>
                  <a:pt x="676137" y="2058011"/>
                  <a:pt x="681683" y="2048372"/>
                  <a:pt x="686049" y="2038186"/>
                </a:cubicBezTo>
                <a:cubicBezTo>
                  <a:pt x="689136" y="2030983"/>
                  <a:pt x="689678" y="2022734"/>
                  <a:pt x="693484" y="2015884"/>
                </a:cubicBezTo>
                <a:cubicBezTo>
                  <a:pt x="702162" y="2000263"/>
                  <a:pt x="713308" y="1986147"/>
                  <a:pt x="723220" y="1971279"/>
                </a:cubicBezTo>
                <a:cubicBezTo>
                  <a:pt x="728176" y="1963845"/>
                  <a:pt x="731770" y="1955295"/>
                  <a:pt x="738088" y="1948977"/>
                </a:cubicBezTo>
                <a:cubicBezTo>
                  <a:pt x="743044" y="1944021"/>
                  <a:pt x="748578" y="1939581"/>
                  <a:pt x="752957" y="1934108"/>
                </a:cubicBezTo>
                <a:cubicBezTo>
                  <a:pt x="798070" y="1877717"/>
                  <a:pt x="742286" y="1944461"/>
                  <a:pt x="775259" y="1889504"/>
                </a:cubicBezTo>
                <a:cubicBezTo>
                  <a:pt x="778865" y="1883494"/>
                  <a:pt x="785171" y="1879591"/>
                  <a:pt x="790127" y="1874635"/>
                </a:cubicBezTo>
                <a:cubicBezTo>
                  <a:pt x="792605" y="1867201"/>
                  <a:pt x="794057" y="1859342"/>
                  <a:pt x="797562" y="1852333"/>
                </a:cubicBezTo>
                <a:cubicBezTo>
                  <a:pt x="809858" y="1827741"/>
                  <a:pt x="830216" y="1812245"/>
                  <a:pt x="849601" y="1792860"/>
                </a:cubicBezTo>
                <a:cubicBezTo>
                  <a:pt x="854557" y="1787904"/>
                  <a:pt x="858637" y="1781879"/>
                  <a:pt x="864469" y="1777991"/>
                </a:cubicBezTo>
                <a:cubicBezTo>
                  <a:pt x="879337" y="1768079"/>
                  <a:pt x="896439" y="1760891"/>
                  <a:pt x="909074" y="1748255"/>
                </a:cubicBezTo>
                <a:cubicBezTo>
                  <a:pt x="929483" y="1727845"/>
                  <a:pt x="917293" y="1735602"/>
                  <a:pt x="946245" y="1725952"/>
                </a:cubicBezTo>
                <a:cubicBezTo>
                  <a:pt x="953679" y="1720996"/>
                  <a:pt x="960556" y="1715080"/>
                  <a:pt x="968547" y="1711084"/>
                </a:cubicBezTo>
                <a:cubicBezTo>
                  <a:pt x="975556" y="1707580"/>
                  <a:pt x="984130" y="1707682"/>
                  <a:pt x="990849" y="1703650"/>
                </a:cubicBezTo>
                <a:cubicBezTo>
                  <a:pt x="996859" y="1700044"/>
                  <a:pt x="999449" y="1691917"/>
                  <a:pt x="1005718" y="1688782"/>
                </a:cubicBezTo>
                <a:cubicBezTo>
                  <a:pt x="1019736" y="1681773"/>
                  <a:pt x="1050323" y="1673913"/>
                  <a:pt x="1050323" y="1673913"/>
                </a:cubicBezTo>
                <a:cubicBezTo>
                  <a:pt x="1114233" y="1631307"/>
                  <a:pt x="1033375" y="1682386"/>
                  <a:pt x="1094927" y="1651611"/>
                </a:cubicBezTo>
                <a:cubicBezTo>
                  <a:pt x="1102919" y="1647615"/>
                  <a:pt x="1109065" y="1640372"/>
                  <a:pt x="1117230" y="1636743"/>
                </a:cubicBezTo>
                <a:cubicBezTo>
                  <a:pt x="1140908" y="1626219"/>
                  <a:pt x="1180255" y="1615687"/>
                  <a:pt x="1206440" y="1614440"/>
                </a:cubicBezTo>
                <a:cubicBezTo>
                  <a:pt x="1295583" y="1610195"/>
                  <a:pt x="1384859" y="1609484"/>
                  <a:pt x="1474069" y="1607006"/>
                </a:cubicBezTo>
                <a:lnTo>
                  <a:pt x="1518674" y="1592138"/>
                </a:lnTo>
                <a:lnTo>
                  <a:pt x="1540976" y="1584704"/>
                </a:lnTo>
                <a:cubicBezTo>
                  <a:pt x="1545932" y="1579748"/>
                  <a:pt x="1550372" y="1574214"/>
                  <a:pt x="1555845" y="1569835"/>
                </a:cubicBezTo>
                <a:cubicBezTo>
                  <a:pt x="1562822" y="1564254"/>
                  <a:pt x="1572264" y="1561691"/>
                  <a:pt x="1578147" y="1554967"/>
                </a:cubicBezTo>
                <a:cubicBezTo>
                  <a:pt x="1603433" y="1526068"/>
                  <a:pt x="1610099" y="1506932"/>
                  <a:pt x="1622752" y="1473191"/>
                </a:cubicBezTo>
                <a:cubicBezTo>
                  <a:pt x="1625503" y="1465854"/>
                  <a:pt x="1626682" y="1457898"/>
                  <a:pt x="1630186" y="1450889"/>
                </a:cubicBezTo>
                <a:cubicBezTo>
                  <a:pt x="1634182" y="1442897"/>
                  <a:pt x="1641425" y="1436751"/>
                  <a:pt x="1645054" y="1428586"/>
                </a:cubicBezTo>
                <a:cubicBezTo>
                  <a:pt x="1651419" y="1414264"/>
                  <a:pt x="1654967" y="1398850"/>
                  <a:pt x="1659923" y="1383982"/>
                </a:cubicBezTo>
                <a:cubicBezTo>
                  <a:pt x="1677739" y="1330534"/>
                  <a:pt x="1656132" y="1397250"/>
                  <a:pt x="1674791" y="1331943"/>
                </a:cubicBezTo>
                <a:cubicBezTo>
                  <a:pt x="1676944" y="1324408"/>
                  <a:pt x="1680072" y="1317175"/>
                  <a:pt x="1682225" y="1309640"/>
                </a:cubicBezTo>
                <a:cubicBezTo>
                  <a:pt x="1689225" y="1285141"/>
                  <a:pt x="1691983" y="1268286"/>
                  <a:pt x="1697093" y="1242733"/>
                </a:cubicBezTo>
                <a:cubicBezTo>
                  <a:pt x="1694615" y="1190694"/>
                  <a:pt x="1695412" y="1138395"/>
                  <a:pt x="1689659" y="1086616"/>
                </a:cubicBezTo>
                <a:cubicBezTo>
                  <a:pt x="1687928" y="1071039"/>
                  <a:pt x="1679747" y="1056879"/>
                  <a:pt x="1674791" y="1042011"/>
                </a:cubicBezTo>
                <a:lnTo>
                  <a:pt x="1667357" y="1019708"/>
                </a:lnTo>
                <a:lnTo>
                  <a:pt x="1652488" y="975104"/>
                </a:lnTo>
                <a:lnTo>
                  <a:pt x="1637620" y="960235"/>
                </a:lnTo>
                <a:cubicBezTo>
                  <a:pt x="1626982" y="928321"/>
                  <a:pt x="1624292" y="913240"/>
                  <a:pt x="1607884" y="885894"/>
                </a:cubicBezTo>
                <a:cubicBezTo>
                  <a:pt x="1598690" y="870571"/>
                  <a:pt x="1578147" y="841289"/>
                  <a:pt x="1578147" y="841289"/>
                </a:cubicBezTo>
                <a:cubicBezTo>
                  <a:pt x="1561102" y="790152"/>
                  <a:pt x="1584416" y="852260"/>
                  <a:pt x="1548410" y="789250"/>
                </a:cubicBezTo>
                <a:cubicBezTo>
                  <a:pt x="1544522" y="782446"/>
                  <a:pt x="1544782" y="773797"/>
                  <a:pt x="1540976" y="766947"/>
                </a:cubicBezTo>
                <a:cubicBezTo>
                  <a:pt x="1519962" y="729121"/>
                  <a:pt x="1518929" y="730032"/>
                  <a:pt x="1496371" y="707474"/>
                </a:cubicBezTo>
                <a:cubicBezTo>
                  <a:pt x="1493893" y="700040"/>
                  <a:pt x="1492441" y="692181"/>
                  <a:pt x="1488937" y="685172"/>
                </a:cubicBezTo>
                <a:cubicBezTo>
                  <a:pt x="1478586" y="664469"/>
                  <a:pt x="1468210" y="657010"/>
                  <a:pt x="1451766" y="640567"/>
                </a:cubicBezTo>
                <a:cubicBezTo>
                  <a:pt x="1434510" y="588800"/>
                  <a:pt x="1456675" y="644214"/>
                  <a:pt x="1429464" y="603396"/>
                </a:cubicBezTo>
                <a:cubicBezTo>
                  <a:pt x="1393461" y="549390"/>
                  <a:pt x="1433817" y="592881"/>
                  <a:pt x="1399727" y="558791"/>
                </a:cubicBezTo>
                <a:cubicBezTo>
                  <a:pt x="1397249" y="551357"/>
                  <a:pt x="1395797" y="543498"/>
                  <a:pt x="1392293" y="536489"/>
                </a:cubicBezTo>
                <a:cubicBezTo>
                  <a:pt x="1386856" y="525615"/>
                  <a:pt x="1360178" y="491190"/>
                  <a:pt x="1355123" y="484450"/>
                </a:cubicBezTo>
                <a:cubicBezTo>
                  <a:pt x="1341490" y="443556"/>
                  <a:pt x="1355879" y="480200"/>
                  <a:pt x="1332820" y="439845"/>
                </a:cubicBezTo>
                <a:cubicBezTo>
                  <a:pt x="1327322" y="430223"/>
                  <a:pt x="1323450" y="419730"/>
                  <a:pt x="1317952" y="410108"/>
                </a:cubicBezTo>
                <a:cubicBezTo>
                  <a:pt x="1288843" y="359165"/>
                  <a:pt x="1317524" y="412017"/>
                  <a:pt x="1288215" y="372938"/>
                </a:cubicBezTo>
                <a:cubicBezTo>
                  <a:pt x="1277493" y="358643"/>
                  <a:pt x="1268391" y="343201"/>
                  <a:pt x="1258479" y="328333"/>
                </a:cubicBezTo>
                <a:lnTo>
                  <a:pt x="1184137" y="216821"/>
                </a:lnTo>
                <a:lnTo>
                  <a:pt x="1154401" y="172216"/>
                </a:lnTo>
                <a:lnTo>
                  <a:pt x="1139532" y="157347"/>
                </a:lnTo>
                <a:cubicBezTo>
                  <a:pt x="1131680" y="133791"/>
                  <a:pt x="1133700" y="133331"/>
                  <a:pt x="1117230" y="112743"/>
                </a:cubicBezTo>
                <a:cubicBezTo>
                  <a:pt x="1112852" y="107270"/>
                  <a:pt x="1106741" y="103347"/>
                  <a:pt x="1102362" y="97874"/>
                </a:cubicBezTo>
                <a:cubicBezTo>
                  <a:pt x="1096780" y="90897"/>
                  <a:pt x="1093811" y="81890"/>
                  <a:pt x="1087493" y="75572"/>
                </a:cubicBezTo>
                <a:cubicBezTo>
                  <a:pt x="1081175" y="69254"/>
                  <a:pt x="1072168" y="66285"/>
                  <a:pt x="1065191" y="60704"/>
                </a:cubicBezTo>
                <a:cubicBezTo>
                  <a:pt x="1046742" y="45944"/>
                  <a:pt x="1052667" y="41530"/>
                  <a:pt x="1028020" y="30967"/>
                </a:cubicBezTo>
                <a:cubicBezTo>
                  <a:pt x="1018629" y="26942"/>
                  <a:pt x="1008455" y="24502"/>
                  <a:pt x="998284" y="23533"/>
                </a:cubicBezTo>
                <a:cubicBezTo>
                  <a:pt x="956274" y="19532"/>
                  <a:pt x="914003" y="19002"/>
                  <a:pt x="871903" y="16099"/>
                </a:cubicBezTo>
                <a:cubicBezTo>
                  <a:pt x="842134" y="14046"/>
                  <a:pt x="812430" y="11143"/>
                  <a:pt x="782693" y="8665"/>
                </a:cubicBezTo>
                <a:cubicBezTo>
                  <a:pt x="774151" y="-16963"/>
                  <a:pt x="778976" y="22294"/>
                  <a:pt x="767825" y="2353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8847FD3-6681-C810-1DAA-BFAED5BDE432}"/>
              </a:ext>
            </a:extLst>
          </p:cNvPr>
          <p:cNvSpPr/>
          <p:nvPr/>
        </p:nvSpPr>
        <p:spPr>
          <a:xfrm>
            <a:off x="3901186" y="3870836"/>
            <a:ext cx="1739591" cy="1843668"/>
          </a:xfrm>
          <a:custGeom>
            <a:avLst/>
            <a:gdLst>
              <a:gd name="connsiteX0" fmla="*/ 193288 w 1739591"/>
              <a:gd name="connsiteY0" fmla="*/ 89210 h 1843668"/>
              <a:gd name="connsiteX1" fmla="*/ 141249 w 1739591"/>
              <a:gd name="connsiteY1" fmla="*/ 133815 h 1843668"/>
              <a:gd name="connsiteX2" fmla="*/ 111513 w 1739591"/>
              <a:gd name="connsiteY2" fmla="*/ 178419 h 1843668"/>
              <a:gd name="connsiteX3" fmla="*/ 66908 w 1739591"/>
              <a:gd name="connsiteY3" fmla="*/ 237893 h 1843668"/>
              <a:gd name="connsiteX4" fmla="*/ 52039 w 1739591"/>
              <a:gd name="connsiteY4" fmla="*/ 282497 h 1843668"/>
              <a:gd name="connsiteX5" fmla="*/ 37171 w 1739591"/>
              <a:gd name="connsiteY5" fmla="*/ 304800 h 1843668"/>
              <a:gd name="connsiteX6" fmla="*/ 22303 w 1739591"/>
              <a:gd name="connsiteY6" fmla="*/ 349405 h 1843668"/>
              <a:gd name="connsiteX7" fmla="*/ 14869 w 1739591"/>
              <a:gd name="connsiteY7" fmla="*/ 371707 h 1843668"/>
              <a:gd name="connsiteX8" fmla="*/ 0 w 1739591"/>
              <a:gd name="connsiteY8" fmla="*/ 475785 h 1843668"/>
              <a:gd name="connsiteX9" fmla="*/ 7434 w 1739591"/>
              <a:gd name="connsiteY9" fmla="*/ 743415 h 1843668"/>
              <a:gd name="connsiteX10" fmla="*/ 14869 w 1739591"/>
              <a:gd name="connsiteY10" fmla="*/ 795454 h 1843668"/>
              <a:gd name="connsiteX11" fmla="*/ 29737 w 1739591"/>
              <a:gd name="connsiteY11" fmla="*/ 899532 h 1843668"/>
              <a:gd name="connsiteX12" fmla="*/ 44605 w 1739591"/>
              <a:gd name="connsiteY12" fmla="*/ 951571 h 1843668"/>
              <a:gd name="connsiteX13" fmla="*/ 52039 w 1739591"/>
              <a:gd name="connsiteY13" fmla="*/ 981307 h 1843668"/>
              <a:gd name="connsiteX14" fmla="*/ 66908 w 1739591"/>
              <a:gd name="connsiteY14" fmla="*/ 1122556 h 1843668"/>
              <a:gd name="connsiteX15" fmla="*/ 81776 w 1739591"/>
              <a:gd name="connsiteY15" fmla="*/ 1271239 h 1843668"/>
              <a:gd name="connsiteX16" fmla="*/ 96644 w 1739591"/>
              <a:gd name="connsiteY16" fmla="*/ 1330712 h 1843668"/>
              <a:gd name="connsiteX17" fmla="*/ 111513 w 1739591"/>
              <a:gd name="connsiteY17" fmla="*/ 1419922 h 1843668"/>
              <a:gd name="connsiteX18" fmla="*/ 126381 w 1739591"/>
              <a:gd name="connsiteY18" fmla="*/ 1449658 h 1843668"/>
              <a:gd name="connsiteX19" fmla="*/ 133815 w 1739591"/>
              <a:gd name="connsiteY19" fmla="*/ 1479395 h 1843668"/>
              <a:gd name="connsiteX20" fmla="*/ 148683 w 1739591"/>
              <a:gd name="connsiteY20" fmla="*/ 1524000 h 1843668"/>
              <a:gd name="connsiteX21" fmla="*/ 156117 w 1739591"/>
              <a:gd name="connsiteY21" fmla="*/ 1553736 h 1843668"/>
              <a:gd name="connsiteX22" fmla="*/ 170986 w 1739591"/>
              <a:gd name="connsiteY22" fmla="*/ 1598341 h 1843668"/>
              <a:gd name="connsiteX23" fmla="*/ 208156 w 1739591"/>
              <a:gd name="connsiteY23" fmla="*/ 1635512 h 1843668"/>
              <a:gd name="connsiteX24" fmla="*/ 230459 w 1739591"/>
              <a:gd name="connsiteY24" fmla="*/ 1665249 h 1843668"/>
              <a:gd name="connsiteX25" fmla="*/ 245327 w 1739591"/>
              <a:gd name="connsiteY25" fmla="*/ 1687551 h 1843668"/>
              <a:gd name="connsiteX26" fmla="*/ 267630 w 1739591"/>
              <a:gd name="connsiteY26" fmla="*/ 1702419 h 1843668"/>
              <a:gd name="connsiteX27" fmla="*/ 319669 w 1739591"/>
              <a:gd name="connsiteY27" fmla="*/ 1724722 h 1843668"/>
              <a:gd name="connsiteX28" fmla="*/ 341971 w 1739591"/>
              <a:gd name="connsiteY28" fmla="*/ 1747024 h 1843668"/>
              <a:gd name="connsiteX29" fmla="*/ 371708 w 1739591"/>
              <a:gd name="connsiteY29" fmla="*/ 1761893 h 1843668"/>
              <a:gd name="connsiteX30" fmla="*/ 416313 w 1739591"/>
              <a:gd name="connsiteY30" fmla="*/ 1776761 h 1843668"/>
              <a:gd name="connsiteX31" fmla="*/ 438615 w 1739591"/>
              <a:gd name="connsiteY31" fmla="*/ 1784195 h 1843668"/>
              <a:gd name="connsiteX32" fmla="*/ 483220 w 1739591"/>
              <a:gd name="connsiteY32" fmla="*/ 1799063 h 1843668"/>
              <a:gd name="connsiteX33" fmla="*/ 512956 w 1739591"/>
              <a:gd name="connsiteY33" fmla="*/ 1806497 h 1843668"/>
              <a:gd name="connsiteX34" fmla="*/ 594732 w 1739591"/>
              <a:gd name="connsiteY34" fmla="*/ 1828800 h 1843668"/>
              <a:gd name="connsiteX35" fmla="*/ 676508 w 1739591"/>
              <a:gd name="connsiteY35" fmla="*/ 1843668 h 1843668"/>
              <a:gd name="connsiteX36" fmla="*/ 1100254 w 1739591"/>
              <a:gd name="connsiteY36" fmla="*/ 1836234 h 1843668"/>
              <a:gd name="connsiteX37" fmla="*/ 1234069 w 1739591"/>
              <a:gd name="connsiteY37" fmla="*/ 1813932 h 1843668"/>
              <a:gd name="connsiteX38" fmla="*/ 1278674 w 1739591"/>
              <a:gd name="connsiteY38" fmla="*/ 1799063 h 1843668"/>
              <a:gd name="connsiteX39" fmla="*/ 1308410 w 1739591"/>
              <a:gd name="connsiteY39" fmla="*/ 1791629 h 1843668"/>
              <a:gd name="connsiteX40" fmla="*/ 1338147 w 1739591"/>
              <a:gd name="connsiteY40" fmla="*/ 1776761 h 1843668"/>
              <a:gd name="connsiteX41" fmla="*/ 1367883 w 1739591"/>
              <a:gd name="connsiteY41" fmla="*/ 1769327 h 1843668"/>
              <a:gd name="connsiteX42" fmla="*/ 1390186 w 1739591"/>
              <a:gd name="connsiteY42" fmla="*/ 1761893 h 1843668"/>
              <a:gd name="connsiteX43" fmla="*/ 1449659 w 1739591"/>
              <a:gd name="connsiteY43" fmla="*/ 1747024 h 1843668"/>
              <a:gd name="connsiteX44" fmla="*/ 1479395 w 1739591"/>
              <a:gd name="connsiteY44" fmla="*/ 1739590 h 1843668"/>
              <a:gd name="connsiteX45" fmla="*/ 1524000 w 1739591"/>
              <a:gd name="connsiteY45" fmla="*/ 1724722 h 1843668"/>
              <a:gd name="connsiteX46" fmla="*/ 1568605 w 1739591"/>
              <a:gd name="connsiteY46" fmla="*/ 1702419 h 1843668"/>
              <a:gd name="connsiteX47" fmla="*/ 1605776 w 1739591"/>
              <a:gd name="connsiteY47" fmla="*/ 1680117 h 1843668"/>
              <a:gd name="connsiteX48" fmla="*/ 1628078 w 1739591"/>
              <a:gd name="connsiteY48" fmla="*/ 1657815 h 1843668"/>
              <a:gd name="connsiteX49" fmla="*/ 1687552 w 1739591"/>
              <a:gd name="connsiteY49" fmla="*/ 1613210 h 1843668"/>
              <a:gd name="connsiteX50" fmla="*/ 1709854 w 1739591"/>
              <a:gd name="connsiteY50" fmla="*/ 1568605 h 1843668"/>
              <a:gd name="connsiteX51" fmla="*/ 1732156 w 1739591"/>
              <a:gd name="connsiteY51" fmla="*/ 1494263 h 1843668"/>
              <a:gd name="connsiteX52" fmla="*/ 1739591 w 1739591"/>
              <a:gd name="connsiteY52" fmla="*/ 1442224 h 1843668"/>
              <a:gd name="connsiteX53" fmla="*/ 1732156 w 1739591"/>
              <a:gd name="connsiteY53" fmla="*/ 1256371 h 1843668"/>
              <a:gd name="connsiteX54" fmla="*/ 1724722 w 1739591"/>
              <a:gd name="connsiteY54" fmla="*/ 1234068 h 1843668"/>
              <a:gd name="connsiteX55" fmla="*/ 1717288 w 1739591"/>
              <a:gd name="connsiteY55" fmla="*/ 1204332 h 1843668"/>
              <a:gd name="connsiteX56" fmla="*/ 1702420 w 1739591"/>
              <a:gd name="connsiteY56" fmla="*/ 1159727 h 1843668"/>
              <a:gd name="connsiteX57" fmla="*/ 1694986 w 1739591"/>
              <a:gd name="connsiteY57" fmla="*/ 1129990 h 1843668"/>
              <a:gd name="connsiteX58" fmla="*/ 1665249 w 1739591"/>
              <a:gd name="connsiteY58" fmla="*/ 1085385 h 1843668"/>
              <a:gd name="connsiteX59" fmla="*/ 1650381 w 1739591"/>
              <a:gd name="connsiteY59" fmla="*/ 1063083 h 1843668"/>
              <a:gd name="connsiteX60" fmla="*/ 1620644 w 1739591"/>
              <a:gd name="connsiteY60" fmla="*/ 1048215 h 1843668"/>
              <a:gd name="connsiteX61" fmla="*/ 1605776 w 1739591"/>
              <a:gd name="connsiteY61" fmla="*/ 1025912 h 1843668"/>
              <a:gd name="connsiteX62" fmla="*/ 1583474 w 1739591"/>
              <a:gd name="connsiteY62" fmla="*/ 1011044 h 1843668"/>
              <a:gd name="connsiteX63" fmla="*/ 1568605 w 1739591"/>
              <a:gd name="connsiteY63" fmla="*/ 996176 h 1843668"/>
              <a:gd name="connsiteX64" fmla="*/ 1546303 w 1739591"/>
              <a:gd name="connsiteY64" fmla="*/ 981307 h 1843668"/>
              <a:gd name="connsiteX65" fmla="*/ 1531434 w 1739591"/>
              <a:gd name="connsiteY65" fmla="*/ 966439 h 1843668"/>
              <a:gd name="connsiteX66" fmla="*/ 1509132 w 1739591"/>
              <a:gd name="connsiteY66" fmla="*/ 951571 h 1843668"/>
              <a:gd name="connsiteX67" fmla="*/ 1471961 w 1739591"/>
              <a:gd name="connsiteY67" fmla="*/ 914400 h 1843668"/>
              <a:gd name="connsiteX68" fmla="*/ 1457093 w 1739591"/>
              <a:gd name="connsiteY68" fmla="*/ 892097 h 1843668"/>
              <a:gd name="connsiteX69" fmla="*/ 1427356 w 1739591"/>
              <a:gd name="connsiteY69" fmla="*/ 869795 h 1843668"/>
              <a:gd name="connsiteX70" fmla="*/ 1390186 w 1739591"/>
              <a:gd name="connsiteY70" fmla="*/ 832624 h 1843668"/>
              <a:gd name="connsiteX71" fmla="*/ 1345581 w 1739591"/>
              <a:gd name="connsiteY71" fmla="*/ 817756 h 1843668"/>
              <a:gd name="connsiteX72" fmla="*/ 1300976 w 1739591"/>
              <a:gd name="connsiteY72" fmla="*/ 795454 h 1843668"/>
              <a:gd name="connsiteX73" fmla="*/ 1263805 w 1739591"/>
              <a:gd name="connsiteY73" fmla="*/ 765717 h 1843668"/>
              <a:gd name="connsiteX74" fmla="*/ 1234069 w 1739591"/>
              <a:gd name="connsiteY74" fmla="*/ 750849 h 1843668"/>
              <a:gd name="connsiteX75" fmla="*/ 1189464 w 1739591"/>
              <a:gd name="connsiteY75" fmla="*/ 728546 h 1843668"/>
              <a:gd name="connsiteX76" fmla="*/ 1174595 w 1739591"/>
              <a:gd name="connsiteY76" fmla="*/ 713678 h 1843668"/>
              <a:gd name="connsiteX77" fmla="*/ 1122556 w 1739591"/>
              <a:gd name="connsiteY77" fmla="*/ 669073 h 1843668"/>
              <a:gd name="connsiteX78" fmla="*/ 1063083 w 1739591"/>
              <a:gd name="connsiteY78" fmla="*/ 579863 h 1843668"/>
              <a:gd name="connsiteX79" fmla="*/ 1048215 w 1739591"/>
              <a:gd name="connsiteY79" fmla="*/ 557561 h 1843668"/>
              <a:gd name="connsiteX80" fmla="*/ 1011044 w 1739591"/>
              <a:gd name="connsiteY80" fmla="*/ 520390 h 1843668"/>
              <a:gd name="connsiteX81" fmla="*/ 996176 w 1739591"/>
              <a:gd name="connsiteY81" fmla="*/ 490654 h 1843668"/>
              <a:gd name="connsiteX82" fmla="*/ 973874 w 1739591"/>
              <a:gd name="connsiteY82" fmla="*/ 475785 h 1843668"/>
              <a:gd name="connsiteX83" fmla="*/ 921834 w 1739591"/>
              <a:gd name="connsiteY83" fmla="*/ 423746 h 1843668"/>
              <a:gd name="connsiteX84" fmla="*/ 899532 w 1739591"/>
              <a:gd name="connsiteY84" fmla="*/ 401444 h 1843668"/>
              <a:gd name="connsiteX85" fmla="*/ 877230 w 1739591"/>
              <a:gd name="connsiteY85" fmla="*/ 379141 h 1843668"/>
              <a:gd name="connsiteX86" fmla="*/ 869795 w 1739591"/>
              <a:gd name="connsiteY86" fmla="*/ 356839 h 1843668"/>
              <a:gd name="connsiteX87" fmla="*/ 847493 w 1739591"/>
              <a:gd name="connsiteY87" fmla="*/ 334536 h 1843668"/>
              <a:gd name="connsiteX88" fmla="*/ 832625 w 1739591"/>
              <a:gd name="connsiteY88" fmla="*/ 312234 h 1843668"/>
              <a:gd name="connsiteX89" fmla="*/ 817756 w 1739591"/>
              <a:gd name="connsiteY89" fmla="*/ 297366 h 1843668"/>
              <a:gd name="connsiteX90" fmla="*/ 788020 w 1739591"/>
              <a:gd name="connsiteY90" fmla="*/ 252761 h 1843668"/>
              <a:gd name="connsiteX91" fmla="*/ 758283 w 1739591"/>
              <a:gd name="connsiteY91" fmla="*/ 208156 h 1843668"/>
              <a:gd name="connsiteX92" fmla="*/ 721113 w 1739591"/>
              <a:gd name="connsiteY92" fmla="*/ 156117 h 1843668"/>
              <a:gd name="connsiteX93" fmla="*/ 698810 w 1739591"/>
              <a:gd name="connsiteY93" fmla="*/ 141249 h 1843668"/>
              <a:gd name="connsiteX94" fmla="*/ 683942 w 1739591"/>
              <a:gd name="connsiteY94" fmla="*/ 126380 h 1843668"/>
              <a:gd name="connsiteX95" fmla="*/ 617034 w 1739591"/>
              <a:gd name="connsiteY95" fmla="*/ 89210 h 1843668"/>
              <a:gd name="connsiteX96" fmla="*/ 579864 w 1739591"/>
              <a:gd name="connsiteY96" fmla="*/ 66907 h 1843668"/>
              <a:gd name="connsiteX97" fmla="*/ 564995 w 1739591"/>
              <a:gd name="connsiteY97" fmla="*/ 52039 h 1843668"/>
              <a:gd name="connsiteX98" fmla="*/ 542693 w 1739591"/>
              <a:gd name="connsiteY98" fmla="*/ 37171 h 1843668"/>
              <a:gd name="connsiteX99" fmla="*/ 527825 w 1739591"/>
              <a:gd name="connsiteY99" fmla="*/ 22302 h 1843668"/>
              <a:gd name="connsiteX100" fmla="*/ 453483 w 1739591"/>
              <a:gd name="connsiteY100" fmla="*/ 0 h 1843668"/>
              <a:gd name="connsiteX101" fmla="*/ 341971 w 1739591"/>
              <a:gd name="connsiteY101" fmla="*/ 14868 h 1843668"/>
              <a:gd name="connsiteX102" fmla="*/ 319669 w 1739591"/>
              <a:gd name="connsiteY102" fmla="*/ 29736 h 1843668"/>
              <a:gd name="connsiteX103" fmla="*/ 304800 w 1739591"/>
              <a:gd name="connsiteY103" fmla="*/ 44605 h 1843668"/>
              <a:gd name="connsiteX104" fmla="*/ 260195 w 1739591"/>
              <a:gd name="connsiteY104" fmla="*/ 59473 h 1843668"/>
              <a:gd name="connsiteX105" fmla="*/ 237893 w 1739591"/>
              <a:gd name="connsiteY105" fmla="*/ 66907 h 1843668"/>
              <a:gd name="connsiteX106" fmla="*/ 193288 w 1739591"/>
              <a:gd name="connsiteY106" fmla="*/ 89210 h 184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9591" h="1843668">
                <a:moveTo>
                  <a:pt x="193288" y="89210"/>
                </a:moveTo>
                <a:cubicBezTo>
                  <a:pt x="175942" y="104078"/>
                  <a:pt x="156687" y="116974"/>
                  <a:pt x="141249" y="133815"/>
                </a:cubicBezTo>
                <a:cubicBezTo>
                  <a:pt x="129174" y="146987"/>
                  <a:pt x="124148" y="165784"/>
                  <a:pt x="111513" y="178419"/>
                </a:cubicBezTo>
                <a:cubicBezTo>
                  <a:pt x="93900" y="196032"/>
                  <a:pt x="75315" y="212672"/>
                  <a:pt x="66908" y="237893"/>
                </a:cubicBezTo>
                <a:cubicBezTo>
                  <a:pt x="61952" y="252761"/>
                  <a:pt x="60732" y="269457"/>
                  <a:pt x="52039" y="282497"/>
                </a:cubicBezTo>
                <a:cubicBezTo>
                  <a:pt x="47083" y="289931"/>
                  <a:pt x="40800" y="296635"/>
                  <a:pt x="37171" y="304800"/>
                </a:cubicBezTo>
                <a:cubicBezTo>
                  <a:pt x="30806" y="319122"/>
                  <a:pt x="27259" y="334537"/>
                  <a:pt x="22303" y="349405"/>
                </a:cubicBezTo>
                <a:cubicBezTo>
                  <a:pt x="19825" y="356839"/>
                  <a:pt x="16406" y="364023"/>
                  <a:pt x="14869" y="371707"/>
                </a:cubicBezTo>
                <a:cubicBezTo>
                  <a:pt x="3033" y="430882"/>
                  <a:pt x="8829" y="396320"/>
                  <a:pt x="0" y="475785"/>
                </a:cubicBezTo>
                <a:cubicBezTo>
                  <a:pt x="2478" y="564995"/>
                  <a:pt x="3287" y="654267"/>
                  <a:pt x="7434" y="743415"/>
                </a:cubicBezTo>
                <a:cubicBezTo>
                  <a:pt x="8248" y="760919"/>
                  <a:pt x="12553" y="778085"/>
                  <a:pt x="14869" y="795454"/>
                </a:cubicBezTo>
                <a:cubicBezTo>
                  <a:pt x="20352" y="836571"/>
                  <a:pt x="21901" y="860354"/>
                  <a:pt x="29737" y="899532"/>
                </a:cubicBezTo>
                <a:cubicBezTo>
                  <a:pt x="37482" y="938259"/>
                  <a:pt x="35159" y="918510"/>
                  <a:pt x="44605" y="951571"/>
                </a:cubicBezTo>
                <a:cubicBezTo>
                  <a:pt x="47412" y="961395"/>
                  <a:pt x="49561" y="971395"/>
                  <a:pt x="52039" y="981307"/>
                </a:cubicBezTo>
                <a:cubicBezTo>
                  <a:pt x="73162" y="1213634"/>
                  <a:pt x="47408" y="940557"/>
                  <a:pt x="66908" y="1122556"/>
                </a:cubicBezTo>
                <a:cubicBezTo>
                  <a:pt x="72214" y="1172081"/>
                  <a:pt x="69696" y="1222918"/>
                  <a:pt x="81776" y="1271239"/>
                </a:cubicBezTo>
                <a:cubicBezTo>
                  <a:pt x="86732" y="1291063"/>
                  <a:pt x="93754" y="1310483"/>
                  <a:pt x="96644" y="1330712"/>
                </a:cubicBezTo>
                <a:cubicBezTo>
                  <a:pt x="98329" y="1342507"/>
                  <a:pt x="106076" y="1403610"/>
                  <a:pt x="111513" y="1419922"/>
                </a:cubicBezTo>
                <a:cubicBezTo>
                  <a:pt x="115018" y="1430435"/>
                  <a:pt x="121425" y="1439746"/>
                  <a:pt x="126381" y="1449658"/>
                </a:cubicBezTo>
                <a:cubicBezTo>
                  <a:pt x="128859" y="1459570"/>
                  <a:pt x="130879" y="1469609"/>
                  <a:pt x="133815" y="1479395"/>
                </a:cubicBezTo>
                <a:cubicBezTo>
                  <a:pt x="138318" y="1494407"/>
                  <a:pt x="144882" y="1508795"/>
                  <a:pt x="148683" y="1524000"/>
                </a:cubicBezTo>
                <a:cubicBezTo>
                  <a:pt x="151161" y="1533912"/>
                  <a:pt x="153181" y="1543950"/>
                  <a:pt x="156117" y="1553736"/>
                </a:cubicBezTo>
                <a:cubicBezTo>
                  <a:pt x="160621" y="1568748"/>
                  <a:pt x="159904" y="1587259"/>
                  <a:pt x="170986" y="1598341"/>
                </a:cubicBezTo>
                <a:cubicBezTo>
                  <a:pt x="183376" y="1610731"/>
                  <a:pt x="197643" y="1621494"/>
                  <a:pt x="208156" y="1635512"/>
                </a:cubicBezTo>
                <a:cubicBezTo>
                  <a:pt x="215590" y="1645424"/>
                  <a:pt x="223257" y="1655166"/>
                  <a:pt x="230459" y="1665249"/>
                </a:cubicBezTo>
                <a:cubicBezTo>
                  <a:pt x="235652" y="1672519"/>
                  <a:pt x="239009" y="1681233"/>
                  <a:pt x="245327" y="1687551"/>
                </a:cubicBezTo>
                <a:cubicBezTo>
                  <a:pt x="251645" y="1693869"/>
                  <a:pt x="259872" y="1697986"/>
                  <a:pt x="267630" y="1702419"/>
                </a:cubicBezTo>
                <a:cubicBezTo>
                  <a:pt x="293357" y="1717120"/>
                  <a:pt x="294644" y="1716381"/>
                  <a:pt x="319669" y="1724722"/>
                </a:cubicBezTo>
                <a:cubicBezTo>
                  <a:pt x="327103" y="1732156"/>
                  <a:pt x="333416" y="1740913"/>
                  <a:pt x="341971" y="1747024"/>
                </a:cubicBezTo>
                <a:cubicBezTo>
                  <a:pt x="350989" y="1753466"/>
                  <a:pt x="361418" y="1757777"/>
                  <a:pt x="371708" y="1761893"/>
                </a:cubicBezTo>
                <a:cubicBezTo>
                  <a:pt x="386260" y="1767714"/>
                  <a:pt x="401445" y="1771805"/>
                  <a:pt x="416313" y="1776761"/>
                </a:cubicBezTo>
                <a:lnTo>
                  <a:pt x="438615" y="1784195"/>
                </a:lnTo>
                <a:lnTo>
                  <a:pt x="483220" y="1799063"/>
                </a:lnTo>
                <a:cubicBezTo>
                  <a:pt x="493132" y="1801541"/>
                  <a:pt x="503132" y="1803690"/>
                  <a:pt x="512956" y="1806497"/>
                </a:cubicBezTo>
                <a:cubicBezTo>
                  <a:pt x="562805" y="1820740"/>
                  <a:pt x="506376" y="1811129"/>
                  <a:pt x="594732" y="1828800"/>
                </a:cubicBezTo>
                <a:cubicBezTo>
                  <a:pt x="646684" y="1839190"/>
                  <a:pt x="619439" y="1834157"/>
                  <a:pt x="676508" y="1843668"/>
                </a:cubicBezTo>
                <a:lnTo>
                  <a:pt x="1100254" y="1836234"/>
                </a:lnTo>
                <a:cubicBezTo>
                  <a:pt x="1125745" y="1835450"/>
                  <a:pt x="1214840" y="1820342"/>
                  <a:pt x="1234069" y="1813932"/>
                </a:cubicBezTo>
                <a:cubicBezTo>
                  <a:pt x="1248937" y="1808976"/>
                  <a:pt x="1263469" y="1802864"/>
                  <a:pt x="1278674" y="1799063"/>
                </a:cubicBezTo>
                <a:cubicBezTo>
                  <a:pt x="1288586" y="1796585"/>
                  <a:pt x="1298843" y="1795216"/>
                  <a:pt x="1308410" y="1791629"/>
                </a:cubicBezTo>
                <a:cubicBezTo>
                  <a:pt x="1318787" y="1787738"/>
                  <a:pt x="1327770" y="1780652"/>
                  <a:pt x="1338147" y="1776761"/>
                </a:cubicBezTo>
                <a:cubicBezTo>
                  <a:pt x="1347714" y="1773174"/>
                  <a:pt x="1358059" y="1772134"/>
                  <a:pt x="1367883" y="1769327"/>
                </a:cubicBezTo>
                <a:cubicBezTo>
                  <a:pt x="1375418" y="1767174"/>
                  <a:pt x="1382626" y="1763955"/>
                  <a:pt x="1390186" y="1761893"/>
                </a:cubicBezTo>
                <a:cubicBezTo>
                  <a:pt x="1409900" y="1756516"/>
                  <a:pt x="1429835" y="1751980"/>
                  <a:pt x="1449659" y="1747024"/>
                </a:cubicBezTo>
                <a:cubicBezTo>
                  <a:pt x="1459571" y="1744546"/>
                  <a:pt x="1469702" y="1742821"/>
                  <a:pt x="1479395" y="1739590"/>
                </a:cubicBezTo>
                <a:cubicBezTo>
                  <a:pt x="1494263" y="1734634"/>
                  <a:pt x="1510959" y="1733415"/>
                  <a:pt x="1524000" y="1724722"/>
                </a:cubicBezTo>
                <a:cubicBezTo>
                  <a:pt x="1552823" y="1705507"/>
                  <a:pt x="1537827" y="1712680"/>
                  <a:pt x="1568605" y="1702419"/>
                </a:cubicBezTo>
                <a:cubicBezTo>
                  <a:pt x="1614916" y="1656111"/>
                  <a:pt x="1547867" y="1718723"/>
                  <a:pt x="1605776" y="1680117"/>
                </a:cubicBezTo>
                <a:cubicBezTo>
                  <a:pt x="1614524" y="1674285"/>
                  <a:pt x="1619779" y="1664270"/>
                  <a:pt x="1628078" y="1657815"/>
                </a:cubicBezTo>
                <a:cubicBezTo>
                  <a:pt x="1703740" y="1598966"/>
                  <a:pt x="1650153" y="1650607"/>
                  <a:pt x="1687552" y="1613210"/>
                </a:cubicBezTo>
                <a:cubicBezTo>
                  <a:pt x="1714663" y="1531873"/>
                  <a:pt x="1671426" y="1655069"/>
                  <a:pt x="1709854" y="1568605"/>
                </a:cubicBezTo>
                <a:cubicBezTo>
                  <a:pt x="1715823" y="1555174"/>
                  <a:pt x="1728829" y="1512562"/>
                  <a:pt x="1732156" y="1494263"/>
                </a:cubicBezTo>
                <a:cubicBezTo>
                  <a:pt x="1735291" y="1477023"/>
                  <a:pt x="1737113" y="1459570"/>
                  <a:pt x="1739591" y="1442224"/>
                </a:cubicBezTo>
                <a:cubicBezTo>
                  <a:pt x="1737113" y="1380273"/>
                  <a:pt x="1736574" y="1318214"/>
                  <a:pt x="1732156" y="1256371"/>
                </a:cubicBezTo>
                <a:cubicBezTo>
                  <a:pt x="1731598" y="1248554"/>
                  <a:pt x="1726875" y="1241603"/>
                  <a:pt x="1724722" y="1234068"/>
                </a:cubicBezTo>
                <a:cubicBezTo>
                  <a:pt x="1721915" y="1224244"/>
                  <a:pt x="1720224" y="1214118"/>
                  <a:pt x="1717288" y="1204332"/>
                </a:cubicBezTo>
                <a:cubicBezTo>
                  <a:pt x="1712785" y="1189320"/>
                  <a:pt x="1706221" y="1174932"/>
                  <a:pt x="1702420" y="1159727"/>
                </a:cubicBezTo>
                <a:cubicBezTo>
                  <a:pt x="1699942" y="1149815"/>
                  <a:pt x="1699555" y="1139129"/>
                  <a:pt x="1694986" y="1129990"/>
                </a:cubicBezTo>
                <a:cubicBezTo>
                  <a:pt x="1686994" y="1114007"/>
                  <a:pt x="1675161" y="1100253"/>
                  <a:pt x="1665249" y="1085385"/>
                </a:cubicBezTo>
                <a:cubicBezTo>
                  <a:pt x="1660293" y="1077951"/>
                  <a:pt x="1658372" y="1067079"/>
                  <a:pt x="1650381" y="1063083"/>
                </a:cubicBezTo>
                <a:lnTo>
                  <a:pt x="1620644" y="1048215"/>
                </a:lnTo>
                <a:cubicBezTo>
                  <a:pt x="1615688" y="1040781"/>
                  <a:pt x="1612094" y="1032230"/>
                  <a:pt x="1605776" y="1025912"/>
                </a:cubicBezTo>
                <a:cubicBezTo>
                  <a:pt x="1599458" y="1019594"/>
                  <a:pt x="1590451" y="1016625"/>
                  <a:pt x="1583474" y="1011044"/>
                </a:cubicBezTo>
                <a:cubicBezTo>
                  <a:pt x="1578001" y="1006666"/>
                  <a:pt x="1574078" y="1000555"/>
                  <a:pt x="1568605" y="996176"/>
                </a:cubicBezTo>
                <a:cubicBezTo>
                  <a:pt x="1561628" y="990594"/>
                  <a:pt x="1553280" y="986889"/>
                  <a:pt x="1546303" y="981307"/>
                </a:cubicBezTo>
                <a:cubicBezTo>
                  <a:pt x="1540830" y="976928"/>
                  <a:pt x="1536907" y="970817"/>
                  <a:pt x="1531434" y="966439"/>
                </a:cubicBezTo>
                <a:cubicBezTo>
                  <a:pt x="1524457" y="960858"/>
                  <a:pt x="1515856" y="957454"/>
                  <a:pt x="1509132" y="951571"/>
                </a:cubicBezTo>
                <a:cubicBezTo>
                  <a:pt x="1495945" y="940032"/>
                  <a:pt x="1481680" y="928980"/>
                  <a:pt x="1471961" y="914400"/>
                </a:cubicBezTo>
                <a:cubicBezTo>
                  <a:pt x="1467005" y="906966"/>
                  <a:pt x="1463411" y="898415"/>
                  <a:pt x="1457093" y="892097"/>
                </a:cubicBezTo>
                <a:cubicBezTo>
                  <a:pt x="1448332" y="883336"/>
                  <a:pt x="1436617" y="878027"/>
                  <a:pt x="1427356" y="869795"/>
                </a:cubicBezTo>
                <a:cubicBezTo>
                  <a:pt x="1414260" y="858154"/>
                  <a:pt x="1406809" y="838165"/>
                  <a:pt x="1390186" y="832624"/>
                </a:cubicBezTo>
                <a:cubicBezTo>
                  <a:pt x="1375318" y="827668"/>
                  <a:pt x="1358622" y="826449"/>
                  <a:pt x="1345581" y="817756"/>
                </a:cubicBezTo>
                <a:cubicBezTo>
                  <a:pt x="1316758" y="798541"/>
                  <a:pt x="1331754" y="805713"/>
                  <a:pt x="1300976" y="795454"/>
                </a:cubicBezTo>
                <a:cubicBezTo>
                  <a:pt x="1284693" y="779170"/>
                  <a:pt x="1285690" y="778223"/>
                  <a:pt x="1263805" y="765717"/>
                </a:cubicBezTo>
                <a:cubicBezTo>
                  <a:pt x="1254183" y="760219"/>
                  <a:pt x="1243691" y="756347"/>
                  <a:pt x="1234069" y="750849"/>
                </a:cubicBezTo>
                <a:cubicBezTo>
                  <a:pt x="1193716" y="727790"/>
                  <a:pt x="1230354" y="742176"/>
                  <a:pt x="1189464" y="728546"/>
                </a:cubicBezTo>
                <a:cubicBezTo>
                  <a:pt x="1184508" y="723590"/>
                  <a:pt x="1180068" y="718056"/>
                  <a:pt x="1174595" y="713678"/>
                </a:cubicBezTo>
                <a:cubicBezTo>
                  <a:pt x="1150575" y="694462"/>
                  <a:pt x="1143006" y="699749"/>
                  <a:pt x="1122556" y="669073"/>
                </a:cubicBezTo>
                <a:lnTo>
                  <a:pt x="1063083" y="579863"/>
                </a:lnTo>
                <a:cubicBezTo>
                  <a:pt x="1058127" y="572429"/>
                  <a:pt x="1054533" y="563879"/>
                  <a:pt x="1048215" y="557561"/>
                </a:cubicBezTo>
                <a:lnTo>
                  <a:pt x="1011044" y="520390"/>
                </a:lnTo>
                <a:cubicBezTo>
                  <a:pt x="1006088" y="510478"/>
                  <a:pt x="1003270" y="499167"/>
                  <a:pt x="996176" y="490654"/>
                </a:cubicBezTo>
                <a:cubicBezTo>
                  <a:pt x="990456" y="483790"/>
                  <a:pt x="980598" y="481669"/>
                  <a:pt x="973874" y="475785"/>
                </a:cubicBezTo>
                <a:cubicBezTo>
                  <a:pt x="973865" y="475777"/>
                  <a:pt x="932245" y="434157"/>
                  <a:pt x="921834" y="423746"/>
                </a:cubicBezTo>
                <a:lnTo>
                  <a:pt x="899532" y="401444"/>
                </a:lnTo>
                <a:lnTo>
                  <a:pt x="877230" y="379141"/>
                </a:lnTo>
                <a:cubicBezTo>
                  <a:pt x="874752" y="371707"/>
                  <a:pt x="874142" y="363359"/>
                  <a:pt x="869795" y="356839"/>
                </a:cubicBezTo>
                <a:cubicBezTo>
                  <a:pt x="863963" y="348091"/>
                  <a:pt x="854223" y="342613"/>
                  <a:pt x="847493" y="334536"/>
                </a:cubicBezTo>
                <a:cubicBezTo>
                  <a:pt x="841773" y="327672"/>
                  <a:pt x="838206" y="319211"/>
                  <a:pt x="832625" y="312234"/>
                </a:cubicBezTo>
                <a:cubicBezTo>
                  <a:pt x="828246" y="306761"/>
                  <a:pt x="821961" y="302973"/>
                  <a:pt x="817756" y="297366"/>
                </a:cubicBezTo>
                <a:cubicBezTo>
                  <a:pt x="807034" y="283071"/>
                  <a:pt x="797932" y="267629"/>
                  <a:pt x="788020" y="252761"/>
                </a:cubicBezTo>
                <a:lnTo>
                  <a:pt x="758283" y="208156"/>
                </a:lnTo>
                <a:cubicBezTo>
                  <a:pt x="749841" y="195494"/>
                  <a:pt x="730333" y="165337"/>
                  <a:pt x="721113" y="156117"/>
                </a:cubicBezTo>
                <a:cubicBezTo>
                  <a:pt x="714795" y="149799"/>
                  <a:pt x="705787" y="146831"/>
                  <a:pt x="698810" y="141249"/>
                </a:cubicBezTo>
                <a:cubicBezTo>
                  <a:pt x="693337" y="136870"/>
                  <a:pt x="689549" y="130585"/>
                  <a:pt x="683942" y="126380"/>
                </a:cubicBezTo>
                <a:cubicBezTo>
                  <a:pt x="643044" y="95706"/>
                  <a:pt x="651805" y="100800"/>
                  <a:pt x="617034" y="89210"/>
                </a:cubicBezTo>
                <a:cubicBezTo>
                  <a:pt x="579366" y="51539"/>
                  <a:pt x="628111" y="95855"/>
                  <a:pt x="579864" y="66907"/>
                </a:cubicBezTo>
                <a:cubicBezTo>
                  <a:pt x="573854" y="63301"/>
                  <a:pt x="570468" y="56417"/>
                  <a:pt x="564995" y="52039"/>
                </a:cubicBezTo>
                <a:cubicBezTo>
                  <a:pt x="558018" y="46458"/>
                  <a:pt x="549670" y="42752"/>
                  <a:pt x="542693" y="37171"/>
                </a:cubicBezTo>
                <a:cubicBezTo>
                  <a:pt x="537220" y="32792"/>
                  <a:pt x="534094" y="25437"/>
                  <a:pt x="527825" y="22302"/>
                </a:cubicBezTo>
                <a:cubicBezTo>
                  <a:pt x="509727" y="13253"/>
                  <a:pt x="474825" y="5335"/>
                  <a:pt x="453483" y="0"/>
                </a:cubicBezTo>
                <a:cubicBezTo>
                  <a:pt x="433555" y="1661"/>
                  <a:pt x="372337" y="-315"/>
                  <a:pt x="341971" y="14868"/>
                </a:cubicBezTo>
                <a:cubicBezTo>
                  <a:pt x="333980" y="18864"/>
                  <a:pt x="326646" y="24155"/>
                  <a:pt x="319669" y="29736"/>
                </a:cubicBezTo>
                <a:cubicBezTo>
                  <a:pt x="314196" y="34115"/>
                  <a:pt x="311069" y="41470"/>
                  <a:pt x="304800" y="44605"/>
                </a:cubicBezTo>
                <a:cubicBezTo>
                  <a:pt x="290782" y="51614"/>
                  <a:pt x="275063" y="54517"/>
                  <a:pt x="260195" y="59473"/>
                </a:cubicBezTo>
                <a:lnTo>
                  <a:pt x="237893" y="66907"/>
                </a:lnTo>
                <a:lnTo>
                  <a:pt x="193288" y="89210"/>
                </a:ln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7042EB-0019-F9FB-A5DA-98D0C4492ABD}"/>
              </a:ext>
            </a:extLst>
          </p:cNvPr>
          <p:cNvSpPr/>
          <p:nvPr/>
        </p:nvSpPr>
        <p:spPr>
          <a:xfrm>
            <a:off x="8554716" y="2185116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4CC361-33BE-AAB7-9808-7B29DF1F432F}"/>
              </a:ext>
            </a:extLst>
          </p:cNvPr>
          <p:cNvSpPr/>
          <p:nvPr/>
        </p:nvSpPr>
        <p:spPr>
          <a:xfrm>
            <a:off x="8162548" y="293291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B0586D-1F98-4907-39D7-879A3C6AC9E7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 flipH="1">
            <a:off x="8465875" y="2702927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6B39FED-03E9-F6D9-22D1-92134FE0E13B}"/>
              </a:ext>
            </a:extLst>
          </p:cNvPr>
          <p:cNvSpPr/>
          <p:nvPr/>
        </p:nvSpPr>
        <p:spPr>
          <a:xfrm>
            <a:off x="8970689" y="2931441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CE2C58-55CB-6E6B-6525-B614F2C0C04A}"/>
              </a:ext>
            </a:extLst>
          </p:cNvPr>
          <p:cNvCxnSpPr>
            <a:cxnSpLocks/>
            <a:stCxn id="9" idx="5"/>
            <a:endCxn id="14" idx="0"/>
          </p:cNvCxnSpPr>
          <p:nvPr/>
        </p:nvCxnSpPr>
        <p:spPr>
          <a:xfrm>
            <a:off x="9072527" y="2702927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E8DA82-632E-2A99-0E89-DC80C07B76AE}"/>
              </a:ext>
            </a:extLst>
          </p:cNvPr>
          <p:cNvSpPr txBox="1"/>
          <p:nvPr/>
        </p:nvSpPr>
        <p:spPr>
          <a:xfrm>
            <a:off x="8305390" y="259310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56F216-3188-3E6A-20B9-E335F382B186}"/>
              </a:ext>
            </a:extLst>
          </p:cNvPr>
          <p:cNvSpPr txBox="1"/>
          <p:nvPr/>
        </p:nvSpPr>
        <p:spPr>
          <a:xfrm>
            <a:off x="9135546" y="258333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7F342F4-E560-07A2-5DAA-D7C9CFB0A9B2}"/>
              </a:ext>
            </a:extLst>
          </p:cNvPr>
          <p:cNvSpPr/>
          <p:nvPr/>
        </p:nvSpPr>
        <p:spPr>
          <a:xfrm>
            <a:off x="7577842" y="4305647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DCEC692-5887-C650-3C21-563C3DD8EEE3}"/>
              </a:ext>
            </a:extLst>
          </p:cNvPr>
          <p:cNvSpPr/>
          <p:nvPr/>
        </p:nvSpPr>
        <p:spPr>
          <a:xfrm>
            <a:off x="7185674" y="505344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1926403-C02D-73D6-3F3F-02B3883A8233}"/>
              </a:ext>
            </a:extLst>
          </p:cNvPr>
          <p:cNvCxnSpPr>
            <a:cxnSpLocks/>
            <a:stCxn id="38" idx="3"/>
            <a:endCxn id="40" idx="0"/>
          </p:cNvCxnSpPr>
          <p:nvPr/>
        </p:nvCxnSpPr>
        <p:spPr>
          <a:xfrm flipH="1">
            <a:off x="7489001" y="4823458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617A909-0E26-EFFF-DDD5-63B8A8419710}"/>
              </a:ext>
            </a:extLst>
          </p:cNvPr>
          <p:cNvSpPr/>
          <p:nvPr/>
        </p:nvSpPr>
        <p:spPr>
          <a:xfrm>
            <a:off x="7993815" y="5051972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CFF300-C2D1-132D-6584-2FB8C098D2F8}"/>
              </a:ext>
            </a:extLst>
          </p:cNvPr>
          <p:cNvCxnSpPr>
            <a:cxnSpLocks/>
            <a:stCxn id="38" idx="5"/>
            <a:endCxn id="43" idx="0"/>
          </p:cNvCxnSpPr>
          <p:nvPr/>
        </p:nvCxnSpPr>
        <p:spPr>
          <a:xfrm>
            <a:off x="8095653" y="4823458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677599A-158A-F0E5-1B99-BFBA59BB8E40}"/>
              </a:ext>
            </a:extLst>
          </p:cNvPr>
          <p:cNvSpPr txBox="1"/>
          <p:nvPr/>
        </p:nvSpPr>
        <p:spPr>
          <a:xfrm>
            <a:off x="7328516" y="4713640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FEDBF0-94F1-0251-7912-D6EC702E448C}"/>
              </a:ext>
            </a:extLst>
          </p:cNvPr>
          <p:cNvSpPr txBox="1"/>
          <p:nvPr/>
        </p:nvSpPr>
        <p:spPr>
          <a:xfrm>
            <a:off x="8158672" y="470386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8AF88F6-8F47-C2A1-CA29-BF3E194E761A}"/>
                  </a:ext>
                </a:extLst>
              </p:cNvPr>
              <p:cNvSpPr txBox="1"/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CC20EC-5630-540E-2474-C85C9A5B2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blipFill>
                <a:blip r:embed="rId6"/>
                <a:stretch>
                  <a:fillRect l="-10256" r="-512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DABD7B-A3A6-D87C-57D4-FF92D0318235}"/>
                  </a:ext>
                </a:extLst>
              </p:cNvPr>
              <p:cNvSpPr txBox="1"/>
              <p:nvPr/>
            </p:nvSpPr>
            <p:spPr>
              <a:xfrm>
                <a:off x="6974782" y="3800765"/>
                <a:ext cx="988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318D51-BDA8-2985-5A1F-8AAA8726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782" y="3800765"/>
                <a:ext cx="988925" cy="369332"/>
              </a:xfrm>
              <a:prstGeom prst="rect">
                <a:avLst/>
              </a:prstGeom>
              <a:blipFill>
                <a:blip r:embed="rId8"/>
                <a:stretch>
                  <a:fillRect l="-6410" r="-6410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6B75B3A7-A122-15D4-C9F6-BB4640AFC9EC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A83756-C63B-BA04-A4F4-C04F43562DF8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A3EF0B4-BBE5-F4C0-3573-C56B7149B5C3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AA7F06F-A1BD-F61D-B464-E3DCFEDDB6B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3C2C53-BA71-5D2C-7240-C68F44DA2230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E22721-E583-FB2E-CF41-A87D8511DC0D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E22721-E583-FB2E-CF41-A87D8511D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0FB5DA9-C46C-B20A-A37B-AC7E84DE4F69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0FB5DA9-C46C-B20A-A37B-AC7E84DE4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10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454F29-73A4-73CF-514E-D4809618844E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454F29-73A4-73CF-514E-D48096188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11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3F0DF4ED-68C7-CB83-CE1D-FA09241AF010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A00403-376E-D737-4206-10F06925D2E5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FDF97D-7F3F-9CCD-DD80-87636583F285}"/>
              </a:ext>
            </a:extLst>
          </p:cNvPr>
          <p:cNvCxnSpPr/>
          <p:nvPr/>
        </p:nvCxnSpPr>
        <p:spPr>
          <a:xfrm>
            <a:off x="4755518" y="3773408"/>
            <a:ext cx="1056094" cy="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FC0A672-DA24-1FCC-EB24-65C3EA301E5D}"/>
              </a:ext>
            </a:extLst>
          </p:cNvPr>
          <p:cNvCxnSpPr/>
          <p:nvPr/>
        </p:nvCxnSpPr>
        <p:spPr>
          <a:xfrm>
            <a:off x="3790213" y="4167548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3451F7C-9735-BB32-0F9D-4344BA50B63D}"/>
              </a:ext>
            </a:extLst>
          </p:cNvPr>
          <p:cNvSpPr txBox="1"/>
          <p:nvPr/>
        </p:nvSpPr>
        <p:spPr>
          <a:xfrm>
            <a:off x="5798418" y="3576624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v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AC53B9-3BA4-FA3D-BB25-D42C3BA98AF0}"/>
              </a:ext>
            </a:extLst>
          </p:cNvPr>
          <p:cNvSpPr txBox="1"/>
          <p:nvPr/>
        </p:nvSpPr>
        <p:spPr>
          <a:xfrm>
            <a:off x="3645242" y="3830222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u</a:t>
            </a:r>
            <a:endParaRPr lang="en-CN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49D3FA5-39D7-3F5C-E10E-E59A3B5DEC07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49D3FA5-39D7-3F5C-E10E-E59A3B5DE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2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222818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2B5C2-FBE5-C7A3-024F-DF49A418B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3A0411-2640-B1D7-F975-D8644DF6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A7709D-A609-D14F-05E2-2BB4A19D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73E9244-2557-6DA8-279B-96F5B4EC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58CD9B-79A0-3D75-5C03-F9FB0D3A555E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758CFF-9038-8387-F1D4-2E88A4F2705A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0B44E3-6D6B-F883-6B82-3F6FA4A4672C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C43ED5-E1C0-D08D-FAA7-94EA5EBA4BBE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41C148-513A-91BA-934B-02CBB4287F13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E22BDA5-DE1D-4A7A-F4AF-583EED8A250C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847375D-CABE-0BE4-06EE-971E009D88B4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5055D71-C618-7BCD-5C11-776716DF4D87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2B6F720-2D3E-B3B9-4071-8C87C233F43F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36C09D0-EA35-9FC2-6B09-1410DA964C78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7377137-CAC4-FF7C-C32E-A31A69E70F29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A82722A8-55D0-6EC7-4251-49911B682BAF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9A436DA-EAD7-6B71-64D0-2BDF00FB009C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51DB966-F0EE-B6D6-7D55-4A7880C72AC0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7FBEAEF-D087-A2A7-D5EA-32CD626B6B7B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9071F72-AA97-EA1C-8243-8DE443172998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3124021-A12E-9C89-AB02-DB004480C904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4CAAC76-6565-B4F5-B499-F8A034AC7283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9F60205-0E6C-C058-E186-7996666E6BA2}"/>
              </a:ext>
            </a:extLst>
          </p:cNvPr>
          <p:cNvSpPr/>
          <p:nvPr/>
        </p:nvSpPr>
        <p:spPr>
          <a:xfrm>
            <a:off x="6133483" y="3778425"/>
            <a:ext cx="471628" cy="484632"/>
          </a:xfrm>
          <a:prstGeom prst="rightArrow">
            <a:avLst>
              <a:gd name="adj1" fmla="val 47415"/>
              <a:gd name="adj2" fmla="val 50000"/>
            </a:avLst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D0AF08D-2E3C-6309-CE75-278F29FCAB7A}"/>
              </a:ext>
            </a:extLst>
          </p:cNvPr>
          <p:cNvSpPr/>
          <p:nvPr/>
        </p:nvSpPr>
        <p:spPr>
          <a:xfrm>
            <a:off x="3980854" y="2419947"/>
            <a:ext cx="1697093" cy="2227549"/>
          </a:xfrm>
          <a:custGeom>
            <a:avLst/>
            <a:gdLst>
              <a:gd name="connsiteX0" fmla="*/ 767825 w 1697093"/>
              <a:gd name="connsiteY0" fmla="*/ 23533 h 2227549"/>
              <a:gd name="connsiteX1" fmla="*/ 715786 w 1697093"/>
              <a:gd name="connsiteY1" fmla="*/ 16099 h 2227549"/>
              <a:gd name="connsiteX2" fmla="*/ 671181 w 1697093"/>
              <a:gd name="connsiteY2" fmla="*/ 30967 h 2227549"/>
              <a:gd name="connsiteX3" fmla="*/ 648879 w 1697093"/>
              <a:gd name="connsiteY3" fmla="*/ 45835 h 2227549"/>
              <a:gd name="connsiteX4" fmla="*/ 611708 w 1697093"/>
              <a:gd name="connsiteY4" fmla="*/ 83006 h 2227549"/>
              <a:gd name="connsiteX5" fmla="*/ 567103 w 1697093"/>
              <a:gd name="connsiteY5" fmla="*/ 120177 h 2227549"/>
              <a:gd name="connsiteX6" fmla="*/ 552235 w 1697093"/>
              <a:gd name="connsiteY6" fmla="*/ 142479 h 2227549"/>
              <a:gd name="connsiteX7" fmla="*/ 529932 w 1697093"/>
              <a:gd name="connsiteY7" fmla="*/ 164782 h 2227549"/>
              <a:gd name="connsiteX8" fmla="*/ 515064 w 1697093"/>
              <a:gd name="connsiteY8" fmla="*/ 187084 h 2227549"/>
              <a:gd name="connsiteX9" fmla="*/ 492762 w 1697093"/>
              <a:gd name="connsiteY9" fmla="*/ 216821 h 2227549"/>
              <a:gd name="connsiteX10" fmla="*/ 463025 w 1697093"/>
              <a:gd name="connsiteY10" fmla="*/ 261425 h 2227549"/>
              <a:gd name="connsiteX11" fmla="*/ 448157 w 1697093"/>
              <a:gd name="connsiteY11" fmla="*/ 276294 h 2227549"/>
              <a:gd name="connsiteX12" fmla="*/ 410986 w 1697093"/>
              <a:gd name="connsiteY12" fmla="*/ 335767 h 2227549"/>
              <a:gd name="connsiteX13" fmla="*/ 396118 w 1697093"/>
              <a:gd name="connsiteY13" fmla="*/ 358069 h 2227549"/>
              <a:gd name="connsiteX14" fmla="*/ 381249 w 1697093"/>
              <a:gd name="connsiteY14" fmla="*/ 372938 h 2227549"/>
              <a:gd name="connsiteX15" fmla="*/ 358947 w 1697093"/>
              <a:gd name="connsiteY15" fmla="*/ 424977 h 2227549"/>
              <a:gd name="connsiteX16" fmla="*/ 351513 w 1697093"/>
              <a:gd name="connsiteY16" fmla="*/ 447279 h 2227549"/>
              <a:gd name="connsiteX17" fmla="*/ 336645 w 1697093"/>
              <a:gd name="connsiteY17" fmla="*/ 469582 h 2227549"/>
              <a:gd name="connsiteX18" fmla="*/ 314342 w 1697093"/>
              <a:gd name="connsiteY18" fmla="*/ 514186 h 2227549"/>
              <a:gd name="connsiteX19" fmla="*/ 306908 w 1697093"/>
              <a:gd name="connsiteY19" fmla="*/ 536489 h 2227549"/>
              <a:gd name="connsiteX20" fmla="*/ 277171 w 1697093"/>
              <a:gd name="connsiteY20" fmla="*/ 588528 h 2227549"/>
              <a:gd name="connsiteX21" fmla="*/ 254869 w 1697093"/>
              <a:gd name="connsiteY21" fmla="*/ 655435 h 2227549"/>
              <a:gd name="connsiteX22" fmla="*/ 232566 w 1697093"/>
              <a:gd name="connsiteY22" fmla="*/ 692606 h 2227549"/>
              <a:gd name="connsiteX23" fmla="*/ 202830 w 1697093"/>
              <a:gd name="connsiteY23" fmla="*/ 774382 h 2227549"/>
              <a:gd name="connsiteX24" fmla="*/ 180527 w 1697093"/>
              <a:gd name="connsiteY24" fmla="*/ 848723 h 2227549"/>
              <a:gd name="connsiteX25" fmla="*/ 165659 w 1697093"/>
              <a:gd name="connsiteY25" fmla="*/ 893328 h 2227549"/>
              <a:gd name="connsiteX26" fmla="*/ 158225 w 1697093"/>
              <a:gd name="connsiteY26" fmla="*/ 923065 h 2227549"/>
              <a:gd name="connsiteX27" fmla="*/ 150791 w 1697093"/>
              <a:gd name="connsiteY27" fmla="*/ 945367 h 2227549"/>
              <a:gd name="connsiteX28" fmla="*/ 143357 w 1697093"/>
              <a:gd name="connsiteY28" fmla="*/ 982538 h 2227549"/>
              <a:gd name="connsiteX29" fmla="*/ 135923 w 1697093"/>
              <a:gd name="connsiteY29" fmla="*/ 1004840 h 2227549"/>
              <a:gd name="connsiteX30" fmla="*/ 121054 w 1697093"/>
              <a:gd name="connsiteY30" fmla="*/ 1071747 h 2227549"/>
              <a:gd name="connsiteX31" fmla="*/ 106186 w 1697093"/>
              <a:gd name="connsiteY31" fmla="*/ 1123786 h 2227549"/>
              <a:gd name="connsiteX32" fmla="*/ 98752 w 1697093"/>
              <a:gd name="connsiteY32" fmla="*/ 1168391 h 2227549"/>
              <a:gd name="connsiteX33" fmla="*/ 83884 w 1697093"/>
              <a:gd name="connsiteY33" fmla="*/ 1250167 h 2227549"/>
              <a:gd name="connsiteX34" fmla="*/ 76449 w 1697093"/>
              <a:gd name="connsiteY34" fmla="*/ 1302206 h 2227549"/>
              <a:gd name="connsiteX35" fmla="*/ 69015 w 1697093"/>
              <a:gd name="connsiteY35" fmla="*/ 1331943 h 2227549"/>
              <a:gd name="connsiteX36" fmla="*/ 54147 w 1697093"/>
              <a:gd name="connsiteY36" fmla="*/ 1413718 h 2227549"/>
              <a:gd name="connsiteX37" fmla="*/ 46713 w 1697093"/>
              <a:gd name="connsiteY37" fmla="*/ 1443455 h 2227549"/>
              <a:gd name="connsiteX38" fmla="*/ 39279 w 1697093"/>
              <a:gd name="connsiteY38" fmla="*/ 1488060 h 2227549"/>
              <a:gd name="connsiteX39" fmla="*/ 24410 w 1697093"/>
              <a:gd name="connsiteY39" fmla="*/ 1547533 h 2227549"/>
              <a:gd name="connsiteX40" fmla="*/ 9542 w 1697093"/>
              <a:gd name="connsiteY40" fmla="*/ 1599572 h 2227549"/>
              <a:gd name="connsiteX41" fmla="*/ 2108 w 1697093"/>
              <a:gd name="connsiteY41" fmla="*/ 1651611 h 2227549"/>
              <a:gd name="connsiteX42" fmla="*/ 16976 w 1697093"/>
              <a:gd name="connsiteY42" fmla="*/ 1978713 h 2227549"/>
              <a:gd name="connsiteX43" fmla="*/ 31845 w 1697093"/>
              <a:gd name="connsiteY43" fmla="*/ 2023318 h 2227549"/>
              <a:gd name="connsiteX44" fmla="*/ 39279 w 1697093"/>
              <a:gd name="connsiteY44" fmla="*/ 2045621 h 2227549"/>
              <a:gd name="connsiteX45" fmla="*/ 69015 w 1697093"/>
              <a:gd name="connsiteY45" fmla="*/ 2090225 h 2227549"/>
              <a:gd name="connsiteX46" fmla="*/ 83884 w 1697093"/>
              <a:gd name="connsiteY46" fmla="*/ 2112528 h 2227549"/>
              <a:gd name="connsiteX47" fmla="*/ 106186 w 1697093"/>
              <a:gd name="connsiteY47" fmla="*/ 2149699 h 2227549"/>
              <a:gd name="connsiteX48" fmla="*/ 113620 w 1697093"/>
              <a:gd name="connsiteY48" fmla="*/ 2172001 h 2227549"/>
              <a:gd name="connsiteX49" fmla="*/ 135923 w 1697093"/>
              <a:gd name="connsiteY49" fmla="*/ 2186869 h 2227549"/>
              <a:gd name="connsiteX50" fmla="*/ 150791 w 1697093"/>
              <a:gd name="connsiteY50" fmla="*/ 2201738 h 2227549"/>
              <a:gd name="connsiteX51" fmla="*/ 195396 w 1697093"/>
              <a:gd name="connsiteY51" fmla="*/ 2216606 h 2227549"/>
              <a:gd name="connsiteX52" fmla="*/ 217698 w 1697093"/>
              <a:gd name="connsiteY52" fmla="*/ 2224040 h 2227549"/>
              <a:gd name="connsiteX53" fmla="*/ 559669 w 1697093"/>
              <a:gd name="connsiteY53" fmla="*/ 2209172 h 2227549"/>
              <a:gd name="connsiteX54" fmla="*/ 581971 w 1697093"/>
              <a:gd name="connsiteY54" fmla="*/ 2201738 h 2227549"/>
              <a:gd name="connsiteX55" fmla="*/ 626576 w 1697093"/>
              <a:gd name="connsiteY55" fmla="*/ 2164567 h 2227549"/>
              <a:gd name="connsiteX56" fmla="*/ 656313 w 1697093"/>
              <a:gd name="connsiteY56" fmla="*/ 2112528 h 2227549"/>
              <a:gd name="connsiteX57" fmla="*/ 671181 w 1697093"/>
              <a:gd name="connsiteY57" fmla="*/ 2067923 h 2227549"/>
              <a:gd name="connsiteX58" fmla="*/ 686049 w 1697093"/>
              <a:gd name="connsiteY58" fmla="*/ 2038186 h 2227549"/>
              <a:gd name="connsiteX59" fmla="*/ 693484 w 1697093"/>
              <a:gd name="connsiteY59" fmla="*/ 2015884 h 2227549"/>
              <a:gd name="connsiteX60" fmla="*/ 723220 w 1697093"/>
              <a:gd name="connsiteY60" fmla="*/ 1971279 h 2227549"/>
              <a:gd name="connsiteX61" fmla="*/ 738088 w 1697093"/>
              <a:gd name="connsiteY61" fmla="*/ 1948977 h 2227549"/>
              <a:gd name="connsiteX62" fmla="*/ 752957 w 1697093"/>
              <a:gd name="connsiteY62" fmla="*/ 1934108 h 2227549"/>
              <a:gd name="connsiteX63" fmla="*/ 775259 w 1697093"/>
              <a:gd name="connsiteY63" fmla="*/ 1889504 h 2227549"/>
              <a:gd name="connsiteX64" fmla="*/ 790127 w 1697093"/>
              <a:gd name="connsiteY64" fmla="*/ 1874635 h 2227549"/>
              <a:gd name="connsiteX65" fmla="*/ 797562 w 1697093"/>
              <a:gd name="connsiteY65" fmla="*/ 1852333 h 2227549"/>
              <a:gd name="connsiteX66" fmla="*/ 849601 w 1697093"/>
              <a:gd name="connsiteY66" fmla="*/ 1792860 h 2227549"/>
              <a:gd name="connsiteX67" fmla="*/ 864469 w 1697093"/>
              <a:gd name="connsiteY67" fmla="*/ 1777991 h 2227549"/>
              <a:gd name="connsiteX68" fmla="*/ 909074 w 1697093"/>
              <a:gd name="connsiteY68" fmla="*/ 1748255 h 2227549"/>
              <a:gd name="connsiteX69" fmla="*/ 946245 w 1697093"/>
              <a:gd name="connsiteY69" fmla="*/ 1725952 h 2227549"/>
              <a:gd name="connsiteX70" fmla="*/ 968547 w 1697093"/>
              <a:gd name="connsiteY70" fmla="*/ 1711084 h 2227549"/>
              <a:gd name="connsiteX71" fmla="*/ 990849 w 1697093"/>
              <a:gd name="connsiteY71" fmla="*/ 1703650 h 2227549"/>
              <a:gd name="connsiteX72" fmla="*/ 1005718 w 1697093"/>
              <a:gd name="connsiteY72" fmla="*/ 1688782 h 2227549"/>
              <a:gd name="connsiteX73" fmla="*/ 1050323 w 1697093"/>
              <a:gd name="connsiteY73" fmla="*/ 1673913 h 2227549"/>
              <a:gd name="connsiteX74" fmla="*/ 1094927 w 1697093"/>
              <a:gd name="connsiteY74" fmla="*/ 1651611 h 2227549"/>
              <a:gd name="connsiteX75" fmla="*/ 1117230 w 1697093"/>
              <a:gd name="connsiteY75" fmla="*/ 1636743 h 2227549"/>
              <a:gd name="connsiteX76" fmla="*/ 1206440 w 1697093"/>
              <a:gd name="connsiteY76" fmla="*/ 1614440 h 2227549"/>
              <a:gd name="connsiteX77" fmla="*/ 1474069 w 1697093"/>
              <a:gd name="connsiteY77" fmla="*/ 1607006 h 2227549"/>
              <a:gd name="connsiteX78" fmla="*/ 1518674 w 1697093"/>
              <a:gd name="connsiteY78" fmla="*/ 1592138 h 2227549"/>
              <a:gd name="connsiteX79" fmla="*/ 1540976 w 1697093"/>
              <a:gd name="connsiteY79" fmla="*/ 1584704 h 2227549"/>
              <a:gd name="connsiteX80" fmla="*/ 1555845 w 1697093"/>
              <a:gd name="connsiteY80" fmla="*/ 1569835 h 2227549"/>
              <a:gd name="connsiteX81" fmla="*/ 1578147 w 1697093"/>
              <a:gd name="connsiteY81" fmla="*/ 1554967 h 2227549"/>
              <a:gd name="connsiteX82" fmla="*/ 1622752 w 1697093"/>
              <a:gd name="connsiteY82" fmla="*/ 1473191 h 2227549"/>
              <a:gd name="connsiteX83" fmla="*/ 1630186 w 1697093"/>
              <a:gd name="connsiteY83" fmla="*/ 1450889 h 2227549"/>
              <a:gd name="connsiteX84" fmla="*/ 1645054 w 1697093"/>
              <a:gd name="connsiteY84" fmla="*/ 1428586 h 2227549"/>
              <a:gd name="connsiteX85" fmla="*/ 1659923 w 1697093"/>
              <a:gd name="connsiteY85" fmla="*/ 1383982 h 2227549"/>
              <a:gd name="connsiteX86" fmla="*/ 1674791 w 1697093"/>
              <a:gd name="connsiteY86" fmla="*/ 1331943 h 2227549"/>
              <a:gd name="connsiteX87" fmla="*/ 1682225 w 1697093"/>
              <a:gd name="connsiteY87" fmla="*/ 1309640 h 2227549"/>
              <a:gd name="connsiteX88" fmla="*/ 1697093 w 1697093"/>
              <a:gd name="connsiteY88" fmla="*/ 1242733 h 2227549"/>
              <a:gd name="connsiteX89" fmla="*/ 1689659 w 1697093"/>
              <a:gd name="connsiteY89" fmla="*/ 1086616 h 2227549"/>
              <a:gd name="connsiteX90" fmla="*/ 1674791 w 1697093"/>
              <a:gd name="connsiteY90" fmla="*/ 1042011 h 2227549"/>
              <a:gd name="connsiteX91" fmla="*/ 1667357 w 1697093"/>
              <a:gd name="connsiteY91" fmla="*/ 1019708 h 2227549"/>
              <a:gd name="connsiteX92" fmla="*/ 1652488 w 1697093"/>
              <a:gd name="connsiteY92" fmla="*/ 975104 h 2227549"/>
              <a:gd name="connsiteX93" fmla="*/ 1637620 w 1697093"/>
              <a:gd name="connsiteY93" fmla="*/ 960235 h 2227549"/>
              <a:gd name="connsiteX94" fmla="*/ 1607884 w 1697093"/>
              <a:gd name="connsiteY94" fmla="*/ 885894 h 2227549"/>
              <a:gd name="connsiteX95" fmla="*/ 1578147 w 1697093"/>
              <a:gd name="connsiteY95" fmla="*/ 841289 h 2227549"/>
              <a:gd name="connsiteX96" fmla="*/ 1548410 w 1697093"/>
              <a:gd name="connsiteY96" fmla="*/ 789250 h 2227549"/>
              <a:gd name="connsiteX97" fmla="*/ 1540976 w 1697093"/>
              <a:gd name="connsiteY97" fmla="*/ 766947 h 2227549"/>
              <a:gd name="connsiteX98" fmla="*/ 1496371 w 1697093"/>
              <a:gd name="connsiteY98" fmla="*/ 707474 h 2227549"/>
              <a:gd name="connsiteX99" fmla="*/ 1488937 w 1697093"/>
              <a:gd name="connsiteY99" fmla="*/ 685172 h 2227549"/>
              <a:gd name="connsiteX100" fmla="*/ 1451766 w 1697093"/>
              <a:gd name="connsiteY100" fmla="*/ 640567 h 2227549"/>
              <a:gd name="connsiteX101" fmla="*/ 1429464 w 1697093"/>
              <a:gd name="connsiteY101" fmla="*/ 603396 h 2227549"/>
              <a:gd name="connsiteX102" fmla="*/ 1399727 w 1697093"/>
              <a:gd name="connsiteY102" fmla="*/ 558791 h 2227549"/>
              <a:gd name="connsiteX103" fmla="*/ 1392293 w 1697093"/>
              <a:gd name="connsiteY103" fmla="*/ 536489 h 2227549"/>
              <a:gd name="connsiteX104" fmla="*/ 1355123 w 1697093"/>
              <a:gd name="connsiteY104" fmla="*/ 484450 h 2227549"/>
              <a:gd name="connsiteX105" fmla="*/ 1332820 w 1697093"/>
              <a:gd name="connsiteY105" fmla="*/ 439845 h 2227549"/>
              <a:gd name="connsiteX106" fmla="*/ 1317952 w 1697093"/>
              <a:gd name="connsiteY106" fmla="*/ 410108 h 2227549"/>
              <a:gd name="connsiteX107" fmla="*/ 1288215 w 1697093"/>
              <a:gd name="connsiteY107" fmla="*/ 372938 h 2227549"/>
              <a:gd name="connsiteX108" fmla="*/ 1258479 w 1697093"/>
              <a:gd name="connsiteY108" fmla="*/ 328333 h 2227549"/>
              <a:gd name="connsiteX109" fmla="*/ 1184137 w 1697093"/>
              <a:gd name="connsiteY109" fmla="*/ 216821 h 2227549"/>
              <a:gd name="connsiteX110" fmla="*/ 1154401 w 1697093"/>
              <a:gd name="connsiteY110" fmla="*/ 172216 h 2227549"/>
              <a:gd name="connsiteX111" fmla="*/ 1139532 w 1697093"/>
              <a:gd name="connsiteY111" fmla="*/ 157347 h 2227549"/>
              <a:gd name="connsiteX112" fmla="*/ 1117230 w 1697093"/>
              <a:gd name="connsiteY112" fmla="*/ 112743 h 2227549"/>
              <a:gd name="connsiteX113" fmla="*/ 1102362 w 1697093"/>
              <a:gd name="connsiteY113" fmla="*/ 97874 h 2227549"/>
              <a:gd name="connsiteX114" fmla="*/ 1087493 w 1697093"/>
              <a:gd name="connsiteY114" fmla="*/ 75572 h 2227549"/>
              <a:gd name="connsiteX115" fmla="*/ 1065191 w 1697093"/>
              <a:gd name="connsiteY115" fmla="*/ 60704 h 2227549"/>
              <a:gd name="connsiteX116" fmla="*/ 1028020 w 1697093"/>
              <a:gd name="connsiteY116" fmla="*/ 30967 h 2227549"/>
              <a:gd name="connsiteX117" fmla="*/ 998284 w 1697093"/>
              <a:gd name="connsiteY117" fmla="*/ 23533 h 2227549"/>
              <a:gd name="connsiteX118" fmla="*/ 871903 w 1697093"/>
              <a:gd name="connsiteY118" fmla="*/ 16099 h 2227549"/>
              <a:gd name="connsiteX119" fmla="*/ 782693 w 1697093"/>
              <a:gd name="connsiteY119" fmla="*/ 8665 h 2227549"/>
              <a:gd name="connsiteX120" fmla="*/ 767825 w 1697093"/>
              <a:gd name="connsiteY120" fmla="*/ 23533 h 222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697093" h="2227549">
                <a:moveTo>
                  <a:pt x="767825" y="23533"/>
                </a:moveTo>
                <a:cubicBezTo>
                  <a:pt x="756674" y="24772"/>
                  <a:pt x="733257" y="14755"/>
                  <a:pt x="715786" y="16099"/>
                </a:cubicBezTo>
                <a:cubicBezTo>
                  <a:pt x="700160" y="17301"/>
                  <a:pt x="671181" y="30967"/>
                  <a:pt x="671181" y="30967"/>
                </a:cubicBezTo>
                <a:cubicBezTo>
                  <a:pt x="663747" y="35923"/>
                  <a:pt x="655603" y="39952"/>
                  <a:pt x="648879" y="45835"/>
                </a:cubicBezTo>
                <a:cubicBezTo>
                  <a:pt x="635692" y="57374"/>
                  <a:pt x="625726" y="72493"/>
                  <a:pt x="611708" y="83006"/>
                </a:cubicBezTo>
                <a:cubicBezTo>
                  <a:pt x="597243" y="93854"/>
                  <a:pt x="578920" y="105405"/>
                  <a:pt x="567103" y="120177"/>
                </a:cubicBezTo>
                <a:cubicBezTo>
                  <a:pt x="561522" y="127154"/>
                  <a:pt x="557955" y="135615"/>
                  <a:pt x="552235" y="142479"/>
                </a:cubicBezTo>
                <a:cubicBezTo>
                  <a:pt x="545504" y="150556"/>
                  <a:pt x="536663" y="156705"/>
                  <a:pt x="529932" y="164782"/>
                </a:cubicBezTo>
                <a:cubicBezTo>
                  <a:pt x="524212" y="171646"/>
                  <a:pt x="520257" y="179814"/>
                  <a:pt x="515064" y="187084"/>
                </a:cubicBezTo>
                <a:cubicBezTo>
                  <a:pt x="507862" y="197166"/>
                  <a:pt x="499867" y="206671"/>
                  <a:pt x="492762" y="216821"/>
                </a:cubicBezTo>
                <a:cubicBezTo>
                  <a:pt x="482515" y="231460"/>
                  <a:pt x="475660" y="248789"/>
                  <a:pt x="463025" y="261425"/>
                </a:cubicBezTo>
                <a:cubicBezTo>
                  <a:pt x="458069" y="266381"/>
                  <a:pt x="452536" y="270821"/>
                  <a:pt x="448157" y="276294"/>
                </a:cubicBezTo>
                <a:cubicBezTo>
                  <a:pt x="438442" y="288437"/>
                  <a:pt x="416587" y="326806"/>
                  <a:pt x="410986" y="335767"/>
                </a:cubicBezTo>
                <a:cubicBezTo>
                  <a:pt x="406251" y="343344"/>
                  <a:pt x="401699" y="351092"/>
                  <a:pt x="396118" y="358069"/>
                </a:cubicBezTo>
                <a:cubicBezTo>
                  <a:pt x="391739" y="363542"/>
                  <a:pt x="386205" y="367982"/>
                  <a:pt x="381249" y="372938"/>
                </a:cubicBezTo>
                <a:cubicBezTo>
                  <a:pt x="363815" y="425240"/>
                  <a:pt x="386505" y="360673"/>
                  <a:pt x="358947" y="424977"/>
                </a:cubicBezTo>
                <a:cubicBezTo>
                  <a:pt x="355860" y="432180"/>
                  <a:pt x="355017" y="440270"/>
                  <a:pt x="351513" y="447279"/>
                </a:cubicBezTo>
                <a:cubicBezTo>
                  <a:pt x="347517" y="455271"/>
                  <a:pt x="340641" y="461590"/>
                  <a:pt x="336645" y="469582"/>
                </a:cubicBezTo>
                <a:cubicBezTo>
                  <a:pt x="305868" y="531134"/>
                  <a:pt x="356948" y="450277"/>
                  <a:pt x="314342" y="514186"/>
                </a:cubicBezTo>
                <a:cubicBezTo>
                  <a:pt x="311864" y="521620"/>
                  <a:pt x="309995" y="529286"/>
                  <a:pt x="306908" y="536489"/>
                </a:cubicBezTo>
                <a:cubicBezTo>
                  <a:pt x="295590" y="562898"/>
                  <a:pt x="292103" y="566130"/>
                  <a:pt x="277171" y="588528"/>
                </a:cubicBezTo>
                <a:cubicBezTo>
                  <a:pt x="263369" y="671341"/>
                  <a:pt x="281002" y="603168"/>
                  <a:pt x="254869" y="655435"/>
                </a:cubicBezTo>
                <a:cubicBezTo>
                  <a:pt x="235568" y="694037"/>
                  <a:pt x="261608" y="663566"/>
                  <a:pt x="232566" y="692606"/>
                </a:cubicBezTo>
                <a:cubicBezTo>
                  <a:pt x="215531" y="760747"/>
                  <a:pt x="229033" y="735076"/>
                  <a:pt x="202830" y="774382"/>
                </a:cubicBezTo>
                <a:cubicBezTo>
                  <a:pt x="191594" y="819325"/>
                  <a:pt x="198628" y="794422"/>
                  <a:pt x="180527" y="848723"/>
                </a:cubicBezTo>
                <a:lnTo>
                  <a:pt x="165659" y="893328"/>
                </a:lnTo>
                <a:cubicBezTo>
                  <a:pt x="163181" y="903240"/>
                  <a:pt x="161032" y="913241"/>
                  <a:pt x="158225" y="923065"/>
                </a:cubicBezTo>
                <a:cubicBezTo>
                  <a:pt x="156072" y="930600"/>
                  <a:pt x="152692" y="937765"/>
                  <a:pt x="150791" y="945367"/>
                </a:cubicBezTo>
                <a:cubicBezTo>
                  <a:pt x="147726" y="957625"/>
                  <a:pt x="146422" y="970280"/>
                  <a:pt x="143357" y="982538"/>
                </a:cubicBezTo>
                <a:cubicBezTo>
                  <a:pt x="141456" y="990140"/>
                  <a:pt x="137824" y="997238"/>
                  <a:pt x="135923" y="1004840"/>
                </a:cubicBezTo>
                <a:cubicBezTo>
                  <a:pt x="120592" y="1066162"/>
                  <a:pt x="136317" y="1018325"/>
                  <a:pt x="121054" y="1071747"/>
                </a:cubicBezTo>
                <a:cubicBezTo>
                  <a:pt x="111608" y="1104808"/>
                  <a:pt x="113931" y="1085059"/>
                  <a:pt x="106186" y="1123786"/>
                </a:cubicBezTo>
                <a:cubicBezTo>
                  <a:pt x="103230" y="1138567"/>
                  <a:pt x="101448" y="1153561"/>
                  <a:pt x="98752" y="1168391"/>
                </a:cubicBezTo>
                <a:cubicBezTo>
                  <a:pt x="87149" y="1232207"/>
                  <a:pt x="94842" y="1178945"/>
                  <a:pt x="83884" y="1250167"/>
                </a:cubicBezTo>
                <a:cubicBezTo>
                  <a:pt x="81219" y="1267486"/>
                  <a:pt x="79584" y="1284966"/>
                  <a:pt x="76449" y="1302206"/>
                </a:cubicBezTo>
                <a:cubicBezTo>
                  <a:pt x="74621" y="1312259"/>
                  <a:pt x="71019" y="1321924"/>
                  <a:pt x="69015" y="1331943"/>
                </a:cubicBezTo>
                <a:cubicBezTo>
                  <a:pt x="52876" y="1412641"/>
                  <a:pt x="70093" y="1341958"/>
                  <a:pt x="54147" y="1413718"/>
                </a:cubicBezTo>
                <a:cubicBezTo>
                  <a:pt x="51931" y="1423692"/>
                  <a:pt x="48717" y="1433436"/>
                  <a:pt x="46713" y="1443455"/>
                </a:cubicBezTo>
                <a:cubicBezTo>
                  <a:pt x="43757" y="1458236"/>
                  <a:pt x="42437" y="1473321"/>
                  <a:pt x="39279" y="1488060"/>
                </a:cubicBezTo>
                <a:cubicBezTo>
                  <a:pt x="34997" y="1508041"/>
                  <a:pt x="30872" y="1528147"/>
                  <a:pt x="24410" y="1547533"/>
                </a:cubicBezTo>
                <a:cubicBezTo>
                  <a:pt x="18040" y="1566643"/>
                  <a:pt x="13276" y="1579034"/>
                  <a:pt x="9542" y="1599572"/>
                </a:cubicBezTo>
                <a:cubicBezTo>
                  <a:pt x="6408" y="1616812"/>
                  <a:pt x="4586" y="1634265"/>
                  <a:pt x="2108" y="1651611"/>
                </a:cubicBezTo>
                <a:cubicBezTo>
                  <a:pt x="2245" y="1656950"/>
                  <a:pt x="-8422" y="1885591"/>
                  <a:pt x="16976" y="1978713"/>
                </a:cubicBezTo>
                <a:cubicBezTo>
                  <a:pt x="21100" y="1993833"/>
                  <a:pt x="26889" y="2008450"/>
                  <a:pt x="31845" y="2023318"/>
                </a:cubicBezTo>
                <a:cubicBezTo>
                  <a:pt x="34323" y="2030752"/>
                  <a:pt x="34932" y="2039101"/>
                  <a:pt x="39279" y="2045621"/>
                </a:cubicBezTo>
                <a:lnTo>
                  <a:pt x="69015" y="2090225"/>
                </a:lnTo>
                <a:lnTo>
                  <a:pt x="83884" y="2112528"/>
                </a:lnTo>
                <a:cubicBezTo>
                  <a:pt x="104943" y="2175705"/>
                  <a:pt x="75573" y="2098676"/>
                  <a:pt x="106186" y="2149699"/>
                </a:cubicBezTo>
                <a:cubicBezTo>
                  <a:pt x="110218" y="2156418"/>
                  <a:pt x="108725" y="2165882"/>
                  <a:pt x="113620" y="2172001"/>
                </a:cubicBezTo>
                <a:cubicBezTo>
                  <a:pt x="119202" y="2178978"/>
                  <a:pt x="128946" y="2181287"/>
                  <a:pt x="135923" y="2186869"/>
                </a:cubicBezTo>
                <a:cubicBezTo>
                  <a:pt x="141396" y="2191248"/>
                  <a:pt x="144522" y="2198603"/>
                  <a:pt x="150791" y="2201738"/>
                </a:cubicBezTo>
                <a:cubicBezTo>
                  <a:pt x="164809" y="2208747"/>
                  <a:pt x="180528" y="2211650"/>
                  <a:pt x="195396" y="2216606"/>
                </a:cubicBezTo>
                <a:lnTo>
                  <a:pt x="217698" y="2224040"/>
                </a:lnTo>
                <a:cubicBezTo>
                  <a:pt x="358477" y="2220688"/>
                  <a:pt x="446762" y="2241430"/>
                  <a:pt x="559669" y="2209172"/>
                </a:cubicBezTo>
                <a:cubicBezTo>
                  <a:pt x="567204" y="2207019"/>
                  <a:pt x="574537" y="2204216"/>
                  <a:pt x="581971" y="2201738"/>
                </a:cubicBezTo>
                <a:cubicBezTo>
                  <a:pt x="603901" y="2187118"/>
                  <a:pt x="608688" y="2186032"/>
                  <a:pt x="626576" y="2164567"/>
                </a:cubicBezTo>
                <a:cubicBezTo>
                  <a:pt x="636895" y="2152184"/>
                  <a:pt x="650718" y="2126516"/>
                  <a:pt x="656313" y="2112528"/>
                </a:cubicBezTo>
                <a:cubicBezTo>
                  <a:pt x="662134" y="2097976"/>
                  <a:pt x="664172" y="2081941"/>
                  <a:pt x="671181" y="2067923"/>
                </a:cubicBezTo>
                <a:cubicBezTo>
                  <a:pt x="676137" y="2058011"/>
                  <a:pt x="681683" y="2048372"/>
                  <a:pt x="686049" y="2038186"/>
                </a:cubicBezTo>
                <a:cubicBezTo>
                  <a:pt x="689136" y="2030983"/>
                  <a:pt x="689678" y="2022734"/>
                  <a:pt x="693484" y="2015884"/>
                </a:cubicBezTo>
                <a:cubicBezTo>
                  <a:pt x="702162" y="2000263"/>
                  <a:pt x="713308" y="1986147"/>
                  <a:pt x="723220" y="1971279"/>
                </a:cubicBezTo>
                <a:cubicBezTo>
                  <a:pt x="728176" y="1963845"/>
                  <a:pt x="731770" y="1955295"/>
                  <a:pt x="738088" y="1948977"/>
                </a:cubicBezTo>
                <a:cubicBezTo>
                  <a:pt x="743044" y="1944021"/>
                  <a:pt x="748578" y="1939581"/>
                  <a:pt x="752957" y="1934108"/>
                </a:cubicBezTo>
                <a:cubicBezTo>
                  <a:pt x="798070" y="1877717"/>
                  <a:pt x="742286" y="1944461"/>
                  <a:pt x="775259" y="1889504"/>
                </a:cubicBezTo>
                <a:cubicBezTo>
                  <a:pt x="778865" y="1883494"/>
                  <a:pt x="785171" y="1879591"/>
                  <a:pt x="790127" y="1874635"/>
                </a:cubicBezTo>
                <a:cubicBezTo>
                  <a:pt x="792605" y="1867201"/>
                  <a:pt x="794057" y="1859342"/>
                  <a:pt x="797562" y="1852333"/>
                </a:cubicBezTo>
                <a:cubicBezTo>
                  <a:pt x="809858" y="1827741"/>
                  <a:pt x="830216" y="1812245"/>
                  <a:pt x="849601" y="1792860"/>
                </a:cubicBezTo>
                <a:cubicBezTo>
                  <a:pt x="854557" y="1787904"/>
                  <a:pt x="858637" y="1781879"/>
                  <a:pt x="864469" y="1777991"/>
                </a:cubicBezTo>
                <a:cubicBezTo>
                  <a:pt x="879337" y="1768079"/>
                  <a:pt x="896439" y="1760891"/>
                  <a:pt x="909074" y="1748255"/>
                </a:cubicBezTo>
                <a:cubicBezTo>
                  <a:pt x="929483" y="1727845"/>
                  <a:pt x="917293" y="1735602"/>
                  <a:pt x="946245" y="1725952"/>
                </a:cubicBezTo>
                <a:cubicBezTo>
                  <a:pt x="953679" y="1720996"/>
                  <a:pt x="960556" y="1715080"/>
                  <a:pt x="968547" y="1711084"/>
                </a:cubicBezTo>
                <a:cubicBezTo>
                  <a:pt x="975556" y="1707580"/>
                  <a:pt x="984130" y="1707682"/>
                  <a:pt x="990849" y="1703650"/>
                </a:cubicBezTo>
                <a:cubicBezTo>
                  <a:pt x="996859" y="1700044"/>
                  <a:pt x="999449" y="1691917"/>
                  <a:pt x="1005718" y="1688782"/>
                </a:cubicBezTo>
                <a:cubicBezTo>
                  <a:pt x="1019736" y="1681773"/>
                  <a:pt x="1050323" y="1673913"/>
                  <a:pt x="1050323" y="1673913"/>
                </a:cubicBezTo>
                <a:cubicBezTo>
                  <a:pt x="1114233" y="1631307"/>
                  <a:pt x="1033375" y="1682386"/>
                  <a:pt x="1094927" y="1651611"/>
                </a:cubicBezTo>
                <a:cubicBezTo>
                  <a:pt x="1102919" y="1647615"/>
                  <a:pt x="1109065" y="1640372"/>
                  <a:pt x="1117230" y="1636743"/>
                </a:cubicBezTo>
                <a:cubicBezTo>
                  <a:pt x="1140908" y="1626219"/>
                  <a:pt x="1180255" y="1615687"/>
                  <a:pt x="1206440" y="1614440"/>
                </a:cubicBezTo>
                <a:cubicBezTo>
                  <a:pt x="1295583" y="1610195"/>
                  <a:pt x="1384859" y="1609484"/>
                  <a:pt x="1474069" y="1607006"/>
                </a:cubicBezTo>
                <a:lnTo>
                  <a:pt x="1518674" y="1592138"/>
                </a:lnTo>
                <a:lnTo>
                  <a:pt x="1540976" y="1584704"/>
                </a:lnTo>
                <a:cubicBezTo>
                  <a:pt x="1545932" y="1579748"/>
                  <a:pt x="1550372" y="1574214"/>
                  <a:pt x="1555845" y="1569835"/>
                </a:cubicBezTo>
                <a:cubicBezTo>
                  <a:pt x="1562822" y="1564254"/>
                  <a:pt x="1572264" y="1561691"/>
                  <a:pt x="1578147" y="1554967"/>
                </a:cubicBezTo>
                <a:cubicBezTo>
                  <a:pt x="1603433" y="1526068"/>
                  <a:pt x="1610099" y="1506932"/>
                  <a:pt x="1622752" y="1473191"/>
                </a:cubicBezTo>
                <a:cubicBezTo>
                  <a:pt x="1625503" y="1465854"/>
                  <a:pt x="1626682" y="1457898"/>
                  <a:pt x="1630186" y="1450889"/>
                </a:cubicBezTo>
                <a:cubicBezTo>
                  <a:pt x="1634182" y="1442897"/>
                  <a:pt x="1641425" y="1436751"/>
                  <a:pt x="1645054" y="1428586"/>
                </a:cubicBezTo>
                <a:cubicBezTo>
                  <a:pt x="1651419" y="1414264"/>
                  <a:pt x="1654967" y="1398850"/>
                  <a:pt x="1659923" y="1383982"/>
                </a:cubicBezTo>
                <a:cubicBezTo>
                  <a:pt x="1677739" y="1330534"/>
                  <a:pt x="1656132" y="1397250"/>
                  <a:pt x="1674791" y="1331943"/>
                </a:cubicBezTo>
                <a:cubicBezTo>
                  <a:pt x="1676944" y="1324408"/>
                  <a:pt x="1680072" y="1317175"/>
                  <a:pt x="1682225" y="1309640"/>
                </a:cubicBezTo>
                <a:cubicBezTo>
                  <a:pt x="1689225" y="1285141"/>
                  <a:pt x="1691983" y="1268286"/>
                  <a:pt x="1697093" y="1242733"/>
                </a:cubicBezTo>
                <a:cubicBezTo>
                  <a:pt x="1694615" y="1190694"/>
                  <a:pt x="1695412" y="1138395"/>
                  <a:pt x="1689659" y="1086616"/>
                </a:cubicBezTo>
                <a:cubicBezTo>
                  <a:pt x="1687928" y="1071039"/>
                  <a:pt x="1679747" y="1056879"/>
                  <a:pt x="1674791" y="1042011"/>
                </a:cubicBezTo>
                <a:lnTo>
                  <a:pt x="1667357" y="1019708"/>
                </a:lnTo>
                <a:lnTo>
                  <a:pt x="1652488" y="975104"/>
                </a:lnTo>
                <a:lnTo>
                  <a:pt x="1637620" y="960235"/>
                </a:lnTo>
                <a:cubicBezTo>
                  <a:pt x="1626982" y="928321"/>
                  <a:pt x="1624292" y="913240"/>
                  <a:pt x="1607884" y="885894"/>
                </a:cubicBezTo>
                <a:cubicBezTo>
                  <a:pt x="1598690" y="870571"/>
                  <a:pt x="1578147" y="841289"/>
                  <a:pt x="1578147" y="841289"/>
                </a:cubicBezTo>
                <a:cubicBezTo>
                  <a:pt x="1561102" y="790152"/>
                  <a:pt x="1584416" y="852260"/>
                  <a:pt x="1548410" y="789250"/>
                </a:cubicBezTo>
                <a:cubicBezTo>
                  <a:pt x="1544522" y="782446"/>
                  <a:pt x="1544782" y="773797"/>
                  <a:pt x="1540976" y="766947"/>
                </a:cubicBezTo>
                <a:cubicBezTo>
                  <a:pt x="1519962" y="729121"/>
                  <a:pt x="1518929" y="730032"/>
                  <a:pt x="1496371" y="707474"/>
                </a:cubicBezTo>
                <a:cubicBezTo>
                  <a:pt x="1493893" y="700040"/>
                  <a:pt x="1492441" y="692181"/>
                  <a:pt x="1488937" y="685172"/>
                </a:cubicBezTo>
                <a:cubicBezTo>
                  <a:pt x="1478586" y="664469"/>
                  <a:pt x="1468210" y="657010"/>
                  <a:pt x="1451766" y="640567"/>
                </a:cubicBezTo>
                <a:cubicBezTo>
                  <a:pt x="1434510" y="588800"/>
                  <a:pt x="1456675" y="644214"/>
                  <a:pt x="1429464" y="603396"/>
                </a:cubicBezTo>
                <a:cubicBezTo>
                  <a:pt x="1393461" y="549390"/>
                  <a:pt x="1433817" y="592881"/>
                  <a:pt x="1399727" y="558791"/>
                </a:cubicBezTo>
                <a:cubicBezTo>
                  <a:pt x="1397249" y="551357"/>
                  <a:pt x="1395797" y="543498"/>
                  <a:pt x="1392293" y="536489"/>
                </a:cubicBezTo>
                <a:cubicBezTo>
                  <a:pt x="1386856" y="525615"/>
                  <a:pt x="1360178" y="491190"/>
                  <a:pt x="1355123" y="484450"/>
                </a:cubicBezTo>
                <a:cubicBezTo>
                  <a:pt x="1341490" y="443556"/>
                  <a:pt x="1355879" y="480200"/>
                  <a:pt x="1332820" y="439845"/>
                </a:cubicBezTo>
                <a:cubicBezTo>
                  <a:pt x="1327322" y="430223"/>
                  <a:pt x="1323450" y="419730"/>
                  <a:pt x="1317952" y="410108"/>
                </a:cubicBezTo>
                <a:cubicBezTo>
                  <a:pt x="1288843" y="359165"/>
                  <a:pt x="1317524" y="412017"/>
                  <a:pt x="1288215" y="372938"/>
                </a:cubicBezTo>
                <a:cubicBezTo>
                  <a:pt x="1277493" y="358643"/>
                  <a:pt x="1268391" y="343201"/>
                  <a:pt x="1258479" y="328333"/>
                </a:cubicBezTo>
                <a:lnTo>
                  <a:pt x="1184137" y="216821"/>
                </a:lnTo>
                <a:lnTo>
                  <a:pt x="1154401" y="172216"/>
                </a:lnTo>
                <a:lnTo>
                  <a:pt x="1139532" y="157347"/>
                </a:lnTo>
                <a:cubicBezTo>
                  <a:pt x="1131680" y="133791"/>
                  <a:pt x="1133700" y="133331"/>
                  <a:pt x="1117230" y="112743"/>
                </a:cubicBezTo>
                <a:cubicBezTo>
                  <a:pt x="1112852" y="107270"/>
                  <a:pt x="1106741" y="103347"/>
                  <a:pt x="1102362" y="97874"/>
                </a:cubicBezTo>
                <a:cubicBezTo>
                  <a:pt x="1096780" y="90897"/>
                  <a:pt x="1093811" y="81890"/>
                  <a:pt x="1087493" y="75572"/>
                </a:cubicBezTo>
                <a:cubicBezTo>
                  <a:pt x="1081175" y="69254"/>
                  <a:pt x="1072168" y="66285"/>
                  <a:pt x="1065191" y="60704"/>
                </a:cubicBezTo>
                <a:cubicBezTo>
                  <a:pt x="1046742" y="45944"/>
                  <a:pt x="1052667" y="41530"/>
                  <a:pt x="1028020" y="30967"/>
                </a:cubicBezTo>
                <a:cubicBezTo>
                  <a:pt x="1018629" y="26942"/>
                  <a:pt x="1008455" y="24502"/>
                  <a:pt x="998284" y="23533"/>
                </a:cubicBezTo>
                <a:cubicBezTo>
                  <a:pt x="956274" y="19532"/>
                  <a:pt x="914003" y="19002"/>
                  <a:pt x="871903" y="16099"/>
                </a:cubicBezTo>
                <a:cubicBezTo>
                  <a:pt x="842134" y="14046"/>
                  <a:pt x="812430" y="11143"/>
                  <a:pt x="782693" y="8665"/>
                </a:cubicBezTo>
                <a:cubicBezTo>
                  <a:pt x="774151" y="-16963"/>
                  <a:pt x="778976" y="22294"/>
                  <a:pt x="767825" y="2353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853DC85-7DE0-D27E-F931-C564D4CC248C}"/>
              </a:ext>
            </a:extLst>
          </p:cNvPr>
          <p:cNvSpPr/>
          <p:nvPr/>
        </p:nvSpPr>
        <p:spPr>
          <a:xfrm>
            <a:off x="3901186" y="3870836"/>
            <a:ext cx="1739591" cy="1843668"/>
          </a:xfrm>
          <a:custGeom>
            <a:avLst/>
            <a:gdLst>
              <a:gd name="connsiteX0" fmla="*/ 193288 w 1739591"/>
              <a:gd name="connsiteY0" fmla="*/ 89210 h 1843668"/>
              <a:gd name="connsiteX1" fmla="*/ 141249 w 1739591"/>
              <a:gd name="connsiteY1" fmla="*/ 133815 h 1843668"/>
              <a:gd name="connsiteX2" fmla="*/ 111513 w 1739591"/>
              <a:gd name="connsiteY2" fmla="*/ 178419 h 1843668"/>
              <a:gd name="connsiteX3" fmla="*/ 66908 w 1739591"/>
              <a:gd name="connsiteY3" fmla="*/ 237893 h 1843668"/>
              <a:gd name="connsiteX4" fmla="*/ 52039 w 1739591"/>
              <a:gd name="connsiteY4" fmla="*/ 282497 h 1843668"/>
              <a:gd name="connsiteX5" fmla="*/ 37171 w 1739591"/>
              <a:gd name="connsiteY5" fmla="*/ 304800 h 1843668"/>
              <a:gd name="connsiteX6" fmla="*/ 22303 w 1739591"/>
              <a:gd name="connsiteY6" fmla="*/ 349405 h 1843668"/>
              <a:gd name="connsiteX7" fmla="*/ 14869 w 1739591"/>
              <a:gd name="connsiteY7" fmla="*/ 371707 h 1843668"/>
              <a:gd name="connsiteX8" fmla="*/ 0 w 1739591"/>
              <a:gd name="connsiteY8" fmla="*/ 475785 h 1843668"/>
              <a:gd name="connsiteX9" fmla="*/ 7434 w 1739591"/>
              <a:gd name="connsiteY9" fmla="*/ 743415 h 1843668"/>
              <a:gd name="connsiteX10" fmla="*/ 14869 w 1739591"/>
              <a:gd name="connsiteY10" fmla="*/ 795454 h 1843668"/>
              <a:gd name="connsiteX11" fmla="*/ 29737 w 1739591"/>
              <a:gd name="connsiteY11" fmla="*/ 899532 h 1843668"/>
              <a:gd name="connsiteX12" fmla="*/ 44605 w 1739591"/>
              <a:gd name="connsiteY12" fmla="*/ 951571 h 1843668"/>
              <a:gd name="connsiteX13" fmla="*/ 52039 w 1739591"/>
              <a:gd name="connsiteY13" fmla="*/ 981307 h 1843668"/>
              <a:gd name="connsiteX14" fmla="*/ 66908 w 1739591"/>
              <a:gd name="connsiteY14" fmla="*/ 1122556 h 1843668"/>
              <a:gd name="connsiteX15" fmla="*/ 81776 w 1739591"/>
              <a:gd name="connsiteY15" fmla="*/ 1271239 h 1843668"/>
              <a:gd name="connsiteX16" fmla="*/ 96644 w 1739591"/>
              <a:gd name="connsiteY16" fmla="*/ 1330712 h 1843668"/>
              <a:gd name="connsiteX17" fmla="*/ 111513 w 1739591"/>
              <a:gd name="connsiteY17" fmla="*/ 1419922 h 1843668"/>
              <a:gd name="connsiteX18" fmla="*/ 126381 w 1739591"/>
              <a:gd name="connsiteY18" fmla="*/ 1449658 h 1843668"/>
              <a:gd name="connsiteX19" fmla="*/ 133815 w 1739591"/>
              <a:gd name="connsiteY19" fmla="*/ 1479395 h 1843668"/>
              <a:gd name="connsiteX20" fmla="*/ 148683 w 1739591"/>
              <a:gd name="connsiteY20" fmla="*/ 1524000 h 1843668"/>
              <a:gd name="connsiteX21" fmla="*/ 156117 w 1739591"/>
              <a:gd name="connsiteY21" fmla="*/ 1553736 h 1843668"/>
              <a:gd name="connsiteX22" fmla="*/ 170986 w 1739591"/>
              <a:gd name="connsiteY22" fmla="*/ 1598341 h 1843668"/>
              <a:gd name="connsiteX23" fmla="*/ 208156 w 1739591"/>
              <a:gd name="connsiteY23" fmla="*/ 1635512 h 1843668"/>
              <a:gd name="connsiteX24" fmla="*/ 230459 w 1739591"/>
              <a:gd name="connsiteY24" fmla="*/ 1665249 h 1843668"/>
              <a:gd name="connsiteX25" fmla="*/ 245327 w 1739591"/>
              <a:gd name="connsiteY25" fmla="*/ 1687551 h 1843668"/>
              <a:gd name="connsiteX26" fmla="*/ 267630 w 1739591"/>
              <a:gd name="connsiteY26" fmla="*/ 1702419 h 1843668"/>
              <a:gd name="connsiteX27" fmla="*/ 319669 w 1739591"/>
              <a:gd name="connsiteY27" fmla="*/ 1724722 h 1843668"/>
              <a:gd name="connsiteX28" fmla="*/ 341971 w 1739591"/>
              <a:gd name="connsiteY28" fmla="*/ 1747024 h 1843668"/>
              <a:gd name="connsiteX29" fmla="*/ 371708 w 1739591"/>
              <a:gd name="connsiteY29" fmla="*/ 1761893 h 1843668"/>
              <a:gd name="connsiteX30" fmla="*/ 416313 w 1739591"/>
              <a:gd name="connsiteY30" fmla="*/ 1776761 h 1843668"/>
              <a:gd name="connsiteX31" fmla="*/ 438615 w 1739591"/>
              <a:gd name="connsiteY31" fmla="*/ 1784195 h 1843668"/>
              <a:gd name="connsiteX32" fmla="*/ 483220 w 1739591"/>
              <a:gd name="connsiteY32" fmla="*/ 1799063 h 1843668"/>
              <a:gd name="connsiteX33" fmla="*/ 512956 w 1739591"/>
              <a:gd name="connsiteY33" fmla="*/ 1806497 h 1843668"/>
              <a:gd name="connsiteX34" fmla="*/ 594732 w 1739591"/>
              <a:gd name="connsiteY34" fmla="*/ 1828800 h 1843668"/>
              <a:gd name="connsiteX35" fmla="*/ 676508 w 1739591"/>
              <a:gd name="connsiteY35" fmla="*/ 1843668 h 1843668"/>
              <a:gd name="connsiteX36" fmla="*/ 1100254 w 1739591"/>
              <a:gd name="connsiteY36" fmla="*/ 1836234 h 1843668"/>
              <a:gd name="connsiteX37" fmla="*/ 1234069 w 1739591"/>
              <a:gd name="connsiteY37" fmla="*/ 1813932 h 1843668"/>
              <a:gd name="connsiteX38" fmla="*/ 1278674 w 1739591"/>
              <a:gd name="connsiteY38" fmla="*/ 1799063 h 1843668"/>
              <a:gd name="connsiteX39" fmla="*/ 1308410 w 1739591"/>
              <a:gd name="connsiteY39" fmla="*/ 1791629 h 1843668"/>
              <a:gd name="connsiteX40" fmla="*/ 1338147 w 1739591"/>
              <a:gd name="connsiteY40" fmla="*/ 1776761 h 1843668"/>
              <a:gd name="connsiteX41" fmla="*/ 1367883 w 1739591"/>
              <a:gd name="connsiteY41" fmla="*/ 1769327 h 1843668"/>
              <a:gd name="connsiteX42" fmla="*/ 1390186 w 1739591"/>
              <a:gd name="connsiteY42" fmla="*/ 1761893 h 1843668"/>
              <a:gd name="connsiteX43" fmla="*/ 1449659 w 1739591"/>
              <a:gd name="connsiteY43" fmla="*/ 1747024 h 1843668"/>
              <a:gd name="connsiteX44" fmla="*/ 1479395 w 1739591"/>
              <a:gd name="connsiteY44" fmla="*/ 1739590 h 1843668"/>
              <a:gd name="connsiteX45" fmla="*/ 1524000 w 1739591"/>
              <a:gd name="connsiteY45" fmla="*/ 1724722 h 1843668"/>
              <a:gd name="connsiteX46" fmla="*/ 1568605 w 1739591"/>
              <a:gd name="connsiteY46" fmla="*/ 1702419 h 1843668"/>
              <a:gd name="connsiteX47" fmla="*/ 1605776 w 1739591"/>
              <a:gd name="connsiteY47" fmla="*/ 1680117 h 1843668"/>
              <a:gd name="connsiteX48" fmla="*/ 1628078 w 1739591"/>
              <a:gd name="connsiteY48" fmla="*/ 1657815 h 1843668"/>
              <a:gd name="connsiteX49" fmla="*/ 1687552 w 1739591"/>
              <a:gd name="connsiteY49" fmla="*/ 1613210 h 1843668"/>
              <a:gd name="connsiteX50" fmla="*/ 1709854 w 1739591"/>
              <a:gd name="connsiteY50" fmla="*/ 1568605 h 1843668"/>
              <a:gd name="connsiteX51" fmla="*/ 1732156 w 1739591"/>
              <a:gd name="connsiteY51" fmla="*/ 1494263 h 1843668"/>
              <a:gd name="connsiteX52" fmla="*/ 1739591 w 1739591"/>
              <a:gd name="connsiteY52" fmla="*/ 1442224 h 1843668"/>
              <a:gd name="connsiteX53" fmla="*/ 1732156 w 1739591"/>
              <a:gd name="connsiteY53" fmla="*/ 1256371 h 1843668"/>
              <a:gd name="connsiteX54" fmla="*/ 1724722 w 1739591"/>
              <a:gd name="connsiteY54" fmla="*/ 1234068 h 1843668"/>
              <a:gd name="connsiteX55" fmla="*/ 1717288 w 1739591"/>
              <a:gd name="connsiteY55" fmla="*/ 1204332 h 1843668"/>
              <a:gd name="connsiteX56" fmla="*/ 1702420 w 1739591"/>
              <a:gd name="connsiteY56" fmla="*/ 1159727 h 1843668"/>
              <a:gd name="connsiteX57" fmla="*/ 1694986 w 1739591"/>
              <a:gd name="connsiteY57" fmla="*/ 1129990 h 1843668"/>
              <a:gd name="connsiteX58" fmla="*/ 1665249 w 1739591"/>
              <a:gd name="connsiteY58" fmla="*/ 1085385 h 1843668"/>
              <a:gd name="connsiteX59" fmla="*/ 1650381 w 1739591"/>
              <a:gd name="connsiteY59" fmla="*/ 1063083 h 1843668"/>
              <a:gd name="connsiteX60" fmla="*/ 1620644 w 1739591"/>
              <a:gd name="connsiteY60" fmla="*/ 1048215 h 1843668"/>
              <a:gd name="connsiteX61" fmla="*/ 1605776 w 1739591"/>
              <a:gd name="connsiteY61" fmla="*/ 1025912 h 1843668"/>
              <a:gd name="connsiteX62" fmla="*/ 1583474 w 1739591"/>
              <a:gd name="connsiteY62" fmla="*/ 1011044 h 1843668"/>
              <a:gd name="connsiteX63" fmla="*/ 1568605 w 1739591"/>
              <a:gd name="connsiteY63" fmla="*/ 996176 h 1843668"/>
              <a:gd name="connsiteX64" fmla="*/ 1546303 w 1739591"/>
              <a:gd name="connsiteY64" fmla="*/ 981307 h 1843668"/>
              <a:gd name="connsiteX65" fmla="*/ 1531434 w 1739591"/>
              <a:gd name="connsiteY65" fmla="*/ 966439 h 1843668"/>
              <a:gd name="connsiteX66" fmla="*/ 1509132 w 1739591"/>
              <a:gd name="connsiteY66" fmla="*/ 951571 h 1843668"/>
              <a:gd name="connsiteX67" fmla="*/ 1471961 w 1739591"/>
              <a:gd name="connsiteY67" fmla="*/ 914400 h 1843668"/>
              <a:gd name="connsiteX68" fmla="*/ 1457093 w 1739591"/>
              <a:gd name="connsiteY68" fmla="*/ 892097 h 1843668"/>
              <a:gd name="connsiteX69" fmla="*/ 1427356 w 1739591"/>
              <a:gd name="connsiteY69" fmla="*/ 869795 h 1843668"/>
              <a:gd name="connsiteX70" fmla="*/ 1390186 w 1739591"/>
              <a:gd name="connsiteY70" fmla="*/ 832624 h 1843668"/>
              <a:gd name="connsiteX71" fmla="*/ 1345581 w 1739591"/>
              <a:gd name="connsiteY71" fmla="*/ 817756 h 1843668"/>
              <a:gd name="connsiteX72" fmla="*/ 1300976 w 1739591"/>
              <a:gd name="connsiteY72" fmla="*/ 795454 h 1843668"/>
              <a:gd name="connsiteX73" fmla="*/ 1263805 w 1739591"/>
              <a:gd name="connsiteY73" fmla="*/ 765717 h 1843668"/>
              <a:gd name="connsiteX74" fmla="*/ 1234069 w 1739591"/>
              <a:gd name="connsiteY74" fmla="*/ 750849 h 1843668"/>
              <a:gd name="connsiteX75" fmla="*/ 1189464 w 1739591"/>
              <a:gd name="connsiteY75" fmla="*/ 728546 h 1843668"/>
              <a:gd name="connsiteX76" fmla="*/ 1174595 w 1739591"/>
              <a:gd name="connsiteY76" fmla="*/ 713678 h 1843668"/>
              <a:gd name="connsiteX77" fmla="*/ 1122556 w 1739591"/>
              <a:gd name="connsiteY77" fmla="*/ 669073 h 1843668"/>
              <a:gd name="connsiteX78" fmla="*/ 1063083 w 1739591"/>
              <a:gd name="connsiteY78" fmla="*/ 579863 h 1843668"/>
              <a:gd name="connsiteX79" fmla="*/ 1048215 w 1739591"/>
              <a:gd name="connsiteY79" fmla="*/ 557561 h 1843668"/>
              <a:gd name="connsiteX80" fmla="*/ 1011044 w 1739591"/>
              <a:gd name="connsiteY80" fmla="*/ 520390 h 1843668"/>
              <a:gd name="connsiteX81" fmla="*/ 996176 w 1739591"/>
              <a:gd name="connsiteY81" fmla="*/ 490654 h 1843668"/>
              <a:gd name="connsiteX82" fmla="*/ 973874 w 1739591"/>
              <a:gd name="connsiteY82" fmla="*/ 475785 h 1843668"/>
              <a:gd name="connsiteX83" fmla="*/ 921834 w 1739591"/>
              <a:gd name="connsiteY83" fmla="*/ 423746 h 1843668"/>
              <a:gd name="connsiteX84" fmla="*/ 899532 w 1739591"/>
              <a:gd name="connsiteY84" fmla="*/ 401444 h 1843668"/>
              <a:gd name="connsiteX85" fmla="*/ 877230 w 1739591"/>
              <a:gd name="connsiteY85" fmla="*/ 379141 h 1843668"/>
              <a:gd name="connsiteX86" fmla="*/ 869795 w 1739591"/>
              <a:gd name="connsiteY86" fmla="*/ 356839 h 1843668"/>
              <a:gd name="connsiteX87" fmla="*/ 847493 w 1739591"/>
              <a:gd name="connsiteY87" fmla="*/ 334536 h 1843668"/>
              <a:gd name="connsiteX88" fmla="*/ 832625 w 1739591"/>
              <a:gd name="connsiteY88" fmla="*/ 312234 h 1843668"/>
              <a:gd name="connsiteX89" fmla="*/ 817756 w 1739591"/>
              <a:gd name="connsiteY89" fmla="*/ 297366 h 1843668"/>
              <a:gd name="connsiteX90" fmla="*/ 788020 w 1739591"/>
              <a:gd name="connsiteY90" fmla="*/ 252761 h 1843668"/>
              <a:gd name="connsiteX91" fmla="*/ 758283 w 1739591"/>
              <a:gd name="connsiteY91" fmla="*/ 208156 h 1843668"/>
              <a:gd name="connsiteX92" fmla="*/ 721113 w 1739591"/>
              <a:gd name="connsiteY92" fmla="*/ 156117 h 1843668"/>
              <a:gd name="connsiteX93" fmla="*/ 698810 w 1739591"/>
              <a:gd name="connsiteY93" fmla="*/ 141249 h 1843668"/>
              <a:gd name="connsiteX94" fmla="*/ 683942 w 1739591"/>
              <a:gd name="connsiteY94" fmla="*/ 126380 h 1843668"/>
              <a:gd name="connsiteX95" fmla="*/ 617034 w 1739591"/>
              <a:gd name="connsiteY95" fmla="*/ 89210 h 1843668"/>
              <a:gd name="connsiteX96" fmla="*/ 579864 w 1739591"/>
              <a:gd name="connsiteY96" fmla="*/ 66907 h 1843668"/>
              <a:gd name="connsiteX97" fmla="*/ 564995 w 1739591"/>
              <a:gd name="connsiteY97" fmla="*/ 52039 h 1843668"/>
              <a:gd name="connsiteX98" fmla="*/ 542693 w 1739591"/>
              <a:gd name="connsiteY98" fmla="*/ 37171 h 1843668"/>
              <a:gd name="connsiteX99" fmla="*/ 527825 w 1739591"/>
              <a:gd name="connsiteY99" fmla="*/ 22302 h 1843668"/>
              <a:gd name="connsiteX100" fmla="*/ 453483 w 1739591"/>
              <a:gd name="connsiteY100" fmla="*/ 0 h 1843668"/>
              <a:gd name="connsiteX101" fmla="*/ 341971 w 1739591"/>
              <a:gd name="connsiteY101" fmla="*/ 14868 h 1843668"/>
              <a:gd name="connsiteX102" fmla="*/ 319669 w 1739591"/>
              <a:gd name="connsiteY102" fmla="*/ 29736 h 1843668"/>
              <a:gd name="connsiteX103" fmla="*/ 304800 w 1739591"/>
              <a:gd name="connsiteY103" fmla="*/ 44605 h 1843668"/>
              <a:gd name="connsiteX104" fmla="*/ 260195 w 1739591"/>
              <a:gd name="connsiteY104" fmla="*/ 59473 h 1843668"/>
              <a:gd name="connsiteX105" fmla="*/ 237893 w 1739591"/>
              <a:gd name="connsiteY105" fmla="*/ 66907 h 1843668"/>
              <a:gd name="connsiteX106" fmla="*/ 193288 w 1739591"/>
              <a:gd name="connsiteY106" fmla="*/ 89210 h 184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9591" h="1843668">
                <a:moveTo>
                  <a:pt x="193288" y="89210"/>
                </a:moveTo>
                <a:cubicBezTo>
                  <a:pt x="175942" y="104078"/>
                  <a:pt x="156687" y="116974"/>
                  <a:pt x="141249" y="133815"/>
                </a:cubicBezTo>
                <a:cubicBezTo>
                  <a:pt x="129174" y="146987"/>
                  <a:pt x="124148" y="165784"/>
                  <a:pt x="111513" y="178419"/>
                </a:cubicBezTo>
                <a:cubicBezTo>
                  <a:pt x="93900" y="196032"/>
                  <a:pt x="75315" y="212672"/>
                  <a:pt x="66908" y="237893"/>
                </a:cubicBezTo>
                <a:cubicBezTo>
                  <a:pt x="61952" y="252761"/>
                  <a:pt x="60732" y="269457"/>
                  <a:pt x="52039" y="282497"/>
                </a:cubicBezTo>
                <a:cubicBezTo>
                  <a:pt x="47083" y="289931"/>
                  <a:pt x="40800" y="296635"/>
                  <a:pt x="37171" y="304800"/>
                </a:cubicBezTo>
                <a:cubicBezTo>
                  <a:pt x="30806" y="319122"/>
                  <a:pt x="27259" y="334537"/>
                  <a:pt x="22303" y="349405"/>
                </a:cubicBezTo>
                <a:cubicBezTo>
                  <a:pt x="19825" y="356839"/>
                  <a:pt x="16406" y="364023"/>
                  <a:pt x="14869" y="371707"/>
                </a:cubicBezTo>
                <a:cubicBezTo>
                  <a:pt x="3033" y="430882"/>
                  <a:pt x="8829" y="396320"/>
                  <a:pt x="0" y="475785"/>
                </a:cubicBezTo>
                <a:cubicBezTo>
                  <a:pt x="2478" y="564995"/>
                  <a:pt x="3287" y="654267"/>
                  <a:pt x="7434" y="743415"/>
                </a:cubicBezTo>
                <a:cubicBezTo>
                  <a:pt x="8248" y="760919"/>
                  <a:pt x="12553" y="778085"/>
                  <a:pt x="14869" y="795454"/>
                </a:cubicBezTo>
                <a:cubicBezTo>
                  <a:pt x="20352" y="836571"/>
                  <a:pt x="21901" y="860354"/>
                  <a:pt x="29737" y="899532"/>
                </a:cubicBezTo>
                <a:cubicBezTo>
                  <a:pt x="37482" y="938259"/>
                  <a:pt x="35159" y="918510"/>
                  <a:pt x="44605" y="951571"/>
                </a:cubicBezTo>
                <a:cubicBezTo>
                  <a:pt x="47412" y="961395"/>
                  <a:pt x="49561" y="971395"/>
                  <a:pt x="52039" y="981307"/>
                </a:cubicBezTo>
                <a:cubicBezTo>
                  <a:pt x="73162" y="1213634"/>
                  <a:pt x="47408" y="940557"/>
                  <a:pt x="66908" y="1122556"/>
                </a:cubicBezTo>
                <a:cubicBezTo>
                  <a:pt x="72214" y="1172081"/>
                  <a:pt x="69696" y="1222918"/>
                  <a:pt x="81776" y="1271239"/>
                </a:cubicBezTo>
                <a:cubicBezTo>
                  <a:pt x="86732" y="1291063"/>
                  <a:pt x="93754" y="1310483"/>
                  <a:pt x="96644" y="1330712"/>
                </a:cubicBezTo>
                <a:cubicBezTo>
                  <a:pt x="98329" y="1342507"/>
                  <a:pt x="106076" y="1403610"/>
                  <a:pt x="111513" y="1419922"/>
                </a:cubicBezTo>
                <a:cubicBezTo>
                  <a:pt x="115018" y="1430435"/>
                  <a:pt x="121425" y="1439746"/>
                  <a:pt x="126381" y="1449658"/>
                </a:cubicBezTo>
                <a:cubicBezTo>
                  <a:pt x="128859" y="1459570"/>
                  <a:pt x="130879" y="1469609"/>
                  <a:pt x="133815" y="1479395"/>
                </a:cubicBezTo>
                <a:cubicBezTo>
                  <a:pt x="138318" y="1494407"/>
                  <a:pt x="144882" y="1508795"/>
                  <a:pt x="148683" y="1524000"/>
                </a:cubicBezTo>
                <a:cubicBezTo>
                  <a:pt x="151161" y="1533912"/>
                  <a:pt x="153181" y="1543950"/>
                  <a:pt x="156117" y="1553736"/>
                </a:cubicBezTo>
                <a:cubicBezTo>
                  <a:pt x="160621" y="1568748"/>
                  <a:pt x="159904" y="1587259"/>
                  <a:pt x="170986" y="1598341"/>
                </a:cubicBezTo>
                <a:cubicBezTo>
                  <a:pt x="183376" y="1610731"/>
                  <a:pt x="197643" y="1621494"/>
                  <a:pt x="208156" y="1635512"/>
                </a:cubicBezTo>
                <a:cubicBezTo>
                  <a:pt x="215590" y="1645424"/>
                  <a:pt x="223257" y="1655166"/>
                  <a:pt x="230459" y="1665249"/>
                </a:cubicBezTo>
                <a:cubicBezTo>
                  <a:pt x="235652" y="1672519"/>
                  <a:pt x="239009" y="1681233"/>
                  <a:pt x="245327" y="1687551"/>
                </a:cubicBezTo>
                <a:cubicBezTo>
                  <a:pt x="251645" y="1693869"/>
                  <a:pt x="259872" y="1697986"/>
                  <a:pt x="267630" y="1702419"/>
                </a:cubicBezTo>
                <a:cubicBezTo>
                  <a:pt x="293357" y="1717120"/>
                  <a:pt x="294644" y="1716381"/>
                  <a:pt x="319669" y="1724722"/>
                </a:cubicBezTo>
                <a:cubicBezTo>
                  <a:pt x="327103" y="1732156"/>
                  <a:pt x="333416" y="1740913"/>
                  <a:pt x="341971" y="1747024"/>
                </a:cubicBezTo>
                <a:cubicBezTo>
                  <a:pt x="350989" y="1753466"/>
                  <a:pt x="361418" y="1757777"/>
                  <a:pt x="371708" y="1761893"/>
                </a:cubicBezTo>
                <a:cubicBezTo>
                  <a:pt x="386260" y="1767714"/>
                  <a:pt x="401445" y="1771805"/>
                  <a:pt x="416313" y="1776761"/>
                </a:cubicBezTo>
                <a:lnTo>
                  <a:pt x="438615" y="1784195"/>
                </a:lnTo>
                <a:lnTo>
                  <a:pt x="483220" y="1799063"/>
                </a:lnTo>
                <a:cubicBezTo>
                  <a:pt x="493132" y="1801541"/>
                  <a:pt x="503132" y="1803690"/>
                  <a:pt x="512956" y="1806497"/>
                </a:cubicBezTo>
                <a:cubicBezTo>
                  <a:pt x="562805" y="1820740"/>
                  <a:pt x="506376" y="1811129"/>
                  <a:pt x="594732" y="1828800"/>
                </a:cubicBezTo>
                <a:cubicBezTo>
                  <a:pt x="646684" y="1839190"/>
                  <a:pt x="619439" y="1834157"/>
                  <a:pt x="676508" y="1843668"/>
                </a:cubicBezTo>
                <a:lnTo>
                  <a:pt x="1100254" y="1836234"/>
                </a:lnTo>
                <a:cubicBezTo>
                  <a:pt x="1125745" y="1835450"/>
                  <a:pt x="1214840" y="1820342"/>
                  <a:pt x="1234069" y="1813932"/>
                </a:cubicBezTo>
                <a:cubicBezTo>
                  <a:pt x="1248937" y="1808976"/>
                  <a:pt x="1263469" y="1802864"/>
                  <a:pt x="1278674" y="1799063"/>
                </a:cubicBezTo>
                <a:cubicBezTo>
                  <a:pt x="1288586" y="1796585"/>
                  <a:pt x="1298843" y="1795216"/>
                  <a:pt x="1308410" y="1791629"/>
                </a:cubicBezTo>
                <a:cubicBezTo>
                  <a:pt x="1318787" y="1787738"/>
                  <a:pt x="1327770" y="1780652"/>
                  <a:pt x="1338147" y="1776761"/>
                </a:cubicBezTo>
                <a:cubicBezTo>
                  <a:pt x="1347714" y="1773174"/>
                  <a:pt x="1358059" y="1772134"/>
                  <a:pt x="1367883" y="1769327"/>
                </a:cubicBezTo>
                <a:cubicBezTo>
                  <a:pt x="1375418" y="1767174"/>
                  <a:pt x="1382626" y="1763955"/>
                  <a:pt x="1390186" y="1761893"/>
                </a:cubicBezTo>
                <a:cubicBezTo>
                  <a:pt x="1409900" y="1756516"/>
                  <a:pt x="1429835" y="1751980"/>
                  <a:pt x="1449659" y="1747024"/>
                </a:cubicBezTo>
                <a:cubicBezTo>
                  <a:pt x="1459571" y="1744546"/>
                  <a:pt x="1469702" y="1742821"/>
                  <a:pt x="1479395" y="1739590"/>
                </a:cubicBezTo>
                <a:cubicBezTo>
                  <a:pt x="1494263" y="1734634"/>
                  <a:pt x="1510959" y="1733415"/>
                  <a:pt x="1524000" y="1724722"/>
                </a:cubicBezTo>
                <a:cubicBezTo>
                  <a:pt x="1552823" y="1705507"/>
                  <a:pt x="1537827" y="1712680"/>
                  <a:pt x="1568605" y="1702419"/>
                </a:cubicBezTo>
                <a:cubicBezTo>
                  <a:pt x="1614916" y="1656111"/>
                  <a:pt x="1547867" y="1718723"/>
                  <a:pt x="1605776" y="1680117"/>
                </a:cubicBezTo>
                <a:cubicBezTo>
                  <a:pt x="1614524" y="1674285"/>
                  <a:pt x="1619779" y="1664270"/>
                  <a:pt x="1628078" y="1657815"/>
                </a:cubicBezTo>
                <a:cubicBezTo>
                  <a:pt x="1703740" y="1598966"/>
                  <a:pt x="1650153" y="1650607"/>
                  <a:pt x="1687552" y="1613210"/>
                </a:cubicBezTo>
                <a:cubicBezTo>
                  <a:pt x="1714663" y="1531873"/>
                  <a:pt x="1671426" y="1655069"/>
                  <a:pt x="1709854" y="1568605"/>
                </a:cubicBezTo>
                <a:cubicBezTo>
                  <a:pt x="1715823" y="1555174"/>
                  <a:pt x="1728829" y="1512562"/>
                  <a:pt x="1732156" y="1494263"/>
                </a:cubicBezTo>
                <a:cubicBezTo>
                  <a:pt x="1735291" y="1477023"/>
                  <a:pt x="1737113" y="1459570"/>
                  <a:pt x="1739591" y="1442224"/>
                </a:cubicBezTo>
                <a:cubicBezTo>
                  <a:pt x="1737113" y="1380273"/>
                  <a:pt x="1736574" y="1318214"/>
                  <a:pt x="1732156" y="1256371"/>
                </a:cubicBezTo>
                <a:cubicBezTo>
                  <a:pt x="1731598" y="1248554"/>
                  <a:pt x="1726875" y="1241603"/>
                  <a:pt x="1724722" y="1234068"/>
                </a:cubicBezTo>
                <a:cubicBezTo>
                  <a:pt x="1721915" y="1224244"/>
                  <a:pt x="1720224" y="1214118"/>
                  <a:pt x="1717288" y="1204332"/>
                </a:cubicBezTo>
                <a:cubicBezTo>
                  <a:pt x="1712785" y="1189320"/>
                  <a:pt x="1706221" y="1174932"/>
                  <a:pt x="1702420" y="1159727"/>
                </a:cubicBezTo>
                <a:cubicBezTo>
                  <a:pt x="1699942" y="1149815"/>
                  <a:pt x="1699555" y="1139129"/>
                  <a:pt x="1694986" y="1129990"/>
                </a:cubicBezTo>
                <a:cubicBezTo>
                  <a:pt x="1686994" y="1114007"/>
                  <a:pt x="1675161" y="1100253"/>
                  <a:pt x="1665249" y="1085385"/>
                </a:cubicBezTo>
                <a:cubicBezTo>
                  <a:pt x="1660293" y="1077951"/>
                  <a:pt x="1658372" y="1067079"/>
                  <a:pt x="1650381" y="1063083"/>
                </a:cubicBezTo>
                <a:lnTo>
                  <a:pt x="1620644" y="1048215"/>
                </a:lnTo>
                <a:cubicBezTo>
                  <a:pt x="1615688" y="1040781"/>
                  <a:pt x="1612094" y="1032230"/>
                  <a:pt x="1605776" y="1025912"/>
                </a:cubicBezTo>
                <a:cubicBezTo>
                  <a:pt x="1599458" y="1019594"/>
                  <a:pt x="1590451" y="1016625"/>
                  <a:pt x="1583474" y="1011044"/>
                </a:cubicBezTo>
                <a:cubicBezTo>
                  <a:pt x="1578001" y="1006666"/>
                  <a:pt x="1574078" y="1000555"/>
                  <a:pt x="1568605" y="996176"/>
                </a:cubicBezTo>
                <a:cubicBezTo>
                  <a:pt x="1561628" y="990594"/>
                  <a:pt x="1553280" y="986889"/>
                  <a:pt x="1546303" y="981307"/>
                </a:cubicBezTo>
                <a:cubicBezTo>
                  <a:pt x="1540830" y="976928"/>
                  <a:pt x="1536907" y="970817"/>
                  <a:pt x="1531434" y="966439"/>
                </a:cubicBezTo>
                <a:cubicBezTo>
                  <a:pt x="1524457" y="960858"/>
                  <a:pt x="1515856" y="957454"/>
                  <a:pt x="1509132" y="951571"/>
                </a:cubicBezTo>
                <a:cubicBezTo>
                  <a:pt x="1495945" y="940032"/>
                  <a:pt x="1481680" y="928980"/>
                  <a:pt x="1471961" y="914400"/>
                </a:cubicBezTo>
                <a:cubicBezTo>
                  <a:pt x="1467005" y="906966"/>
                  <a:pt x="1463411" y="898415"/>
                  <a:pt x="1457093" y="892097"/>
                </a:cubicBezTo>
                <a:cubicBezTo>
                  <a:pt x="1448332" y="883336"/>
                  <a:pt x="1436617" y="878027"/>
                  <a:pt x="1427356" y="869795"/>
                </a:cubicBezTo>
                <a:cubicBezTo>
                  <a:pt x="1414260" y="858154"/>
                  <a:pt x="1406809" y="838165"/>
                  <a:pt x="1390186" y="832624"/>
                </a:cubicBezTo>
                <a:cubicBezTo>
                  <a:pt x="1375318" y="827668"/>
                  <a:pt x="1358622" y="826449"/>
                  <a:pt x="1345581" y="817756"/>
                </a:cubicBezTo>
                <a:cubicBezTo>
                  <a:pt x="1316758" y="798541"/>
                  <a:pt x="1331754" y="805713"/>
                  <a:pt x="1300976" y="795454"/>
                </a:cubicBezTo>
                <a:cubicBezTo>
                  <a:pt x="1284693" y="779170"/>
                  <a:pt x="1285690" y="778223"/>
                  <a:pt x="1263805" y="765717"/>
                </a:cubicBezTo>
                <a:cubicBezTo>
                  <a:pt x="1254183" y="760219"/>
                  <a:pt x="1243691" y="756347"/>
                  <a:pt x="1234069" y="750849"/>
                </a:cubicBezTo>
                <a:cubicBezTo>
                  <a:pt x="1193716" y="727790"/>
                  <a:pt x="1230354" y="742176"/>
                  <a:pt x="1189464" y="728546"/>
                </a:cubicBezTo>
                <a:cubicBezTo>
                  <a:pt x="1184508" y="723590"/>
                  <a:pt x="1180068" y="718056"/>
                  <a:pt x="1174595" y="713678"/>
                </a:cubicBezTo>
                <a:cubicBezTo>
                  <a:pt x="1150575" y="694462"/>
                  <a:pt x="1143006" y="699749"/>
                  <a:pt x="1122556" y="669073"/>
                </a:cubicBezTo>
                <a:lnTo>
                  <a:pt x="1063083" y="579863"/>
                </a:lnTo>
                <a:cubicBezTo>
                  <a:pt x="1058127" y="572429"/>
                  <a:pt x="1054533" y="563879"/>
                  <a:pt x="1048215" y="557561"/>
                </a:cubicBezTo>
                <a:lnTo>
                  <a:pt x="1011044" y="520390"/>
                </a:lnTo>
                <a:cubicBezTo>
                  <a:pt x="1006088" y="510478"/>
                  <a:pt x="1003270" y="499167"/>
                  <a:pt x="996176" y="490654"/>
                </a:cubicBezTo>
                <a:cubicBezTo>
                  <a:pt x="990456" y="483790"/>
                  <a:pt x="980598" y="481669"/>
                  <a:pt x="973874" y="475785"/>
                </a:cubicBezTo>
                <a:cubicBezTo>
                  <a:pt x="973865" y="475777"/>
                  <a:pt x="932245" y="434157"/>
                  <a:pt x="921834" y="423746"/>
                </a:cubicBezTo>
                <a:lnTo>
                  <a:pt x="899532" y="401444"/>
                </a:lnTo>
                <a:lnTo>
                  <a:pt x="877230" y="379141"/>
                </a:lnTo>
                <a:cubicBezTo>
                  <a:pt x="874752" y="371707"/>
                  <a:pt x="874142" y="363359"/>
                  <a:pt x="869795" y="356839"/>
                </a:cubicBezTo>
                <a:cubicBezTo>
                  <a:pt x="863963" y="348091"/>
                  <a:pt x="854223" y="342613"/>
                  <a:pt x="847493" y="334536"/>
                </a:cubicBezTo>
                <a:cubicBezTo>
                  <a:pt x="841773" y="327672"/>
                  <a:pt x="838206" y="319211"/>
                  <a:pt x="832625" y="312234"/>
                </a:cubicBezTo>
                <a:cubicBezTo>
                  <a:pt x="828246" y="306761"/>
                  <a:pt x="821961" y="302973"/>
                  <a:pt x="817756" y="297366"/>
                </a:cubicBezTo>
                <a:cubicBezTo>
                  <a:pt x="807034" y="283071"/>
                  <a:pt x="797932" y="267629"/>
                  <a:pt x="788020" y="252761"/>
                </a:cubicBezTo>
                <a:lnTo>
                  <a:pt x="758283" y="208156"/>
                </a:lnTo>
                <a:cubicBezTo>
                  <a:pt x="749841" y="195494"/>
                  <a:pt x="730333" y="165337"/>
                  <a:pt x="721113" y="156117"/>
                </a:cubicBezTo>
                <a:cubicBezTo>
                  <a:pt x="714795" y="149799"/>
                  <a:pt x="705787" y="146831"/>
                  <a:pt x="698810" y="141249"/>
                </a:cubicBezTo>
                <a:cubicBezTo>
                  <a:pt x="693337" y="136870"/>
                  <a:pt x="689549" y="130585"/>
                  <a:pt x="683942" y="126380"/>
                </a:cubicBezTo>
                <a:cubicBezTo>
                  <a:pt x="643044" y="95706"/>
                  <a:pt x="651805" y="100800"/>
                  <a:pt x="617034" y="89210"/>
                </a:cubicBezTo>
                <a:cubicBezTo>
                  <a:pt x="579366" y="51539"/>
                  <a:pt x="628111" y="95855"/>
                  <a:pt x="579864" y="66907"/>
                </a:cubicBezTo>
                <a:cubicBezTo>
                  <a:pt x="573854" y="63301"/>
                  <a:pt x="570468" y="56417"/>
                  <a:pt x="564995" y="52039"/>
                </a:cubicBezTo>
                <a:cubicBezTo>
                  <a:pt x="558018" y="46458"/>
                  <a:pt x="549670" y="42752"/>
                  <a:pt x="542693" y="37171"/>
                </a:cubicBezTo>
                <a:cubicBezTo>
                  <a:pt x="537220" y="32792"/>
                  <a:pt x="534094" y="25437"/>
                  <a:pt x="527825" y="22302"/>
                </a:cubicBezTo>
                <a:cubicBezTo>
                  <a:pt x="509727" y="13253"/>
                  <a:pt x="474825" y="5335"/>
                  <a:pt x="453483" y="0"/>
                </a:cubicBezTo>
                <a:cubicBezTo>
                  <a:pt x="433555" y="1661"/>
                  <a:pt x="372337" y="-315"/>
                  <a:pt x="341971" y="14868"/>
                </a:cubicBezTo>
                <a:cubicBezTo>
                  <a:pt x="333980" y="18864"/>
                  <a:pt x="326646" y="24155"/>
                  <a:pt x="319669" y="29736"/>
                </a:cubicBezTo>
                <a:cubicBezTo>
                  <a:pt x="314196" y="34115"/>
                  <a:pt x="311069" y="41470"/>
                  <a:pt x="304800" y="44605"/>
                </a:cubicBezTo>
                <a:cubicBezTo>
                  <a:pt x="290782" y="51614"/>
                  <a:pt x="275063" y="54517"/>
                  <a:pt x="260195" y="59473"/>
                </a:cubicBezTo>
                <a:lnTo>
                  <a:pt x="237893" y="66907"/>
                </a:lnTo>
                <a:lnTo>
                  <a:pt x="193288" y="89210"/>
                </a:ln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5B5CD4C-0E9E-103B-095C-9B82948AF1BD}"/>
              </a:ext>
            </a:extLst>
          </p:cNvPr>
          <p:cNvSpPr/>
          <p:nvPr/>
        </p:nvSpPr>
        <p:spPr>
          <a:xfrm>
            <a:off x="3893752" y="3285154"/>
            <a:ext cx="1791629" cy="2421916"/>
          </a:xfrm>
          <a:custGeom>
            <a:avLst/>
            <a:gdLst>
              <a:gd name="connsiteX0" fmla="*/ 1464527 w 1791629"/>
              <a:gd name="connsiteY0" fmla="*/ 13253 h 2421916"/>
              <a:gd name="connsiteX1" fmla="*/ 1412488 w 1791629"/>
              <a:gd name="connsiteY1" fmla="*/ 20687 h 2421916"/>
              <a:gd name="connsiteX2" fmla="*/ 1353015 w 1791629"/>
              <a:gd name="connsiteY2" fmla="*/ 35555 h 2421916"/>
              <a:gd name="connsiteX3" fmla="*/ 1263805 w 1791629"/>
              <a:gd name="connsiteY3" fmla="*/ 50423 h 2421916"/>
              <a:gd name="connsiteX4" fmla="*/ 1226634 w 1791629"/>
              <a:gd name="connsiteY4" fmla="*/ 57858 h 2421916"/>
              <a:gd name="connsiteX5" fmla="*/ 1182029 w 1791629"/>
              <a:gd name="connsiteY5" fmla="*/ 72726 h 2421916"/>
              <a:gd name="connsiteX6" fmla="*/ 1159727 w 1791629"/>
              <a:gd name="connsiteY6" fmla="*/ 80160 h 2421916"/>
              <a:gd name="connsiteX7" fmla="*/ 1115122 w 1791629"/>
              <a:gd name="connsiteY7" fmla="*/ 102462 h 2421916"/>
              <a:gd name="connsiteX8" fmla="*/ 1055649 w 1791629"/>
              <a:gd name="connsiteY8" fmla="*/ 147067 h 2421916"/>
              <a:gd name="connsiteX9" fmla="*/ 1033347 w 1791629"/>
              <a:gd name="connsiteY9" fmla="*/ 154501 h 2421916"/>
              <a:gd name="connsiteX10" fmla="*/ 988742 w 1791629"/>
              <a:gd name="connsiteY10" fmla="*/ 176804 h 2421916"/>
              <a:gd name="connsiteX11" fmla="*/ 944137 w 1791629"/>
              <a:gd name="connsiteY11" fmla="*/ 199106 h 2421916"/>
              <a:gd name="connsiteX12" fmla="*/ 877229 w 1791629"/>
              <a:gd name="connsiteY12" fmla="*/ 228843 h 2421916"/>
              <a:gd name="connsiteX13" fmla="*/ 854927 w 1791629"/>
              <a:gd name="connsiteY13" fmla="*/ 236277 h 2421916"/>
              <a:gd name="connsiteX14" fmla="*/ 810322 w 1791629"/>
              <a:gd name="connsiteY14" fmla="*/ 258579 h 2421916"/>
              <a:gd name="connsiteX15" fmla="*/ 773151 w 1791629"/>
              <a:gd name="connsiteY15" fmla="*/ 280882 h 2421916"/>
              <a:gd name="connsiteX16" fmla="*/ 728547 w 1791629"/>
              <a:gd name="connsiteY16" fmla="*/ 303184 h 2421916"/>
              <a:gd name="connsiteX17" fmla="*/ 706244 w 1791629"/>
              <a:gd name="connsiteY17" fmla="*/ 318053 h 2421916"/>
              <a:gd name="connsiteX18" fmla="*/ 669073 w 1791629"/>
              <a:gd name="connsiteY18" fmla="*/ 325487 h 2421916"/>
              <a:gd name="connsiteX19" fmla="*/ 587298 w 1791629"/>
              <a:gd name="connsiteY19" fmla="*/ 340355 h 2421916"/>
              <a:gd name="connsiteX20" fmla="*/ 542693 w 1791629"/>
              <a:gd name="connsiteY20" fmla="*/ 384960 h 2421916"/>
              <a:gd name="connsiteX21" fmla="*/ 520390 w 1791629"/>
              <a:gd name="connsiteY21" fmla="*/ 414697 h 2421916"/>
              <a:gd name="connsiteX22" fmla="*/ 498088 w 1791629"/>
              <a:gd name="connsiteY22" fmla="*/ 429565 h 2421916"/>
              <a:gd name="connsiteX23" fmla="*/ 453483 w 1791629"/>
              <a:gd name="connsiteY23" fmla="*/ 474170 h 2421916"/>
              <a:gd name="connsiteX24" fmla="*/ 431181 w 1791629"/>
              <a:gd name="connsiteY24" fmla="*/ 496472 h 2421916"/>
              <a:gd name="connsiteX25" fmla="*/ 401444 w 1791629"/>
              <a:gd name="connsiteY25" fmla="*/ 511340 h 2421916"/>
              <a:gd name="connsiteX26" fmla="*/ 386576 w 1791629"/>
              <a:gd name="connsiteY26" fmla="*/ 526209 h 2421916"/>
              <a:gd name="connsiteX27" fmla="*/ 364273 w 1791629"/>
              <a:gd name="connsiteY27" fmla="*/ 533643 h 2421916"/>
              <a:gd name="connsiteX28" fmla="*/ 341971 w 1791629"/>
              <a:gd name="connsiteY28" fmla="*/ 548511 h 2421916"/>
              <a:gd name="connsiteX29" fmla="*/ 327103 w 1791629"/>
              <a:gd name="connsiteY29" fmla="*/ 570814 h 2421916"/>
              <a:gd name="connsiteX30" fmla="*/ 260195 w 1791629"/>
              <a:gd name="connsiteY30" fmla="*/ 600550 h 2421916"/>
              <a:gd name="connsiteX31" fmla="*/ 237893 w 1791629"/>
              <a:gd name="connsiteY31" fmla="*/ 607984 h 2421916"/>
              <a:gd name="connsiteX32" fmla="*/ 223025 w 1791629"/>
              <a:gd name="connsiteY32" fmla="*/ 622853 h 2421916"/>
              <a:gd name="connsiteX33" fmla="*/ 178420 w 1791629"/>
              <a:gd name="connsiteY33" fmla="*/ 645155 h 2421916"/>
              <a:gd name="connsiteX34" fmla="*/ 148683 w 1791629"/>
              <a:gd name="connsiteY34" fmla="*/ 674892 h 2421916"/>
              <a:gd name="connsiteX35" fmla="*/ 133815 w 1791629"/>
              <a:gd name="connsiteY35" fmla="*/ 697194 h 2421916"/>
              <a:gd name="connsiteX36" fmla="*/ 111512 w 1791629"/>
              <a:gd name="connsiteY36" fmla="*/ 704628 h 2421916"/>
              <a:gd name="connsiteX37" fmla="*/ 81776 w 1791629"/>
              <a:gd name="connsiteY37" fmla="*/ 741799 h 2421916"/>
              <a:gd name="connsiteX38" fmla="*/ 44605 w 1791629"/>
              <a:gd name="connsiteY38" fmla="*/ 778970 h 2421916"/>
              <a:gd name="connsiteX39" fmla="*/ 37171 w 1791629"/>
              <a:gd name="connsiteY39" fmla="*/ 801272 h 2421916"/>
              <a:gd name="connsiteX40" fmla="*/ 22303 w 1791629"/>
              <a:gd name="connsiteY40" fmla="*/ 823575 h 2421916"/>
              <a:gd name="connsiteX41" fmla="*/ 14868 w 1791629"/>
              <a:gd name="connsiteY41" fmla="*/ 853311 h 2421916"/>
              <a:gd name="connsiteX42" fmla="*/ 0 w 1791629"/>
              <a:gd name="connsiteY42" fmla="*/ 920218 h 2421916"/>
              <a:gd name="connsiteX43" fmla="*/ 7434 w 1791629"/>
              <a:gd name="connsiteY43" fmla="*/ 1106072 h 2421916"/>
              <a:gd name="connsiteX44" fmla="*/ 14868 w 1791629"/>
              <a:gd name="connsiteY44" fmla="*/ 1158111 h 2421916"/>
              <a:gd name="connsiteX45" fmla="*/ 22303 w 1791629"/>
              <a:gd name="connsiteY45" fmla="*/ 1254755 h 2421916"/>
              <a:gd name="connsiteX46" fmla="*/ 29737 w 1791629"/>
              <a:gd name="connsiteY46" fmla="*/ 1381136 h 2421916"/>
              <a:gd name="connsiteX47" fmla="*/ 37171 w 1791629"/>
              <a:gd name="connsiteY47" fmla="*/ 1403438 h 2421916"/>
              <a:gd name="connsiteX48" fmla="*/ 44605 w 1791629"/>
              <a:gd name="connsiteY48" fmla="*/ 1433175 h 2421916"/>
              <a:gd name="connsiteX49" fmla="*/ 52039 w 1791629"/>
              <a:gd name="connsiteY49" fmla="*/ 1470345 h 2421916"/>
              <a:gd name="connsiteX50" fmla="*/ 59473 w 1791629"/>
              <a:gd name="connsiteY50" fmla="*/ 1492648 h 2421916"/>
              <a:gd name="connsiteX51" fmla="*/ 66908 w 1791629"/>
              <a:gd name="connsiteY51" fmla="*/ 1522384 h 2421916"/>
              <a:gd name="connsiteX52" fmla="*/ 74342 w 1791629"/>
              <a:gd name="connsiteY52" fmla="*/ 1604160 h 2421916"/>
              <a:gd name="connsiteX53" fmla="*/ 81776 w 1791629"/>
              <a:gd name="connsiteY53" fmla="*/ 1633897 h 2421916"/>
              <a:gd name="connsiteX54" fmla="*/ 89210 w 1791629"/>
              <a:gd name="connsiteY54" fmla="*/ 1671067 h 2421916"/>
              <a:gd name="connsiteX55" fmla="*/ 104078 w 1791629"/>
              <a:gd name="connsiteY55" fmla="*/ 1752843 h 2421916"/>
              <a:gd name="connsiteX56" fmla="*/ 118947 w 1791629"/>
              <a:gd name="connsiteY56" fmla="*/ 1812316 h 2421916"/>
              <a:gd name="connsiteX57" fmla="*/ 126381 w 1791629"/>
              <a:gd name="connsiteY57" fmla="*/ 1834618 h 2421916"/>
              <a:gd name="connsiteX58" fmla="*/ 133815 w 1791629"/>
              <a:gd name="connsiteY58" fmla="*/ 1871789 h 2421916"/>
              <a:gd name="connsiteX59" fmla="*/ 156117 w 1791629"/>
              <a:gd name="connsiteY59" fmla="*/ 1953565 h 2421916"/>
              <a:gd name="connsiteX60" fmla="*/ 178420 w 1791629"/>
              <a:gd name="connsiteY60" fmla="*/ 2027906 h 2421916"/>
              <a:gd name="connsiteX61" fmla="*/ 185854 w 1791629"/>
              <a:gd name="connsiteY61" fmla="*/ 2050209 h 2421916"/>
              <a:gd name="connsiteX62" fmla="*/ 193288 w 1791629"/>
              <a:gd name="connsiteY62" fmla="*/ 2072511 h 2421916"/>
              <a:gd name="connsiteX63" fmla="*/ 200722 w 1791629"/>
              <a:gd name="connsiteY63" fmla="*/ 2102248 h 2421916"/>
              <a:gd name="connsiteX64" fmla="*/ 215590 w 1791629"/>
              <a:gd name="connsiteY64" fmla="*/ 2146853 h 2421916"/>
              <a:gd name="connsiteX65" fmla="*/ 252761 w 1791629"/>
              <a:gd name="connsiteY65" fmla="*/ 2176589 h 2421916"/>
              <a:gd name="connsiteX66" fmla="*/ 267629 w 1791629"/>
              <a:gd name="connsiteY66" fmla="*/ 2198892 h 2421916"/>
              <a:gd name="connsiteX67" fmla="*/ 304800 w 1791629"/>
              <a:gd name="connsiteY67" fmla="*/ 2236062 h 2421916"/>
              <a:gd name="connsiteX68" fmla="*/ 319668 w 1791629"/>
              <a:gd name="connsiteY68" fmla="*/ 2258365 h 2421916"/>
              <a:gd name="connsiteX69" fmla="*/ 364273 w 1791629"/>
              <a:gd name="connsiteY69" fmla="*/ 2288101 h 2421916"/>
              <a:gd name="connsiteX70" fmla="*/ 379142 w 1791629"/>
              <a:gd name="connsiteY70" fmla="*/ 2302970 h 2421916"/>
              <a:gd name="connsiteX71" fmla="*/ 401444 w 1791629"/>
              <a:gd name="connsiteY71" fmla="*/ 2310404 h 2421916"/>
              <a:gd name="connsiteX72" fmla="*/ 423747 w 1791629"/>
              <a:gd name="connsiteY72" fmla="*/ 2325272 h 2421916"/>
              <a:gd name="connsiteX73" fmla="*/ 468351 w 1791629"/>
              <a:gd name="connsiteY73" fmla="*/ 2340140 h 2421916"/>
              <a:gd name="connsiteX74" fmla="*/ 550127 w 1791629"/>
              <a:gd name="connsiteY74" fmla="*/ 2362443 h 2421916"/>
              <a:gd name="connsiteX75" fmla="*/ 579864 w 1791629"/>
              <a:gd name="connsiteY75" fmla="*/ 2369877 h 2421916"/>
              <a:gd name="connsiteX76" fmla="*/ 609600 w 1791629"/>
              <a:gd name="connsiteY76" fmla="*/ 2377311 h 2421916"/>
              <a:gd name="connsiteX77" fmla="*/ 721112 w 1791629"/>
              <a:gd name="connsiteY77" fmla="*/ 2392179 h 2421916"/>
              <a:gd name="connsiteX78" fmla="*/ 773151 w 1791629"/>
              <a:gd name="connsiteY78" fmla="*/ 2399614 h 2421916"/>
              <a:gd name="connsiteX79" fmla="*/ 802888 w 1791629"/>
              <a:gd name="connsiteY79" fmla="*/ 2407048 h 2421916"/>
              <a:gd name="connsiteX80" fmla="*/ 929268 w 1791629"/>
              <a:gd name="connsiteY80" fmla="*/ 2421916 h 2421916"/>
              <a:gd name="connsiteX81" fmla="*/ 1144859 w 1791629"/>
              <a:gd name="connsiteY81" fmla="*/ 2414482 h 2421916"/>
              <a:gd name="connsiteX82" fmla="*/ 1234068 w 1791629"/>
              <a:gd name="connsiteY82" fmla="*/ 2407048 h 2421916"/>
              <a:gd name="connsiteX83" fmla="*/ 1353015 w 1791629"/>
              <a:gd name="connsiteY83" fmla="*/ 2392179 h 2421916"/>
              <a:gd name="connsiteX84" fmla="*/ 1397620 w 1791629"/>
              <a:gd name="connsiteY84" fmla="*/ 2377311 h 2421916"/>
              <a:gd name="connsiteX85" fmla="*/ 1486829 w 1791629"/>
              <a:gd name="connsiteY85" fmla="*/ 2317838 h 2421916"/>
              <a:gd name="connsiteX86" fmla="*/ 1509132 w 1791629"/>
              <a:gd name="connsiteY86" fmla="*/ 2302970 h 2421916"/>
              <a:gd name="connsiteX87" fmla="*/ 1531434 w 1791629"/>
              <a:gd name="connsiteY87" fmla="*/ 2288101 h 2421916"/>
              <a:gd name="connsiteX88" fmla="*/ 1553737 w 1791629"/>
              <a:gd name="connsiteY88" fmla="*/ 2280667 h 2421916"/>
              <a:gd name="connsiteX89" fmla="*/ 1568605 w 1791629"/>
              <a:gd name="connsiteY89" fmla="*/ 2258365 h 2421916"/>
              <a:gd name="connsiteX90" fmla="*/ 1590908 w 1791629"/>
              <a:gd name="connsiteY90" fmla="*/ 2243497 h 2421916"/>
              <a:gd name="connsiteX91" fmla="*/ 1605776 w 1791629"/>
              <a:gd name="connsiteY91" fmla="*/ 2184023 h 2421916"/>
              <a:gd name="connsiteX92" fmla="*/ 1620644 w 1791629"/>
              <a:gd name="connsiteY92" fmla="*/ 2161721 h 2421916"/>
              <a:gd name="connsiteX93" fmla="*/ 1642947 w 1791629"/>
              <a:gd name="connsiteY93" fmla="*/ 2124550 h 2421916"/>
              <a:gd name="connsiteX94" fmla="*/ 1650381 w 1791629"/>
              <a:gd name="connsiteY94" fmla="*/ 2102248 h 2421916"/>
              <a:gd name="connsiteX95" fmla="*/ 1665249 w 1791629"/>
              <a:gd name="connsiteY95" fmla="*/ 2079945 h 2421916"/>
              <a:gd name="connsiteX96" fmla="*/ 1672683 w 1791629"/>
              <a:gd name="connsiteY96" fmla="*/ 2057643 h 2421916"/>
              <a:gd name="connsiteX97" fmla="*/ 1687551 w 1791629"/>
              <a:gd name="connsiteY97" fmla="*/ 2035340 h 2421916"/>
              <a:gd name="connsiteX98" fmla="*/ 1702420 w 1791629"/>
              <a:gd name="connsiteY98" fmla="*/ 1990736 h 2421916"/>
              <a:gd name="connsiteX99" fmla="*/ 1709854 w 1791629"/>
              <a:gd name="connsiteY99" fmla="*/ 1968433 h 2421916"/>
              <a:gd name="connsiteX100" fmla="*/ 1717288 w 1791629"/>
              <a:gd name="connsiteY100" fmla="*/ 1790014 h 2421916"/>
              <a:gd name="connsiteX101" fmla="*/ 1724722 w 1791629"/>
              <a:gd name="connsiteY101" fmla="*/ 1745409 h 2421916"/>
              <a:gd name="connsiteX102" fmla="*/ 1739590 w 1791629"/>
              <a:gd name="connsiteY102" fmla="*/ 1381136 h 2421916"/>
              <a:gd name="connsiteX103" fmla="*/ 1747025 w 1791629"/>
              <a:gd name="connsiteY103" fmla="*/ 1306794 h 2421916"/>
              <a:gd name="connsiteX104" fmla="*/ 1761893 w 1791629"/>
              <a:gd name="connsiteY104" fmla="*/ 964823 h 2421916"/>
              <a:gd name="connsiteX105" fmla="*/ 1769327 w 1791629"/>
              <a:gd name="connsiteY105" fmla="*/ 942521 h 2421916"/>
              <a:gd name="connsiteX106" fmla="*/ 1776761 w 1791629"/>
              <a:gd name="connsiteY106" fmla="*/ 563379 h 2421916"/>
              <a:gd name="connsiteX107" fmla="*/ 1791629 w 1791629"/>
              <a:gd name="connsiteY107" fmla="*/ 466736 h 2421916"/>
              <a:gd name="connsiteX108" fmla="*/ 1769327 w 1791629"/>
              <a:gd name="connsiteY108" fmla="*/ 206540 h 2421916"/>
              <a:gd name="connsiteX109" fmla="*/ 1761893 w 1791629"/>
              <a:gd name="connsiteY109" fmla="*/ 184238 h 2421916"/>
              <a:gd name="connsiteX110" fmla="*/ 1717288 w 1791629"/>
              <a:gd name="connsiteY110" fmla="*/ 124765 h 2421916"/>
              <a:gd name="connsiteX111" fmla="*/ 1694986 w 1791629"/>
              <a:gd name="connsiteY111" fmla="*/ 117331 h 2421916"/>
              <a:gd name="connsiteX112" fmla="*/ 1635512 w 1791629"/>
              <a:gd name="connsiteY112" fmla="*/ 72726 h 2421916"/>
              <a:gd name="connsiteX113" fmla="*/ 1613210 w 1791629"/>
              <a:gd name="connsiteY113" fmla="*/ 57858 h 2421916"/>
              <a:gd name="connsiteX114" fmla="*/ 1561171 w 1791629"/>
              <a:gd name="connsiteY114" fmla="*/ 20687 h 2421916"/>
              <a:gd name="connsiteX115" fmla="*/ 1546303 w 1791629"/>
              <a:gd name="connsiteY115" fmla="*/ 5818 h 2421916"/>
              <a:gd name="connsiteX116" fmla="*/ 1464527 w 1791629"/>
              <a:gd name="connsiteY116" fmla="*/ 13253 h 2421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791629" h="2421916">
                <a:moveTo>
                  <a:pt x="1464527" y="13253"/>
                </a:moveTo>
                <a:cubicBezTo>
                  <a:pt x="1442225" y="15731"/>
                  <a:pt x="1429670" y="17251"/>
                  <a:pt x="1412488" y="20687"/>
                </a:cubicBezTo>
                <a:cubicBezTo>
                  <a:pt x="1392450" y="24694"/>
                  <a:pt x="1373292" y="33020"/>
                  <a:pt x="1353015" y="35555"/>
                </a:cubicBezTo>
                <a:cubicBezTo>
                  <a:pt x="1255981" y="47684"/>
                  <a:pt x="1326948" y="36391"/>
                  <a:pt x="1263805" y="50423"/>
                </a:cubicBezTo>
                <a:cubicBezTo>
                  <a:pt x="1251470" y="53164"/>
                  <a:pt x="1238825" y="54533"/>
                  <a:pt x="1226634" y="57858"/>
                </a:cubicBezTo>
                <a:cubicBezTo>
                  <a:pt x="1211514" y="61982"/>
                  <a:pt x="1196897" y="67770"/>
                  <a:pt x="1182029" y="72726"/>
                </a:cubicBezTo>
                <a:cubicBezTo>
                  <a:pt x="1174595" y="75204"/>
                  <a:pt x="1166247" y="75813"/>
                  <a:pt x="1159727" y="80160"/>
                </a:cubicBezTo>
                <a:cubicBezTo>
                  <a:pt x="1130905" y="99375"/>
                  <a:pt x="1145901" y="92203"/>
                  <a:pt x="1115122" y="102462"/>
                </a:cubicBezTo>
                <a:cubicBezTo>
                  <a:pt x="1097509" y="120076"/>
                  <a:pt x="1080871" y="138660"/>
                  <a:pt x="1055649" y="147067"/>
                </a:cubicBezTo>
                <a:lnTo>
                  <a:pt x="1033347" y="154501"/>
                </a:lnTo>
                <a:cubicBezTo>
                  <a:pt x="969437" y="197109"/>
                  <a:pt x="1050292" y="146030"/>
                  <a:pt x="988742" y="176804"/>
                </a:cubicBezTo>
                <a:cubicBezTo>
                  <a:pt x="931097" y="205626"/>
                  <a:pt x="1000193" y="180421"/>
                  <a:pt x="944137" y="199106"/>
                </a:cubicBezTo>
                <a:cubicBezTo>
                  <a:pt x="908794" y="222669"/>
                  <a:pt x="930311" y="211149"/>
                  <a:pt x="877229" y="228843"/>
                </a:cubicBezTo>
                <a:cubicBezTo>
                  <a:pt x="869795" y="231321"/>
                  <a:pt x="861447" y="231930"/>
                  <a:pt x="854927" y="236277"/>
                </a:cubicBezTo>
                <a:cubicBezTo>
                  <a:pt x="826105" y="255492"/>
                  <a:pt x="841101" y="248320"/>
                  <a:pt x="810322" y="258579"/>
                </a:cubicBezTo>
                <a:cubicBezTo>
                  <a:pt x="781282" y="287621"/>
                  <a:pt x="811753" y="261581"/>
                  <a:pt x="773151" y="280882"/>
                </a:cubicBezTo>
                <a:cubicBezTo>
                  <a:pt x="715503" y="309705"/>
                  <a:pt x="784607" y="284497"/>
                  <a:pt x="728547" y="303184"/>
                </a:cubicBezTo>
                <a:cubicBezTo>
                  <a:pt x="721113" y="308140"/>
                  <a:pt x="714610" y="314916"/>
                  <a:pt x="706244" y="318053"/>
                </a:cubicBezTo>
                <a:cubicBezTo>
                  <a:pt x="694413" y="322490"/>
                  <a:pt x="681537" y="323410"/>
                  <a:pt x="669073" y="325487"/>
                </a:cubicBezTo>
                <a:cubicBezTo>
                  <a:pt x="589163" y="338805"/>
                  <a:pt x="644387" y="326083"/>
                  <a:pt x="587298" y="340355"/>
                </a:cubicBezTo>
                <a:cubicBezTo>
                  <a:pt x="572430" y="355223"/>
                  <a:pt x="555309" y="368138"/>
                  <a:pt x="542693" y="384960"/>
                </a:cubicBezTo>
                <a:cubicBezTo>
                  <a:pt x="535259" y="394872"/>
                  <a:pt x="529151" y="405936"/>
                  <a:pt x="520390" y="414697"/>
                </a:cubicBezTo>
                <a:cubicBezTo>
                  <a:pt x="514072" y="421015"/>
                  <a:pt x="504766" y="423629"/>
                  <a:pt x="498088" y="429565"/>
                </a:cubicBezTo>
                <a:cubicBezTo>
                  <a:pt x="482372" y="443535"/>
                  <a:pt x="468351" y="459302"/>
                  <a:pt x="453483" y="474170"/>
                </a:cubicBezTo>
                <a:cubicBezTo>
                  <a:pt x="446049" y="481604"/>
                  <a:pt x="440584" y="491770"/>
                  <a:pt x="431181" y="496472"/>
                </a:cubicBezTo>
                <a:lnTo>
                  <a:pt x="401444" y="511340"/>
                </a:lnTo>
                <a:cubicBezTo>
                  <a:pt x="396488" y="516296"/>
                  <a:pt x="392586" y="522603"/>
                  <a:pt x="386576" y="526209"/>
                </a:cubicBezTo>
                <a:cubicBezTo>
                  <a:pt x="379856" y="530241"/>
                  <a:pt x="371282" y="530139"/>
                  <a:pt x="364273" y="533643"/>
                </a:cubicBezTo>
                <a:cubicBezTo>
                  <a:pt x="356282" y="537639"/>
                  <a:pt x="349405" y="543555"/>
                  <a:pt x="341971" y="548511"/>
                </a:cubicBezTo>
                <a:cubicBezTo>
                  <a:pt x="337015" y="555945"/>
                  <a:pt x="333421" y="564496"/>
                  <a:pt x="327103" y="570814"/>
                </a:cubicBezTo>
                <a:cubicBezTo>
                  <a:pt x="309433" y="588484"/>
                  <a:pt x="282276" y="593190"/>
                  <a:pt x="260195" y="600550"/>
                </a:cubicBezTo>
                <a:lnTo>
                  <a:pt x="237893" y="607984"/>
                </a:lnTo>
                <a:cubicBezTo>
                  <a:pt x="232937" y="612940"/>
                  <a:pt x="229035" y="619247"/>
                  <a:pt x="223025" y="622853"/>
                </a:cubicBezTo>
                <a:cubicBezTo>
                  <a:pt x="179049" y="649239"/>
                  <a:pt x="222288" y="607554"/>
                  <a:pt x="178420" y="645155"/>
                </a:cubicBezTo>
                <a:cubicBezTo>
                  <a:pt x="167777" y="654278"/>
                  <a:pt x="156459" y="663228"/>
                  <a:pt x="148683" y="674892"/>
                </a:cubicBezTo>
                <a:cubicBezTo>
                  <a:pt x="143727" y="682326"/>
                  <a:pt x="140792" y="691613"/>
                  <a:pt x="133815" y="697194"/>
                </a:cubicBezTo>
                <a:cubicBezTo>
                  <a:pt x="127696" y="702089"/>
                  <a:pt x="118946" y="702150"/>
                  <a:pt x="111512" y="704628"/>
                </a:cubicBezTo>
                <a:cubicBezTo>
                  <a:pt x="53524" y="762620"/>
                  <a:pt x="147445" y="666749"/>
                  <a:pt x="81776" y="741799"/>
                </a:cubicBezTo>
                <a:cubicBezTo>
                  <a:pt x="70237" y="754986"/>
                  <a:pt x="44605" y="778970"/>
                  <a:pt x="44605" y="778970"/>
                </a:cubicBezTo>
                <a:cubicBezTo>
                  <a:pt x="42127" y="786404"/>
                  <a:pt x="40675" y="794263"/>
                  <a:pt x="37171" y="801272"/>
                </a:cubicBezTo>
                <a:cubicBezTo>
                  <a:pt x="33175" y="809264"/>
                  <a:pt x="25823" y="815363"/>
                  <a:pt x="22303" y="823575"/>
                </a:cubicBezTo>
                <a:cubicBezTo>
                  <a:pt x="18278" y="832966"/>
                  <a:pt x="17675" y="843487"/>
                  <a:pt x="14868" y="853311"/>
                </a:cubicBezTo>
                <a:cubicBezTo>
                  <a:pt x="229" y="904544"/>
                  <a:pt x="13413" y="839743"/>
                  <a:pt x="0" y="920218"/>
                </a:cubicBezTo>
                <a:cubicBezTo>
                  <a:pt x="2478" y="982169"/>
                  <a:pt x="3567" y="1044192"/>
                  <a:pt x="7434" y="1106072"/>
                </a:cubicBezTo>
                <a:cubicBezTo>
                  <a:pt x="8527" y="1123560"/>
                  <a:pt x="13124" y="1140676"/>
                  <a:pt x="14868" y="1158111"/>
                </a:cubicBezTo>
                <a:cubicBezTo>
                  <a:pt x="18083" y="1190260"/>
                  <a:pt x="20154" y="1222517"/>
                  <a:pt x="22303" y="1254755"/>
                </a:cubicBezTo>
                <a:cubicBezTo>
                  <a:pt x="25110" y="1296861"/>
                  <a:pt x="25538" y="1339146"/>
                  <a:pt x="29737" y="1381136"/>
                </a:cubicBezTo>
                <a:cubicBezTo>
                  <a:pt x="30517" y="1388933"/>
                  <a:pt x="35018" y="1395903"/>
                  <a:pt x="37171" y="1403438"/>
                </a:cubicBezTo>
                <a:cubicBezTo>
                  <a:pt x="39978" y="1413262"/>
                  <a:pt x="42389" y="1423201"/>
                  <a:pt x="44605" y="1433175"/>
                </a:cubicBezTo>
                <a:cubicBezTo>
                  <a:pt x="47346" y="1445509"/>
                  <a:pt x="48975" y="1458087"/>
                  <a:pt x="52039" y="1470345"/>
                </a:cubicBezTo>
                <a:cubicBezTo>
                  <a:pt x="53940" y="1477947"/>
                  <a:pt x="57320" y="1485113"/>
                  <a:pt x="59473" y="1492648"/>
                </a:cubicBezTo>
                <a:cubicBezTo>
                  <a:pt x="62280" y="1502472"/>
                  <a:pt x="64430" y="1512472"/>
                  <a:pt x="66908" y="1522384"/>
                </a:cubicBezTo>
                <a:cubicBezTo>
                  <a:pt x="69386" y="1549643"/>
                  <a:pt x="70725" y="1577029"/>
                  <a:pt x="74342" y="1604160"/>
                </a:cubicBezTo>
                <a:cubicBezTo>
                  <a:pt x="75692" y="1614288"/>
                  <a:pt x="79560" y="1623923"/>
                  <a:pt x="81776" y="1633897"/>
                </a:cubicBezTo>
                <a:cubicBezTo>
                  <a:pt x="84517" y="1646231"/>
                  <a:pt x="86950" y="1658635"/>
                  <a:pt x="89210" y="1671067"/>
                </a:cubicBezTo>
                <a:cubicBezTo>
                  <a:pt x="95713" y="1706836"/>
                  <a:pt x="96209" y="1718747"/>
                  <a:pt x="104078" y="1752843"/>
                </a:cubicBezTo>
                <a:cubicBezTo>
                  <a:pt x="108673" y="1772754"/>
                  <a:pt x="112485" y="1792930"/>
                  <a:pt x="118947" y="1812316"/>
                </a:cubicBezTo>
                <a:cubicBezTo>
                  <a:pt x="121425" y="1819750"/>
                  <a:pt x="124480" y="1827016"/>
                  <a:pt x="126381" y="1834618"/>
                </a:cubicBezTo>
                <a:cubicBezTo>
                  <a:pt x="129446" y="1846876"/>
                  <a:pt x="130974" y="1859477"/>
                  <a:pt x="133815" y="1871789"/>
                </a:cubicBezTo>
                <a:cubicBezTo>
                  <a:pt x="165613" y="2009584"/>
                  <a:pt x="136458" y="1884756"/>
                  <a:pt x="156117" y="1953565"/>
                </a:cubicBezTo>
                <a:cubicBezTo>
                  <a:pt x="178585" y="2032206"/>
                  <a:pt x="143088" y="1921913"/>
                  <a:pt x="178420" y="2027906"/>
                </a:cubicBezTo>
                <a:lnTo>
                  <a:pt x="185854" y="2050209"/>
                </a:lnTo>
                <a:cubicBezTo>
                  <a:pt x="188332" y="2057643"/>
                  <a:pt x="191388" y="2064909"/>
                  <a:pt x="193288" y="2072511"/>
                </a:cubicBezTo>
                <a:cubicBezTo>
                  <a:pt x="195766" y="2082423"/>
                  <a:pt x="197786" y="2092462"/>
                  <a:pt x="200722" y="2102248"/>
                </a:cubicBezTo>
                <a:cubicBezTo>
                  <a:pt x="205225" y="2117260"/>
                  <a:pt x="204507" y="2135771"/>
                  <a:pt x="215590" y="2146853"/>
                </a:cubicBezTo>
                <a:cubicBezTo>
                  <a:pt x="236777" y="2168038"/>
                  <a:pt x="224627" y="2157833"/>
                  <a:pt x="252761" y="2176589"/>
                </a:cubicBezTo>
                <a:cubicBezTo>
                  <a:pt x="257717" y="2184023"/>
                  <a:pt x="261745" y="2192168"/>
                  <a:pt x="267629" y="2198892"/>
                </a:cubicBezTo>
                <a:cubicBezTo>
                  <a:pt x="279168" y="2212079"/>
                  <a:pt x="295081" y="2221482"/>
                  <a:pt x="304800" y="2236062"/>
                </a:cubicBezTo>
                <a:cubicBezTo>
                  <a:pt x="309756" y="2243496"/>
                  <a:pt x="312944" y="2252481"/>
                  <a:pt x="319668" y="2258365"/>
                </a:cubicBezTo>
                <a:cubicBezTo>
                  <a:pt x="333116" y="2270132"/>
                  <a:pt x="351637" y="2275465"/>
                  <a:pt x="364273" y="2288101"/>
                </a:cubicBezTo>
                <a:cubicBezTo>
                  <a:pt x="369229" y="2293057"/>
                  <a:pt x="373132" y="2299364"/>
                  <a:pt x="379142" y="2302970"/>
                </a:cubicBezTo>
                <a:cubicBezTo>
                  <a:pt x="385861" y="2307002"/>
                  <a:pt x="394435" y="2306900"/>
                  <a:pt x="401444" y="2310404"/>
                </a:cubicBezTo>
                <a:cubicBezTo>
                  <a:pt x="409436" y="2314400"/>
                  <a:pt x="415582" y="2321643"/>
                  <a:pt x="423747" y="2325272"/>
                </a:cubicBezTo>
                <a:cubicBezTo>
                  <a:pt x="438069" y="2331637"/>
                  <a:pt x="453483" y="2335184"/>
                  <a:pt x="468351" y="2340140"/>
                </a:cubicBezTo>
                <a:cubicBezTo>
                  <a:pt x="510049" y="2354040"/>
                  <a:pt x="483027" y="2345668"/>
                  <a:pt x="550127" y="2362443"/>
                </a:cubicBezTo>
                <a:lnTo>
                  <a:pt x="579864" y="2369877"/>
                </a:lnTo>
                <a:cubicBezTo>
                  <a:pt x="589776" y="2372355"/>
                  <a:pt x="599486" y="2375866"/>
                  <a:pt x="609600" y="2377311"/>
                </a:cubicBezTo>
                <a:lnTo>
                  <a:pt x="721112" y="2392179"/>
                </a:lnTo>
                <a:cubicBezTo>
                  <a:pt x="738481" y="2394495"/>
                  <a:pt x="755911" y="2396479"/>
                  <a:pt x="773151" y="2399614"/>
                </a:cubicBezTo>
                <a:cubicBezTo>
                  <a:pt x="783204" y="2401442"/>
                  <a:pt x="792810" y="2405368"/>
                  <a:pt x="802888" y="2407048"/>
                </a:cubicBezTo>
                <a:cubicBezTo>
                  <a:pt x="823323" y="2410454"/>
                  <a:pt x="911360" y="2419926"/>
                  <a:pt x="929268" y="2421916"/>
                </a:cubicBezTo>
                <a:lnTo>
                  <a:pt x="1144859" y="2414482"/>
                </a:lnTo>
                <a:cubicBezTo>
                  <a:pt x="1174663" y="2413028"/>
                  <a:pt x="1204363" y="2409877"/>
                  <a:pt x="1234068" y="2407048"/>
                </a:cubicBezTo>
                <a:cubicBezTo>
                  <a:pt x="1290297" y="2401693"/>
                  <a:pt x="1300699" y="2399654"/>
                  <a:pt x="1353015" y="2392179"/>
                </a:cubicBezTo>
                <a:cubicBezTo>
                  <a:pt x="1367883" y="2387223"/>
                  <a:pt x="1384580" y="2386004"/>
                  <a:pt x="1397620" y="2377311"/>
                </a:cubicBezTo>
                <a:lnTo>
                  <a:pt x="1486829" y="2317838"/>
                </a:lnTo>
                <a:lnTo>
                  <a:pt x="1509132" y="2302970"/>
                </a:lnTo>
                <a:cubicBezTo>
                  <a:pt x="1516566" y="2298014"/>
                  <a:pt x="1522958" y="2290926"/>
                  <a:pt x="1531434" y="2288101"/>
                </a:cubicBezTo>
                <a:lnTo>
                  <a:pt x="1553737" y="2280667"/>
                </a:lnTo>
                <a:cubicBezTo>
                  <a:pt x="1558693" y="2273233"/>
                  <a:pt x="1562287" y="2264683"/>
                  <a:pt x="1568605" y="2258365"/>
                </a:cubicBezTo>
                <a:cubicBezTo>
                  <a:pt x="1574923" y="2252047"/>
                  <a:pt x="1586912" y="2251489"/>
                  <a:pt x="1590908" y="2243497"/>
                </a:cubicBezTo>
                <a:cubicBezTo>
                  <a:pt x="1600047" y="2225220"/>
                  <a:pt x="1600820" y="2203848"/>
                  <a:pt x="1605776" y="2184023"/>
                </a:cubicBezTo>
                <a:cubicBezTo>
                  <a:pt x="1607943" y="2175355"/>
                  <a:pt x="1615688" y="2169155"/>
                  <a:pt x="1620644" y="2161721"/>
                </a:cubicBezTo>
                <a:cubicBezTo>
                  <a:pt x="1641702" y="2098543"/>
                  <a:pt x="1612333" y="2175571"/>
                  <a:pt x="1642947" y="2124550"/>
                </a:cubicBezTo>
                <a:cubicBezTo>
                  <a:pt x="1646979" y="2117831"/>
                  <a:pt x="1646877" y="2109257"/>
                  <a:pt x="1650381" y="2102248"/>
                </a:cubicBezTo>
                <a:cubicBezTo>
                  <a:pt x="1654377" y="2094256"/>
                  <a:pt x="1661253" y="2087937"/>
                  <a:pt x="1665249" y="2079945"/>
                </a:cubicBezTo>
                <a:cubicBezTo>
                  <a:pt x="1668753" y="2072936"/>
                  <a:pt x="1669179" y="2064652"/>
                  <a:pt x="1672683" y="2057643"/>
                </a:cubicBezTo>
                <a:cubicBezTo>
                  <a:pt x="1676679" y="2049651"/>
                  <a:pt x="1683922" y="2043505"/>
                  <a:pt x="1687551" y="2035340"/>
                </a:cubicBezTo>
                <a:cubicBezTo>
                  <a:pt x="1693916" y="2021018"/>
                  <a:pt x="1697464" y="2005604"/>
                  <a:pt x="1702420" y="1990736"/>
                </a:cubicBezTo>
                <a:lnTo>
                  <a:pt x="1709854" y="1968433"/>
                </a:lnTo>
                <a:cubicBezTo>
                  <a:pt x="1712332" y="1908960"/>
                  <a:pt x="1713329" y="1849407"/>
                  <a:pt x="1717288" y="1790014"/>
                </a:cubicBezTo>
                <a:cubicBezTo>
                  <a:pt x="1718291" y="1774974"/>
                  <a:pt x="1723685" y="1760447"/>
                  <a:pt x="1724722" y="1745409"/>
                </a:cubicBezTo>
                <a:cubicBezTo>
                  <a:pt x="1729571" y="1675103"/>
                  <a:pt x="1736051" y="1444840"/>
                  <a:pt x="1739590" y="1381136"/>
                </a:cubicBezTo>
                <a:cubicBezTo>
                  <a:pt x="1740972" y="1356270"/>
                  <a:pt x="1744547" y="1331575"/>
                  <a:pt x="1747025" y="1306794"/>
                </a:cubicBezTo>
                <a:cubicBezTo>
                  <a:pt x="1748818" y="1233271"/>
                  <a:pt x="1735268" y="1071326"/>
                  <a:pt x="1761893" y="964823"/>
                </a:cubicBezTo>
                <a:cubicBezTo>
                  <a:pt x="1763794" y="957221"/>
                  <a:pt x="1766849" y="949955"/>
                  <a:pt x="1769327" y="942521"/>
                </a:cubicBezTo>
                <a:cubicBezTo>
                  <a:pt x="1771805" y="816140"/>
                  <a:pt x="1772405" y="689709"/>
                  <a:pt x="1776761" y="563379"/>
                </a:cubicBezTo>
                <a:cubicBezTo>
                  <a:pt x="1777177" y="551316"/>
                  <a:pt x="1789185" y="481400"/>
                  <a:pt x="1791629" y="466736"/>
                </a:cubicBezTo>
                <a:cubicBezTo>
                  <a:pt x="1783655" y="235486"/>
                  <a:pt x="1806933" y="319361"/>
                  <a:pt x="1769327" y="206540"/>
                </a:cubicBezTo>
                <a:lnTo>
                  <a:pt x="1761893" y="184238"/>
                </a:lnTo>
                <a:cubicBezTo>
                  <a:pt x="1753693" y="159638"/>
                  <a:pt x="1749322" y="135443"/>
                  <a:pt x="1717288" y="124765"/>
                </a:cubicBezTo>
                <a:lnTo>
                  <a:pt x="1694986" y="117331"/>
                </a:lnTo>
                <a:cubicBezTo>
                  <a:pt x="1667481" y="89826"/>
                  <a:pt x="1685950" y="106351"/>
                  <a:pt x="1635512" y="72726"/>
                </a:cubicBezTo>
                <a:cubicBezTo>
                  <a:pt x="1628078" y="67770"/>
                  <a:pt x="1619528" y="64176"/>
                  <a:pt x="1613210" y="57858"/>
                </a:cubicBezTo>
                <a:cubicBezTo>
                  <a:pt x="1577932" y="22580"/>
                  <a:pt x="1596772" y="32554"/>
                  <a:pt x="1561171" y="20687"/>
                </a:cubicBezTo>
                <a:cubicBezTo>
                  <a:pt x="1556215" y="15731"/>
                  <a:pt x="1552572" y="8953"/>
                  <a:pt x="1546303" y="5818"/>
                </a:cubicBezTo>
                <a:cubicBezTo>
                  <a:pt x="1515000" y="-9834"/>
                  <a:pt x="1486829" y="10775"/>
                  <a:pt x="1464527" y="13253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D95E26-B5BC-085B-2057-ABBAA17588FC}"/>
              </a:ext>
            </a:extLst>
          </p:cNvPr>
          <p:cNvSpPr/>
          <p:nvPr/>
        </p:nvSpPr>
        <p:spPr>
          <a:xfrm>
            <a:off x="8554716" y="2185116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C854EB-BD88-162F-37DC-704A44BAA4A9}"/>
              </a:ext>
            </a:extLst>
          </p:cNvPr>
          <p:cNvSpPr/>
          <p:nvPr/>
        </p:nvSpPr>
        <p:spPr>
          <a:xfrm>
            <a:off x="8162548" y="293291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42D1A1-8C85-E999-F0DD-348B99F4CBFB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 flipH="1">
            <a:off x="8465875" y="2702927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6127619-0885-F93B-0C18-8FAFD51E5253}"/>
              </a:ext>
            </a:extLst>
          </p:cNvPr>
          <p:cNvSpPr/>
          <p:nvPr/>
        </p:nvSpPr>
        <p:spPr>
          <a:xfrm>
            <a:off x="8970689" y="2931441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A26143-1E12-DB81-C5FA-1DE7BBA5B080}"/>
              </a:ext>
            </a:extLst>
          </p:cNvPr>
          <p:cNvCxnSpPr>
            <a:cxnSpLocks/>
            <a:stCxn id="9" idx="5"/>
            <a:endCxn id="14" idx="0"/>
          </p:cNvCxnSpPr>
          <p:nvPr/>
        </p:nvCxnSpPr>
        <p:spPr>
          <a:xfrm>
            <a:off x="9072527" y="2702927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07BCB1-5012-128F-E778-5208A50C0135}"/>
              </a:ext>
            </a:extLst>
          </p:cNvPr>
          <p:cNvSpPr txBox="1"/>
          <p:nvPr/>
        </p:nvSpPr>
        <p:spPr>
          <a:xfrm>
            <a:off x="8305390" y="259310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C45CF-8FAF-F882-AB6B-21EFCBBAB958}"/>
              </a:ext>
            </a:extLst>
          </p:cNvPr>
          <p:cNvSpPr txBox="1"/>
          <p:nvPr/>
        </p:nvSpPr>
        <p:spPr>
          <a:xfrm>
            <a:off x="9135546" y="258333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6B8AE89-AFD8-D3FA-71C1-908793D37337}"/>
              </a:ext>
            </a:extLst>
          </p:cNvPr>
          <p:cNvSpPr/>
          <p:nvPr/>
        </p:nvSpPr>
        <p:spPr>
          <a:xfrm>
            <a:off x="7577842" y="4305647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14C02E3-751D-44DB-A069-A8C0AB53C343}"/>
              </a:ext>
            </a:extLst>
          </p:cNvPr>
          <p:cNvSpPr/>
          <p:nvPr/>
        </p:nvSpPr>
        <p:spPr>
          <a:xfrm>
            <a:off x="7185674" y="505344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FAF508F-8391-65CE-4392-2B875C5F7ED7}"/>
              </a:ext>
            </a:extLst>
          </p:cNvPr>
          <p:cNvCxnSpPr>
            <a:cxnSpLocks/>
            <a:stCxn id="38" idx="3"/>
            <a:endCxn id="40" idx="0"/>
          </p:cNvCxnSpPr>
          <p:nvPr/>
        </p:nvCxnSpPr>
        <p:spPr>
          <a:xfrm flipH="1">
            <a:off x="7489001" y="4823458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88475F79-5D64-B322-96B8-693FBE2615E1}"/>
              </a:ext>
            </a:extLst>
          </p:cNvPr>
          <p:cNvSpPr/>
          <p:nvPr/>
        </p:nvSpPr>
        <p:spPr>
          <a:xfrm>
            <a:off x="7993815" y="5051972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8C8696-18C4-84DE-C9A5-EEC7ECC8AF5F}"/>
              </a:ext>
            </a:extLst>
          </p:cNvPr>
          <p:cNvCxnSpPr>
            <a:cxnSpLocks/>
            <a:stCxn id="38" idx="5"/>
            <a:endCxn id="43" idx="0"/>
          </p:cNvCxnSpPr>
          <p:nvPr/>
        </p:nvCxnSpPr>
        <p:spPr>
          <a:xfrm>
            <a:off x="8095653" y="4823458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A4B9805-A81B-A5D9-36F6-2E23AAFFA815}"/>
              </a:ext>
            </a:extLst>
          </p:cNvPr>
          <p:cNvSpPr txBox="1"/>
          <p:nvPr/>
        </p:nvSpPr>
        <p:spPr>
          <a:xfrm>
            <a:off x="7328516" y="4713640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B1C5B4-DBED-0B2E-D0B7-F4CED1A200C2}"/>
              </a:ext>
            </a:extLst>
          </p:cNvPr>
          <p:cNvSpPr txBox="1"/>
          <p:nvPr/>
        </p:nvSpPr>
        <p:spPr>
          <a:xfrm>
            <a:off x="8158672" y="470386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93C6395-1A34-2C3E-4CCB-19FC9A6A0534}"/>
                  </a:ext>
                </a:extLst>
              </p:cNvPr>
              <p:cNvSpPr txBox="1"/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CC20EC-5630-540E-2474-C85C9A5B2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blipFill>
                <a:blip r:embed="rId6"/>
                <a:stretch>
                  <a:fillRect l="-10256" r="-512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803C0AE-C21F-1A7F-43C4-7A56F17AF50F}"/>
                  </a:ext>
                </a:extLst>
              </p:cNvPr>
              <p:cNvSpPr txBox="1"/>
              <p:nvPr/>
            </p:nvSpPr>
            <p:spPr>
              <a:xfrm>
                <a:off x="8869926" y="3824685"/>
                <a:ext cx="1283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AB1898-6CE5-B289-D5D1-B0251985F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926" y="3824685"/>
                <a:ext cx="1283878" cy="369332"/>
              </a:xfrm>
              <a:prstGeom prst="rect">
                <a:avLst/>
              </a:prstGeom>
              <a:blipFill>
                <a:blip r:embed="rId5"/>
                <a:stretch>
                  <a:fillRect l="-4902" r="-4902" b="-96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149A8B-1468-A538-6510-3965CD5191F7}"/>
                  </a:ext>
                </a:extLst>
              </p:cNvPr>
              <p:cNvSpPr txBox="1"/>
              <p:nvPr/>
            </p:nvSpPr>
            <p:spPr>
              <a:xfrm>
                <a:off x="6974782" y="3800765"/>
                <a:ext cx="988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318D51-BDA8-2985-5A1F-8AAA8726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782" y="3800765"/>
                <a:ext cx="988925" cy="369332"/>
              </a:xfrm>
              <a:prstGeom prst="rect">
                <a:avLst/>
              </a:prstGeom>
              <a:blipFill>
                <a:blip r:embed="rId8"/>
                <a:stretch>
                  <a:fillRect l="-6410" r="-6410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>
            <a:extLst>
              <a:ext uri="{FF2B5EF4-FFF2-40B4-BE49-F238E27FC236}">
                <a16:creationId xmlns:a16="http://schemas.microsoft.com/office/drawing/2014/main" id="{A8258BD8-ADA2-1ED2-A38A-389CB4B3914A}"/>
              </a:ext>
            </a:extLst>
          </p:cNvPr>
          <p:cNvSpPr/>
          <p:nvPr/>
        </p:nvSpPr>
        <p:spPr>
          <a:xfrm>
            <a:off x="9445262" y="4322210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C45795E-7920-F77F-3DC5-EB6CC24745C2}"/>
              </a:ext>
            </a:extLst>
          </p:cNvPr>
          <p:cNvSpPr/>
          <p:nvPr/>
        </p:nvSpPr>
        <p:spPr>
          <a:xfrm>
            <a:off x="10410567" y="373178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C790193-FB3F-C040-B239-C1E8FA0B0F11}"/>
              </a:ext>
            </a:extLst>
          </p:cNvPr>
          <p:cNvCxnSpPr>
            <a:cxnSpLocks/>
            <a:stCxn id="53" idx="4"/>
            <a:endCxn id="56" idx="0"/>
          </p:cNvCxnSpPr>
          <p:nvPr/>
        </p:nvCxnSpPr>
        <p:spPr>
          <a:xfrm>
            <a:off x="9748589" y="4928863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88A3860-7525-CAB0-639F-136FBA86C0FF}"/>
              </a:ext>
            </a:extLst>
          </p:cNvPr>
          <p:cNvSpPr/>
          <p:nvPr/>
        </p:nvSpPr>
        <p:spPr>
          <a:xfrm>
            <a:off x="9559145" y="531024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FBEC399-709E-BD8F-63C2-F91FBC2102EF}"/>
              </a:ext>
            </a:extLst>
          </p:cNvPr>
          <p:cNvSpPr/>
          <p:nvPr/>
        </p:nvSpPr>
        <p:spPr>
          <a:xfrm>
            <a:off x="10367286" y="5308772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A27C906-C848-0276-D686-339AFA6A2532}"/>
              </a:ext>
            </a:extLst>
          </p:cNvPr>
          <p:cNvCxnSpPr>
            <a:cxnSpLocks/>
            <a:stCxn id="53" idx="5"/>
            <a:endCxn id="57" idx="1"/>
          </p:cNvCxnSpPr>
          <p:nvPr/>
        </p:nvCxnSpPr>
        <p:spPr>
          <a:xfrm>
            <a:off x="9963073" y="4840021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963B0BC-496A-486E-AFAC-2F0C36DDB30C}"/>
              </a:ext>
            </a:extLst>
          </p:cNvPr>
          <p:cNvCxnSpPr>
            <a:cxnSpLocks/>
            <a:stCxn id="54" idx="3"/>
            <a:endCxn id="53" idx="6"/>
          </p:cNvCxnSpPr>
          <p:nvPr/>
        </p:nvCxnSpPr>
        <p:spPr>
          <a:xfrm flipH="1">
            <a:off x="10051915" y="4249596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EA17FE8-C51E-D5F6-C896-67D30E8269EF}"/>
              </a:ext>
            </a:extLst>
          </p:cNvPr>
          <p:cNvCxnSpPr>
            <a:cxnSpLocks/>
            <a:stCxn id="54" idx="4"/>
            <a:endCxn id="57" idx="0"/>
          </p:cNvCxnSpPr>
          <p:nvPr/>
        </p:nvCxnSpPr>
        <p:spPr>
          <a:xfrm flipH="1">
            <a:off x="10670613" y="4338438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33CAF1B-0D1C-D7F8-D573-2F554CE3B1DB}"/>
              </a:ext>
            </a:extLst>
          </p:cNvPr>
          <p:cNvSpPr txBox="1"/>
          <p:nvPr/>
        </p:nvSpPr>
        <p:spPr>
          <a:xfrm>
            <a:off x="10670612" y="4637314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C4FA992-CD64-EB0E-FE3C-43FAF698B159}"/>
              </a:ext>
            </a:extLst>
          </p:cNvPr>
          <p:cNvSpPr txBox="1"/>
          <p:nvPr/>
        </p:nvSpPr>
        <p:spPr>
          <a:xfrm>
            <a:off x="10112746" y="416632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FE2179C-A521-9F36-94CB-2B3AB72EDD68}"/>
              </a:ext>
            </a:extLst>
          </p:cNvPr>
          <p:cNvSpPr txBox="1"/>
          <p:nvPr/>
        </p:nvSpPr>
        <p:spPr>
          <a:xfrm>
            <a:off x="9501153" y="491481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0073787-5ABE-B485-D8AC-48D6C57D37B5}"/>
              </a:ext>
            </a:extLst>
          </p:cNvPr>
          <p:cNvSpPr txBox="1"/>
          <p:nvPr/>
        </p:nvSpPr>
        <p:spPr>
          <a:xfrm>
            <a:off x="10116897" y="484950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1AB1AA-80EC-88B2-6E6A-9C7A06DA38D7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31AC89-D8B8-4B3B-8C58-840FF260886E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6D4D4B1-4440-6055-F808-50391D47FBA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6B6AB60-7906-6772-47C9-16958C24A15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242C91-BA50-25EE-D102-0CDF6D36EDDF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0A36FA9-D84E-C010-B17D-DE48AB7EF4CB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0A36FA9-D84E-C010-B17D-DE48AB7EF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EDBAD60-AB54-1736-C09B-2DCF5B5901C5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EDBAD60-AB54-1736-C09B-2DCF5B590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10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AA0473-3EDE-DD17-E7CD-5FB3CCBCE5C1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AA0473-3EDE-DD17-E7CD-5FB3CCBCE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11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6480230-27ED-83B5-3955-48F2640D8531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52DDDD-356F-E3BE-DABA-FD5C9ACD6A8C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27F6C2-5953-5B64-CC06-0AF0B7790D5D}"/>
              </a:ext>
            </a:extLst>
          </p:cNvPr>
          <p:cNvCxnSpPr/>
          <p:nvPr/>
        </p:nvCxnSpPr>
        <p:spPr>
          <a:xfrm>
            <a:off x="4755518" y="3773408"/>
            <a:ext cx="1056094" cy="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089C4B-EBC6-CA57-47F0-04075DC5EB8C}"/>
              </a:ext>
            </a:extLst>
          </p:cNvPr>
          <p:cNvCxnSpPr/>
          <p:nvPr/>
        </p:nvCxnSpPr>
        <p:spPr>
          <a:xfrm>
            <a:off x="3790213" y="4167548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18AB744-A27D-6E43-FC59-B7BCF71FE38F}"/>
              </a:ext>
            </a:extLst>
          </p:cNvPr>
          <p:cNvSpPr txBox="1"/>
          <p:nvPr/>
        </p:nvSpPr>
        <p:spPr>
          <a:xfrm>
            <a:off x="5798418" y="3576624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v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6AF3E9-94B4-F8A2-D1D5-E53E9ACC1994}"/>
              </a:ext>
            </a:extLst>
          </p:cNvPr>
          <p:cNvSpPr txBox="1"/>
          <p:nvPr/>
        </p:nvSpPr>
        <p:spPr>
          <a:xfrm>
            <a:off x="3645242" y="3830222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u</a:t>
            </a:r>
            <a:endParaRPr lang="en-CN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A55EFB0-85FE-98F2-3518-86D73886813A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A55EFB0-85FE-98F2-3518-86D738868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2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373937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2A4F-C4C4-C259-5507-E9B4E57B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0DDE1F-BF51-DC1E-A5DD-A90A7D59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9C285-5F3F-563F-AB53-168CC70B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3F494B71-BC93-7DB0-F7D2-28063727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007308F-33F7-B814-3722-96DB3662F7CA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CAAA5-1CFD-859F-7E9A-88A6FB835EC1}"/>
              </a:ext>
            </a:extLst>
          </p:cNvPr>
          <p:cNvSpPr/>
          <p:nvPr/>
        </p:nvSpPr>
        <p:spPr>
          <a:xfrm>
            <a:off x="8554716" y="2185116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FD9937-1E7D-6C35-D7B2-26F1D9778F5B}"/>
              </a:ext>
            </a:extLst>
          </p:cNvPr>
          <p:cNvSpPr/>
          <p:nvPr/>
        </p:nvSpPr>
        <p:spPr>
          <a:xfrm>
            <a:off x="8162548" y="293291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B2FCEC-F4C5-3927-F5D5-4208B610B59D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 flipH="1">
            <a:off x="8465875" y="2702927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8321DF1-4FCF-385C-3C42-9998663A460C}"/>
              </a:ext>
            </a:extLst>
          </p:cNvPr>
          <p:cNvSpPr/>
          <p:nvPr/>
        </p:nvSpPr>
        <p:spPr>
          <a:xfrm>
            <a:off x="8970689" y="2931441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2D791B-FA3A-EB37-4D5B-148A9D8FA090}"/>
              </a:ext>
            </a:extLst>
          </p:cNvPr>
          <p:cNvCxnSpPr>
            <a:cxnSpLocks/>
            <a:stCxn id="9" idx="5"/>
            <a:endCxn id="14" idx="0"/>
          </p:cNvCxnSpPr>
          <p:nvPr/>
        </p:nvCxnSpPr>
        <p:spPr>
          <a:xfrm>
            <a:off x="9072527" y="2702927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E8BAF1-8235-D73D-1288-EACE21925E1D}"/>
              </a:ext>
            </a:extLst>
          </p:cNvPr>
          <p:cNvSpPr txBox="1"/>
          <p:nvPr/>
        </p:nvSpPr>
        <p:spPr>
          <a:xfrm>
            <a:off x="8305390" y="259310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213AD9-52CD-3F59-35B0-670F13F2190E}"/>
              </a:ext>
            </a:extLst>
          </p:cNvPr>
          <p:cNvSpPr txBox="1"/>
          <p:nvPr/>
        </p:nvSpPr>
        <p:spPr>
          <a:xfrm>
            <a:off x="9135546" y="258333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749F47E-D447-C257-A006-C45180680520}"/>
              </a:ext>
            </a:extLst>
          </p:cNvPr>
          <p:cNvSpPr/>
          <p:nvPr/>
        </p:nvSpPr>
        <p:spPr>
          <a:xfrm>
            <a:off x="7577842" y="4305647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B075813-C317-DE4A-3F1F-BBD2ED4E4457}"/>
              </a:ext>
            </a:extLst>
          </p:cNvPr>
          <p:cNvSpPr/>
          <p:nvPr/>
        </p:nvSpPr>
        <p:spPr>
          <a:xfrm>
            <a:off x="7185674" y="505344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E96D7B-4256-E389-159A-F48D0FE43A80}"/>
              </a:ext>
            </a:extLst>
          </p:cNvPr>
          <p:cNvCxnSpPr>
            <a:cxnSpLocks/>
            <a:stCxn id="38" idx="3"/>
            <a:endCxn id="40" idx="0"/>
          </p:cNvCxnSpPr>
          <p:nvPr/>
        </p:nvCxnSpPr>
        <p:spPr>
          <a:xfrm flipH="1">
            <a:off x="7489001" y="4823458"/>
            <a:ext cx="177683" cy="2299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4E9E1D7-E6AE-8D78-ECD8-903A77EDBBD3}"/>
              </a:ext>
            </a:extLst>
          </p:cNvPr>
          <p:cNvSpPr/>
          <p:nvPr/>
        </p:nvSpPr>
        <p:spPr>
          <a:xfrm>
            <a:off x="7993815" y="5051972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CD1A6A6-D4A3-82E7-C166-F05782D7B781}"/>
              </a:ext>
            </a:extLst>
          </p:cNvPr>
          <p:cNvCxnSpPr>
            <a:cxnSpLocks/>
            <a:stCxn id="38" idx="5"/>
            <a:endCxn id="43" idx="0"/>
          </p:cNvCxnSpPr>
          <p:nvPr/>
        </p:nvCxnSpPr>
        <p:spPr>
          <a:xfrm>
            <a:off x="8095653" y="4823458"/>
            <a:ext cx="201489" cy="22851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B5E0AA5-9A89-27D9-1CE3-589CF118BA24}"/>
              </a:ext>
            </a:extLst>
          </p:cNvPr>
          <p:cNvSpPr txBox="1"/>
          <p:nvPr/>
        </p:nvSpPr>
        <p:spPr>
          <a:xfrm>
            <a:off x="7328516" y="4713640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33450F-5D1F-6F1E-3768-59620645EAB2}"/>
              </a:ext>
            </a:extLst>
          </p:cNvPr>
          <p:cNvSpPr txBox="1"/>
          <p:nvPr/>
        </p:nvSpPr>
        <p:spPr>
          <a:xfrm>
            <a:off x="8158672" y="470386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CC20EC-5630-540E-2474-C85C9A5B2191}"/>
                  </a:ext>
                </a:extLst>
              </p:cNvPr>
              <p:cNvSpPr txBox="1"/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CC20EC-5630-540E-2474-C85C9A5B2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35" y="2240941"/>
                <a:ext cx="975075" cy="369332"/>
              </a:xfrm>
              <a:prstGeom prst="rect">
                <a:avLst/>
              </a:prstGeom>
              <a:blipFill>
                <a:blip r:embed="rId6"/>
                <a:stretch>
                  <a:fillRect l="-10256" r="-512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318D51-BDA8-2985-5A1F-8AAA87263374}"/>
                  </a:ext>
                </a:extLst>
              </p:cNvPr>
              <p:cNvSpPr txBox="1"/>
              <p:nvPr/>
            </p:nvSpPr>
            <p:spPr>
              <a:xfrm>
                <a:off x="6974782" y="3800765"/>
                <a:ext cx="988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318D51-BDA8-2985-5A1F-8AAA8726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782" y="3800765"/>
                <a:ext cx="988925" cy="369332"/>
              </a:xfrm>
              <a:prstGeom prst="rect">
                <a:avLst/>
              </a:prstGeom>
              <a:blipFill>
                <a:blip r:embed="rId8"/>
                <a:stretch>
                  <a:fillRect l="-6410" r="-6410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4637257-3F90-CD4F-00D8-0F971B7BE8BE}"/>
              </a:ext>
            </a:extLst>
          </p:cNvPr>
          <p:cNvGrpSpPr/>
          <p:nvPr/>
        </p:nvGrpSpPr>
        <p:grpSpPr>
          <a:xfrm>
            <a:off x="9445262" y="3731785"/>
            <a:ext cx="1571958" cy="2185113"/>
            <a:chOff x="9445262" y="3731785"/>
            <a:chExt cx="1571958" cy="2185113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1C5C7A4-B096-F06C-08A2-7998D6411A6A}"/>
                </a:ext>
              </a:extLst>
            </p:cNvPr>
            <p:cNvSpPr/>
            <p:nvPr/>
          </p:nvSpPr>
          <p:spPr>
            <a:xfrm>
              <a:off x="9445262" y="4322210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91716E9-30B1-C1B1-19EE-EEE73B01C2FB}"/>
                </a:ext>
              </a:extLst>
            </p:cNvPr>
            <p:cNvSpPr/>
            <p:nvPr/>
          </p:nvSpPr>
          <p:spPr>
            <a:xfrm>
              <a:off x="10410567" y="373178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C2D1D92-CC5D-E2B8-583C-60A468179A76}"/>
                </a:ext>
              </a:extLst>
            </p:cNvPr>
            <p:cNvCxnSpPr>
              <a:cxnSpLocks/>
              <a:stCxn id="53" idx="4"/>
              <a:endCxn id="56" idx="0"/>
            </p:cNvCxnSpPr>
            <p:nvPr/>
          </p:nvCxnSpPr>
          <p:spPr>
            <a:xfrm>
              <a:off x="9748589" y="4928863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DC8C983-7294-108F-F1BD-096F9243A9F9}"/>
                </a:ext>
              </a:extLst>
            </p:cNvPr>
            <p:cNvSpPr/>
            <p:nvPr/>
          </p:nvSpPr>
          <p:spPr>
            <a:xfrm>
              <a:off x="9559145" y="531024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6B468E0-F935-67A9-5A89-85DCD7C5D8CD}"/>
                </a:ext>
              </a:extLst>
            </p:cNvPr>
            <p:cNvSpPr/>
            <p:nvPr/>
          </p:nvSpPr>
          <p:spPr>
            <a:xfrm>
              <a:off x="10367286" y="5308772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10C10C3-7466-ACE2-A010-55D8C1C235A0}"/>
                </a:ext>
              </a:extLst>
            </p:cNvPr>
            <p:cNvCxnSpPr>
              <a:cxnSpLocks/>
              <a:stCxn id="53" idx="5"/>
              <a:endCxn id="57" idx="1"/>
            </p:cNvCxnSpPr>
            <p:nvPr/>
          </p:nvCxnSpPr>
          <p:spPr>
            <a:xfrm>
              <a:off x="9963073" y="4840021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8D9D49F-41A9-4BFE-B716-65A4CB39EE6D}"/>
                </a:ext>
              </a:extLst>
            </p:cNvPr>
            <p:cNvCxnSpPr>
              <a:cxnSpLocks/>
              <a:stCxn id="54" idx="3"/>
              <a:endCxn id="53" idx="6"/>
            </p:cNvCxnSpPr>
            <p:nvPr/>
          </p:nvCxnSpPr>
          <p:spPr>
            <a:xfrm flipH="1">
              <a:off x="10051915" y="4249596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390EE4F-813B-1488-8D5E-DC37C02E3439}"/>
                </a:ext>
              </a:extLst>
            </p:cNvPr>
            <p:cNvCxnSpPr>
              <a:cxnSpLocks/>
              <a:stCxn id="54" idx="4"/>
              <a:endCxn id="57" idx="0"/>
            </p:cNvCxnSpPr>
            <p:nvPr/>
          </p:nvCxnSpPr>
          <p:spPr>
            <a:xfrm flipH="1">
              <a:off x="10670613" y="4338438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F109EE1-93A3-972B-4D4E-B03765C3CA4D}"/>
                </a:ext>
              </a:extLst>
            </p:cNvPr>
            <p:cNvSpPr txBox="1"/>
            <p:nvPr/>
          </p:nvSpPr>
          <p:spPr>
            <a:xfrm>
              <a:off x="10670612" y="4637314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5F5D648-89F4-2956-A4EA-BB2DB47290E4}"/>
                </a:ext>
              </a:extLst>
            </p:cNvPr>
            <p:cNvSpPr txBox="1"/>
            <p:nvPr/>
          </p:nvSpPr>
          <p:spPr>
            <a:xfrm>
              <a:off x="10112746" y="416632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740287B-3FAD-9C08-90D5-6E64770513FF}"/>
                </a:ext>
              </a:extLst>
            </p:cNvPr>
            <p:cNvSpPr txBox="1"/>
            <p:nvPr/>
          </p:nvSpPr>
          <p:spPr>
            <a:xfrm>
              <a:off x="9501153" y="491481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870B04F-04CF-1628-E0BF-F311E0ACAC2A}"/>
                </a:ext>
              </a:extLst>
            </p:cNvPr>
            <p:cNvSpPr txBox="1"/>
            <p:nvPr/>
          </p:nvSpPr>
          <p:spPr>
            <a:xfrm>
              <a:off x="10116897" y="4849509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2FB337-E64D-21A3-909E-344C7C2CF351}"/>
              </a:ext>
            </a:extLst>
          </p:cNvPr>
          <p:cNvGrpSpPr/>
          <p:nvPr/>
        </p:nvGrpSpPr>
        <p:grpSpPr>
          <a:xfrm>
            <a:off x="1417522" y="3293324"/>
            <a:ext cx="1971546" cy="1203325"/>
            <a:chOff x="1417522" y="3293324"/>
            <a:chExt cx="1971546" cy="120332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86757C9-BE57-A18D-BD2D-6EB8C7C0FCFA}"/>
                </a:ext>
              </a:extLst>
            </p:cNvPr>
            <p:cNvSpPr/>
            <p:nvPr/>
          </p:nvSpPr>
          <p:spPr>
            <a:xfrm>
              <a:off x="1417522" y="3986970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3499EFC-C774-C760-CC0A-FE406E7E7E97}"/>
                </a:ext>
              </a:extLst>
            </p:cNvPr>
            <p:cNvGrpSpPr/>
            <p:nvPr/>
          </p:nvGrpSpPr>
          <p:grpSpPr>
            <a:xfrm>
              <a:off x="1760649" y="3669846"/>
              <a:ext cx="598449" cy="307777"/>
              <a:chOff x="1550604" y="3020176"/>
              <a:chExt cx="598449" cy="434647"/>
            </a:xfrm>
          </p:grpSpPr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CB5C24AD-4808-5288-EB80-89AEB31644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2DB7072C-C862-7C0D-4D7E-FF886F10AC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562145C-D77E-B5E6-9810-BEA28AAD40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3008" y="4241809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A2F911B-5777-733F-F56D-D1AF223683BD}"/>
                    </a:ext>
                  </a:extLst>
                </p:cNvPr>
                <p:cNvSpPr txBox="1"/>
                <p:nvPr/>
              </p:nvSpPr>
              <p:spPr>
                <a:xfrm>
                  <a:off x="2993126" y="4010120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A2F911B-5777-733F-F56D-D1AF22368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126" y="4010120"/>
                  <a:ext cx="395942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5625" r="-15625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5E866A8-2966-6319-96E0-82CC45057445}"/>
                    </a:ext>
                  </a:extLst>
                </p:cNvPr>
                <p:cNvSpPr txBox="1"/>
                <p:nvPr/>
              </p:nvSpPr>
              <p:spPr>
                <a:xfrm>
                  <a:off x="1566690" y="3293324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5E866A8-2966-6319-96E0-82CC45057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6690" y="3293324"/>
                  <a:ext cx="39594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CB4740-6A47-BEB6-2AC1-8AF5B584A786}"/>
                </a:ext>
              </a:extLst>
            </p:cNvPr>
            <p:cNvSpPr txBox="1"/>
            <p:nvPr/>
          </p:nvSpPr>
          <p:spPr>
            <a:xfrm>
              <a:off x="1542568" y="375980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6F7F932-31C8-1741-62D2-236EE1707E1C}"/>
                </a:ext>
              </a:extLst>
            </p:cNvPr>
            <p:cNvSpPr txBox="1"/>
            <p:nvPr/>
          </p:nvSpPr>
          <p:spPr>
            <a:xfrm>
              <a:off x="2141567" y="375980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C12AEB3-449E-5047-71F8-B234EAFC3F58}"/>
              </a:ext>
            </a:extLst>
          </p:cNvPr>
          <p:cNvGrpSpPr/>
          <p:nvPr/>
        </p:nvGrpSpPr>
        <p:grpSpPr>
          <a:xfrm>
            <a:off x="3645242" y="2419947"/>
            <a:ext cx="2959869" cy="3294557"/>
            <a:chOff x="3645242" y="2419947"/>
            <a:chExt cx="2959869" cy="3294557"/>
          </a:xfrm>
        </p:grpSpPr>
        <p:sp>
          <p:nvSpPr>
            <p:cNvPr id="142" name="Right Arrow 141">
              <a:extLst>
                <a:ext uri="{FF2B5EF4-FFF2-40B4-BE49-F238E27FC236}">
                  <a16:creationId xmlns:a16="http://schemas.microsoft.com/office/drawing/2014/main" id="{1F29FE00-836B-0930-85D3-AB4C8F547AA4}"/>
                </a:ext>
              </a:extLst>
            </p:cNvPr>
            <p:cNvSpPr/>
            <p:nvPr/>
          </p:nvSpPr>
          <p:spPr>
            <a:xfrm>
              <a:off x="6133483" y="3778425"/>
              <a:ext cx="471628" cy="484632"/>
            </a:xfrm>
            <a:prstGeom prst="rightArrow">
              <a:avLst>
                <a:gd name="adj1" fmla="val 47415"/>
                <a:gd name="adj2" fmla="val 50000"/>
              </a:avLst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A5E51360-98B1-7E79-E3FF-F4A6E2F11458}"/>
                </a:ext>
              </a:extLst>
            </p:cNvPr>
            <p:cNvSpPr/>
            <p:nvPr/>
          </p:nvSpPr>
          <p:spPr>
            <a:xfrm>
              <a:off x="4525926" y="24998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4AC37262-C7C2-8272-128A-B1349338F61B}"/>
                </a:ext>
              </a:extLst>
            </p:cNvPr>
            <p:cNvSpPr/>
            <p:nvPr/>
          </p:nvSpPr>
          <p:spPr>
            <a:xfrm>
              <a:off x="4014933" y="394795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9511793-B519-DD01-21E9-2BD1E9F85711}"/>
                </a:ext>
              </a:extLst>
            </p:cNvPr>
            <p:cNvSpPr/>
            <p:nvPr/>
          </p:nvSpPr>
          <p:spPr>
            <a:xfrm>
              <a:off x="4980238" y="335752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1C275BFB-1FC3-F820-34AF-25AB78FDC5A0}"/>
                </a:ext>
              </a:extLst>
            </p:cNvPr>
            <p:cNvCxnSpPr>
              <a:cxnSpLocks/>
              <a:stCxn id="143" idx="3"/>
              <a:endCxn id="144" idx="0"/>
            </p:cNvCxnSpPr>
            <p:nvPr/>
          </p:nvCxnSpPr>
          <p:spPr>
            <a:xfrm flipH="1">
              <a:off x="4318260" y="3017665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34460F34-649A-E381-A2B8-12D742A8B2F6}"/>
                </a:ext>
              </a:extLst>
            </p:cNvPr>
            <p:cNvCxnSpPr>
              <a:cxnSpLocks/>
              <a:stCxn id="143" idx="5"/>
              <a:endCxn id="145" idx="0"/>
            </p:cNvCxnSpPr>
            <p:nvPr/>
          </p:nvCxnSpPr>
          <p:spPr>
            <a:xfrm>
              <a:off x="5043737" y="3017665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B58DF4D0-52D2-5BDF-AB26-6FED2702B846}"/>
                </a:ext>
              </a:extLst>
            </p:cNvPr>
            <p:cNvCxnSpPr>
              <a:cxnSpLocks/>
              <a:stCxn id="144" idx="4"/>
              <a:endCxn id="150" idx="0"/>
            </p:cNvCxnSpPr>
            <p:nvPr/>
          </p:nvCxnSpPr>
          <p:spPr>
            <a:xfrm>
              <a:off x="4318260" y="4554606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C1520AC5-6170-499E-1FB9-DDA900F1E730}"/>
                </a:ext>
              </a:extLst>
            </p:cNvPr>
            <p:cNvSpPr/>
            <p:nvPr/>
          </p:nvSpPr>
          <p:spPr>
            <a:xfrm>
              <a:off x="4128816" y="493598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AFF1199-16D2-CDAC-87B2-47C7D41B1FA0}"/>
                </a:ext>
              </a:extLst>
            </p:cNvPr>
            <p:cNvSpPr/>
            <p:nvPr/>
          </p:nvSpPr>
          <p:spPr>
            <a:xfrm>
              <a:off x="4936957" y="493451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0DE684EE-F54E-7CE0-D5A9-44E714422A1F}"/>
                </a:ext>
              </a:extLst>
            </p:cNvPr>
            <p:cNvCxnSpPr>
              <a:cxnSpLocks/>
              <a:stCxn id="144" idx="5"/>
              <a:endCxn id="151" idx="1"/>
            </p:cNvCxnSpPr>
            <p:nvPr/>
          </p:nvCxnSpPr>
          <p:spPr>
            <a:xfrm>
              <a:off x="4532744" y="4465764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C058447F-4593-9628-5737-0D0659F69E69}"/>
                </a:ext>
              </a:extLst>
            </p:cNvPr>
            <p:cNvCxnSpPr>
              <a:cxnSpLocks/>
              <a:stCxn id="145" idx="3"/>
              <a:endCxn id="144" idx="6"/>
            </p:cNvCxnSpPr>
            <p:nvPr/>
          </p:nvCxnSpPr>
          <p:spPr>
            <a:xfrm flipH="1">
              <a:off x="4621586" y="3875339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659B103D-74CD-AF16-86EE-00BFDCB0D4B3}"/>
                </a:ext>
              </a:extLst>
            </p:cNvPr>
            <p:cNvCxnSpPr>
              <a:cxnSpLocks/>
              <a:stCxn id="145" idx="4"/>
              <a:endCxn id="151" idx="0"/>
            </p:cNvCxnSpPr>
            <p:nvPr/>
          </p:nvCxnSpPr>
          <p:spPr>
            <a:xfrm flipH="1">
              <a:off x="5240284" y="3964181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BFBA03-20AF-52AF-4828-C9524DA307A1}"/>
                </a:ext>
              </a:extLst>
            </p:cNvPr>
            <p:cNvSpPr txBox="1"/>
            <p:nvPr/>
          </p:nvSpPr>
          <p:spPr>
            <a:xfrm>
              <a:off x="4234461" y="321557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85F1EEE-78BE-352C-E760-142BD447B699}"/>
                </a:ext>
              </a:extLst>
            </p:cNvPr>
            <p:cNvSpPr txBox="1"/>
            <p:nvPr/>
          </p:nvSpPr>
          <p:spPr>
            <a:xfrm>
              <a:off x="5093449" y="295261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D46869C5-B094-CF0A-A391-255B49906B81}"/>
                </a:ext>
              </a:extLst>
            </p:cNvPr>
            <p:cNvSpPr txBox="1"/>
            <p:nvPr/>
          </p:nvSpPr>
          <p:spPr>
            <a:xfrm>
              <a:off x="5240283" y="426305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1905FAE-4B08-D2C0-A384-B84C7841496F}"/>
                </a:ext>
              </a:extLst>
            </p:cNvPr>
            <p:cNvSpPr txBox="1"/>
            <p:nvPr/>
          </p:nvSpPr>
          <p:spPr>
            <a:xfrm>
              <a:off x="4682417" y="379206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A087FFD-4F4A-3707-E156-37FBDBA98B41}"/>
                </a:ext>
              </a:extLst>
            </p:cNvPr>
            <p:cNvSpPr txBox="1"/>
            <p:nvPr/>
          </p:nvSpPr>
          <p:spPr>
            <a:xfrm>
              <a:off x="4070824" y="454055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C67067D-E7D0-27BB-A908-B94E047820AD}"/>
                </a:ext>
              </a:extLst>
            </p:cNvPr>
            <p:cNvSpPr txBox="1"/>
            <p:nvPr/>
          </p:nvSpPr>
          <p:spPr>
            <a:xfrm>
              <a:off x="4686568" y="447525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7D2AEF0D-35F2-D452-35A0-7E30B4429155}"/>
                </a:ext>
              </a:extLst>
            </p:cNvPr>
            <p:cNvSpPr/>
            <p:nvPr/>
          </p:nvSpPr>
          <p:spPr>
            <a:xfrm>
              <a:off x="3980854" y="2419947"/>
              <a:ext cx="1697093" cy="2227549"/>
            </a:xfrm>
            <a:custGeom>
              <a:avLst/>
              <a:gdLst>
                <a:gd name="connsiteX0" fmla="*/ 767825 w 1697093"/>
                <a:gd name="connsiteY0" fmla="*/ 23533 h 2227549"/>
                <a:gd name="connsiteX1" fmla="*/ 715786 w 1697093"/>
                <a:gd name="connsiteY1" fmla="*/ 16099 h 2227549"/>
                <a:gd name="connsiteX2" fmla="*/ 671181 w 1697093"/>
                <a:gd name="connsiteY2" fmla="*/ 30967 h 2227549"/>
                <a:gd name="connsiteX3" fmla="*/ 648879 w 1697093"/>
                <a:gd name="connsiteY3" fmla="*/ 45835 h 2227549"/>
                <a:gd name="connsiteX4" fmla="*/ 611708 w 1697093"/>
                <a:gd name="connsiteY4" fmla="*/ 83006 h 2227549"/>
                <a:gd name="connsiteX5" fmla="*/ 567103 w 1697093"/>
                <a:gd name="connsiteY5" fmla="*/ 120177 h 2227549"/>
                <a:gd name="connsiteX6" fmla="*/ 552235 w 1697093"/>
                <a:gd name="connsiteY6" fmla="*/ 142479 h 2227549"/>
                <a:gd name="connsiteX7" fmla="*/ 529932 w 1697093"/>
                <a:gd name="connsiteY7" fmla="*/ 164782 h 2227549"/>
                <a:gd name="connsiteX8" fmla="*/ 515064 w 1697093"/>
                <a:gd name="connsiteY8" fmla="*/ 187084 h 2227549"/>
                <a:gd name="connsiteX9" fmla="*/ 492762 w 1697093"/>
                <a:gd name="connsiteY9" fmla="*/ 216821 h 2227549"/>
                <a:gd name="connsiteX10" fmla="*/ 463025 w 1697093"/>
                <a:gd name="connsiteY10" fmla="*/ 261425 h 2227549"/>
                <a:gd name="connsiteX11" fmla="*/ 448157 w 1697093"/>
                <a:gd name="connsiteY11" fmla="*/ 276294 h 2227549"/>
                <a:gd name="connsiteX12" fmla="*/ 410986 w 1697093"/>
                <a:gd name="connsiteY12" fmla="*/ 335767 h 2227549"/>
                <a:gd name="connsiteX13" fmla="*/ 396118 w 1697093"/>
                <a:gd name="connsiteY13" fmla="*/ 358069 h 2227549"/>
                <a:gd name="connsiteX14" fmla="*/ 381249 w 1697093"/>
                <a:gd name="connsiteY14" fmla="*/ 372938 h 2227549"/>
                <a:gd name="connsiteX15" fmla="*/ 358947 w 1697093"/>
                <a:gd name="connsiteY15" fmla="*/ 424977 h 2227549"/>
                <a:gd name="connsiteX16" fmla="*/ 351513 w 1697093"/>
                <a:gd name="connsiteY16" fmla="*/ 447279 h 2227549"/>
                <a:gd name="connsiteX17" fmla="*/ 336645 w 1697093"/>
                <a:gd name="connsiteY17" fmla="*/ 469582 h 2227549"/>
                <a:gd name="connsiteX18" fmla="*/ 314342 w 1697093"/>
                <a:gd name="connsiteY18" fmla="*/ 514186 h 2227549"/>
                <a:gd name="connsiteX19" fmla="*/ 306908 w 1697093"/>
                <a:gd name="connsiteY19" fmla="*/ 536489 h 2227549"/>
                <a:gd name="connsiteX20" fmla="*/ 277171 w 1697093"/>
                <a:gd name="connsiteY20" fmla="*/ 588528 h 2227549"/>
                <a:gd name="connsiteX21" fmla="*/ 254869 w 1697093"/>
                <a:gd name="connsiteY21" fmla="*/ 655435 h 2227549"/>
                <a:gd name="connsiteX22" fmla="*/ 232566 w 1697093"/>
                <a:gd name="connsiteY22" fmla="*/ 692606 h 2227549"/>
                <a:gd name="connsiteX23" fmla="*/ 202830 w 1697093"/>
                <a:gd name="connsiteY23" fmla="*/ 774382 h 2227549"/>
                <a:gd name="connsiteX24" fmla="*/ 180527 w 1697093"/>
                <a:gd name="connsiteY24" fmla="*/ 848723 h 2227549"/>
                <a:gd name="connsiteX25" fmla="*/ 165659 w 1697093"/>
                <a:gd name="connsiteY25" fmla="*/ 893328 h 2227549"/>
                <a:gd name="connsiteX26" fmla="*/ 158225 w 1697093"/>
                <a:gd name="connsiteY26" fmla="*/ 923065 h 2227549"/>
                <a:gd name="connsiteX27" fmla="*/ 150791 w 1697093"/>
                <a:gd name="connsiteY27" fmla="*/ 945367 h 2227549"/>
                <a:gd name="connsiteX28" fmla="*/ 143357 w 1697093"/>
                <a:gd name="connsiteY28" fmla="*/ 982538 h 2227549"/>
                <a:gd name="connsiteX29" fmla="*/ 135923 w 1697093"/>
                <a:gd name="connsiteY29" fmla="*/ 1004840 h 2227549"/>
                <a:gd name="connsiteX30" fmla="*/ 121054 w 1697093"/>
                <a:gd name="connsiteY30" fmla="*/ 1071747 h 2227549"/>
                <a:gd name="connsiteX31" fmla="*/ 106186 w 1697093"/>
                <a:gd name="connsiteY31" fmla="*/ 1123786 h 2227549"/>
                <a:gd name="connsiteX32" fmla="*/ 98752 w 1697093"/>
                <a:gd name="connsiteY32" fmla="*/ 1168391 h 2227549"/>
                <a:gd name="connsiteX33" fmla="*/ 83884 w 1697093"/>
                <a:gd name="connsiteY33" fmla="*/ 1250167 h 2227549"/>
                <a:gd name="connsiteX34" fmla="*/ 76449 w 1697093"/>
                <a:gd name="connsiteY34" fmla="*/ 1302206 h 2227549"/>
                <a:gd name="connsiteX35" fmla="*/ 69015 w 1697093"/>
                <a:gd name="connsiteY35" fmla="*/ 1331943 h 2227549"/>
                <a:gd name="connsiteX36" fmla="*/ 54147 w 1697093"/>
                <a:gd name="connsiteY36" fmla="*/ 1413718 h 2227549"/>
                <a:gd name="connsiteX37" fmla="*/ 46713 w 1697093"/>
                <a:gd name="connsiteY37" fmla="*/ 1443455 h 2227549"/>
                <a:gd name="connsiteX38" fmla="*/ 39279 w 1697093"/>
                <a:gd name="connsiteY38" fmla="*/ 1488060 h 2227549"/>
                <a:gd name="connsiteX39" fmla="*/ 24410 w 1697093"/>
                <a:gd name="connsiteY39" fmla="*/ 1547533 h 2227549"/>
                <a:gd name="connsiteX40" fmla="*/ 9542 w 1697093"/>
                <a:gd name="connsiteY40" fmla="*/ 1599572 h 2227549"/>
                <a:gd name="connsiteX41" fmla="*/ 2108 w 1697093"/>
                <a:gd name="connsiteY41" fmla="*/ 1651611 h 2227549"/>
                <a:gd name="connsiteX42" fmla="*/ 16976 w 1697093"/>
                <a:gd name="connsiteY42" fmla="*/ 1978713 h 2227549"/>
                <a:gd name="connsiteX43" fmla="*/ 31845 w 1697093"/>
                <a:gd name="connsiteY43" fmla="*/ 2023318 h 2227549"/>
                <a:gd name="connsiteX44" fmla="*/ 39279 w 1697093"/>
                <a:gd name="connsiteY44" fmla="*/ 2045621 h 2227549"/>
                <a:gd name="connsiteX45" fmla="*/ 69015 w 1697093"/>
                <a:gd name="connsiteY45" fmla="*/ 2090225 h 2227549"/>
                <a:gd name="connsiteX46" fmla="*/ 83884 w 1697093"/>
                <a:gd name="connsiteY46" fmla="*/ 2112528 h 2227549"/>
                <a:gd name="connsiteX47" fmla="*/ 106186 w 1697093"/>
                <a:gd name="connsiteY47" fmla="*/ 2149699 h 2227549"/>
                <a:gd name="connsiteX48" fmla="*/ 113620 w 1697093"/>
                <a:gd name="connsiteY48" fmla="*/ 2172001 h 2227549"/>
                <a:gd name="connsiteX49" fmla="*/ 135923 w 1697093"/>
                <a:gd name="connsiteY49" fmla="*/ 2186869 h 2227549"/>
                <a:gd name="connsiteX50" fmla="*/ 150791 w 1697093"/>
                <a:gd name="connsiteY50" fmla="*/ 2201738 h 2227549"/>
                <a:gd name="connsiteX51" fmla="*/ 195396 w 1697093"/>
                <a:gd name="connsiteY51" fmla="*/ 2216606 h 2227549"/>
                <a:gd name="connsiteX52" fmla="*/ 217698 w 1697093"/>
                <a:gd name="connsiteY52" fmla="*/ 2224040 h 2227549"/>
                <a:gd name="connsiteX53" fmla="*/ 559669 w 1697093"/>
                <a:gd name="connsiteY53" fmla="*/ 2209172 h 2227549"/>
                <a:gd name="connsiteX54" fmla="*/ 581971 w 1697093"/>
                <a:gd name="connsiteY54" fmla="*/ 2201738 h 2227549"/>
                <a:gd name="connsiteX55" fmla="*/ 626576 w 1697093"/>
                <a:gd name="connsiteY55" fmla="*/ 2164567 h 2227549"/>
                <a:gd name="connsiteX56" fmla="*/ 656313 w 1697093"/>
                <a:gd name="connsiteY56" fmla="*/ 2112528 h 2227549"/>
                <a:gd name="connsiteX57" fmla="*/ 671181 w 1697093"/>
                <a:gd name="connsiteY57" fmla="*/ 2067923 h 2227549"/>
                <a:gd name="connsiteX58" fmla="*/ 686049 w 1697093"/>
                <a:gd name="connsiteY58" fmla="*/ 2038186 h 2227549"/>
                <a:gd name="connsiteX59" fmla="*/ 693484 w 1697093"/>
                <a:gd name="connsiteY59" fmla="*/ 2015884 h 2227549"/>
                <a:gd name="connsiteX60" fmla="*/ 723220 w 1697093"/>
                <a:gd name="connsiteY60" fmla="*/ 1971279 h 2227549"/>
                <a:gd name="connsiteX61" fmla="*/ 738088 w 1697093"/>
                <a:gd name="connsiteY61" fmla="*/ 1948977 h 2227549"/>
                <a:gd name="connsiteX62" fmla="*/ 752957 w 1697093"/>
                <a:gd name="connsiteY62" fmla="*/ 1934108 h 2227549"/>
                <a:gd name="connsiteX63" fmla="*/ 775259 w 1697093"/>
                <a:gd name="connsiteY63" fmla="*/ 1889504 h 2227549"/>
                <a:gd name="connsiteX64" fmla="*/ 790127 w 1697093"/>
                <a:gd name="connsiteY64" fmla="*/ 1874635 h 2227549"/>
                <a:gd name="connsiteX65" fmla="*/ 797562 w 1697093"/>
                <a:gd name="connsiteY65" fmla="*/ 1852333 h 2227549"/>
                <a:gd name="connsiteX66" fmla="*/ 849601 w 1697093"/>
                <a:gd name="connsiteY66" fmla="*/ 1792860 h 2227549"/>
                <a:gd name="connsiteX67" fmla="*/ 864469 w 1697093"/>
                <a:gd name="connsiteY67" fmla="*/ 1777991 h 2227549"/>
                <a:gd name="connsiteX68" fmla="*/ 909074 w 1697093"/>
                <a:gd name="connsiteY68" fmla="*/ 1748255 h 2227549"/>
                <a:gd name="connsiteX69" fmla="*/ 946245 w 1697093"/>
                <a:gd name="connsiteY69" fmla="*/ 1725952 h 2227549"/>
                <a:gd name="connsiteX70" fmla="*/ 968547 w 1697093"/>
                <a:gd name="connsiteY70" fmla="*/ 1711084 h 2227549"/>
                <a:gd name="connsiteX71" fmla="*/ 990849 w 1697093"/>
                <a:gd name="connsiteY71" fmla="*/ 1703650 h 2227549"/>
                <a:gd name="connsiteX72" fmla="*/ 1005718 w 1697093"/>
                <a:gd name="connsiteY72" fmla="*/ 1688782 h 2227549"/>
                <a:gd name="connsiteX73" fmla="*/ 1050323 w 1697093"/>
                <a:gd name="connsiteY73" fmla="*/ 1673913 h 2227549"/>
                <a:gd name="connsiteX74" fmla="*/ 1094927 w 1697093"/>
                <a:gd name="connsiteY74" fmla="*/ 1651611 h 2227549"/>
                <a:gd name="connsiteX75" fmla="*/ 1117230 w 1697093"/>
                <a:gd name="connsiteY75" fmla="*/ 1636743 h 2227549"/>
                <a:gd name="connsiteX76" fmla="*/ 1206440 w 1697093"/>
                <a:gd name="connsiteY76" fmla="*/ 1614440 h 2227549"/>
                <a:gd name="connsiteX77" fmla="*/ 1474069 w 1697093"/>
                <a:gd name="connsiteY77" fmla="*/ 1607006 h 2227549"/>
                <a:gd name="connsiteX78" fmla="*/ 1518674 w 1697093"/>
                <a:gd name="connsiteY78" fmla="*/ 1592138 h 2227549"/>
                <a:gd name="connsiteX79" fmla="*/ 1540976 w 1697093"/>
                <a:gd name="connsiteY79" fmla="*/ 1584704 h 2227549"/>
                <a:gd name="connsiteX80" fmla="*/ 1555845 w 1697093"/>
                <a:gd name="connsiteY80" fmla="*/ 1569835 h 2227549"/>
                <a:gd name="connsiteX81" fmla="*/ 1578147 w 1697093"/>
                <a:gd name="connsiteY81" fmla="*/ 1554967 h 2227549"/>
                <a:gd name="connsiteX82" fmla="*/ 1622752 w 1697093"/>
                <a:gd name="connsiteY82" fmla="*/ 1473191 h 2227549"/>
                <a:gd name="connsiteX83" fmla="*/ 1630186 w 1697093"/>
                <a:gd name="connsiteY83" fmla="*/ 1450889 h 2227549"/>
                <a:gd name="connsiteX84" fmla="*/ 1645054 w 1697093"/>
                <a:gd name="connsiteY84" fmla="*/ 1428586 h 2227549"/>
                <a:gd name="connsiteX85" fmla="*/ 1659923 w 1697093"/>
                <a:gd name="connsiteY85" fmla="*/ 1383982 h 2227549"/>
                <a:gd name="connsiteX86" fmla="*/ 1674791 w 1697093"/>
                <a:gd name="connsiteY86" fmla="*/ 1331943 h 2227549"/>
                <a:gd name="connsiteX87" fmla="*/ 1682225 w 1697093"/>
                <a:gd name="connsiteY87" fmla="*/ 1309640 h 2227549"/>
                <a:gd name="connsiteX88" fmla="*/ 1697093 w 1697093"/>
                <a:gd name="connsiteY88" fmla="*/ 1242733 h 2227549"/>
                <a:gd name="connsiteX89" fmla="*/ 1689659 w 1697093"/>
                <a:gd name="connsiteY89" fmla="*/ 1086616 h 2227549"/>
                <a:gd name="connsiteX90" fmla="*/ 1674791 w 1697093"/>
                <a:gd name="connsiteY90" fmla="*/ 1042011 h 2227549"/>
                <a:gd name="connsiteX91" fmla="*/ 1667357 w 1697093"/>
                <a:gd name="connsiteY91" fmla="*/ 1019708 h 2227549"/>
                <a:gd name="connsiteX92" fmla="*/ 1652488 w 1697093"/>
                <a:gd name="connsiteY92" fmla="*/ 975104 h 2227549"/>
                <a:gd name="connsiteX93" fmla="*/ 1637620 w 1697093"/>
                <a:gd name="connsiteY93" fmla="*/ 960235 h 2227549"/>
                <a:gd name="connsiteX94" fmla="*/ 1607884 w 1697093"/>
                <a:gd name="connsiteY94" fmla="*/ 885894 h 2227549"/>
                <a:gd name="connsiteX95" fmla="*/ 1578147 w 1697093"/>
                <a:gd name="connsiteY95" fmla="*/ 841289 h 2227549"/>
                <a:gd name="connsiteX96" fmla="*/ 1548410 w 1697093"/>
                <a:gd name="connsiteY96" fmla="*/ 789250 h 2227549"/>
                <a:gd name="connsiteX97" fmla="*/ 1540976 w 1697093"/>
                <a:gd name="connsiteY97" fmla="*/ 766947 h 2227549"/>
                <a:gd name="connsiteX98" fmla="*/ 1496371 w 1697093"/>
                <a:gd name="connsiteY98" fmla="*/ 707474 h 2227549"/>
                <a:gd name="connsiteX99" fmla="*/ 1488937 w 1697093"/>
                <a:gd name="connsiteY99" fmla="*/ 685172 h 2227549"/>
                <a:gd name="connsiteX100" fmla="*/ 1451766 w 1697093"/>
                <a:gd name="connsiteY100" fmla="*/ 640567 h 2227549"/>
                <a:gd name="connsiteX101" fmla="*/ 1429464 w 1697093"/>
                <a:gd name="connsiteY101" fmla="*/ 603396 h 2227549"/>
                <a:gd name="connsiteX102" fmla="*/ 1399727 w 1697093"/>
                <a:gd name="connsiteY102" fmla="*/ 558791 h 2227549"/>
                <a:gd name="connsiteX103" fmla="*/ 1392293 w 1697093"/>
                <a:gd name="connsiteY103" fmla="*/ 536489 h 2227549"/>
                <a:gd name="connsiteX104" fmla="*/ 1355123 w 1697093"/>
                <a:gd name="connsiteY104" fmla="*/ 484450 h 2227549"/>
                <a:gd name="connsiteX105" fmla="*/ 1332820 w 1697093"/>
                <a:gd name="connsiteY105" fmla="*/ 439845 h 2227549"/>
                <a:gd name="connsiteX106" fmla="*/ 1317952 w 1697093"/>
                <a:gd name="connsiteY106" fmla="*/ 410108 h 2227549"/>
                <a:gd name="connsiteX107" fmla="*/ 1288215 w 1697093"/>
                <a:gd name="connsiteY107" fmla="*/ 372938 h 2227549"/>
                <a:gd name="connsiteX108" fmla="*/ 1258479 w 1697093"/>
                <a:gd name="connsiteY108" fmla="*/ 328333 h 2227549"/>
                <a:gd name="connsiteX109" fmla="*/ 1184137 w 1697093"/>
                <a:gd name="connsiteY109" fmla="*/ 216821 h 2227549"/>
                <a:gd name="connsiteX110" fmla="*/ 1154401 w 1697093"/>
                <a:gd name="connsiteY110" fmla="*/ 172216 h 2227549"/>
                <a:gd name="connsiteX111" fmla="*/ 1139532 w 1697093"/>
                <a:gd name="connsiteY111" fmla="*/ 157347 h 2227549"/>
                <a:gd name="connsiteX112" fmla="*/ 1117230 w 1697093"/>
                <a:gd name="connsiteY112" fmla="*/ 112743 h 2227549"/>
                <a:gd name="connsiteX113" fmla="*/ 1102362 w 1697093"/>
                <a:gd name="connsiteY113" fmla="*/ 97874 h 2227549"/>
                <a:gd name="connsiteX114" fmla="*/ 1087493 w 1697093"/>
                <a:gd name="connsiteY114" fmla="*/ 75572 h 2227549"/>
                <a:gd name="connsiteX115" fmla="*/ 1065191 w 1697093"/>
                <a:gd name="connsiteY115" fmla="*/ 60704 h 2227549"/>
                <a:gd name="connsiteX116" fmla="*/ 1028020 w 1697093"/>
                <a:gd name="connsiteY116" fmla="*/ 30967 h 2227549"/>
                <a:gd name="connsiteX117" fmla="*/ 998284 w 1697093"/>
                <a:gd name="connsiteY117" fmla="*/ 23533 h 2227549"/>
                <a:gd name="connsiteX118" fmla="*/ 871903 w 1697093"/>
                <a:gd name="connsiteY118" fmla="*/ 16099 h 2227549"/>
                <a:gd name="connsiteX119" fmla="*/ 782693 w 1697093"/>
                <a:gd name="connsiteY119" fmla="*/ 8665 h 2227549"/>
                <a:gd name="connsiteX120" fmla="*/ 767825 w 1697093"/>
                <a:gd name="connsiteY120" fmla="*/ 23533 h 222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697093" h="2227549">
                  <a:moveTo>
                    <a:pt x="767825" y="23533"/>
                  </a:moveTo>
                  <a:cubicBezTo>
                    <a:pt x="756674" y="24772"/>
                    <a:pt x="733257" y="14755"/>
                    <a:pt x="715786" y="16099"/>
                  </a:cubicBezTo>
                  <a:cubicBezTo>
                    <a:pt x="700160" y="17301"/>
                    <a:pt x="671181" y="30967"/>
                    <a:pt x="671181" y="30967"/>
                  </a:cubicBezTo>
                  <a:cubicBezTo>
                    <a:pt x="663747" y="35923"/>
                    <a:pt x="655603" y="39952"/>
                    <a:pt x="648879" y="45835"/>
                  </a:cubicBezTo>
                  <a:cubicBezTo>
                    <a:pt x="635692" y="57374"/>
                    <a:pt x="625726" y="72493"/>
                    <a:pt x="611708" y="83006"/>
                  </a:cubicBezTo>
                  <a:cubicBezTo>
                    <a:pt x="597243" y="93854"/>
                    <a:pt x="578920" y="105405"/>
                    <a:pt x="567103" y="120177"/>
                  </a:cubicBezTo>
                  <a:cubicBezTo>
                    <a:pt x="561522" y="127154"/>
                    <a:pt x="557955" y="135615"/>
                    <a:pt x="552235" y="142479"/>
                  </a:cubicBezTo>
                  <a:cubicBezTo>
                    <a:pt x="545504" y="150556"/>
                    <a:pt x="536663" y="156705"/>
                    <a:pt x="529932" y="164782"/>
                  </a:cubicBezTo>
                  <a:cubicBezTo>
                    <a:pt x="524212" y="171646"/>
                    <a:pt x="520257" y="179814"/>
                    <a:pt x="515064" y="187084"/>
                  </a:cubicBezTo>
                  <a:cubicBezTo>
                    <a:pt x="507862" y="197166"/>
                    <a:pt x="499867" y="206671"/>
                    <a:pt x="492762" y="216821"/>
                  </a:cubicBezTo>
                  <a:cubicBezTo>
                    <a:pt x="482515" y="231460"/>
                    <a:pt x="475660" y="248789"/>
                    <a:pt x="463025" y="261425"/>
                  </a:cubicBezTo>
                  <a:cubicBezTo>
                    <a:pt x="458069" y="266381"/>
                    <a:pt x="452536" y="270821"/>
                    <a:pt x="448157" y="276294"/>
                  </a:cubicBezTo>
                  <a:cubicBezTo>
                    <a:pt x="438442" y="288437"/>
                    <a:pt x="416587" y="326806"/>
                    <a:pt x="410986" y="335767"/>
                  </a:cubicBezTo>
                  <a:cubicBezTo>
                    <a:pt x="406251" y="343344"/>
                    <a:pt x="401699" y="351092"/>
                    <a:pt x="396118" y="358069"/>
                  </a:cubicBezTo>
                  <a:cubicBezTo>
                    <a:pt x="391739" y="363542"/>
                    <a:pt x="386205" y="367982"/>
                    <a:pt x="381249" y="372938"/>
                  </a:cubicBezTo>
                  <a:cubicBezTo>
                    <a:pt x="363815" y="425240"/>
                    <a:pt x="386505" y="360673"/>
                    <a:pt x="358947" y="424977"/>
                  </a:cubicBezTo>
                  <a:cubicBezTo>
                    <a:pt x="355860" y="432180"/>
                    <a:pt x="355017" y="440270"/>
                    <a:pt x="351513" y="447279"/>
                  </a:cubicBezTo>
                  <a:cubicBezTo>
                    <a:pt x="347517" y="455271"/>
                    <a:pt x="340641" y="461590"/>
                    <a:pt x="336645" y="469582"/>
                  </a:cubicBezTo>
                  <a:cubicBezTo>
                    <a:pt x="305868" y="531134"/>
                    <a:pt x="356948" y="450277"/>
                    <a:pt x="314342" y="514186"/>
                  </a:cubicBezTo>
                  <a:cubicBezTo>
                    <a:pt x="311864" y="521620"/>
                    <a:pt x="309995" y="529286"/>
                    <a:pt x="306908" y="536489"/>
                  </a:cubicBezTo>
                  <a:cubicBezTo>
                    <a:pt x="295590" y="562898"/>
                    <a:pt x="292103" y="566130"/>
                    <a:pt x="277171" y="588528"/>
                  </a:cubicBezTo>
                  <a:cubicBezTo>
                    <a:pt x="263369" y="671341"/>
                    <a:pt x="281002" y="603168"/>
                    <a:pt x="254869" y="655435"/>
                  </a:cubicBezTo>
                  <a:cubicBezTo>
                    <a:pt x="235568" y="694037"/>
                    <a:pt x="261608" y="663566"/>
                    <a:pt x="232566" y="692606"/>
                  </a:cubicBezTo>
                  <a:cubicBezTo>
                    <a:pt x="215531" y="760747"/>
                    <a:pt x="229033" y="735076"/>
                    <a:pt x="202830" y="774382"/>
                  </a:cubicBezTo>
                  <a:cubicBezTo>
                    <a:pt x="191594" y="819325"/>
                    <a:pt x="198628" y="794422"/>
                    <a:pt x="180527" y="848723"/>
                  </a:cubicBezTo>
                  <a:lnTo>
                    <a:pt x="165659" y="893328"/>
                  </a:lnTo>
                  <a:cubicBezTo>
                    <a:pt x="163181" y="903240"/>
                    <a:pt x="161032" y="913241"/>
                    <a:pt x="158225" y="923065"/>
                  </a:cubicBezTo>
                  <a:cubicBezTo>
                    <a:pt x="156072" y="930600"/>
                    <a:pt x="152692" y="937765"/>
                    <a:pt x="150791" y="945367"/>
                  </a:cubicBezTo>
                  <a:cubicBezTo>
                    <a:pt x="147726" y="957625"/>
                    <a:pt x="146422" y="970280"/>
                    <a:pt x="143357" y="982538"/>
                  </a:cubicBezTo>
                  <a:cubicBezTo>
                    <a:pt x="141456" y="990140"/>
                    <a:pt x="137824" y="997238"/>
                    <a:pt x="135923" y="1004840"/>
                  </a:cubicBezTo>
                  <a:cubicBezTo>
                    <a:pt x="120592" y="1066162"/>
                    <a:pt x="136317" y="1018325"/>
                    <a:pt x="121054" y="1071747"/>
                  </a:cubicBezTo>
                  <a:cubicBezTo>
                    <a:pt x="111608" y="1104808"/>
                    <a:pt x="113931" y="1085059"/>
                    <a:pt x="106186" y="1123786"/>
                  </a:cubicBezTo>
                  <a:cubicBezTo>
                    <a:pt x="103230" y="1138567"/>
                    <a:pt x="101448" y="1153561"/>
                    <a:pt x="98752" y="1168391"/>
                  </a:cubicBezTo>
                  <a:cubicBezTo>
                    <a:pt x="87149" y="1232207"/>
                    <a:pt x="94842" y="1178945"/>
                    <a:pt x="83884" y="1250167"/>
                  </a:cubicBezTo>
                  <a:cubicBezTo>
                    <a:pt x="81219" y="1267486"/>
                    <a:pt x="79584" y="1284966"/>
                    <a:pt x="76449" y="1302206"/>
                  </a:cubicBezTo>
                  <a:cubicBezTo>
                    <a:pt x="74621" y="1312259"/>
                    <a:pt x="71019" y="1321924"/>
                    <a:pt x="69015" y="1331943"/>
                  </a:cubicBezTo>
                  <a:cubicBezTo>
                    <a:pt x="52876" y="1412641"/>
                    <a:pt x="70093" y="1341958"/>
                    <a:pt x="54147" y="1413718"/>
                  </a:cubicBezTo>
                  <a:cubicBezTo>
                    <a:pt x="51931" y="1423692"/>
                    <a:pt x="48717" y="1433436"/>
                    <a:pt x="46713" y="1443455"/>
                  </a:cubicBezTo>
                  <a:cubicBezTo>
                    <a:pt x="43757" y="1458236"/>
                    <a:pt x="42437" y="1473321"/>
                    <a:pt x="39279" y="1488060"/>
                  </a:cubicBezTo>
                  <a:cubicBezTo>
                    <a:pt x="34997" y="1508041"/>
                    <a:pt x="30872" y="1528147"/>
                    <a:pt x="24410" y="1547533"/>
                  </a:cubicBezTo>
                  <a:cubicBezTo>
                    <a:pt x="18040" y="1566643"/>
                    <a:pt x="13276" y="1579034"/>
                    <a:pt x="9542" y="1599572"/>
                  </a:cubicBezTo>
                  <a:cubicBezTo>
                    <a:pt x="6408" y="1616812"/>
                    <a:pt x="4586" y="1634265"/>
                    <a:pt x="2108" y="1651611"/>
                  </a:cubicBezTo>
                  <a:cubicBezTo>
                    <a:pt x="2245" y="1656950"/>
                    <a:pt x="-8422" y="1885591"/>
                    <a:pt x="16976" y="1978713"/>
                  </a:cubicBezTo>
                  <a:cubicBezTo>
                    <a:pt x="21100" y="1993833"/>
                    <a:pt x="26889" y="2008450"/>
                    <a:pt x="31845" y="2023318"/>
                  </a:cubicBezTo>
                  <a:cubicBezTo>
                    <a:pt x="34323" y="2030752"/>
                    <a:pt x="34932" y="2039101"/>
                    <a:pt x="39279" y="2045621"/>
                  </a:cubicBezTo>
                  <a:lnTo>
                    <a:pt x="69015" y="2090225"/>
                  </a:lnTo>
                  <a:lnTo>
                    <a:pt x="83884" y="2112528"/>
                  </a:lnTo>
                  <a:cubicBezTo>
                    <a:pt x="104943" y="2175705"/>
                    <a:pt x="75573" y="2098676"/>
                    <a:pt x="106186" y="2149699"/>
                  </a:cubicBezTo>
                  <a:cubicBezTo>
                    <a:pt x="110218" y="2156418"/>
                    <a:pt x="108725" y="2165882"/>
                    <a:pt x="113620" y="2172001"/>
                  </a:cubicBezTo>
                  <a:cubicBezTo>
                    <a:pt x="119202" y="2178978"/>
                    <a:pt x="128946" y="2181287"/>
                    <a:pt x="135923" y="2186869"/>
                  </a:cubicBezTo>
                  <a:cubicBezTo>
                    <a:pt x="141396" y="2191248"/>
                    <a:pt x="144522" y="2198603"/>
                    <a:pt x="150791" y="2201738"/>
                  </a:cubicBezTo>
                  <a:cubicBezTo>
                    <a:pt x="164809" y="2208747"/>
                    <a:pt x="180528" y="2211650"/>
                    <a:pt x="195396" y="2216606"/>
                  </a:cubicBezTo>
                  <a:lnTo>
                    <a:pt x="217698" y="2224040"/>
                  </a:lnTo>
                  <a:cubicBezTo>
                    <a:pt x="358477" y="2220688"/>
                    <a:pt x="446762" y="2241430"/>
                    <a:pt x="559669" y="2209172"/>
                  </a:cubicBezTo>
                  <a:cubicBezTo>
                    <a:pt x="567204" y="2207019"/>
                    <a:pt x="574537" y="2204216"/>
                    <a:pt x="581971" y="2201738"/>
                  </a:cubicBezTo>
                  <a:cubicBezTo>
                    <a:pt x="603901" y="2187118"/>
                    <a:pt x="608688" y="2186032"/>
                    <a:pt x="626576" y="2164567"/>
                  </a:cubicBezTo>
                  <a:cubicBezTo>
                    <a:pt x="636895" y="2152184"/>
                    <a:pt x="650718" y="2126516"/>
                    <a:pt x="656313" y="2112528"/>
                  </a:cubicBezTo>
                  <a:cubicBezTo>
                    <a:pt x="662134" y="2097976"/>
                    <a:pt x="664172" y="2081941"/>
                    <a:pt x="671181" y="2067923"/>
                  </a:cubicBezTo>
                  <a:cubicBezTo>
                    <a:pt x="676137" y="2058011"/>
                    <a:pt x="681683" y="2048372"/>
                    <a:pt x="686049" y="2038186"/>
                  </a:cubicBezTo>
                  <a:cubicBezTo>
                    <a:pt x="689136" y="2030983"/>
                    <a:pt x="689678" y="2022734"/>
                    <a:pt x="693484" y="2015884"/>
                  </a:cubicBezTo>
                  <a:cubicBezTo>
                    <a:pt x="702162" y="2000263"/>
                    <a:pt x="713308" y="1986147"/>
                    <a:pt x="723220" y="1971279"/>
                  </a:cubicBezTo>
                  <a:cubicBezTo>
                    <a:pt x="728176" y="1963845"/>
                    <a:pt x="731770" y="1955295"/>
                    <a:pt x="738088" y="1948977"/>
                  </a:cubicBezTo>
                  <a:cubicBezTo>
                    <a:pt x="743044" y="1944021"/>
                    <a:pt x="748578" y="1939581"/>
                    <a:pt x="752957" y="1934108"/>
                  </a:cubicBezTo>
                  <a:cubicBezTo>
                    <a:pt x="798070" y="1877717"/>
                    <a:pt x="742286" y="1944461"/>
                    <a:pt x="775259" y="1889504"/>
                  </a:cubicBezTo>
                  <a:cubicBezTo>
                    <a:pt x="778865" y="1883494"/>
                    <a:pt x="785171" y="1879591"/>
                    <a:pt x="790127" y="1874635"/>
                  </a:cubicBezTo>
                  <a:cubicBezTo>
                    <a:pt x="792605" y="1867201"/>
                    <a:pt x="794057" y="1859342"/>
                    <a:pt x="797562" y="1852333"/>
                  </a:cubicBezTo>
                  <a:cubicBezTo>
                    <a:pt x="809858" y="1827741"/>
                    <a:pt x="830216" y="1812245"/>
                    <a:pt x="849601" y="1792860"/>
                  </a:cubicBezTo>
                  <a:cubicBezTo>
                    <a:pt x="854557" y="1787904"/>
                    <a:pt x="858637" y="1781879"/>
                    <a:pt x="864469" y="1777991"/>
                  </a:cubicBezTo>
                  <a:cubicBezTo>
                    <a:pt x="879337" y="1768079"/>
                    <a:pt x="896439" y="1760891"/>
                    <a:pt x="909074" y="1748255"/>
                  </a:cubicBezTo>
                  <a:cubicBezTo>
                    <a:pt x="929483" y="1727845"/>
                    <a:pt x="917293" y="1735602"/>
                    <a:pt x="946245" y="1725952"/>
                  </a:cubicBezTo>
                  <a:cubicBezTo>
                    <a:pt x="953679" y="1720996"/>
                    <a:pt x="960556" y="1715080"/>
                    <a:pt x="968547" y="1711084"/>
                  </a:cubicBezTo>
                  <a:cubicBezTo>
                    <a:pt x="975556" y="1707580"/>
                    <a:pt x="984130" y="1707682"/>
                    <a:pt x="990849" y="1703650"/>
                  </a:cubicBezTo>
                  <a:cubicBezTo>
                    <a:pt x="996859" y="1700044"/>
                    <a:pt x="999449" y="1691917"/>
                    <a:pt x="1005718" y="1688782"/>
                  </a:cubicBezTo>
                  <a:cubicBezTo>
                    <a:pt x="1019736" y="1681773"/>
                    <a:pt x="1050323" y="1673913"/>
                    <a:pt x="1050323" y="1673913"/>
                  </a:cubicBezTo>
                  <a:cubicBezTo>
                    <a:pt x="1114233" y="1631307"/>
                    <a:pt x="1033375" y="1682386"/>
                    <a:pt x="1094927" y="1651611"/>
                  </a:cubicBezTo>
                  <a:cubicBezTo>
                    <a:pt x="1102919" y="1647615"/>
                    <a:pt x="1109065" y="1640372"/>
                    <a:pt x="1117230" y="1636743"/>
                  </a:cubicBezTo>
                  <a:cubicBezTo>
                    <a:pt x="1140908" y="1626219"/>
                    <a:pt x="1180255" y="1615687"/>
                    <a:pt x="1206440" y="1614440"/>
                  </a:cubicBezTo>
                  <a:cubicBezTo>
                    <a:pt x="1295583" y="1610195"/>
                    <a:pt x="1384859" y="1609484"/>
                    <a:pt x="1474069" y="1607006"/>
                  </a:cubicBezTo>
                  <a:lnTo>
                    <a:pt x="1518674" y="1592138"/>
                  </a:lnTo>
                  <a:lnTo>
                    <a:pt x="1540976" y="1584704"/>
                  </a:lnTo>
                  <a:cubicBezTo>
                    <a:pt x="1545932" y="1579748"/>
                    <a:pt x="1550372" y="1574214"/>
                    <a:pt x="1555845" y="1569835"/>
                  </a:cubicBezTo>
                  <a:cubicBezTo>
                    <a:pt x="1562822" y="1564254"/>
                    <a:pt x="1572264" y="1561691"/>
                    <a:pt x="1578147" y="1554967"/>
                  </a:cubicBezTo>
                  <a:cubicBezTo>
                    <a:pt x="1603433" y="1526068"/>
                    <a:pt x="1610099" y="1506932"/>
                    <a:pt x="1622752" y="1473191"/>
                  </a:cubicBezTo>
                  <a:cubicBezTo>
                    <a:pt x="1625503" y="1465854"/>
                    <a:pt x="1626682" y="1457898"/>
                    <a:pt x="1630186" y="1450889"/>
                  </a:cubicBezTo>
                  <a:cubicBezTo>
                    <a:pt x="1634182" y="1442897"/>
                    <a:pt x="1641425" y="1436751"/>
                    <a:pt x="1645054" y="1428586"/>
                  </a:cubicBezTo>
                  <a:cubicBezTo>
                    <a:pt x="1651419" y="1414264"/>
                    <a:pt x="1654967" y="1398850"/>
                    <a:pt x="1659923" y="1383982"/>
                  </a:cubicBezTo>
                  <a:cubicBezTo>
                    <a:pt x="1677739" y="1330534"/>
                    <a:pt x="1656132" y="1397250"/>
                    <a:pt x="1674791" y="1331943"/>
                  </a:cubicBezTo>
                  <a:cubicBezTo>
                    <a:pt x="1676944" y="1324408"/>
                    <a:pt x="1680072" y="1317175"/>
                    <a:pt x="1682225" y="1309640"/>
                  </a:cubicBezTo>
                  <a:cubicBezTo>
                    <a:pt x="1689225" y="1285141"/>
                    <a:pt x="1691983" y="1268286"/>
                    <a:pt x="1697093" y="1242733"/>
                  </a:cubicBezTo>
                  <a:cubicBezTo>
                    <a:pt x="1694615" y="1190694"/>
                    <a:pt x="1695412" y="1138395"/>
                    <a:pt x="1689659" y="1086616"/>
                  </a:cubicBezTo>
                  <a:cubicBezTo>
                    <a:pt x="1687928" y="1071039"/>
                    <a:pt x="1679747" y="1056879"/>
                    <a:pt x="1674791" y="1042011"/>
                  </a:cubicBezTo>
                  <a:lnTo>
                    <a:pt x="1667357" y="1019708"/>
                  </a:lnTo>
                  <a:lnTo>
                    <a:pt x="1652488" y="975104"/>
                  </a:lnTo>
                  <a:lnTo>
                    <a:pt x="1637620" y="960235"/>
                  </a:lnTo>
                  <a:cubicBezTo>
                    <a:pt x="1626982" y="928321"/>
                    <a:pt x="1624292" y="913240"/>
                    <a:pt x="1607884" y="885894"/>
                  </a:cubicBezTo>
                  <a:cubicBezTo>
                    <a:pt x="1598690" y="870571"/>
                    <a:pt x="1578147" y="841289"/>
                    <a:pt x="1578147" y="841289"/>
                  </a:cubicBezTo>
                  <a:cubicBezTo>
                    <a:pt x="1561102" y="790152"/>
                    <a:pt x="1584416" y="852260"/>
                    <a:pt x="1548410" y="789250"/>
                  </a:cubicBezTo>
                  <a:cubicBezTo>
                    <a:pt x="1544522" y="782446"/>
                    <a:pt x="1544782" y="773797"/>
                    <a:pt x="1540976" y="766947"/>
                  </a:cubicBezTo>
                  <a:cubicBezTo>
                    <a:pt x="1519962" y="729121"/>
                    <a:pt x="1518929" y="730032"/>
                    <a:pt x="1496371" y="707474"/>
                  </a:cubicBezTo>
                  <a:cubicBezTo>
                    <a:pt x="1493893" y="700040"/>
                    <a:pt x="1492441" y="692181"/>
                    <a:pt x="1488937" y="685172"/>
                  </a:cubicBezTo>
                  <a:cubicBezTo>
                    <a:pt x="1478586" y="664469"/>
                    <a:pt x="1468210" y="657010"/>
                    <a:pt x="1451766" y="640567"/>
                  </a:cubicBezTo>
                  <a:cubicBezTo>
                    <a:pt x="1434510" y="588800"/>
                    <a:pt x="1456675" y="644214"/>
                    <a:pt x="1429464" y="603396"/>
                  </a:cubicBezTo>
                  <a:cubicBezTo>
                    <a:pt x="1393461" y="549390"/>
                    <a:pt x="1433817" y="592881"/>
                    <a:pt x="1399727" y="558791"/>
                  </a:cubicBezTo>
                  <a:cubicBezTo>
                    <a:pt x="1397249" y="551357"/>
                    <a:pt x="1395797" y="543498"/>
                    <a:pt x="1392293" y="536489"/>
                  </a:cubicBezTo>
                  <a:cubicBezTo>
                    <a:pt x="1386856" y="525615"/>
                    <a:pt x="1360178" y="491190"/>
                    <a:pt x="1355123" y="484450"/>
                  </a:cubicBezTo>
                  <a:cubicBezTo>
                    <a:pt x="1341490" y="443556"/>
                    <a:pt x="1355879" y="480200"/>
                    <a:pt x="1332820" y="439845"/>
                  </a:cubicBezTo>
                  <a:cubicBezTo>
                    <a:pt x="1327322" y="430223"/>
                    <a:pt x="1323450" y="419730"/>
                    <a:pt x="1317952" y="410108"/>
                  </a:cubicBezTo>
                  <a:cubicBezTo>
                    <a:pt x="1288843" y="359165"/>
                    <a:pt x="1317524" y="412017"/>
                    <a:pt x="1288215" y="372938"/>
                  </a:cubicBezTo>
                  <a:cubicBezTo>
                    <a:pt x="1277493" y="358643"/>
                    <a:pt x="1268391" y="343201"/>
                    <a:pt x="1258479" y="328333"/>
                  </a:cubicBezTo>
                  <a:lnTo>
                    <a:pt x="1184137" y="216821"/>
                  </a:lnTo>
                  <a:lnTo>
                    <a:pt x="1154401" y="172216"/>
                  </a:lnTo>
                  <a:lnTo>
                    <a:pt x="1139532" y="157347"/>
                  </a:lnTo>
                  <a:cubicBezTo>
                    <a:pt x="1131680" y="133791"/>
                    <a:pt x="1133700" y="133331"/>
                    <a:pt x="1117230" y="112743"/>
                  </a:cubicBezTo>
                  <a:cubicBezTo>
                    <a:pt x="1112852" y="107270"/>
                    <a:pt x="1106741" y="103347"/>
                    <a:pt x="1102362" y="97874"/>
                  </a:cubicBezTo>
                  <a:cubicBezTo>
                    <a:pt x="1096780" y="90897"/>
                    <a:pt x="1093811" y="81890"/>
                    <a:pt x="1087493" y="75572"/>
                  </a:cubicBezTo>
                  <a:cubicBezTo>
                    <a:pt x="1081175" y="69254"/>
                    <a:pt x="1072168" y="66285"/>
                    <a:pt x="1065191" y="60704"/>
                  </a:cubicBezTo>
                  <a:cubicBezTo>
                    <a:pt x="1046742" y="45944"/>
                    <a:pt x="1052667" y="41530"/>
                    <a:pt x="1028020" y="30967"/>
                  </a:cubicBezTo>
                  <a:cubicBezTo>
                    <a:pt x="1018629" y="26942"/>
                    <a:pt x="1008455" y="24502"/>
                    <a:pt x="998284" y="23533"/>
                  </a:cubicBezTo>
                  <a:cubicBezTo>
                    <a:pt x="956274" y="19532"/>
                    <a:pt x="914003" y="19002"/>
                    <a:pt x="871903" y="16099"/>
                  </a:cubicBezTo>
                  <a:cubicBezTo>
                    <a:pt x="842134" y="14046"/>
                    <a:pt x="812430" y="11143"/>
                    <a:pt x="782693" y="8665"/>
                  </a:cubicBezTo>
                  <a:cubicBezTo>
                    <a:pt x="774151" y="-16963"/>
                    <a:pt x="778976" y="22294"/>
                    <a:pt x="767825" y="23533"/>
                  </a:cubicBezTo>
                  <a:close/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4E714A04-9F0D-8338-987C-AEB2F6D81C15}"/>
                </a:ext>
              </a:extLst>
            </p:cNvPr>
            <p:cNvSpPr/>
            <p:nvPr/>
          </p:nvSpPr>
          <p:spPr>
            <a:xfrm>
              <a:off x="3901186" y="3870836"/>
              <a:ext cx="1739591" cy="1843668"/>
            </a:xfrm>
            <a:custGeom>
              <a:avLst/>
              <a:gdLst>
                <a:gd name="connsiteX0" fmla="*/ 193288 w 1739591"/>
                <a:gd name="connsiteY0" fmla="*/ 89210 h 1843668"/>
                <a:gd name="connsiteX1" fmla="*/ 141249 w 1739591"/>
                <a:gd name="connsiteY1" fmla="*/ 133815 h 1843668"/>
                <a:gd name="connsiteX2" fmla="*/ 111513 w 1739591"/>
                <a:gd name="connsiteY2" fmla="*/ 178419 h 1843668"/>
                <a:gd name="connsiteX3" fmla="*/ 66908 w 1739591"/>
                <a:gd name="connsiteY3" fmla="*/ 237893 h 1843668"/>
                <a:gd name="connsiteX4" fmla="*/ 52039 w 1739591"/>
                <a:gd name="connsiteY4" fmla="*/ 282497 h 1843668"/>
                <a:gd name="connsiteX5" fmla="*/ 37171 w 1739591"/>
                <a:gd name="connsiteY5" fmla="*/ 304800 h 1843668"/>
                <a:gd name="connsiteX6" fmla="*/ 22303 w 1739591"/>
                <a:gd name="connsiteY6" fmla="*/ 349405 h 1843668"/>
                <a:gd name="connsiteX7" fmla="*/ 14869 w 1739591"/>
                <a:gd name="connsiteY7" fmla="*/ 371707 h 1843668"/>
                <a:gd name="connsiteX8" fmla="*/ 0 w 1739591"/>
                <a:gd name="connsiteY8" fmla="*/ 475785 h 1843668"/>
                <a:gd name="connsiteX9" fmla="*/ 7434 w 1739591"/>
                <a:gd name="connsiteY9" fmla="*/ 743415 h 1843668"/>
                <a:gd name="connsiteX10" fmla="*/ 14869 w 1739591"/>
                <a:gd name="connsiteY10" fmla="*/ 795454 h 1843668"/>
                <a:gd name="connsiteX11" fmla="*/ 29737 w 1739591"/>
                <a:gd name="connsiteY11" fmla="*/ 899532 h 1843668"/>
                <a:gd name="connsiteX12" fmla="*/ 44605 w 1739591"/>
                <a:gd name="connsiteY12" fmla="*/ 951571 h 1843668"/>
                <a:gd name="connsiteX13" fmla="*/ 52039 w 1739591"/>
                <a:gd name="connsiteY13" fmla="*/ 981307 h 1843668"/>
                <a:gd name="connsiteX14" fmla="*/ 66908 w 1739591"/>
                <a:gd name="connsiteY14" fmla="*/ 1122556 h 1843668"/>
                <a:gd name="connsiteX15" fmla="*/ 81776 w 1739591"/>
                <a:gd name="connsiteY15" fmla="*/ 1271239 h 1843668"/>
                <a:gd name="connsiteX16" fmla="*/ 96644 w 1739591"/>
                <a:gd name="connsiteY16" fmla="*/ 1330712 h 1843668"/>
                <a:gd name="connsiteX17" fmla="*/ 111513 w 1739591"/>
                <a:gd name="connsiteY17" fmla="*/ 1419922 h 1843668"/>
                <a:gd name="connsiteX18" fmla="*/ 126381 w 1739591"/>
                <a:gd name="connsiteY18" fmla="*/ 1449658 h 1843668"/>
                <a:gd name="connsiteX19" fmla="*/ 133815 w 1739591"/>
                <a:gd name="connsiteY19" fmla="*/ 1479395 h 1843668"/>
                <a:gd name="connsiteX20" fmla="*/ 148683 w 1739591"/>
                <a:gd name="connsiteY20" fmla="*/ 1524000 h 1843668"/>
                <a:gd name="connsiteX21" fmla="*/ 156117 w 1739591"/>
                <a:gd name="connsiteY21" fmla="*/ 1553736 h 1843668"/>
                <a:gd name="connsiteX22" fmla="*/ 170986 w 1739591"/>
                <a:gd name="connsiteY22" fmla="*/ 1598341 h 1843668"/>
                <a:gd name="connsiteX23" fmla="*/ 208156 w 1739591"/>
                <a:gd name="connsiteY23" fmla="*/ 1635512 h 1843668"/>
                <a:gd name="connsiteX24" fmla="*/ 230459 w 1739591"/>
                <a:gd name="connsiteY24" fmla="*/ 1665249 h 1843668"/>
                <a:gd name="connsiteX25" fmla="*/ 245327 w 1739591"/>
                <a:gd name="connsiteY25" fmla="*/ 1687551 h 1843668"/>
                <a:gd name="connsiteX26" fmla="*/ 267630 w 1739591"/>
                <a:gd name="connsiteY26" fmla="*/ 1702419 h 1843668"/>
                <a:gd name="connsiteX27" fmla="*/ 319669 w 1739591"/>
                <a:gd name="connsiteY27" fmla="*/ 1724722 h 1843668"/>
                <a:gd name="connsiteX28" fmla="*/ 341971 w 1739591"/>
                <a:gd name="connsiteY28" fmla="*/ 1747024 h 1843668"/>
                <a:gd name="connsiteX29" fmla="*/ 371708 w 1739591"/>
                <a:gd name="connsiteY29" fmla="*/ 1761893 h 1843668"/>
                <a:gd name="connsiteX30" fmla="*/ 416313 w 1739591"/>
                <a:gd name="connsiteY30" fmla="*/ 1776761 h 1843668"/>
                <a:gd name="connsiteX31" fmla="*/ 438615 w 1739591"/>
                <a:gd name="connsiteY31" fmla="*/ 1784195 h 1843668"/>
                <a:gd name="connsiteX32" fmla="*/ 483220 w 1739591"/>
                <a:gd name="connsiteY32" fmla="*/ 1799063 h 1843668"/>
                <a:gd name="connsiteX33" fmla="*/ 512956 w 1739591"/>
                <a:gd name="connsiteY33" fmla="*/ 1806497 h 1843668"/>
                <a:gd name="connsiteX34" fmla="*/ 594732 w 1739591"/>
                <a:gd name="connsiteY34" fmla="*/ 1828800 h 1843668"/>
                <a:gd name="connsiteX35" fmla="*/ 676508 w 1739591"/>
                <a:gd name="connsiteY35" fmla="*/ 1843668 h 1843668"/>
                <a:gd name="connsiteX36" fmla="*/ 1100254 w 1739591"/>
                <a:gd name="connsiteY36" fmla="*/ 1836234 h 1843668"/>
                <a:gd name="connsiteX37" fmla="*/ 1234069 w 1739591"/>
                <a:gd name="connsiteY37" fmla="*/ 1813932 h 1843668"/>
                <a:gd name="connsiteX38" fmla="*/ 1278674 w 1739591"/>
                <a:gd name="connsiteY38" fmla="*/ 1799063 h 1843668"/>
                <a:gd name="connsiteX39" fmla="*/ 1308410 w 1739591"/>
                <a:gd name="connsiteY39" fmla="*/ 1791629 h 1843668"/>
                <a:gd name="connsiteX40" fmla="*/ 1338147 w 1739591"/>
                <a:gd name="connsiteY40" fmla="*/ 1776761 h 1843668"/>
                <a:gd name="connsiteX41" fmla="*/ 1367883 w 1739591"/>
                <a:gd name="connsiteY41" fmla="*/ 1769327 h 1843668"/>
                <a:gd name="connsiteX42" fmla="*/ 1390186 w 1739591"/>
                <a:gd name="connsiteY42" fmla="*/ 1761893 h 1843668"/>
                <a:gd name="connsiteX43" fmla="*/ 1449659 w 1739591"/>
                <a:gd name="connsiteY43" fmla="*/ 1747024 h 1843668"/>
                <a:gd name="connsiteX44" fmla="*/ 1479395 w 1739591"/>
                <a:gd name="connsiteY44" fmla="*/ 1739590 h 1843668"/>
                <a:gd name="connsiteX45" fmla="*/ 1524000 w 1739591"/>
                <a:gd name="connsiteY45" fmla="*/ 1724722 h 1843668"/>
                <a:gd name="connsiteX46" fmla="*/ 1568605 w 1739591"/>
                <a:gd name="connsiteY46" fmla="*/ 1702419 h 1843668"/>
                <a:gd name="connsiteX47" fmla="*/ 1605776 w 1739591"/>
                <a:gd name="connsiteY47" fmla="*/ 1680117 h 1843668"/>
                <a:gd name="connsiteX48" fmla="*/ 1628078 w 1739591"/>
                <a:gd name="connsiteY48" fmla="*/ 1657815 h 1843668"/>
                <a:gd name="connsiteX49" fmla="*/ 1687552 w 1739591"/>
                <a:gd name="connsiteY49" fmla="*/ 1613210 h 1843668"/>
                <a:gd name="connsiteX50" fmla="*/ 1709854 w 1739591"/>
                <a:gd name="connsiteY50" fmla="*/ 1568605 h 1843668"/>
                <a:gd name="connsiteX51" fmla="*/ 1732156 w 1739591"/>
                <a:gd name="connsiteY51" fmla="*/ 1494263 h 1843668"/>
                <a:gd name="connsiteX52" fmla="*/ 1739591 w 1739591"/>
                <a:gd name="connsiteY52" fmla="*/ 1442224 h 1843668"/>
                <a:gd name="connsiteX53" fmla="*/ 1732156 w 1739591"/>
                <a:gd name="connsiteY53" fmla="*/ 1256371 h 1843668"/>
                <a:gd name="connsiteX54" fmla="*/ 1724722 w 1739591"/>
                <a:gd name="connsiteY54" fmla="*/ 1234068 h 1843668"/>
                <a:gd name="connsiteX55" fmla="*/ 1717288 w 1739591"/>
                <a:gd name="connsiteY55" fmla="*/ 1204332 h 1843668"/>
                <a:gd name="connsiteX56" fmla="*/ 1702420 w 1739591"/>
                <a:gd name="connsiteY56" fmla="*/ 1159727 h 1843668"/>
                <a:gd name="connsiteX57" fmla="*/ 1694986 w 1739591"/>
                <a:gd name="connsiteY57" fmla="*/ 1129990 h 1843668"/>
                <a:gd name="connsiteX58" fmla="*/ 1665249 w 1739591"/>
                <a:gd name="connsiteY58" fmla="*/ 1085385 h 1843668"/>
                <a:gd name="connsiteX59" fmla="*/ 1650381 w 1739591"/>
                <a:gd name="connsiteY59" fmla="*/ 1063083 h 1843668"/>
                <a:gd name="connsiteX60" fmla="*/ 1620644 w 1739591"/>
                <a:gd name="connsiteY60" fmla="*/ 1048215 h 1843668"/>
                <a:gd name="connsiteX61" fmla="*/ 1605776 w 1739591"/>
                <a:gd name="connsiteY61" fmla="*/ 1025912 h 1843668"/>
                <a:gd name="connsiteX62" fmla="*/ 1583474 w 1739591"/>
                <a:gd name="connsiteY62" fmla="*/ 1011044 h 1843668"/>
                <a:gd name="connsiteX63" fmla="*/ 1568605 w 1739591"/>
                <a:gd name="connsiteY63" fmla="*/ 996176 h 1843668"/>
                <a:gd name="connsiteX64" fmla="*/ 1546303 w 1739591"/>
                <a:gd name="connsiteY64" fmla="*/ 981307 h 1843668"/>
                <a:gd name="connsiteX65" fmla="*/ 1531434 w 1739591"/>
                <a:gd name="connsiteY65" fmla="*/ 966439 h 1843668"/>
                <a:gd name="connsiteX66" fmla="*/ 1509132 w 1739591"/>
                <a:gd name="connsiteY66" fmla="*/ 951571 h 1843668"/>
                <a:gd name="connsiteX67" fmla="*/ 1471961 w 1739591"/>
                <a:gd name="connsiteY67" fmla="*/ 914400 h 1843668"/>
                <a:gd name="connsiteX68" fmla="*/ 1457093 w 1739591"/>
                <a:gd name="connsiteY68" fmla="*/ 892097 h 1843668"/>
                <a:gd name="connsiteX69" fmla="*/ 1427356 w 1739591"/>
                <a:gd name="connsiteY69" fmla="*/ 869795 h 1843668"/>
                <a:gd name="connsiteX70" fmla="*/ 1390186 w 1739591"/>
                <a:gd name="connsiteY70" fmla="*/ 832624 h 1843668"/>
                <a:gd name="connsiteX71" fmla="*/ 1345581 w 1739591"/>
                <a:gd name="connsiteY71" fmla="*/ 817756 h 1843668"/>
                <a:gd name="connsiteX72" fmla="*/ 1300976 w 1739591"/>
                <a:gd name="connsiteY72" fmla="*/ 795454 h 1843668"/>
                <a:gd name="connsiteX73" fmla="*/ 1263805 w 1739591"/>
                <a:gd name="connsiteY73" fmla="*/ 765717 h 1843668"/>
                <a:gd name="connsiteX74" fmla="*/ 1234069 w 1739591"/>
                <a:gd name="connsiteY74" fmla="*/ 750849 h 1843668"/>
                <a:gd name="connsiteX75" fmla="*/ 1189464 w 1739591"/>
                <a:gd name="connsiteY75" fmla="*/ 728546 h 1843668"/>
                <a:gd name="connsiteX76" fmla="*/ 1174595 w 1739591"/>
                <a:gd name="connsiteY76" fmla="*/ 713678 h 1843668"/>
                <a:gd name="connsiteX77" fmla="*/ 1122556 w 1739591"/>
                <a:gd name="connsiteY77" fmla="*/ 669073 h 1843668"/>
                <a:gd name="connsiteX78" fmla="*/ 1063083 w 1739591"/>
                <a:gd name="connsiteY78" fmla="*/ 579863 h 1843668"/>
                <a:gd name="connsiteX79" fmla="*/ 1048215 w 1739591"/>
                <a:gd name="connsiteY79" fmla="*/ 557561 h 1843668"/>
                <a:gd name="connsiteX80" fmla="*/ 1011044 w 1739591"/>
                <a:gd name="connsiteY80" fmla="*/ 520390 h 1843668"/>
                <a:gd name="connsiteX81" fmla="*/ 996176 w 1739591"/>
                <a:gd name="connsiteY81" fmla="*/ 490654 h 1843668"/>
                <a:gd name="connsiteX82" fmla="*/ 973874 w 1739591"/>
                <a:gd name="connsiteY82" fmla="*/ 475785 h 1843668"/>
                <a:gd name="connsiteX83" fmla="*/ 921834 w 1739591"/>
                <a:gd name="connsiteY83" fmla="*/ 423746 h 1843668"/>
                <a:gd name="connsiteX84" fmla="*/ 899532 w 1739591"/>
                <a:gd name="connsiteY84" fmla="*/ 401444 h 1843668"/>
                <a:gd name="connsiteX85" fmla="*/ 877230 w 1739591"/>
                <a:gd name="connsiteY85" fmla="*/ 379141 h 1843668"/>
                <a:gd name="connsiteX86" fmla="*/ 869795 w 1739591"/>
                <a:gd name="connsiteY86" fmla="*/ 356839 h 1843668"/>
                <a:gd name="connsiteX87" fmla="*/ 847493 w 1739591"/>
                <a:gd name="connsiteY87" fmla="*/ 334536 h 1843668"/>
                <a:gd name="connsiteX88" fmla="*/ 832625 w 1739591"/>
                <a:gd name="connsiteY88" fmla="*/ 312234 h 1843668"/>
                <a:gd name="connsiteX89" fmla="*/ 817756 w 1739591"/>
                <a:gd name="connsiteY89" fmla="*/ 297366 h 1843668"/>
                <a:gd name="connsiteX90" fmla="*/ 788020 w 1739591"/>
                <a:gd name="connsiteY90" fmla="*/ 252761 h 1843668"/>
                <a:gd name="connsiteX91" fmla="*/ 758283 w 1739591"/>
                <a:gd name="connsiteY91" fmla="*/ 208156 h 1843668"/>
                <a:gd name="connsiteX92" fmla="*/ 721113 w 1739591"/>
                <a:gd name="connsiteY92" fmla="*/ 156117 h 1843668"/>
                <a:gd name="connsiteX93" fmla="*/ 698810 w 1739591"/>
                <a:gd name="connsiteY93" fmla="*/ 141249 h 1843668"/>
                <a:gd name="connsiteX94" fmla="*/ 683942 w 1739591"/>
                <a:gd name="connsiteY94" fmla="*/ 126380 h 1843668"/>
                <a:gd name="connsiteX95" fmla="*/ 617034 w 1739591"/>
                <a:gd name="connsiteY95" fmla="*/ 89210 h 1843668"/>
                <a:gd name="connsiteX96" fmla="*/ 579864 w 1739591"/>
                <a:gd name="connsiteY96" fmla="*/ 66907 h 1843668"/>
                <a:gd name="connsiteX97" fmla="*/ 564995 w 1739591"/>
                <a:gd name="connsiteY97" fmla="*/ 52039 h 1843668"/>
                <a:gd name="connsiteX98" fmla="*/ 542693 w 1739591"/>
                <a:gd name="connsiteY98" fmla="*/ 37171 h 1843668"/>
                <a:gd name="connsiteX99" fmla="*/ 527825 w 1739591"/>
                <a:gd name="connsiteY99" fmla="*/ 22302 h 1843668"/>
                <a:gd name="connsiteX100" fmla="*/ 453483 w 1739591"/>
                <a:gd name="connsiteY100" fmla="*/ 0 h 1843668"/>
                <a:gd name="connsiteX101" fmla="*/ 341971 w 1739591"/>
                <a:gd name="connsiteY101" fmla="*/ 14868 h 1843668"/>
                <a:gd name="connsiteX102" fmla="*/ 319669 w 1739591"/>
                <a:gd name="connsiteY102" fmla="*/ 29736 h 1843668"/>
                <a:gd name="connsiteX103" fmla="*/ 304800 w 1739591"/>
                <a:gd name="connsiteY103" fmla="*/ 44605 h 1843668"/>
                <a:gd name="connsiteX104" fmla="*/ 260195 w 1739591"/>
                <a:gd name="connsiteY104" fmla="*/ 59473 h 1843668"/>
                <a:gd name="connsiteX105" fmla="*/ 237893 w 1739591"/>
                <a:gd name="connsiteY105" fmla="*/ 66907 h 1843668"/>
                <a:gd name="connsiteX106" fmla="*/ 193288 w 1739591"/>
                <a:gd name="connsiteY106" fmla="*/ 89210 h 184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1739591" h="1843668">
                  <a:moveTo>
                    <a:pt x="193288" y="89210"/>
                  </a:moveTo>
                  <a:cubicBezTo>
                    <a:pt x="175942" y="104078"/>
                    <a:pt x="156687" y="116974"/>
                    <a:pt x="141249" y="133815"/>
                  </a:cubicBezTo>
                  <a:cubicBezTo>
                    <a:pt x="129174" y="146987"/>
                    <a:pt x="124148" y="165784"/>
                    <a:pt x="111513" y="178419"/>
                  </a:cubicBezTo>
                  <a:cubicBezTo>
                    <a:pt x="93900" y="196032"/>
                    <a:pt x="75315" y="212672"/>
                    <a:pt x="66908" y="237893"/>
                  </a:cubicBezTo>
                  <a:cubicBezTo>
                    <a:pt x="61952" y="252761"/>
                    <a:pt x="60732" y="269457"/>
                    <a:pt x="52039" y="282497"/>
                  </a:cubicBezTo>
                  <a:cubicBezTo>
                    <a:pt x="47083" y="289931"/>
                    <a:pt x="40800" y="296635"/>
                    <a:pt x="37171" y="304800"/>
                  </a:cubicBezTo>
                  <a:cubicBezTo>
                    <a:pt x="30806" y="319122"/>
                    <a:pt x="27259" y="334537"/>
                    <a:pt x="22303" y="349405"/>
                  </a:cubicBezTo>
                  <a:cubicBezTo>
                    <a:pt x="19825" y="356839"/>
                    <a:pt x="16406" y="364023"/>
                    <a:pt x="14869" y="371707"/>
                  </a:cubicBezTo>
                  <a:cubicBezTo>
                    <a:pt x="3033" y="430882"/>
                    <a:pt x="8829" y="396320"/>
                    <a:pt x="0" y="475785"/>
                  </a:cubicBezTo>
                  <a:cubicBezTo>
                    <a:pt x="2478" y="564995"/>
                    <a:pt x="3287" y="654267"/>
                    <a:pt x="7434" y="743415"/>
                  </a:cubicBezTo>
                  <a:cubicBezTo>
                    <a:pt x="8248" y="760919"/>
                    <a:pt x="12553" y="778085"/>
                    <a:pt x="14869" y="795454"/>
                  </a:cubicBezTo>
                  <a:cubicBezTo>
                    <a:pt x="20352" y="836571"/>
                    <a:pt x="21901" y="860354"/>
                    <a:pt x="29737" y="899532"/>
                  </a:cubicBezTo>
                  <a:cubicBezTo>
                    <a:pt x="37482" y="938259"/>
                    <a:pt x="35159" y="918510"/>
                    <a:pt x="44605" y="951571"/>
                  </a:cubicBezTo>
                  <a:cubicBezTo>
                    <a:pt x="47412" y="961395"/>
                    <a:pt x="49561" y="971395"/>
                    <a:pt x="52039" y="981307"/>
                  </a:cubicBezTo>
                  <a:cubicBezTo>
                    <a:pt x="73162" y="1213634"/>
                    <a:pt x="47408" y="940557"/>
                    <a:pt x="66908" y="1122556"/>
                  </a:cubicBezTo>
                  <a:cubicBezTo>
                    <a:pt x="72214" y="1172081"/>
                    <a:pt x="69696" y="1222918"/>
                    <a:pt x="81776" y="1271239"/>
                  </a:cubicBezTo>
                  <a:cubicBezTo>
                    <a:pt x="86732" y="1291063"/>
                    <a:pt x="93754" y="1310483"/>
                    <a:pt x="96644" y="1330712"/>
                  </a:cubicBezTo>
                  <a:cubicBezTo>
                    <a:pt x="98329" y="1342507"/>
                    <a:pt x="106076" y="1403610"/>
                    <a:pt x="111513" y="1419922"/>
                  </a:cubicBezTo>
                  <a:cubicBezTo>
                    <a:pt x="115018" y="1430435"/>
                    <a:pt x="121425" y="1439746"/>
                    <a:pt x="126381" y="1449658"/>
                  </a:cubicBezTo>
                  <a:cubicBezTo>
                    <a:pt x="128859" y="1459570"/>
                    <a:pt x="130879" y="1469609"/>
                    <a:pt x="133815" y="1479395"/>
                  </a:cubicBezTo>
                  <a:cubicBezTo>
                    <a:pt x="138318" y="1494407"/>
                    <a:pt x="144882" y="1508795"/>
                    <a:pt x="148683" y="1524000"/>
                  </a:cubicBezTo>
                  <a:cubicBezTo>
                    <a:pt x="151161" y="1533912"/>
                    <a:pt x="153181" y="1543950"/>
                    <a:pt x="156117" y="1553736"/>
                  </a:cubicBezTo>
                  <a:cubicBezTo>
                    <a:pt x="160621" y="1568748"/>
                    <a:pt x="159904" y="1587259"/>
                    <a:pt x="170986" y="1598341"/>
                  </a:cubicBezTo>
                  <a:cubicBezTo>
                    <a:pt x="183376" y="1610731"/>
                    <a:pt x="197643" y="1621494"/>
                    <a:pt x="208156" y="1635512"/>
                  </a:cubicBezTo>
                  <a:cubicBezTo>
                    <a:pt x="215590" y="1645424"/>
                    <a:pt x="223257" y="1655166"/>
                    <a:pt x="230459" y="1665249"/>
                  </a:cubicBezTo>
                  <a:cubicBezTo>
                    <a:pt x="235652" y="1672519"/>
                    <a:pt x="239009" y="1681233"/>
                    <a:pt x="245327" y="1687551"/>
                  </a:cubicBezTo>
                  <a:cubicBezTo>
                    <a:pt x="251645" y="1693869"/>
                    <a:pt x="259872" y="1697986"/>
                    <a:pt x="267630" y="1702419"/>
                  </a:cubicBezTo>
                  <a:cubicBezTo>
                    <a:pt x="293357" y="1717120"/>
                    <a:pt x="294644" y="1716381"/>
                    <a:pt x="319669" y="1724722"/>
                  </a:cubicBezTo>
                  <a:cubicBezTo>
                    <a:pt x="327103" y="1732156"/>
                    <a:pt x="333416" y="1740913"/>
                    <a:pt x="341971" y="1747024"/>
                  </a:cubicBezTo>
                  <a:cubicBezTo>
                    <a:pt x="350989" y="1753466"/>
                    <a:pt x="361418" y="1757777"/>
                    <a:pt x="371708" y="1761893"/>
                  </a:cubicBezTo>
                  <a:cubicBezTo>
                    <a:pt x="386260" y="1767714"/>
                    <a:pt x="401445" y="1771805"/>
                    <a:pt x="416313" y="1776761"/>
                  </a:cubicBezTo>
                  <a:lnTo>
                    <a:pt x="438615" y="1784195"/>
                  </a:lnTo>
                  <a:lnTo>
                    <a:pt x="483220" y="1799063"/>
                  </a:lnTo>
                  <a:cubicBezTo>
                    <a:pt x="493132" y="1801541"/>
                    <a:pt x="503132" y="1803690"/>
                    <a:pt x="512956" y="1806497"/>
                  </a:cubicBezTo>
                  <a:cubicBezTo>
                    <a:pt x="562805" y="1820740"/>
                    <a:pt x="506376" y="1811129"/>
                    <a:pt x="594732" y="1828800"/>
                  </a:cubicBezTo>
                  <a:cubicBezTo>
                    <a:pt x="646684" y="1839190"/>
                    <a:pt x="619439" y="1834157"/>
                    <a:pt x="676508" y="1843668"/>
                  </a:cubicBezTo>
                  <a:lnTo>
                    <a:pt x="1100254" y="1836234"/>
                  </a:lnTo>
                  <a:cubicBezTo>
                    <a:pt x="1125745" y="1835450"/>
                    <a:pt x="1214840" y="1820342"/>
                    <a:pt x="1234069" y="1813932"/>
                  </a:cubicBezTo>
                  <a:cubicBezTo>
                    <a:pt x="1248937" y="1808976"/>
                    <a:pt x="1263469" y="1802864"/>
                    <a:pt x="1278674" y="1799063"/>
                  </a:cubicBezTo>
                  <a:cubicBezTo>
                    <a:pt x="1288586" y="1796585"/>
                    <a:pt x="1298843" y="1795216"/>
                    <a:pt x="1308410" y="1791629"/>
                  </a:cubicBezTo>
                  <a:cubicBezTo>
                    <a:pt x="1318787" y="1787738"/>
                    <a:pt x="1327770" y="1780652"/>
                    <a:pt x="1338147" y="1776761"/>
                  </a:cubicBezTo>
                  <a:cubicBezTo>
                    <a:pt x="1347714" y="1773174"/>
                    <a:pt x="1358059" y="1772134"/>
                    <a:pt x="1367883" y="1769327"/>
                  </a:cubicBezTo>
                  <a:cubicBezTo>
                    <a:pt x="1375418" y="1767174"/>
                    <a:pt x="1382626" y="1763955"/>
                    <a:pt x="1390186" y="1761893"/>
                  </a:cubicBezTo>
                  <a:cubicBezTo>
                    <a:pt x="1409900" y="1756516"/>
                    <a:pt x="1429835" y="1751980"/>
                    <a:pt x="1449659" y="1747024"/>
                  </a:cubicBezTo>
                  <a:cubicBezTo>
                    <a:pt x="1459571" y="1744546"/>
                    <a:pt x="1469702" y="1742821"/>
                    <a:pt x="1479395" y="1739590"/>
                  </a:cubicBezTo>
                  <a:cubicBezTo>
                    <a:pt x="1494263" y="1734634"/>
                    <a:pt x="1510959" y="1733415"/>
                    <a:pt x="1524000" y="1724722"/>
                  </a:cubicBezTo>
                  <a:cubicBezTo>
                    <a:pt x="1552823" y="1705507"/>
                    <a:pt x="1537827" y="1712680"/>
                    <a:pt x="1568605" y="1702419"/>
                  </a:cubicBezTo>
                  <a:cubicBezTo>
                    <a:pt x="1614916" y="1656111"/>
                    <a:pt x="1547867" y="1718723"/>
                    <a:pt x="1605776" y="1680117"/>
                  </a:cubicBezTo>
                  <a:cubicBezTo>
                    <a:pt x="1614524" y="1674285"/>
                    <a:pt x="1619779" y="1664270"/>
                    <a:pt x="1628078" y="1657815"/>
                  </a:cubicBezTo>
                  <a:cubicBezTo>
                    <a:pt x="1703740" y="1598966"/>
                    <a:pt x="1650153" y="1650607"/>
                    <a:pt x="1687552" y="1613210"/>
                  </a:cubicBezTo>
                  <a:cubicBezTo>
                    <a:pt x="1714663" y="1531873"/>
                    <a:pt x="1671426" y="1655069"/>
                    <a:pt x="1709854" y="1568605"/>
                  </a:cubicBezTo>
                  <a:cubicBezTo>
                    <a:pt x="1715823" y="1555174"/>
                    <a:pt x="1728829" y="1512562"/>
                    <a:pt x="1732156" y="1494263"/>
                  </a:cubicBezTo>
                  <a:cubicBezTo>
                    <a:pt x="1735291" y="1477023"/>
                    <a:pt x="1737113" y="1459570"/>
                    <a:pt x="1739591" y="1442224"/>
                  </a:cubicBezTo>
                  <a:cubicBezTo>
                    <a:pt x="1737113" y="1380273"/>
                    <a:pt x="1736574" y="1318214"/>
                    <a:pt x="1732156" y="1256371"/>
                  </a:cubicBezTo>
                  <a:cubicBezTo>
                    <a:pt x="1731598" y="1248554"/>
                    <a:pt x="1726875" y="1241603"/>
                    <a:pt x="1724722" y="1234068"/>
                  </a:cubicBezTo>
                  <a:cubicBezTo>
                    <a:pt x="1721915" y="1224244"/>
                    <a:pt x="1720224" y="1214118"/>
                    <a:pt x="1717288" y="1204332"/>
                  </a:cubicBezTo>
                  <a:cubicBezTo>
                    <a:pt x="1712785" y="1189320"/>
                    <a:pt x="1706221" y="1174932"/>
                    <a:pt x="1702420" y="1159727"/>
                  </a:cubicBezTo>
                  <a:cubicBezTo>
                    <a:pt x="1699942" y="1149815"/>
                    <a:pt x="1699555" y="1139129"/>
                    <a:pt x="1694986" y="1129990"/>
                  </a:cubicBezTo>
                  <a:cubicBezTo>
                    <a:pt x="1686994" y="1114007"/>
                    <a:pt x="1675161" y="1100253"/>
                    <a:pt x="1665249" y="1085385"/>
                  </a:cubicBezTo>
                  <a:cubicBezTo>
                    <a:pt x="1660293" y="1077951"/>
                    <a:pt x="1658372" y="1067079"/>
                    <a:pt x="1650381" y="1063083"/>
                  </a:cubicBezTo>
                  <a:lnTo>
                    <a:pt x="1620644" y="1048215"/>
                  </a:lnTo>
                  <a:cubicBezTo>
                    <a:pt x="1615688" y="1040781"/>
                    <a:pt x="1612094" y="1032230"/>
                    <a:pt x="1605776" y="1025912"/>
                  </a:cubicBezTo>
                  <a:cubicBezTo>
                    <a:pt x="1599458" y="1019594"/>
                    <a:pt x="1590451" y="1016625"/>
                    <a:pt x="1583474" y="1011044"/>
                  </a:cubicBezTo>
                  <a:cubicBezTo>
                    <a:pt x="1578001" y="1006666"/>
                    <a:pt x="1574078" y="1000555"/>
                    <a:pt x="1568605" y="996176"/>
                  </a:cubicBezTo>
                  <a:cubicBezTo>
                    <a:pt x="1561628" y="990594"/>
                    <a:pt x="1553280" y="986889"/>
                    <a:pt x="1546303" y="981307"/>
                  </a:cubicBezTo>
                  <a:cubicBezTo>
                    <a:pt x="1540830" y="976928"/>
                    <a:pt x="1536907" y="970817"/>
                    <a:pt x="1531434" y="966439"/>
                  </a:cubicBezTo>
                  <a:cubicBezTo>
                    <a:pt x="1524457" y="960858"/>
                    <a:pt x="1515856" y="957454"/>
                    <a:pt x="1509132" y="951571"/>
                  </a:cubicBezTo>
                  <a:cubicBezTo>
                    <a:pt x="1495945" y="940032"/>
                    <a:pt x="1481680" y="928980"/>
                    <a:pt x="1471961" y="914400"/>
                  </a:cubicBezTo>
                  <a:cubicBezTo>
                    <a:pt x="1467005" y="906966"/>
                    <a:pt x="1463411" y="898415"/>
                    <a:pt x="1457093" y="892097"/>
                  </a:cubicBezTo>
                  <a:cubicBezTo>
                    <a:pt x="1448332" y="883336"/>
                    <a:pt x="1436617" y="878027"/>
                    <a:pt x="1427356" y="869795"/>
                  </a:cubicBezTo>
                  <a:cubicBezTo>
                    <a:pt x="1414260" y="858154"/>
                    <a:pt x="1406809" y="838165"/>
                    <a:pt x="1390186" y="832624"/>
                  </a:cubicBezTo>
                  <a:cubicBezTo>
                    <a:pt x="1375318" y="827668"/>
                    <a:pt x="1358622" y="826449"/>
                    <a:pt x="1345581" y="817756"/>
                  </a:cubicBezTo>
                  <a:cubicBezTo>
                    <a:pt x="1316758" y="798541"/>
                    <a:pt x="1331754" y="805713"/>
                    <a:pt x="1300976" y="795454"/>
                  </a:cubicBezTo>
                  <a:cubicBezTo>
                    <a:pt x="1284693" y="779170"/>
                    <a:pt x="1285690" y="778223"/>
                    <a:pt x="1263805" y="765717"/>
                  </a:cubicBezTo>
                  <a:cubicBezTo>
                    <a:pt x="1254183" y="760219"/>
                    <a:pt x="1243691" y="756347"/>
                    <a:pt x="1234069" y="750849"/>
                  </a:cubicBezTo>
                  <a:cubicBezTo>
                    <a:pt x="1193716" y="727790"/>
                    <a:pt x="1230354" y="742176"/>
                    <a:pt x="1189464" y="728546"/>
                  </a:cubicBezTo>
                  <a:cubicBezTo>
                    <a:pt x="1184508" y="723590"/>
                    <a:pt x="1180068" y="718056"/>
                    <a:pt x="1174595" y="713678"/>
                  </a:cubicBezTo>
                  <a:cubicBezTo>
                    <a:pt x="1150575" y="694462"/>
                    <a:pt x="1143006" y="699749"/>
                    <a:pt x="1122556" y="669073"/>
                  </a:cubicBezTo>
                  <a:lnTo>
                    <a:pt x="1063083" y="579863"/>
                  </a:lnTo>
                  <a:cubicBezTo>
                    <a:pt x="1058127" y="572429"/>
                    <a:pt x="1054533" y="563879"/>
                    <a:pt x="1048215" y="557561"/>
                  </a:cubicBezTo>
                  <a:lnTo>
                    <a:pt x="1011044" y="520390"/>
                  </a:lnTo>
                  <a:cubicBezTo>
                    <a:pt x="1006088" y="510478"/>
                    <a:pt x="1003270" y="499167"/>
                    <a:pt x="996176" y="490654"/>
                  </a:cubicBezTo>
                  <a:cubicBezTo>
                    <a:pt x="990456" y="483790"/>
                    <a:pt x="980598" y="481669"/>
                    <a:pt x="973874" y="475785"/>
                  </a:cubicBezTo>
                  <a:cubicBezTo>
                    <a:pt x="973865" y="475777"/>
                    <a:pt x="932245" y="434157"/>
                    <a:pt x="921834" y="423746"/>
                  </a:cubicBezTo>
                  <a:lnTo>
                    <a:pt x="899532" y="401444"/>
                  </a:lnTo>
                  <a:lnTo>
                    <a:pt x="877230" y="379141"/>
                  </a:lnTo>
                  <a:cubicBezTo>
                    <a:pt x="874752" y="371707"/>
                    <a:pt x="874142" y="363359"/>
                    <a:pt x="869795" y="356839"/>
                  </a:cubicBezTo>
                  <a:cubicBezTo>
                    <a:pt x="863963" y="348091"/>
                    <a:pt x="854223" y="342613"/>
                    <a:pt x="847493" y="334536"/>
                  </a:cubicBezTo>
                  <a:cubicBezTo>
                    <a:pt x="841773" y="327672"/>
                    <a:pt x="838206" y="319211"/>
                    <a:pt x="832625" y="312234"/>
                  </a:cubicBezTo>
                  <a:cubicBezTo>
                    <a:pt x="828246" y="306761"/>
                    <a:pt x="821961" y="302973"/>
                    <a:pt x="817756" y="297366"/>
                  </a:cubicBezTo>
                  <a:cubicBezTo>
                    <a:pt x="807034" y="283071"/>
                    <a:pt x="797932" y="267629"/>
                    <a:pt x="788020" y="252761"/>
                  </a:cubicBezTo>
                  <a:lnTo>
                    <a:pt x="758283" y="208156"/>
                  </a:lnTo>
                  <a:cubicBezTo>
                    <a:pt x="749841" y="195494"/>
                    <a:pt x="730333" y="165337"/>
                    <a:pt x="721113" y="156117"/>
                  </a:cubicBezTo>
                  <a:cubicBezTo>
                    <a:pt x="714795" y="149799"/>
                    <a:pt x="705787" y="146831"/>
                    <a:pt x="698810" y="141249"/>
                  </a:cubicBezTo>
                  <a:cubicBezTo>
                    <a:pt x="693337" y="136870"/>
                    <a:pt x="689549" y="130585"/>
                    <a:pt x="683942" y="126380"/>
                  </a:cubicBezTo>
                  <a:cubicBezTo>
                    <a:pt x="643044" y="95706"/>
                    <a:pt x="651805" y="100800"/>
                    <a:pt x="617034" y="89210"/>
                  </a:cubicBezTo>
                  <a:cubicBezTo>
                    <a:pt x="579366" y="51539"/>
                    <a:pt x="628111" y="95855"/>
                    <a:pt x="579864" y="66907"/>
                  </a:cubicBezTo>
                  <a:cubicBezTo>
                    <a:pt x="573854" y="63301"/>
                    <a:pt x="570468" y="56417"/>
                    <a:pt x="564995" y="52039"/>
                  </a:cubicBezTo>
                  <a:cubicBezTo>
                    <a:pt x="558018" y="46458"/>
                    <a:pt x="549670" y="42752"/>
                    <a:pt x="542693" y="37171"/>
                  </a:cubicBezTo>
                  <a:cubicBezTo>
                    <a:pt x="537220" y="32792"/>
                    <a:pt x="534094" y="25437"/>
                    <a:pt x="527825" y="22302"/>
                  </a:cubicBezTo>
                  <a:cubicBezTo>
                    <a:pt x="509727" y="13253"/>
                    <a:pt x="474825" y="5335"/>
                    <a:pt x="453483" y="0"/>
                  </a:cubicBezTo>
                  <a:cubicBezTo>
                    <a:pt x="433555" y="1661"/>
                    <a:pt x="372337" y="-315"/>
                    <a:pt x="341971" y="14868"/>
                  </a:cubicBezTo>
                  <a:cubicBezTo>
                    <a:pt x="333980" y="18864"/>
                    <a:pt x="326646" y="24155"/>
                    <a:pt x="319669" y="29736"/>
                  </a:cubicBezTo>
                  <a:cubicBezTo>
                    <a:pt x="314196" y="34115"/>
                    <a:pt x="311069" y="41470"/>
                    <a:pt x="304800" y="44605"/>
                  </a:cubicBezTo>
                  <a:cubicBezTo>
                    <a:pt x="290782" y="51614"/>
                    <a:pt x="275063" y="54517"/>
                    <a:pt x="260195" y="59473"/>
                  </a:cubicBezTo>
                  <a:lnTo>
                    <a:pt x="237893" y="66907"/>
                  </a:lnTo>
                  <a:lnTo>
                    <a:pt x="193288" y="89210"/>
                  </a:lnTo>
                  <a:close/>
                </a:path>
              </a:pathLst>
            </a:custGeom>
            <a:noFill/>
            <a:ln w="28575">
              <a:solidFill>
                <a:srgbClr val="215CA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CB3EA7A3-264E-9DF3-9244-3253A5249F3D}"/>
                </a:ext>
              </a:extLst>
            </p:cNvPr>
            <p:cNvSpPr/>
            <p:nvPr/>
          </p:nvSpPr>
          <p:spPr>
            <a:xfrm>
              <a:off x="3893752" y="3285154"/>
              <a:ext cx="1791629" cy="2421916"/>
            </a:xfrm>
            <a:custGeom>
              <a:avLst/>
              <a:gdLst>
                <a:gd name="connsiteX0" fmla="*/ 1464527 w 1791629"/>
                <a:gd name="connsiteY0" fmla="*/ 13253 h 2421916"/>
                <a:gd name="connsiteX1" fmla="*/ 1412488 w 1791629"/>
                <a:gd name="connsiteY1" fmla="*/ 20687 h 2421916"/>
                <a:gd name="connsiteX2" fmla="*/ 1353015 w 1791629"/>
                <a:gd name="connsiteY2" fmla="*/ 35555 h 2421916"/>
                <a:gd name="connsiteX3" fmla="*/ 1263805 w 1791629"/>
                <a:gd name="connsiteY3" fmla="*/ 50423 h 2421916"/>
                <a:gd name="connsiteX4" fmla="*/ 1226634 w 1791629"/>
                <a:gd name="connsiteY4" fmla="*/ 57858 h 2421916"/>
                <a:gd name="connsiteX5" fmla="*/ 1182029 w 1791629"/>
                <a:gd name="connsiteY5" fmla="*/ 72726 h 2421916"/>
                <a:gd name="connsiteX6" fmla="*/ 1159727 w 1791629"/>
                <a:gd name="connsiteY6" fmla="*/ 80160 h 2421916"/>
                <a:gd name="connsiteX7" fmla="*/ 1115122 w 1791629"/>
                <a:gd name="connsiteY7" fmla="*/ 102462 h 2421916"/>
                <a:gd name="connsiteX8" fmla="*/ 1055649 w 1791629"/>
                <a:gd name="connsiteY8" fmla="*/ 147067 h 2421916"/>
                <a:gd name="connsiteX9" fmla="*/ 1033347 w 1791629"/>
                <a:gd name="connsiteY9" fmla="*/ 154501 h 2421916"/>
                <a:gd name="connsiteX10" fmla="*/ 988742 w 1791629"/>
                <a:gd name="connsiteY10" fmla="*/ 176804 h 2421916"/>
                <a:gd name="connsiteX11" fmla="*/ 944137 w 1791629"/>
                <a:gd name="connsiteY11" fmla="*/ 199106 h 2421916"/>
                <a:gd name="connsiteX12" fmla="*/ 877229 w 1791629"/>
                <a:gd name="connsiteY12" fmla="*/ 228843 h 2421916"/>
                <a:gd name="connsiteX13" fmla="*/ 854927 w 1791629"/>
                <a:gd name="connsiteY13" fmla="*/ 236277 h 2421916"/>
                <a:gd name="connsiteX14" fmla="*/ 810322 w 1791629"/>
                <a:gd name="connsiteY14" fmla="*/ 258579 h 2421916"/>
                <a:gd name="connsiteX15" fmla="*/ 773151 w 1791629"/>
                <a:gd name="connsiteY15" fmla="*/ 280882 h 2421916"/>
                <a:gd name="connsiteX16" fmla="*/ 728547 w 1791629"/>
                <a:gd name="connsiteY16" fmla="*/ 303184 h 2421916"/>
                <a:gd name="connsiteX17" fmla="*/ 706244 w 1791629"/>
                <a:gd name="connsiteY17" fmla="*/ 318053 h 2421916"/>
                <a:gd name="connsiteX18" fmla="*/ 669073 w 1791629"/>
                <a:gd name="connsiteY18" fmla="*/ 325487 h 2421916"/>
                <a:gd name="connsiteX19" fmla="*/ 587298 w 1791629"/>
                <a:gd name="connsiteY19" fmla="*/ 340355 h 2421916"/>
                <a:gd name="connsiteX20" fmla="*/ 542693 w 1791629"/>
                <a:gd name="connsiteY20" fmla="*/ 384960 h 2421916"/>
                <a:gd name="connsiteX21" fmla="*/ 520390 w 1791629"/>
                <a:gd name="connsiteY21" fmla="*/ 414697 h 2421916"/>
                <a:gd name="connsiteX22" fmla="*/ 498088 w 1791629"/>
                <a:gd name="connsiteY22" fmla="*/ 429565 h 2421916"/>
                <a:gd name="connsiteX23" fmla="*/ 453483 w 1791629"/>
                <a:gd name="connsiteY23" fmla="*/ 474170 h 2421916"/>
                <a:gd name="connsiteX24" fmla="*/ 431181 w 1791629"/>
                <a:gd name="connsiteY24" fmla="*/ 496472 h 2421916"/>
                <a:gd name="connsiteX25" fmla="*/ 401444 w 1791629"/>
                <a:gd name="connsiteY25" fmla="*/ 511340 h 2421916"/>
                <a:gd name="connsiteX26" fmla="*/ 386576 w 1791629"/>
                <a:gd name="connsiteY26" fmla="*/ 526209 h 2421916"/>
                <a:gd name="connsiteX27" fmla="*/ 364273 w 1791629"/>
                <a:gd name="connsiteY27" fmla="*/ 533643 h 2421916"/>
                <a:gd name="connsiteX28" fmla="*/ 341971 w 1791629"/>
                <a:gd name="connsiteY28" fmla="*/ 548511 h 2421916"/>
                <a:gd name="connsiteX29" fmla="*/ 327103 w 1791629"/>
                <a:gd name="connsiteY29" fmla="*/ 570814 h 2421916"/>
                <a:gd name="connsiteX30" fmla="*/ 260195 w 1791629"/>
                <a:gd name="connsiteY30" fmla="*/ 600550 h 2421916"/>
                <a:gd name="connsiteX31" fmla="*/ 237893 w 1791629"/>
                <a:gd name="connsiteY31" fmla="*/ 607984 h 2421916"/>
                <a:gd name="connsiteX32" fmla="*/ 223025 w 1791629"/>
                <a:gd name="connsiteY32" fmla="*/ 622853 h 2421916"/>
                <a:gd name="connsiteX33" fmla="*/ 178420 w 1791629"/>
                <a:gd name="connsiteY33" fmla="*/ 645155 h 2421916"/>
                <a:gd name="connsiteX34" fmla="*/ 148683 w 1791629"/>
                <a:gd name="connsiteY34" fmla="*/ 674892 h 2421916"/>
                <a:gd name="connsiteX35" fmla="*/ 133815 w 1791629"/>
                <a:gd name="connsiteY35" fmla="*/ 697194 h 2421916"/>
                <a:gd name="connsiteX36" fmla="*/ 111512 w 1791629"/>
                <a:gd name="connsiteY36" fmla="*/ 704628 h 2421916"/>
                <a:gd name="connsiteX37" fmla="*/ 81776 w 1791629"/>
                <a:gd name="connsiteY37" fmla="*/ 741799 h 2421916"/>
                <a:gd name="connsiteX38" fmla="*/ 44605 w 1791629"/>
                <a:gd name="connsiteY38" fmla="*/ 778970 h 2421916"/>
                <a:gd name="connsiteX39" fmla="*/ 37171 w 1791629"/>
                <a:gd name="connsiteY39" fmla="*/ 801272 h 2421916"/>
                <a:gd name="connsiteX40" fmla="*/ 22303 w 1791629"/>
                <a:gd name="connsiteY40" fmla="*/ 823575 h 2421916"/>
                <a:gd name="connsiteX41" fmla="*/ 14868 w 1791629"/>
                <a:gd name="connsiteY41" fmla="*/ 853311 h 2421916"/>
                <a:gd name="connsiteX42" fmla="*/ 0 w 1791629"/>
                <a:gd name="connsiteY42" fmla="*/ 920218 h 2421916"/>
                <a:gd name="connsiteX43" fmla="*/ 7434 w 1791629"/>
                <a:gd name="connsiteY43" fmla="*/ 1106072 h 2421916"/>
                <a:gd name="connsiteX44" fmla="*/ 14868 w 1791629"/>
                <a:gd name="connsiteY44" fmla="*/ 1158111 h 2421916"/>
                <a:gd name="connsiteX45" fmla="*/ 22303 w 1791629"/>
                <a:gd name="connsiteY45" fmla="*/ 1254755 h 2421916"/>
                <a:gd name="connsiteX46" fmla="*/ 29737 w 1791629"/>
                <a:gd name="connsiteY46" fmla="*/ 1381136 h 2421916"/>
                <a:gd name="connsiteX47" fmla="*/ 37171 w 1791629"/>
                <a:gd name="connsiteY47" fmla="*/ 1403438 h 2421916"/>
                <a:gd name="connsiteX48" fmla="*/ 44605 w 1791629"/>
                <a:gd name="connsiteY48" fmla="*/ 1433175 h 2421916"/>
                <a:gd name="connsiteX49" fmla="*/ 52039 w 1791629"/>
                <a:gd name="connsiteY49" fmla="*/ 1470345 h 2421916"/>
                <a:gd name="connsiteX50" fmla="*/ 59473 w 1791629"/>
                <a:gd name="connsiteY50" fmla="*/ 1492648 h 2421916"/>
                <a:gd name="connsiteX51" fmla="*/ 66908 w 1791629"/>
                <a:gd name="connsiteY51" fmla="*/ 1522384 h 2421916"/>
                <a:gd name="connsiteX52" fmla="*/ 74342 w 1791629"/>
                <a:gd name="connsiteY52" fmla="*/ 1604160 h 2421916"/>
                <a:gd name="connsiteX53" fmla="*/ 81776 w 1791629"/>
                <a:gd name="connsiteY53" fmla="*/ 1633897 h 2421916"/>
                <a:gd name="connsiteX54" fmla="*/ 89210 w 1791629"/>
                <a:gd name="connsiteY54" fmla="*/ 1671067 h 2421916"/>
                <a:gd name="connsiteX55" fmla="*/ 104078 w 1791629"/>
                <a:gd name="connsiteY55" fmla="*/ 1752843 h 2421916"/>
                <a:gd name="connsiteX56" fmla="*/ 118947 w 1791629"/>
                <a:gd name="connsiteY56" fmla="*/ 1812316 h 2421916"/>
                <a:gd name="connsiteX57" fmla="*/ 126381 w 1791629"/>
                <a:gd name="connsiteY57" fmla="*/ 1834618 h 2421916"/>
                <a:gd name="connsiteX58" fmla="*/ 133815 w 1791629"/>
                <a:gd name="connsiteY58" fmla="*/ 1871789 h 2421916"/>
                <a:gd name="connsiteX59" fmla="*/ 156117 w 1791629"/>
                <a:gd name="connsiteY59" fmla="*/ 1953565 h 2421916"/>
                <a:gd name="connsiteX60" fmla="*/ 178420 w 1791629"/>
                <a:gd name="connsiteY60" fmla="*/ 2027906 h 2421916"/>
                <a:gd name="connsiteX61" fmla="*/ 185854 w 1791629"/>
                <a:gd name="connsiteY61" fmla="*/ 2050209 h 2421916"/>
                <a:gd name="connsiteX62" fmla="*/ 193288 w 1791629"/>
                <a:gd name="connsiteY62" fmla="*/ 2072511 h 2421916"/>
                <a:gd name="connsiteX63" fmla="*/ 200722 w 1791629"/>
                <a:gd name="connsiteY63" fmla="*/ 2102248 h 2421916"/>
                <a:gd name="connsiteX64" fmla="*/ 215590 w 1791629"/>
                <a:gd name="connsiteY64" fmla="*/ 2146853 h 2421916"/>
                <a:gd name="connsiteX65" fmla="*/ 252761 w 1791629"/>
                <a:gd name="connsiteY65" fmla="*/ 2176589 h 2421916"/>
                <a:gd name="connsiteX66" fmla="*/ 267629 w 1791629"/>
                <a:gd name="connsiteY66" fmla="*/ 2198892 h 2421916"/>
                <a:gd name="connsiteX67" fmla="*/ 304800 w 1791629"/>
                <a:gd name="connsiteY67" fmla="*/ 2236062 h 2421916"/>
                <a:gd name="connsiteX68" fmla="*/ 319668 w 1791629"/>
                <a:gd name="connsiteY68" fmla="*/ 2258365 h 2421916"/>
                <a:gd name="connsiteX69" fmla="*/ 364273 w 1791629"/>
                <a:gd name="connsiteY69" fmla="*/ 2288101 h 2421916"/>
                <a:gd name="connsiteX70" fmla="*/ 379142 w 1791629"/>
                <a:gd name="connsiteY70" fmla="*/ 2302970 h 2421916"/>
                <a:gd name="connsiteX71" fmla="*/ 401444 w 1791629"/>
                <a:gd name="connsiteY71" fmla="*/ 2310404 h 2421916"/>
                <a:gd name="connsiteX72" fmla="*/ 423747 w 1791629"/>
                <a:gd name="connsiteY72" fmla="*/ 2325272 h 2421916"/>
                <a:gd name="connsiteX73" fmla="*/ 468351 w 1791629"/>
                <a:gd name="connsiteY73" fmla="*/ 2340140 h 2421916"/>
                <a:gd name="connsiteX74" fmla="*/ 550127 w 1791629"/>
                <a:gd name="connsiteY74" fmla="*/ 2362443 h 2421916"/>
                <a:gd name="connsiteX75" fmla="*/ 579864 w 1791629"/>
                <a:gd name="connsiteY75" fmla="*/ 2369877 h 2421916"/>
                <a:gd name="connsiteX76" fmla="*/ 609600 w 1791629"/>
                <a:gd name="connsiteY76" fmla="*/ 2377311 h 2421916"/>
                <a:gd name="connsiteX77" fmla="*/ 721112 w 1791629"/>
                <a:gd name="connsiteY77" fmla="*/ 2392179 h 2421916"/>
                <a:gd name="connsiteX78" fmla="*/ 773151 w 1791629"/>
                <a:gd name="connsiteY78" fmla="*/ 2399614 h 2421916"/>
                <a:gd name="connsiteX79" fmla="*/ 802888 w 1791629"/>
                <a:gd name="connsiteY79" fmla="*/ 2407048 h 2421916"/>
                <a:gd name="connsiteX80" fmla="*/ 929268 w 1791629"/>
                <a:gd name="connsiteY80" fmla="*/ 2421916 h 2421916"/>
                <a:gd name="connsiteX81" fmla="*/ 1144859 w 1791629"/>
                <a:gd name="connsiteY81" fmla="*/ 2414482 h 2421916"/>
                <a:gd name="connsiteX82" fmla="*/ 1234068 w 1791629"/>
                <a:gd name="connsiteY82" fmla="*/ 2407048 h 2421916"/>
                <a:gd name="connsiteX83" fmla="*/ 1353015 w 1791629"/>
                <a:gd name="connsiteY83" fmla="*/ 2392179 h 2421916"/>
                <a:gd name="connsiteX84" fmla="*/ 1397620 w 1791629"/>
                <a:gd name="connsiteY84" fmla="*/ 2377311 h 2421916"/>
                <a:gd name="connsiteX85" fmla="*/ 1486829 w 1791629"/>
                <a:gd name="connsiteY85" fmla="*/ 2317838 h 2421916"/>
                <a:gd name="connsiteX86" fmla="*/ 1509132 w 1791629"/>
                <a:gd name="connsiteY86" fmla="*/ 2302970 h 2421916"/>
                <a:gd name="connsiteX87" fmla="*/ 1531434 w 1791629"/>
                <a:gd name="connsiteY87" fmla="*/ 2288101 h 2421916"/>
                <a:gd name="connsiteX88" fmla="*/ 1553737 w 1791629"/>
                <a:gd name="connsiteY88" fmla="*/ 2280667 h 2421916"/>
                <a:gd name="connsiteX89" fmla="*/ 1568605 w 1791629"/>
                <a:gd name="connsiteY89" fmla="*/ 2258365 h 2421916"/>
                <a:gd name="connsiteX90" fmla="*/ 1590908 w 1791629"/>
                <a:gd name="connsiteY90" fmla="*/ 2243497 h 2421916"/>
                <a:gd name="connsiteX91" fmla="*/ 1605776 w 1791629"/>
                <a:gd name="connsiteY91" fmla="*/ 2184023 h 2421916"/>
                <a:gd name="connsiteX92" fmla="*/ 1620644 w 1791629"/>
                <a:gd name="connsiteY92" fmla="*/ 2161721 h 2421916"/>
                <a:gd name="connsiteX93" fmla="*/ 1642947 w 1791629"/>
                <a:gd name="connsiteY93" fmla="*/ 2124550 h 2421916"/>
                <a:gd name="connsiteX94" fmla="*/ 1650381 w 1791629"/>
                <a:gd name="connsiteY94" fmla="*/ 2102248 h 2421916"/>
                <a:gd name="connsiteX95" fmla="*/ 1665249 w 1791629"/>
                <a:gd name="connsiteY95" fmla="*/ 2079945 h 2421916"/>
                <a:gd name="connsiteX96" fmla="*/ 1672683 w 1791629"/>
                <a:gd name="connsiteY96" fmla="*/ 2057643 h 2421916"/>
                <a:gd name="connsiteX97" fmla="*/ 1687551 w 1791629"/>
                <a:gd name="connsiteY97" fmla="*/ 2035340 h 2421916"/>
                <a:gd name="connsiteX98" fmla="*/ 1702420 w 1791629"/>
                <a:gd name="connsiteY98" fmla="*/ 1990736 h 2421916"/>
                <a:gd name="connsiteX99" fmla="*/ 1709854 w 1791629"/>
                <a:gd name="connsiteY99" fmla="*/ 1968433 h 2421916"/>
                <a:gd name="connsiteX100" fmla="*/ 1717288 w 1791629"/>
                <a:gd name="connsiteY100" fmla="*/ 1790014 h 2421916"/>
                <a:gd name="connsiteX101" fmla="*/ 1724722 w 1791629"/>
                <a:gd name="connsiteY101" fmla="*/ 1745409 h 2421916"/>
                <a:gd name="connsiteX102" fmla="*/ 1739590 w 1791629"/>
                <a:gd name="connsiteY102" fmla="*/ 1381136 h 2421916"/>
                <a:gd name="connsiteX103" fmla="*/ 1747025 w 1791629"/>
                <a:gd name="connsiteY103" fmla="*/ 1306794 h 2421916"/>
                <a:gd name="connsiteX104" fmla="*/ 1761893 w 1791629"/>
                <a:gd name="connsiteY104" fmla="*/ 964823 h 2421916"/>
                <a:gd name="connsiteX105" fmla="*/ 1769327 w 1791629"/>
                <a:gd name="connsiteY105" fmla="*/ 942521 h 2421916"/>
                <a:gd name="connsiteX106" fmla="*/ 1776761 w 1791629"/>
                <a:gd name="connsiteY106" fmla="*/ 563379 h 2421916"/>
                <a:gd name="connsiteX107" fmla="*/ 1791629 w 1791629"/>
                <a:gd name="connsiteY107" fmla="*/ 466736 h 2421916"/>
                <a:gd name="connsiteX108" fmla="*/ 1769327 w 1791629"/>
                <a:gd name="connsiteY108" fmla="*/ 206540 h 2421916"/>
                <a:gd name="connsiteX109" fmla="*/ 1761893 w 1791629"/>
                <a:gd name="connsiteY109" fmla="*/ 184238 h 2421916"/>
                <a:gd name="connsiteX110" fmla="*/ 1717288 w 1791629"/>
                <a:gd name="connsiteY110" fmla="*/ 124765 h 2421916"/>
                <a:gd name="connsiteX111" fmla="*/ 1694986 w 1791629"/>
                <a:gd name="connsiteY111" fmla="*/ 117331 h 2421916"/>
                <a:gd name="connsiteX112" fmla="*/ 1635512 w 1791629"/>
                <a:gd name="connsiteY112" fmla="*/ 72726 h 2421916"/>
                <a:gd name="connsiteX113" fmla="*/ 1613210 w 1791629"/>
                <a:gd name="connsiteY113" fmla="*/ 57858 h 2421916"/>
                <a:gd name="connsiteX114" fmla="*/ 1561171 w 1791629"/>
                <a:gd name="connsiteY114" fmla="*/ 20687 h 2421916"/>
                <a:gd name="connsiteX115" fmla="*/ 1546303 w 1791629"/>
                <a:gd name="connsiteY115" fmla="*/ 5818 h 2421916"/>
                <a:gd name="connsiteX116" fmla="*/ 1464527 w 1791629"/>
                <a:gd name="connsiteY116" fmla="*/ 13253 h 242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791629" h="2421916">
                  <a:moveTo>
                    <a:pt x="1464527" y="13253"/>
                  </a:moveTo>
                  <a:cubicBezTo>
                    <a:pt x="1442225" y="15731"/>
                    <a:pt x="1429670" y="17251"/>
                    <a:pt x="1412488" y="20687"/>
                  </a:cubicBezTo>
                  <a:cubicBezTo>
                    <a:pt x="1392450" y="24694"/>
                    <a:pt x="1373292" y="33020"/>
                    <a:pt x="1353015" y="35555"/>
                  </a:cubicBezTo>
                  <a:cubicBezTo>
                    <a:pt x="1255981" y="47684"/>
                    <a:pt x="1326948" y="36391"/>
                    <a:pt x="1263805" y="50423"/>
                  </a:cubicBezTo>
                  <a:cubicBezTo>
                    <a:pt x="1251470" y="53164"/>
                    <a:pt x="1238825" y="54533"/>
                    <a:pt x="1226634" y="57858"/>
                  </a:cubicBezTo>
                  <a:cubicBezTo>
                    <a:pt x="1211514" y="61982"/>
                    <a:pt x="1196897" y="67770"/>
                    <a:pt x="1182029" y="72726"/>
                  </a:cubicBezTo>
                  <a:cubicBezTo>
                    <a:pt x="1174595" y="75204"/>
                    <a:pt x="1166247" y="75813"/>
                    <a:pt x="1159727" y="80160"/>
                  </a:cubicBezTo>
                  <a:cubicBezTo>
                    <a:pt x="1130905" y="99375"/>
                    <a:pt x="1145901" y="92203"/>
                    <a:pt x="1115122" y="102462"/>
                  </a:cubicBezTo>
                  <a:cubicBezTo>
                    <a:pt x="1097509" y="120076"/>
                    <a:pt x="1080871" y="138660"/>
                    <a:pt x="1055649" y="147067"/>
                  </a:cubicBezTo>
                  <a:lnTo>
                    <a:pt x="1033347" y="154501"/>
                  </a:lnTo>
                  <a:cubicBezTo>
                    <a:pt x="969437" y="197109"/>
                    <a:pt x="1050292" y="146030"/>
                    <a:pt x="988742" y="176804"/>
                  </a:cubicBezTo>
                  <a:cubicBezTo>
                    <a:pt x="931097" y="205626"/>
                    <a:pt x="1000193" y="180421"/>
                    <a:pt x="944137" y="199106"/>
                  </a:cubicBezTo>
                  <a:cubicBezTo>
                    <a:pt x="908794" y="222669"/>
                    <a:pt x="930311" y="211149"/>
                    <a:pt x="877229" y="228843"/>
                  </a:cubicBezTo>
                  <a:cubicBezTo>
                    <a:pt x="869795" y="231321"/>
                    <a:pt x="861447" y="231930"/>
                    <a:pt x="854927" y="236277"/>
                  </a:cubicBezTo>
                  <a:cubicBezTo>
                    <a:pt x="826105" y="255492"/>
                    <a:pt x="841101" y="248320"/>
                    <a:pt x="810322" y="258579"/>
                  </a:cubicBezTo>
                  <a:cubicBezTo>
                    <a:pt x="781282" y="287621"/>
                    <a:pt x="811753" y="261581"/>
                    <a:pt x="773151" y="280882"/>
                  </a:cubicBezTo>
                  <a:cubicBezTo>
                    <a:pt x="715503" y="309705"/>
                    <a:pt x="784607" y="284497"/>
                    <a:pt x="728547" y="303184"/>
                  </a:cubicBezTo>
                  <a:cubicBezTo>
                    <a:pt x="721113" y="308140"/>
                    <a:pt x="714610" y="314916"/>
                    <a:pt x="706244" y="318053"/>
                  </a:cubicBezTo>
                  <a:cubicBezTo>
                    <a:pt x="694413" y="322490"/>
                    <a:pt x="681537" y="323410"/>
                    <a:pt x="669073" y="325487"/>
                  </a:cubicBezTo>
                  <a:cubicBezTo>
                    <a:pt x="589163" y="338805"/>
                    <a:pt x="644387" y="326083"/>
                    <a:pt x="587298" y="340355"/>
                  </a:cubicBezTo>
                  <a:cubicBezTo>
                    <a:pt x="572430" y="355223"/>
                    <a:pt x="555309" y="368138"/>
                    <a:pt x="542693" y="384960"/>
                  </a:cubicBezTo>
                  <a:cubicBezTo>
                    <a:pt x="535259" y="394872"/>
                    <a:pt x="529151" y="405936"/>
                    <a:pt x="520390" y="414697"/>
                  </a:cubicBezTo>
                  <a:cubicBezTo>
                    <a:pt x="514072" y="421015"/>
                    <a:pt x="504766" y="423629"/>
                    <a:pt x="498088" y="429565"/>
                  </a:cubicBezTo>
                  <a:cubicBezTo>
                    <a:pt x="482372" y="443535"/>
                    <a:pt x="468351" y="459302"/>
                    <a:pt x="453483" y="474170"/>
                  </a:cubicBezTo>
                  <a:cubicBezTo>
                    <a:pt x="446049" y="481604"/>
                    <a:pt x="440584" y="491770"/>
                    <a:pt x="431181" y="496472"/>
                  </a:cubicBezTo>
                  <a:lnTo>
                    <a:pt x="401444" y="511340"/>
                  </a:lnTo>
                  <a:cubicBezTo>
                    <a:pt x="396488" y="516296"/>
                    <a:pt x="392586" y="522603"/>
                    <a:pt x="386576" y="526209"/>
                  </a:cubicBezTo>
                  <a:cubicBezTo>
                    <a:pt x="379856" y="530241"/>
                    <a:pt x="371282" y="530139"/>
                    <a:pt x="364273" y="533643"/>
                  </a:cubicBezTo>
                  <a:cubicBezTo>
                    <a:pt x="356282" y="537639"/>
                    <a:pt x="349405" y="543555"/>
                    <a:pt x="341971" y="548511"/>
                  </a:cubicBezTo>
                  <a:cubicBezTo>
                    <a:pt x="337015" y="555945"/>
                    <a:pt x="333421" y="564496"/>
                    <a:pt x="327103" y="570814"/>
                  </a:cubicBezTo>
                  <a:cubicBezTo>
                    <a:pt x="309433" y="588484"/>
                    <a:pt x="282276" y="593190"/>
                    <a:pt x="260195" y="600550"/>
                  </a:cubicBezTo>
                  <a:lnTo>
                    <a:pt x="237893" y="607984"/>
                  </a:lnTo>
                  <a:cubicBezTo>
                    <a:pt x="232937" y="612940"/>
                    <a:pt x="229035" y="619247"/>
                    <a:pt x="223025" y="622853"/>
                  </a:cubicBezTo>
                  <a:cubicBezTo>
                    <a:pt x="179049" y="649239"/>
                    <a:pt x="222288" y="607554"/>
                    <a:pt x="178420" y="645155"/>
                  </a:cubicBezTo>
                  <a:cubicBezTo>
                    <a:pt x="167777" y="654278"/>
                    <a:pt x="156459" y="663228"/>
                    <a:pt x="148683" y="674892"/>
                  </a:cubicBezTo>
                  <a:cubicBezTo>
                    <a:pt x="143727" y="682326"/>
                    <a:pt x="140792" y="691613"/>
                    <a:pt x="133815" y="697194"/>
                  </a:cubicBezTo>
                  <a:cubicBezTo>
                    <a:pt x="127696" y="702089"/>
                    <a:pt x="118946" y="702150"/>
                    <a:pt x="111512" y="704628"/>
                  </a:cubicBezTo>
                  <a:cubicBezTo>
                    <a:pt x="53524" y="762620"/>
                    <a:pt x="147445" y="666749"/>
                    <a:pt x="81776" y="741799"/>
                  </a:cubicBezTo>
                  <a:cubicBezTo>
                    <a:pt x="70237" y="754986"/>
                    <a:pt x="44605" y="778970"/>
                    <a:pt x="44605" y="778970"/>
                  </a:cubicBezTo>
                  <a:cubicBezTo>
                    <a:pt x="42127" y="786404"/>
                    <a:pt x="40675" y="794263"/>
                    <a:pt x="37171" y="801272"/>
                  </a:cubicBezTo>
                  <a:cubicBezTo>
                    <a:pt x="33175" y="809264"/>
                    <a:pt x="25823" y="815363"/>
                    <a:pt x="22303" y="823575"/>
                  </a:cubicBezTo>
                  <a:cubicBezTo>
                    <a:pt x="18278" y="832966"/>
                    <a:pt x="17675" y="843487"/>
                    <a:pt x="14868" y="853311"/>
                  </a:cubicBezTo>
                  <a:cubicBezTo>
                    <a:pt x="229" y="904544"/>
                    <a:pt x="13413" y="839743"/>
                    <a:pt x="0" y="920218"/>
                  </a:cubicBezTo>
                  <a:cubicBezTo>
                    <a:pt x="2478" y="982169"/>
                    <a:pt x="3567" y="1044192"/>
                    <a:pt x="7434" y="1106072"/>
                  </a:cubicBezTo>
                  <a:cubicBezTo>
                    <a:pt x="8527" y="1123560"/>
                    <a:pt x="13124" y="1140676"/>
                    <a:pt x="14868" y="1158111"/>
                  </a:cubicBezTo>
                  <a:cubicBezTo>
                    <a:pt x="18083" y="1190260"/>
                    <a:pt x="20154" y="1222517"/>
                    <a:pt x="22303" y="1254755"/>
                  </a:cubicBezTo>
                  <a:cubicBezTo>
                    <a:pt x="25110" y="1296861"/>
                    <a:pt x="25538" y="1339146"/>
                    <a:pt x="29737" y="1381136"/>
                  </a:cubicBezTo>
                  <a:cubicBezTo>
                    <a:pt x="30517" y="1388933"/>
                    <a:pt x="35018" y="1395903"/>
                    <a:pt x="37171" y="1403438"/>
                  </a:cubicBezTo>
                  <a:cubicBezTo>
                    <a:pt x="39978" y="1413262"/>
                    <a:pt x="42389" y="1423201"/>
                    <a:pt x="44605" y="1433175"/>
                  </a:cubicBezTo>
                  <a:cubicBezTo>
                    <a:pt x="47346" y="1445509"/>
                    <a:pt x="48975" y="1458087"/>
                    <a:pt x="52039" y="1470345"/>
                  </a:cubicBezTo>
                  <a:cubicBezTo>
                    <a:pt x="53940" y="1477947"/>
                    <a:pt x="57320" y="1485113"/>
                    <a:pt x="59473" y="1492648"/>
                  </a:cubicBezTo>
                  <a:cubicBezTo>
                    <a:pt x="62280" y="1502472"/>
                    <a:pt x="64430" y="1512472"/>
                    <a:pt x="66908" y="1522384"/>
                  </a:cubicBezTo>
                  <a:cubicBezTo>
                    <a:pt x="69386" y="1549643"/>
                    <a:pt x="70725" y="1577029"/>
                    <a:pt x="74342" y="1604160"/>
                  </a:cubicBezTo>
                  <a:cubicBezTo>
                    <a:pt x="75692" y="1614288"/>
                    <a:pt x="79560" y="1623923"/>
                    <a:pt x="81776" y="1633897"/>
                  </a:cubicBezTo>
                  <a:cubicBezTo>
                    <a:pt x="84517" y="1646231"/>
                    <a:pt x="86950" y="1658635"/>
                    <a:pt x="89210" y="1671067"/>
                  </a:cubicBezTo>
                  <a:cubicBezTo>
                    <a:pt x="95713" y="1706836"/>
                    <a:pt x="96209" y="1718747"/>
                    <a:pt x="104078" y="1752843"/>
                  </a:cubicBezTo>
                  <a:cubicBezTo>
                    <a:pt x="108673" y="1772754"/>
                    <a:pt x="112485" y="1792930"/>
                    <a:pt x="118947" y="1812316"/>
                  </a:cubicBezTo>
                  <a:cubicBezTo>
                    <a:pt x="121425" y="1819750"/>
                    <a:pt x="124480" y="1827016"/>
                    <a:pt x="126381" y="1834618"/>
                  </a:cubicBezTo>
                  <a:cubicBezTo>
                    <a:pt x="129446" y="1846876"/>
                    <a:pt x="130974" y="1859477"/>
                    <a:pt x="133815" y="1871789"/>
                  </a:cubicBezTo>
                  <a:cubicBezTo>
                    <a:pt x="165613" y="2009584"/>
                    <a:pt x="136458" y="1884756"/>
                    <a:pt x="156117" y="1953565"/>
                  </a:cubicBezTo>
                  <a:cubicBezTo>
                    <a:pt x="178585" y="2032206"/>
                    <a:pt x="143088" y="1921913"/>
                    <a:pt x="178420" y="2027906"/>
                  </a:cubicBezTo>
                  <a:lnTo>
                    <a:pt x="185854" y="2050209"/>
                  </a:lnTo>
                  <a:cubicBezTo>
                    <a:pt x="188332" y="2057643"/>
                    <a:pt x="191388" y="2064909"/>
                    <a:pt x="193288" y="2072511"/>
                  </a:cubicBezTo>
                  <a:cubicBezTo>
                    <a:pt x="195766" y="2082423"/>
                    <a:pt x="197786" y="2092462"/>
                    <a:pt x="200722" y="2102248"/>
                  </a:cubicBezTo>
                  <a:cubicBezTo>
                    <a:pt x="205225" y="2117260"/>
                    <a:pt x="204507" y="2135771"/>
                    <a:pt x="215590" y="2146853"/>
                  </a:cubicBezTo>
                  <a:cubicBezTo>
                    <a:pt x="236777" y="2168038"/>
                    <a:pt x="224627" y="2157833"/>
                    <a:pt x="252761" y="2176589"/>
                  </a:cubicBezTo>
                  <a:cubicBezTo>
                    <a:pt x="257717" y="2184023"/>
                    <a:pt x="261745" y="2192168"/>
                    <a:pt x="267629" y="2198892"/>
                  </a:cubicBezTo>
                  <a:cubicBezTo>
                    <a:pt x="279168" y="2212079"/>
                    <a:pt x="295081" y="2221482"/>
                    <a:pt x="304800" y="2236062"/>
                  </a:cubicBezTo>
                  <a:cubicBezTo>
                    <a:pt x="309756" y="2243496"/>
                    <a:pt x="312944" y="2252481"/>
                    <a:pt x="319668" y="2258365"/>
                  </a:cubicBezTo>
                  <a:cubicBezTo>
                    <a:pt x="333116" y="2270132"/>
                    <a:pt x="351637" y="2275465"/>
                    <a:pt x="364273" y="2288101"/>
                  </a:cubicBezTo>
                  <a:cubicBezTo>
                    <a:pt x="369229" y="2293057"/>
                    <a:pt x="373132" y="2299364"/>
                    <a:pt x="379142" y="2302970"/>
                  </a:cubicBezTo>
                  <a:cubicBezTo>
                    <a:pt x="385861" y="2307002"/>
                    <a:pt x="394435" y="2306900"/>
                    <a:pt x="401444" y="2310404"/>
                  </a:cubicBezTo>
                  <a:cubicBezTo>
                    <a:pt x="409436" y="2314400"/>
                    <a:pt x="415582" y="2321643"/>
                    <a:pt x="423747" y="2325272"/>
                  </a:cubicBezTo>
                  <a:cubicBezTo>
                    <a:pt x="438069" y="2331637"/>
                    <a:pt x="453483" y="2335184"/>
                    <a:pt x="468351" y="2340140"/>
                  </a:cubicBezTo>
                  <a:cubicBezTo>
                    <a:pt x="510049" y="2354040"/>
                    <a:pt x="483027" y="2345668"/>
                    <a:pt x="550127" y="2362443"/>
                  </a:cubicBezTo>
                  <a:lnTo>
                    <a:pt x="579864" y="2369877"/>
                  </a:lnTo>
                  <a:cubicBezTo>
                    <a:pt x="589776" y="2372355"/>
                    <a:pt x="599486" y="2375866"/>
                    <a:pt x="609600" y="2377311"/>
                  </a:cubicBezTo>
                  <a:lnTo>
                    <a:pt x="721112" y="2392179"/>
                  </a:lnTo>
                  <a:cubicBezTo>
                    <a:pt x="738481" y="2394495"/>
                    <a:pt x="755911" y="2396479"/>
                    <a:pt x="773151" y="2399614"/>
                  </a:cubicBezTo>
                  <a:cubicBezTo>
                    <a:pt x="783204" y="2401442"/>
                    <a:pt x="792810" y="2405368"/>
                    <a:pt x="802888" y="2407048"/>
                  </a:cubicBezTo>
                  <a:cubicBezTo>
                    <a:pt x="823323" y="2410454"/>
                    <a:pt x="911360" y="2419926"/>
                    <a:pt x="929268" y="2421916"/>
                  </a:cubicBezTo>
                  <a:lnTo>
                    <a:pt x="1144859" y="2414482"/>
                  </a:lnTo>
                  <a:cubicBezTo>
                    <a:pt x="1174663" y="2413028"/>
                    <a:pt x="1204363" y="2409877"/>
                    <a:pt x="1234068" y="2407048"/>
                  </a:cubicBezTo>
                  <a:cubicBezTo>
                    <a:pt x="1290297" y="2401693"/>
                    <a:pt x="1300699" y="2399654"/>
                    <a:pt x="1353015" y="2392179"/>
                  </a:cubicBezTo>
                  <a:cubicBezTo>
                    <a:pt x="1367883" y="2387223"/>
                    <a:pt x="1384580" y="2386004"/>
                    <a:pt x="1397620" y="2377311"/>
                  </a:cubicBezTo>
                  <a:lnTo>
                    <a:pt x="1486829" y="2317838"/>
                  </a:lnTo>
                  <a:lnTo>
                    <a:pt x="1509132" y="2302970"/>
                  </a:lnTo>
                  <a:cubicBezTo>
                    <a:pt x="1516566" y="2298014"/>
                    <a:pt x="1522958" y="2290926"/>
                    <a:pt x="1531434" y="2288101"/>
                  </a:cubicBezTo>
                  <a:lnTo>
                    <a:pt x="1553737" y="2280667"/>
                  </a:lnTo>
                  <a:cubicBezTo>
                    <a:pt x="1558693" y="2273233"/>
                    <a:pt x="1562287" y="2264683"/>
                    <a:pt x="1568605" y="2258365"/>
                  </a:cubicBezTo>
                  <a:cubicBezTo>
                    <a:pt x="1574923" y="2252047"/>
                    <a:pt x="1586912" y="2251489"/>
                    <a:pt x="1590908" y="2243497"/>
                  </a:cubicBezTo>
                  <a:cubicBezTo>
                    <a:pt x="1600047" y="2225220"/>
                    <a:pt x="1600820" y="2203848"/>
                    <a:pt x="1605776" y="2184023"/>
                  </a:cubicBezTo>
                  <a:cubicBezTo>
                    <a:pt x="1607943" y="2175355"/>
                    <a:pt x="1615688" y="2169155"/>
                    <a:pt x="1620644" y="2161721"/>
                  </a:cubicBezTo>
                  <a:cubicBezTo>
                    <a:pt x="1641702" y="2098543"/>
                    <a:pt x="1612333" y="2175571"/>
                    <a:pt x="1642947" y="2124550"/>
                  </a:cubicBezTo>
                  <a:cubicBezTo>
                    <a:pt x="1646979" y="2117831"/>
                    <a:pt x="1646877" y="2109257"/>
                    <a:pt x="1650381" y="2102248"/>
                  </a:cubicBezTo>
                  <a:cubicBezTo>
                    <a:pt x="1654377" y="2094256"/>
                    <a:pt x="1661253" y="2087937"/>
                    <a:pt x="1665249" y="2079945"/>
                  </a:cubicBezTo>
                  <a:cubicBezTo>
                    <a:pt x="1668753" y="2072936"/>
                    <a:pt x="1669179" y="2064652"/>
                    <a:pt x="1672683" y="2057643"/>
                  </a:cubicBezTo>
                  <a:cubicBezTo>
                    <a:pt x="1676679" y="2049651"/>
                    <a:pt x="1683922" y="2043505"/>
                    <a:pt x="1687551" y="2035340"/>
                  </a:cubicBezTo>
                  <a:cubicBezTo>
                    <a:pt x="1693916" y="2021018"/>
                    <a:pt x="1697464" y="2005604"/>
                    <a:pt x="1702420" y="1990736"/>
                  </a:cubicBezTo>
                  <a:lnTo>
                    <a:pt x="1709854" y="1968433"/>
                  </a:lnTo>
                  <a:cubicBezTo>
                    <a:pt x="1712332" y="1908960"/>
                    <a:pt x="1713329" y="1849407"/>
                    <a:pt x="1717288" y="1790014"/>
                  </a:cubicBezTo>
                  <a:cubicBezTo>
                    <a:pt x="1718291" y="1774974"/>
                    <a:pt x="1723685" y="1760447"/>
                    <a:pt x="1724722" y="1745409"/>
                  </a:cubicBezTo>
                  <a:cubicBezTo>
                    <a:pt x="1729571" y="1675103"/>
                    <a:pt x="1736051" y="1444840"/>
                    <a:pt x="1739590" y="1381136"/>
                  </a:cubicBezTo>
                  <a:cubicBezTo>
                    <a:pt x="1740972" y="1356270"/>
                    <a:pt x="1744547" y="1331575"/>
                    <a:pt x="1747025" y="1306794"/>
                  </a:cubicBezTo>
                  <a:cubicBezTo>
                    <a:pt x="1748818" y="1233271"/>
                    <a:pt x="1735268" y="1071326"/>
                    <a:pt x="1761893" y="964823"/>
                  </a:cubicBezTo>
                  <a:cubicBezTo>
                    <a:pt x="1763794" y="957221"/>
                    <a:pt x="1766849" y="949955"/>
                    <a:pt x="1769327" y="942521"/>
                  </a:cubicBezTo>
                  <a:cubicBezTo>
                    <a:pt x="1771805" y="816140"/>
                    <a:pt x="1772405" y="689709"/>
                    <a:pt x="1776761" y="563379"/>
                  </a:cubicBezTo>
                  <a:cubicBezTo>
                    <a:pt x="1777177" y="551316"/>
                    <a:pt x="1789185" y="481400"/>
                    <a:pt x="1791629" y="466736"/>
                  </a:cubicBezTo>
                  <a:cubicBezTo>
                    <a:pt x="1783655" y="235486"/>
                    <a:pt x="1806933" y="319361"/>
                    <a:pt x="1769327" y="206540"/>
                  </a:cubicBezTo>
                  <a:lnTo>
                    <a:pt x="1761893" y="184238"/>
                  </a:lnTo>
                  <a:cubicBezTo>
                    <a:pt x="1753693" y="159638"/>
                    <a:pt x="1749322" y="135443"/>
                    <a:pt x="1717288" y="124765"/>
                  </a:cubicBezTo>
                  <a:lnTo>
                    <a:pt x="1694986" y="117331"/>
                  </a:lnTo>
                  <a:cubicBezTo>
                    <a:pt x="1667481" y="89826"/>
                    <a:pt x="1685950" y="106351"/>
                    <a:pt x="1635512" y="72726"/>
                  </a:cubicBezTo>
                  <a:cubicBezTo>
                    <a:pt x="1628078" y="67770"/>
                    <a:pt x="1619528" y="64176"/>
                    <a:pt x="1613210" y="57858"/>
                  </a:cubicBezTo>
                  <a:cubicBezTo>
                    <a:pt x="1577932" y="22580"/>
                    <a:pt x="1596772" y="32554"/>
                    <a:pt x="1561171" y="20687"/>
                  </a:cubicBezTo>
                  <a:cubicBezTo>
                    <a:pt x="1556215" y="15731"/>
                    <a:pt x="1552572" y="8953"/>
                    <a:pt x="1546303" y="5818"/>
                  </a:cubicBezTo>
                  <a:cubicBezTo>
                    <a:pt x="1515000" y="-9834"/>
                    <a:pt x="1486829" y="10775"/>
                    <a:pt x="1464527" y="13253"/>
                  </a:cubicBezTo>
                  <a:close/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6653CDEA-F6D2-EE2C-A480-FC841282AEB4}"/>
                </a:ext>
              </a:extLst>
            </p:cNvPr>
            <p:cNvCxnSpPr/>
            <p:nvPr/>
          </p:nvCxnSpPr>
          <p:spPr>
            <a:xfrm>
              <a:off x="4755518" y="3773408"/>
              <a:ext cx="1056094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E719704-F417-E9E7-75BF-0158F2005457}"/>
                </a:ext>
              </a:extLst>
            </p:cNvPr>
            <p:cNvCxnSpPr/>
            <p:nvPr/>
          </p:nvCxnSpPr>
          <p:spPr>
            <a:xfrm>
              <a:off x="3790213" y="4167548"/>
              <a:ext cx="1056094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28B1F40-4B08-86D9-E477-BC412E818253}"/>
                </a:ext>
              </a:extLst>
            </p:cNvPr>
            <p:cNvSpPr txBox="1"/>
            <p:nvPr/>
          </p:nvSpPr>
          <p:spPr>
            <a:xfrm>
              <a:off x="5798418" y="3576624"/>
              <a:ext cx="297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v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BC190643-B3CF-42FC-EDBA-A79B57D70947}"/>
                </a:ext>
              </a:extLst>
            </p:cNvPr>
            <p:cNvSpPr txBox="1"/>
            <p:nvPr/>
          </p:nvSpPr>
          <p:spPr>
            <a:xfrm>
              <a:off x="3645242" y="3830222"/>
              <a:ext cx="310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u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E5C7979-AE4D-0187-D8EE-592DA810AB60}"/>
                  </a:ext>
                </a:extLst>
              </p:cNvPr>
              <p:cNvSpPr txBox="1"/>
              <p:nvPr/>
            </p:nvSpPr>
            <p:spPr>
              <a:xfrm>
                <a:off x="2024002" y="3292165"/>
                <a:ext cx="70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E5C7979-AE4D-0187-D8EE-592DA810A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02" y="3292165"/>
                <a:ext cx="706925" cy="369332"/>
              </a:xfrm>
              <a:prstGeom prst="rect">
                <a:avLst/>
              </a:prstGeom>
              <a:blipFill>
                <a:blip r:embed="rId11"/>
                <a:stretch>
                  <a:fillRect l="-8772" r="-7018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D9E2AC-3A6C-D8E0-13D3-45808341B234}"/>
                  </a:ext>
                </a:extLst>
              </p:cNvPr>
              <p:cNvSpPr txBox="1"/>
              <p:nvPr/>
            </p:nvSpPr>
            <p:spPr>
              <a:xfrm>
                <a:off x="8869926" y="3824685"/>
                <a:ext cx="1283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D9E2AC-3A6C-D8E0-13D3-45808341B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926" y="3824685"/>
                <a:ext cx="1283878" cy="369332"/>
              </a:xfrm>
              <a:prstGeom prst="rect">
                <a:avLst/>
              </a:prstGeom>
              <a:blipFill>
                <a:blip r:embed="rId12"/>
                <a:stretch>
                  <a:fillRect l="-4902" r="-4902" b="-96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649443-138B-0D5E-6A99-E0EF262F846A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649443-138B-0D5E-6A99-E0EF262F8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3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314194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5897-689D-7267-1508-221371F9C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98E42B-AD3D-02E7-4079-21131CAC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0FC8C6-3F2C-CFDD-A006-D207BA06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A72E9D6E-0A95-7A3A-9329-13812028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B2B2BDAE-4F7A-FAC2-BE28-85A18E4EA0BE}"/>
                  </a:ext>
                </a:extLst>
              </p:cNvPr>
              <p:cNvSpPr txBox="1"/>
              <p:nvPr/>
            </p:nvSpPr>
            <p:spPr>
              <a:xfrm>
                <a:off x="2024002" y="3292165"/>
                <a:ext cx="70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C06E3083-DE1F-EFA2-568C-969A4974E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02" y="3292165"/>
                <a:ext cx="706925" cy="369332"/>
              </a:xfrm>
              <a:prstGeom prst="rect">
                <a:avLst/>
              </a:prstGeom>
              <a:blipFill>
                <a:blip r:embed="rId4"/>
                <a:stretch>
                  <a:fillRect l="-8772" r="-7018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A870ED3-7EB2-E226-EEF7-65AFCEB49C75}"/>
              </a:ext>
            </a:extLst>
          </p:cNvPr>
          <p:cNvGrpSpPr/>
          <p:nvPr/>
        </p:nvGrpSpPr>
        <p:grpSpPr>
          <a:xfrm>
            <a:off x="1417522" y="3293324"/>
            <a:ext cx="1971546" cy="1203325"/>
            <a:chOff x="1417522" y="3293324"/>
            <a:chExt cx="1971546" cy="120332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48FDB-CAD1-5DFB-181D-7D173EC25E67}"/>
                </a:ext>
              </a:extLst>
            </p:cNvPr>
            <p:cNvSpPr/>
            <p:nvPr/>
          </p:nvSpPr>
          <p:spPr>
            <a:xfrm>
              <a:off x="1417522" y="3986970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611DAFF-91B8-8133-D529-7B7491E542C8}"/>
                </a:ext>
              </a:extLst>
            </p:cNvPr>
            <p:cNvGrpSpPr/>
            <p:nvPr/>
          </p:nvGrpSpPr>
          <p:grpSpPr>
            <a:xfrm>
              <a:off x="1760649" y="3669846"/>
              <a:ext cx="598449" cy="307777"/>
              <a:chOff x="1550604" y="3020176"/>
              <a:chExt cx="598449" cy="434647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9CC23445-A818-FA8E-74C6-D156DE9BB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B6B2E75-B6D7-A916-825B-E15C135376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6EDE891-FEBF-DE04-36B3-2DD8BFAB5B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3008" y="4241809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5C5CE2B2-52F7-86DF-19D8-3B046E32BAE9}"/>
                    </a:ext>
                  </a:extLst>
                </p:cNvPr>
                <p:cNvSpPr txBox="1"/>
                <p:nvPr/>
              </p:nvSpPr>
              <p:spPr>
                <a:xfrm>
                  <a:off x="2993126" y="4010120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5C5CE2B2-52F7-86DF-19D8-3B046E32B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126" y="4010120"/>
                  <a:ext cx="39594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5625" r="-15625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174CE928-7B57-203C-2170-931CB38DCA79}"/>
                    </a:ext>
                  </a:extLst>
                </p:cNvPr>
                <p:cNvSpPr txBox="1"/>
                <p:nvPr/>
              </p:nvSpPr>
              <p:spPr>
                <a:xfrm>
                  <a:off x="1566690" y="3293324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174CE928-7B57-203C-2170-931CB38DC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6690" y="3293324"/>
                  <a:ext cx="39594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5793BE3-0E27-0DE4-33E9-025C15094AA5}"/>
                </a:ext>
              </a:extLst>
            </p:cNvPr>
            <p:cNvSpPr txBox="1"/>
            <p:nvPr/>
          </p:nvSpPr>
          <p:spPr>
            <a:xfrm>
              <a:off x="1542568" y="375980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1B0C41F-E482-481F-90E6-76C37A82B9BE}"/>
                </a:ext>
              </a:extLst>
            </p:cNvPr>
            <p:cNvSpPr txBox="1"/>
            <p:nvPr/>
          </p:nvSpPr>
          <p:spPr>
            <a:xfrm>
              <a:off x="2141567" y="375980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163E9546-13DB-5974-5E19-FADF60896806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696D87A-B308-A143-ED28-5C6A0EFD0B12}"/>
              </a:ext>
            </a:extLst>
          </p:cNvPr>
          <p:cNvGrpSpPr/>
          <p:nvPr/>
        </p:nvGrpSpPr>
        <p:grpSpPr>
          <a:xfrm>
            <a:off x="3645242" y="2419947"/>
            <a:ext cx="2959869" cy="3294557"/>
            <a:chOff x="3645242" y="2419947"/>
            <a:chExt cx="2959869" cy="3294557"/>
          </a:xfrm>
        </p:grpSpPr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3393D6A2-BDE7-B94E-2F92-D96640916626}"/>
                </a:ext>
              </a:extLst>
            </p:cNvPr>
            <p:cNvSpPr/>
            <p:nvPr/>
          </p:nvSpPr>
          <p:spPr>
            <a:xfrm>
              <a:off x="6133483" y="3778425"/>
              <a:ext cx="471628" cy="484632"/>
            </a:xfrm>
            <a:prstGeom prst="rightArrow">
              <a:avLst>
                <a:gd name="adj1" fmla="val 47415"/>
                <a:gd name="adj2" fmla="val 50000"/>
              </a:avLst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15BF0AA-99CF-E8AD-7540-7D54068CC231}"/>
                </a:ext>
              </a:extLst>
            </p:cNvPr>
            <p:cNvSpPr/>
            <p:nvPr/>
          </p:nvSpPr>
          <p:spPr>
            <a:xfrm>
              <a:off x="4525926" y="24998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82EDD2-EA2A-C723-82DD-9029434DF686}"/>
                </a:ext>
              </a:extLst>
            </p:cNvPr>
            <p:cNvSpPr/>
            <p:nvPr/>
          </p:nvSpPr>
          <p:spPr>
            <a:xfrm>
              <a:off x="4014933" y="394795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C223EBB-FFF3-4A0E-8356-32D619CF7358}"/>
                </a:ext>
              </a:extLst>
            </p:cNvPr>
            <p:cNvSpPr/>
            <p:nvPr/>
          </p:nvSpPr>
          <p:spPr>
            <a:xfrm>
              <a:off x="4980238" y="335752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2A82E41-821C-2942-FD3C-4D6610B8FA96}"/>
                </a:ext>
              </a:extLst>
            </p:cNvPr>
            <p:cNvCxnSpPr>
              <a:cxnSpLocks/>
              <a:stCxn id="2" idx="3"/>
              <a:endCxn id="10" idx="0"/>
            </p:cNvCxnSpPr>
            <p:nvPr/>
          </p:nvCxnSpPr>
          <p:spPr>
            <a:xfrm flipH="1">
              <a:off x="4318260" y="3017665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595008D-8C48-4AC9-A311-A8E726A40766}"/>
                </a:ext>
              </a:extLst>
            </p:cNvPr>
            <p:cNvCxnSpPr>
              <a:cxnSpLocks/>
              <a:stCxn id="2" idx="5"/>
              <a:endCxn id="13" idx="0"/>
            </p:cNvCxnSpPr>
            <p:nvPr/>
          </p:nvCxnSpPr>
          <p:spPr>
            <a:xfrm>
              <a:off x="5043737" y="3017665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FE344AC-62A6-C13B-787F-D1BD5D035454}"/>
                </a:ext>
              </a:extLst>
            </p:cNvPr>
            <p:cNvCxnSpPr>
              <a:cxnSpLocks/>
              <a:stCxn id="10" idx="4"/>
              <a:endCxn id="39" idx="0"/>
            </p:cNvCxnSpPr>
            <p:nvPr/>
          </p:nvCxnSpPr>
          <p:spPr>
            <a:xfrm>
              <a:off x="4318260" y="4554606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9345BC7-8733-BD6B-84A7-DEB7EEA5B2FF}"/>
                </a:ext>
              </a:extLst>
            </p:cNvPr>
            <p:cNvSpPr/>
            <p:nvPr/>
          </p:nvSpPr>
          <p:spPr>
            <a:xfrm>
              <a:off x="4128816" y="493598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6E219AE-7027-F351-F8EC-8118542BCF8E}"/>
                </a:ext>
              </a:extLst>
            </p:cNvPr>
            <p:cNvSpPr/>
            <p:nvPr/>
          </p:nvSpPr>
          <p:spPr>
            <a:xfrm>
              <a:off x="4936957" y="493451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AB62E09-4BBA-AC1C-8C9B-1A1EF623E436}"/>
                </a:ext>
              </a:extLst>
            </p:cNvPr>
            <p:cNvCxnSpPr>
              <a:cxnSpLocks/>
              <a:stCxn id="10" idx="5"/>
              <a:endCxn id="42" idx="1"/>
            </p:cNvCxnSpPr>
            <p:nvPr/>
          </p:nvCxnSpPr>
          <p:spPr>
            <a:xfrm>
              <a:off x="4532744" y="4465764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4432A41-C28A-AE61-481D-54528642AD6B}"/>
                </a:ext>
              </a:extLst>
            </p:cNvPr>
            <p:cNvCxnSpPr>
              <a:cxnSpLocks/>
              <a:stCxn id="13" idx="3"/>
              <a:endCxn id="10" idx="6"/>
            </p:cNvCxnSpPr>
            <p:nvPr/>
          </p:nvCxnSpPr>
          <p:spPr>
            <a:xfrm flipH="1">
              <a:off x="4621586" y="3875339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3738EBA4-2533-EC89-314A-C52CF5C7A96F}"/>
                </a:ext>
              </a:extLst>
            </p:cNvPr>
            <p:cNvCxnSpPr>
              <a:cxnSpLocks/>
              <a:stCxn id="13" idx="4"/>
              <a:endCxn id="42" idx="0"/>
            </p:cNvCxnSpPr>
            <p:nvPr/>
          </p:nvCxnSpPr>
          <p:spPr>
            <a:xfrm flipH="1">
              <a:off x="5240284" y="3964181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9D031175-728C-B83C-05A0-2F73530F09D1}"/>
                </a:ext>
              </a:extLst>
            </p:cNvPr>
            <p:cNvSpPr txBox="1"/>
            <p:nvPr/>
          </p:nvSpPr>
          <p:spPr>
            <a:xfrm>
              <a:off x="4234461" y="321557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6D933C1-FCCD-B782-3C49-0F5431C26013}"/>
                </a:ext>
              </a:extLst>
            </p:cNvPr>
            <p:cNvSpPr txBox="1"/>
            <p:nvPr/>
          </p:nvSpPr>
          <p:spPr>
            <a:xfrm>
              <a:off x="5093449" y="295261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0946138-3DDF-3A63-2D14-6125F2284465}"/>
                </a:ext>
              </a:extLst>
            </p:cNvPr>
            <p:cNvSpPr txBox="1"/>
            <p:nvPr/>
          </p:nvSpPr>
          <p:spPr>
            <a:xfrm>
              <a:off x="5240283" y="426305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33262FB0-1F6E-3926-A756-BAFE279B668B}"/>
                </a:ext>
              </a:extLst>
            </p:cNvPr>
            <p:cNvSpPr txBox="1"/>
            <p:nvPr/>
          </p:nvSpPr>
          <p:spPr>
            <a:xfrm>
              <a:off x="4682417" y="379206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79A08AA-9070-DD83-CB54-2D64A0ED2EE5}"/>
                </a:ext>
              </a:extLst>
            </p:cNvPr>
            <p:cNvSpPr txBox="1"/>
            <p:nvPr/>
          </p:nvSpPr>
          <p:spPr>
            <a:xfrm>
              <a:off x="4070824" y="454055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AF5376C-B068-1BB1-5894-8256AEC4292B}"/>
                </a:ext>
              </a:extLst>
            </p:cNvPr>
            <p:cNvSpPr txBox="1"/>
            <p:nvPr/>
          </p:nvSpPr>
          <p:spPr>
            <a:xfrm>
              <a:off x="4686568" y="447525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EDC5F8E-9DE1-01A9-25B7-CE28DD310C70}"/>
                </a:ext>
              </a:extLst>
            </p:cNvPr>
            <p:cNvSpPr/>
            <p:nvPr/>
          </p:nvSpPr>
          <p:spPr>
            <a:xfrm>
              <a:off x="3980854" y="2419947"/>
              <a:ext cx="1697093" cy="2227549"/>
            </a:xfrm>
            <a:custGeom>
              <a:avLst/>
              <a:gdLst>
                <a:gd name="connsiteX0" fmla="*/ 767825 w 1697093"/>
                <a:gd name="connsiteY0" fmla="*/ 23533 h 2227549"/>
                <a:gd name="connsiteX1" fmla="*/ 715786 w 1697093"/>
                <a:gd name="connsiteY1" fmla="*/ 16099 h 2227549"/>
                <a:gd name="connsiteX2" fmla="*/ 671181 w 1697093"/>
                <a:gd name="connsiteY2" fmla="*/ 30967 h 2227549"/>
                <a:gd name="connsiteX3" fmla="*/ 648879 w 1697093"/>
                <a:gd name="connsiteY3" fmla="*/ 45835 h 2227549"/>
                <a:gd name="connsiteX4" fmla="*/ 611708 w 1697093"/>
                <a:gd name="connsiteY4" fmla="*/ 83006 h 2227549"/>
                <a:gd name="connsiteX5" fmla="*/ 567103 w 1697093"/>
                <a:gd name="connsiteY5" fmla="*/ 120177 h 2227549"/>
                <a:gd name="connsiteX6" fmla="*/ 552235 w 1697093"/>
                <a:gd name="connsiteY6" fmla="*/ 142479 h 2227549"/>
                <a:gd name="connsiteX7" fmla="*/ 529932 w 1697093"/>
                <a:gd name="connsiteY7" fmla="*/ 164782 h 2227549"/>
                <a:gd name="connsiteX8" fmla="*/ 515064 w 1697093"/>
                <a:gd name="connsiteY8" fmla="*/ 187084 h 2227549"/>
                <a:gd name="connsiteX9" fmla="*/ 492762 w 1697093"/>
                <a:gd name="connsiteY9" fmla="*/ 216821 h 2227549"/>
                <a:gd name="connsiteX10" fmla="*/ 463025 w 1697093"/>
                <a:gd name="connsiteY10" fmla="*/ 261425 h 2227549"/>
                <a:gd name="connsiteX11" fmla="*/ 448157 w 1697093"/>
                <a:gd name="connsiteY11" fmla="*/ 276294 h 2227549"/>
                <a:gd name="connsiteX12" fmla="*/ 410986 w 1697093"/>
                <a:gd name="connsiteY12" fmla="*/ 335767 h 2227549"/>
                <a:gd name="connsiteX13" fmla="*/ 396118 w 1697093"/>
                <a:gd name="connsiteY13" fmla="*/ 358069 h 2227549"/>
                <a:gd name="connsiteX14" fmla="*/ 381249 w 1697093"/>
                <a:gd name="connsiteY14" fmla="*/ 372938 h 2227549"/>
                <a:gd name="connsiteX15" fmla="*/ 358947 w 1697093"/>
                <a:gd name="connsiteY15" fmla="*/ 424977 h 2227549"/>
                <a:gd name="connsiteX16" fmla="*/ 351513 w 1697093"/>
                <a:gd name="connsiteY16" fmla="*/ 447279 h 2227549"/>
                <a:gd name="connsiteX17" fmla="*/ 336645 w 1697093"/>
                <a:gd name="connsiteY17" fmla="*/ 469582 h 2227549"/>
                <a:gd name="connsiteX18" fmla="*/ 314342 w 1697093"/>
                <a:gd name="connsiteY18" fmla="*/ 514186 h 2227549"/>
                <a:gd name="connsiteX19" fmla="*/ 306908 w 1697093"/>
                <a:gd name="connsiteY19" fmla="*/ 536489 h 2227549"/>
                <a:gd name="connsiteX20" fmla="*/ 277171 w 1697093"/>
                <a:gd name="connsiteY20" fmla="*/ 588528 h 2227549"/>
                <a:gd name="connsiteX21" fmla="*/ 254869 w 1697093"/>
                <a:gd name="connsiteY21" fmla="*/ 655435 h 2227549"/>
                <a:gd name="connsiteX22" fmla="*/ 232566 w 1697093"/>
                <a:gd name="connsiteY22" fmla="*/ 692606 h 2227549"/>
                <a:gd name="connsiteX23" fmla="*/ 202830 w 1697093"/>
                <a:gd name="connsiteY23" fmla="*/ 774382 h 2227549"/>
                <a:gd name="connsiteX24" fmla="*/ 180527 w 1697093"/>
                <a:gd name="connsiteY24" fmla="*/ 848723 h 2227549"/>
                <a:gd name="connsiteX25" fmla="*/ 165659 w 1697093"/>
                <a:gd name="connsiteY25" fmla="*/ 893328 h 2227549"/>
                <a:gd name="connsiteX26" fmla="*/ 158225 w 1697093"/>
                <a:gd name="connsiteY26" fmla="*/ 923065 h 2227549"/>
                <a:gd name="connsiteX27" fmla="*/ 150791 w 1697093"/>
                <a:gd name="connsiteY27" fmla="*/ 945367 h 2227549"/>
                <a:gd name="connsiteX28" fmla="*/ 143357 w 1697093"/>
                <a:gd name="connsiteY28" fmla="*/ 982538 h 2227549"/>
                <a:gd name="connsiteX29" fmla="*/ 135923 w 1697093"/>
                <a:gd name="connsiteY29" fmla="*/ 1004840 h 2227549"/>
                <a:gd name="connsiteX30" fmla="*/ 121054 w 1697093"/>
                <a:gd name="connsiteY30" fmla="*/ 1071747 h 2227549"/>
                <a:gd name="connsiteX31" fmla="*/ 106186 w 1697093"/>
                <a:gd name="connsiteY31" fmla="*/ 1123786 h 2227549"/>
                <a:gd name="connsiteX32" fmla="*/ 98752 w 1697093"/>
                <a:gd name="connsiteY32" fmla="*/ 1168391 h 2227549"/>
                <a:gd name="connsiteX33" fmla="*/ 83884 w 1697093"/>
                <a:gd name="connsiteY33" fmla="*/ 1250167 h 2227549"/>
                <a:gd name="connsiteX34" fmla="*/ 76449 w 1697093"/>
                <a:gd name="connsiteY34" fmla="*/ 1302206 h 2227549"/>
                <a:gd name="connsiteX35" fmla="*/ 69015 w 1697093"/>
                <a:gd name="connsiteY35" fmla="*/ 1331943 h 2227549"/>
                <a:gd name="connsiteX36" fmla="*/ 54147 w 1697093"/>
                <a:gd name="connsiteY36" fmla="*/ 1413718 h 2227549"/>
                <a:gd name="connsiteX37" fmla="*/ 46713 w 1697093"/>
                <a:gd name="connsiteY37" fmla="*/ 1443455 h 2227549"/>
                <a:gd name="connsiteX38" fmla="*/ 39279 w 1697093"/>
                <a:gd name="connsiteY38" fmla="*/ 1488060 h 2227549"/>
                <a:gd name="connsiteX39" fmla="*/ 24410 w 1697093"/>
                <a:gd name="connsiteY39" fmla="*/ 1547533 h 2227549"/>
                <a:gd name="connsiteX40" fmla="*/ 9542 w 1697093"/>
                <a:gd name="connsiteY40" fmla="*/ 1599572 h 2227549"/>
                <a:gd name="connsiteX41" fmla="*/ 2108 w 1697093"/>
                <a:gd name="connsiteY41" fmla="*/ 1651611 h 2227549"/>
                <a:gd name="connsiteX42" fmla="*/ 16976 w 1697093"/>
                <a:gd name="connsiteY42" fmla="*/ 1978713 h 2227549"/>
                <a:gd name="connsiteX43" fmla="*/ 31845 w 1697093"/>
                <a:gd name="connsiteY43" fmla="*/ 2023318 h 2227549"/>
                <a:gd name="connsiteX44" fmla="*/ 39279 w 1697093"/>
                <a:gd name="connsiteY44" fmla="*/ 2045621 h 2227549"/>
                <a:gd name="connsiteX45" fmla="*/ 69015 w 1697093"/>
                <a:gd name="connsiteY45" fmla="*/ 2090225 h 2227549"/>
                <a:gd name="connsiteX46" fmla="*/ 83884 w 1697093"/>
                <a:gd name="connsiteY46" fmla="*/ 2112528 h 2227549"/>
                <a:gd name="connsiteX47" fmla="*/ 106186 w 1697093"/>
                <a:gd name="connsiteY47" fmla="*/ 2149699 h 2227549"/>
                <a:gd name="connsiteX48" fmla="*/ 113620 w 1697093"/>
                <a:gd name="connsiteY48" fmla="*/ 2172001 h 2227549"/>
                <a:gd name="connsiteX49" fmla="*/ 135923 w 1697093"/>
                <a:gd name="connsiteY49" fmla="*/ 2186869 h 2227549"/>
                <a:gd name="connsiteX50" fmla="*/ 150791 w 1697093"/>
                <a:gd name="connsiteY50" fmla="*/ 2201738 h 2227549"/>
                <a:gd name="connsiteX51" fmla="*/ 195396 w 1697093"/>
                <a:gd name="connsiteY51" fmla="*/ 2216606 h 2227549"/>
                <a:gd name="connsiteX52" fmla="*/ 217698 w 1697093"/>
                <a:gd name="connsiteY52" fmla="*/ 2224040 h 2227549"/>
                <a:gd name="connsiteX53" fmla="*/ 559669 w 1697093"/>
                <a:gd name="connsiteY53" fmla="*/ 2209172 h 2227549"/>
                <a:gd name="connsiteX54" fmla="*/ 581971 w 1697093"/>
                <a:gd name="connsiteY54" fmla="*/ 2201738 h 2227549"/>
                <a:gd name="connsiteX55" fmla="*/ 626576 w 1697093"/>
                <a:gd name="connsiteY55" fmla="*/ 2164567 h 2227549"/>
                <a:gd name="connsiteX56" fmla="*/ 656313 w 1697093"/>
                <a:gd name="connsiteY56" fmla="*/ 2112528 h 2227549"/>
                <a:gd name="connsiteX57" fmla="*/ 671181 w 1697093"/>
                <a:gd name="connsiteY57" fmla="*/ 2067923 h 2227549"/>
                <a:gd name="connsiteX58" fmla="*/ 686049 w 1697093"/>
                <a:gd name="connsiteY58" fmla="*/ 2038186 h 2227549"/>
                <a:gd name="connsiteX59" fmla="*/ 693484 w 1697093"/>
                <a:gd name="connsiteY59" fmla="*/ 2015884 h 2227549"/>
                <a:gd name="connsiteX60" fmla="*/ 723220 w 1697093"/>
                <a:gd name="connsiteY60" fmla="*/ 1971279 h 2227549"/>
                <a:gd name="connsiteX61" fmla="*/ 738088 w 1697093"/>
                <a:gd name="connsiteY61" fmla="*/ 1948977 h 2227549"/>
                <a:gd name="connsiteX62" fmla="*/ 752957 w 1697093"/>
                <a:gd name="connsiteY62" fmla="*/ 1934108 h 2227549"/>
                <a:gd name="connsiteX63" fmla="*/ 775259 w 1697093"/>
                <a:gd name="connsiteY63" fmla="*/ 1889504 h 2227549"/>
                <a:gd name="connsiteX64" fmla="*/ 790127 w 1697093"/>
                <a:gd name="connsiteY64" fmla="*/ 1874635 h 2227549"/>
                <a:gd name="connsiteX65" fmla="*/ 797562 w 1697093"/>
                <a:gd name="connsiteY65" fmla="*/ 1852333 h 2227549"/>
                <a:gd name="connsiteX66" fmla="*/ 849601 w 1697093"/>
                <a:gd name="connsiteY66" fmla="*/ 1792860 h 2227549"/>
                <a:gd name="connsiteX67" fmla="*/ 864469 w 1697093"/>
                <a:gd name="connsiteY67" fmla="*/ 1777991 h 2227549"/>
                <a:gd name="connsiteX68" fmla="*/ 909074 w 1697093"/>
                <a:gd name="connsiteY68" fmla="*/ 1748255 h 2227549"/>
                <a:gd name="connsiteX69" fmla="*/ 946245 w 1697093"/>
                <a:gd name="connsiteY69" fmla="*/ 1725952 h 2227549"/>
                <a:gd name="connsiteX70" fmla="*/ 968547 w 1697093"/>
                <a:gd name="connsiteY70" fmla="*/ 1711084 h 2227549"/>
                <a:gd name="connsiteX71" fmla="*/ 990849 w 1697093"/>
                <a:gd name="connsiteY71" fmla="*/ 1703650 h 2227549"/>
                <a:gd name="connsiteX72" fmla="*/ 1005718 w 1697093"/>
                <a:gd name="connsiteY72" fmla="*/ 1688782 h 2227549"/>
                <a:gd name="connsiteX73" fmla="*/ 1050323 w 1697093"/>
                <a:gd name="connsiteY73" fmla="*/ 1673913 h 2227549"/>
                <a:gd name="connsiteX74" fmla="*/ 1094927 w 1697093"/>
                <a:gd name="connsiteY74" fmla="*/ 1651611 h 2227549"/>
                <a:gd name="connsiteX75" fmla="*/ 1117230 w 1697093"/>
                <a:gd name="connsiteY75" fmla="*/ 1636743 h 2227549"/>
                <a:gd name="connsiteX76" fmla="*/ 1206440 w 1697093"/>
                <a:gd name="connsiteY76" fmla="*/ 1614440 h 2227549"/>
                <a:gd name="connsiteX77" fmla="*/ 1474069 w 1697093"/>
                <a:gd name="connsiteY77" fmla="*/ 1607006 h 2227549"/>
                <a:gd name="connsiteX78" fmla="*/ 1518674 w 1697093"/>
                <a:gd name="connsiteY78" fmla="*/ 1592138 h 2227549"/>
                <a:gd name="connsiteX79" fmla="*/ 1540976 w 1697093"/>
                <a:gd name="connsiteY79" fmla="*/ 1584704 h 2227549"/>
                <a:gd name="connsiteX80" fmla="*/ 1555845 w 1697093"/>
                <a:gd name="connsiteY80" fmla="*/ 1569835 h 2227549"/>
                <a:gd name="connsiteX81" fmla="*/ 1578147 w 1697093"/>
                <a:gd name="connsiteY81" fmla="*/ 1554967 h 2227549"/>
                <a:gd name="connsiteX82" fmla="*/ 1622752 w 1697093"/>
                <a:gd name="connsiteY82" fmla="*/ 1473191 h 2227549"/>
                <a:gd name="connsiteX83" fmla="*/ 1630186 w 1697093"/>
                <a:gd name="connsiteY83" fmla="*/ 1450889 h 2227549"/>
                <a:gd name="connsiteX84" fmla="*/ 1645054 w 1697093"/>
                <a:gd name="connsiteY84" fmla="*/ 1428586 h 2227549"/>
                <a:gd name="connsiteX85" fmla="*/ 1659923 w 1697093"/>
                <a:gd name="connsiteY85" fmla="*/ 1383982 h 2227549"/>
                <a:gd name="connsiteX86" fmla="*/ 1674791 w 1697093"/>
                <a:gd name="connsiteY86" fmla="*/ 1331943 h 2227549"/>
                <a:gd name="connsiteX87" fmla="*/ 1682225 w 1697093"/>
                <a:gd name="connsiteY87" fmla="*/ 1309640 h 2227549"/>
                <a:gd name="connsiteX88" fmla="*/ 1697093 w 1697093"/>
                <a:gd name="connsiteY88" fmla="*/ 1242733 h 2227549"/>
                <a:gd name="connsiteX89" fmla="*/ 1689659 w 1697093"/>
                <a:gd name="connsiteY89" fmla="*/ 1086616 h 2227549"/>
                <a:gd name="connsiteX90" fmla="*/ 1674791 w 1697093"/>
                <a:gd name="connsiteY90" fmla="*/ 1042011 h 2227549"/>
                <a:gd name="connsiteX91" fmla="*/ 1667357 w 1697093"/>
                <a:gd name="connsiteY91" fmla="*/ 1019708 h 2227549"/>
                <a:gd name="connsiteX92" fmla="*/ 1652488 w 1697093"/>
                <a:gd name="connsiteY92" fmla="*/ 975104 h 2227549"/>
                <a:gd name="connsiteX93" fmla="*/ 1637620 w 1697093"/>
                <a:gd name="connsiteY93" fmla="*/ 960235 h 2227549"/>
                <a:gd name="connsiteX94" fmla="*/ 1607884 w 1697093"/>
                <a:gd name="connsiteY94" fmla="*/ 885894 h 2227549"/>
                <a:gd name="connsiteX95" fmla="*/ 1578147 w 1697093"/>
                <a:gd name="connsiteY95" fmla="*/ 841289 h 2227549"/>
                <a:gd name="connsiteX96" fmla="*/ 1548410 w 1697093"/>
                <a:gd name="connsiteY96" fmla="*/ 789250 h 2227549"/>
                <a:gd name="connsiteX97" fmla="*/ 1540976 w 1697093"/>
                <a:gd name="connsiteY97" fmla="*/ 766947 h 2227549"/>
                <a:gd name="connsiteX98" fmla="*/ 1496371 w 1697093"/>
                <a:gd name="connsiteY98" fmla="*/ 707474 h 2227549"/>
                <a:gd name="connsiteX99" fmla="*/ 1488937 w 1697093"/>
                <a:gd name="connsiteY99" fmla="*/ 685172 h 2227549"/>
                <a:gd name="connsiteX100" fmla="*/ 1451766 w 1697093"/>
                <a:gd name="connsiteY100" fmla="*/ 640567 h 2227549"/>
                <a:gd name="connsiteX101" fmla="*/ 1429464 w 1697093"/>
                <a:gd name="connsiteY101" fmla="*/ 603396 h 2227549"/>
                <a:gd name="connsiteX102" fmla="*/ 1399727 w 1697093"/>
                <a:gd name="connsiteY102" fmla="*/ 558791 h 2227549"/>
                <a:gd name="connsiteX103" fmla="*/ 1392293 w 1697093"/>
                <a:gd name="connsiteY103" fmla="*/ 536489 h 2227549"/>
                <a:gd name="connsiteX104" fmla="*/ 1355123 w 1697093"/>
                <a:gd name="connsiteY104" fmla="*/ 484450 h 2227549"/>
                <a:gd name="connsiteX105" fmla="*/ 1332820 w 1697093"/>
                <a:gd name="connsiteY105" fmla="*/ 439845 h 2227549"/>
                <a:gd name="connsiteX106" fmla="*/ 1317952 w 1697093"/>
                <a:gd name="connsiteY106" fmla="*/ 410108 h 2227549"/>
                <a:gd name="connsiteX107" fmla="*/ 1288215 w 1697093"/>
                <a:gd name="connsiteY107" fmla="*/ 372938 h 2227549"/>
                <a:gd name="connsiteX108" fmla="*/ 1258479 w 1697093"/>
                <a:gd name="connsiteY108" fmla="*/ 328333 h 2227549"/>
                <a:gd name="connsiteX109" fmla="*/ 1184137 w 1697093"/>
                <a:gd name="connsiteY109" fmla="*/ 216821 h 2227549"/>
                <a:gd name="connsiteX110" fmla="*/ 1154401 w 1697093"/>
                <a:gd name="connsiteY110" fmla="*/ 172216 h 2227549"/>
                <a:gd name="connsiteX111" fmla="*/ 1139532 w 1697093"/>
                <a:gd name="connsiteY111" fmla="*/ 157347 h 2227549"/>
                <a:gd name="connsiteX112" fmla="*/ 1117230 w 1697093"/>
                <a:gd name="connsiteY112" fmla="*/ 112743 h 2227549"/>
                <a:gd name="connsiteX113" fmla="*/ 1102362 w 1697093"/>
                <a:gd name="connsiteY113" fmla="*/ 97874 h 2227549"/>
                <a:gd name="connsiteX114" fmla="*/ 1087493 w 1697093"/>
                <a:gd name="connsiteY114" fmla="*/ 75572 h 2227549"/>
                <a:gd name="connsiteX115" fmla="*/ 1065191 w 1697093"/>
                <a:gd name="connsiteY115" fmla="*/ 60704 h 2227549"/>
                <a:gd name="connsiteX116" fmla="*/ 1028020 w 1697093"/>
                <a:gd name="connsiteY116" fmla="*/ 30967 h 2227549"/>
                <a:gd name="connsiteX117" fmla="*/ 998284 w 1697093"/>
                <a:gd name="connsiteY117" fmla="*/ 23533 h 2227549"/>
                <a:gd name="connsiteX118" fmla="*/ 871903 w 1697093"/>
                <a:gd name="connsiteY118" fmla="*/ 16099 h 2227549"/>
                <a:gd name="connsiteX119" fmla="*/ 782693 w 1697093"/>
                <a:gd name="connsiteY119" fmla="*/ 8665 h 2227549"/>
                <a:gd name="connsiteX120" fmla="*/ 767825 w 1697093"/>
                <a:gd name="connsiteY120" fmla="*/ 23533 h 222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697093" h="2227549">
                  <a:moveTo>
                    <a:pt x="767825" y="23533"/>
                  </a:moveTo>
                  <a:cubicBezTo>
                    <a:pt x="756674" y="24772"/>
                    <a:pt x="733257" y="14755"/>
                    <a:pt x="715786" y="16099"/>
                  </a:cubicBezTo>
                  <a:cubicBezTo>
                    <a:pt x="700160" y="17301"/>
                    <a:pt x="671181" y="30967"/>
                    <a:pt x="671181" y="30967"/>
                  </a:cubicBezTo>
                  <a:cubicBezTo>
                    <a:pt x="663747" y="35923"/>
                    <a:pt x="655603" y="39952"/>
                    <a:pt x="648879" y="45835"/>
                  </a:cubicBezTo>
                  <a:cubicBezTo>
                    <a:pt x="635692" y="57374"/>
                    <a:pt x="625726" y="72493"/>
                    <a:pt x="611708" y="83006"/>
                  </a:cubicBezTo>
                  <a:cubicBezTo>
                    <a:pt x="597243" y="93854"/>
                    <a:pt x="578920" y="105405"/>
                    <a:pt x="567103" y="120177"/>
                  </a:cubicBezTo>
                  <a:cubicBezTo>
                    <a:pt x="561522" y="127154"/>
                    <a:pt x="557955" y="135615"/>
                    <a:pt x="552235" y="142479"/>
                  </a:cubicBezTo>
                  <a:cubicBezTo>
                    <a:pt x="545504" y="150556"/>
                    <a:pt x="536663" y="156705"/>
                    <a:pt x="529932" y="164782"/>
                  </a:cubicBezTo>
                  <a:cubicBezTo>
                    <a:pt x="524212" y="171646"/>
                    <a:pt x="520257" y="179814"/>
                    <a:pt x="515064" y="187084"/>
                  </a:cubicBezTo>
                  <a:cubicBezTo>
                    <a:pt x="507862" y="197166"/>
                    <a:pt x="499867" y="206671"/>
                    <a:pt x="492762" y="216821"/>
                  </a:cubicBezTo>
                  <a:cubicBezTo>
                    <a:pt x="482515" y="231460"/>
                    <a:pt x="475660" y="248789"/>
                    <a:pt x="463025" y="261425"/>
                  </a:cubicBezTo>
                  <a:cubicBezTo>
                    <a:pt x="458069" y="266381"/>
                    <a:pt x="452536" y="270821"/>
                    <a:pt x="448157" y="276294"/>
                  </a:cubicBezTo>
                  <a:cubicBezTo>
                    <a:pt x="438442" y="288437"/>
                    <a:pt x="416587" y="326806"/>
                    <a:pt x="410986" y="335767"/>
                  </a:cubicBezTo>
                  <a:cubicBezTo>
                    <a:pt x="406251" y="343344"/>
                    <a:pt x="401699" y="351092"/>
                    <a:pt x="396118" y="358069"/>
                  </a:cubicBezTo>
                  <a:cubicBezTo>
                    <a:pt x="391739" y="363542"/>
                    <a:pt x="386205" y="367982"/>
                    <a:pt x="381249" y="372938"/>
                  </a:cubicBezTo>
                  <a:cubicBezTo>
                    <a:pt x="363815" y="425240"/>
                    <a:pt x="386505" y="360673"/>
                    <a:pt x="358947" y="424977"/>
                  </a:cubicBezTo>
                  <a:cubicBezTo>
                    <a:pt x="355860" y="432180"/>
                    <a:pt x="355017" y="440270"/>
                    <a:pt x="351513" y="447279"/>
                  </a:cubicBezTo>
                  <a:cubicBezTo>
                    <a:pt x="347517" y="455271"/>
                    <a:pt x="340641" y="461590"/>
                    <a:pt x="336645" y="469582"/>
                  </a:cubicBezTo>
                  <a:cubicBezTo>
                    <a:pt x="305868" y="531134"/>
                    <a:pt x="356948" y="450277"/>
                    <a:pt x="314342" y="514186"/>
                  </a:cubicBezTo>
                  <a:cubicBezTo>
                    <a:pt x="311864" y="521620"/>
                    <a:pt x="309995" y="529286"/>
                    <a:pt x="306908" y="536489"/>
                  </a:cubicBezTo>
                  <a:cubicBezTo>
                    <a:pt x="295590" y="562898"/>
                    <a:pt x="292103" y="566130"/>
                    <a:pt x="277171" y="588528"/>
                  </a:cubicBezTo>
                  <a:cubicBezTo>
                    <a:pt x="263369" y="671341"/>
                    <a:pt x="281002" y="603168"/>
                    <a:pt x="254869" y="655435"/>
                  </a:cubicBezTo>
                  <a:cubicBezTo>
                    <a:pt x="235568" y="694037"/>
                    <a:pt x="261608" y="663566"/>
                    <a:pt x="232566" y="692606"/>
                  </a:cubicBezTo>
                  <a:cubicBezTo>
                    <a:pt x="215531" y="760747"/>
                    <a:pt x="229033" y="735076"/>
                    <a:pt x="202830" y="774382"/>
                  </a:cubicBezTo>
                  <a:cubicBezTo>
                    <a:pt x="191594" y="819325"/>
                    <a:pt x="198628" y="794422"/>
                    <a:pt x="180527" y="848723"/>
                  </a:cubicBezTo>
                  <a:lnTo>
                    <a:pt x="165659" y="893328"/>
                  </a:lnTo>
                  <a:cubicBezTo>
                    <a:pt x="163181" y="903240"/>
                    <a:pt x="161032" y="913241"/>
                    <a:pt x="158225" y="923065"/>
                  </a:cubicBezTo>
                  <a:cubicBezTo>
                    <a:pt x="156072" y="930600"/>
                    <a:pt x="152692" y="937765"/>
                    <a:pt x="150791" y="945367"/>
                  </a:cubicBezTo>
                  <a:cubicBezTo>
                    <a:pt x="147726" y="957625"/>
                    <a:pt x="146422" y="970280"/>
                    <a:pt x="143357" y="982538"/>
                  </a:cubicBezTo>
                  <a:cubicBezTo>
                    <a:pt x="141456" y="990140"/>
                    <a:pt x="137824" y="997238"/>
                    <a:pt x="135923" y="1004840"/>
                  </a:cubicBezTo>
                  <a:cubicBezTo>
                    <a:pt x="120592" y="1066162"/>
                    <a:pt x="136317" y="1018325"/>
                    <a:pt x="121054" y="1071747"/>
                  </a:cubicBezTo>
                  <a:cubicBezTo>
                    <a:pt x="111608" y="1104808"/>
                    <a:pt x="113931" y="1085059"/>
                    <a:pt x="106186" y="1123786"/>
                  </a:cubicBezTo>
                  <a:cubicBezTo>
                    <a:pt x="103230" y="1138567"/>
                    <a:pt x="101448" y="1153561"/>
                    <a:pt x="98752" y="1168391"/>
                  </a:cubicBezTo>
                  <a:cubicBezTo>
                    <a:pt x="87149" y="1232207"/>
                    <a:pt x="94842" y="1178945"/>
                    <a:pt x="83884" y="1250167"/>
                  </a:cubicBezTo>
                  <a:cubicBezTo>
                    <a:pt x="81219" y="1267486"/>
                    <a:pt x="79584" y="1284966"/>
                    <a:pt x="76449" y="1302206"/>
                  </a:cubicBezTo>
                  <a:cubicBezTo>
                    <a:pt x="74621" y="1312259"/>
                    <a:pt x="71019" y="1321924"/>
                    <a:pt x="69015" y="1331943"/>
                  </a:cubicBezTo>
                  <a:cubicBezTo>
                    <a:pt x="52876" y="1412641"/>
                    <a:pt x="70093" y="1341958"/>
                    <a:pt x="54147" y="1413718"/>
                  </a:cubicBezTo>
                  <a:cubicBezTo>
                    <a:pt x="51931" y="1423692"/>
                    <a:pt x="48717" y="1433436"/>
                    <a:pt x="46713" y="1443455"/>
                  </a:cubicBezTo>
                  <a:cubicBezTo>
                    <a:pt x="43757" y="1458236"/>
                    <a:pt x="42437" y="1473321"/>
                    <a:pt x="39279" y="1488060"/>
                  </a:cubicBezTo>
                  <a:cubicBezTo>
                    <a:pt x="34997" y="1508041"/>
                    <a:pt x="30872" y="1528147"/>
                    <a:pt x="24410" y="1547533"/>
                  </a:cubicBezTo>
                  <a:cubicBezTo>
                    <a:pt x="18040" y="1566643"/>
                    <a:pt x="13276" y="1579034"/>
                    <a:pt x="9542" y="1599572"/>
                  </a:cubicBezTo>
                  <a:cubicBezTo>
                    <a:pt x="6408" y="1616812"/>
                    <a:pt x="4586" y="1634265"/>
                    <a:pt x="2108" y="1651611"/>
                  </a:cubicBezTo>
                  <a:cubicBezTo>
                    <a:pt x="2245" y="1656950"/>
                    <a:pt x="-8422" y="1885591"/>
                    <a:pt x="16976" y="1978713"/>
                  </a:cubicBezTo>
                  <a:cubicBezTo>
                    <a:pt x="21100" y="1993833"/>
                    <a:pt x="26889" y="2008450"/>
                    <a:pt x="31845" y="2023318"/>
                  </a:cubicBezTo>
                  <a:cubicBezTo>
                    <a:pt x="34323" y="2030752"/>
                    <a:pt x="34932" y="2039101"/>
                    <a:pt x="39279" y="2045621"/>
                  </a:cubicBezTo>
                  <a:lnTo>
                    <a:pt x="69015" y="2090225"/>
                  </a:lnTo>
                  <a:lnTo>
                    <a:pt x="83884" y="2112528"/>
                  </a:lnTo>
                  <a:cubicBezTo>
                    <a:pt x="104943" y="2175705"/>
                    <a:pt x="75573" y="2098676"/>
                    <a:pt x="106186" y="2149699"/>
                  </a:cubicBezTo>
                  <a:cubicBezTo>
                    <a:pt x="110218" y="2156418"/>
                    <a:pt x="108725" y="2165882"/>
                    <a:pt x="113620" y="2172001"/>
                  </a:cubicBezTo>
                  <a:cubicBezTo>
                    <a:pt x="119202" y="2178978"/>
                    <a:pt x="128946" y="2181287"/>
                    <a:pt x="135923" y="2186869"/>
                  </a:cubicBezTo>
                  <a:cubicBezTo>
                    <a:pt x="141396" y="2191248"/>
                    <a:pt x="144522" y="2198603"/>
                    <a:pt x="150791" y="2201738"/>
                  </a:cubicBezTo>
                  <a:cubicBezTo>
                    <a:pt x="164809" y="2208747"/>
                    <a:pt x="180528" y="2211650"/>
                    <a:pt x="195396" y="2216606"/>
                  </a:cubicBezTo>
                  <a:lnTo>
                    <a:pt x="217698" y="2224040"/>
                  </a:lnTo>
                  <a:cubicBezTo>
                    <a:pt x="358477" y="2220688"/>
                    <a:pt x="446762" y="2241430"/>
                    <a:pt x="559669" y="2209172"/>
                  </a:cubicBezTo>
                  <a:cubicBezTo>
                    <a:pt x="567204" y="2207019"/>
                    <a:pt x="574537" y="2204216"/>
                    <a:pt x="581971" y="2201738"/>
                  </a:cubicBezTo>
                  <a:cubicBezTo>
                    <a:pt x="603901" y="2187118"/>
                    <a:pt x="608688" y="2186032"/>
                    <a:pt x="626576" y="2164567"/>
                  </a:cubicBezTo>
                  <a:cubicBezTo>
                    <a:pt x="636895" y="2152184"/>
                    <a:pt x="650718" y="2126516"/>
                    <a:pt x="656313" y="2112528"/>
                  </a:cubicBezTo>
                  <a:cubicBezTo>
                    <a:pt x="662134" y="2097976"/>
                    <a:pt x="664172" y="2081941"/>
                    <a:pt x="671181" y="2067923"/>
                  </a:cubicBezTo>
                  <a:cubicBezTo>
                    <a:pt x="676137" y="2058011"/>
                    <a:pt x="681683" y="2048372"/>
                    <a:pt x="686049" y="2038186"/>
                  </a:cubicBezTo>
                  <a:cubicBezTo>
                    <a:pt x="689136" y="2030983"/>
                    <a:pt x="689678" y="2022734"/>
                    <a:pt x="693484" y="2015884"/>
                  </a:cubicBezTo>
                  <a:cubicBezTo>
                    <a:pt x="702162" y="2000263"/>
                    <a:pt x="713308" y="1986147"/>
                    <a:pt x="723220" y="1971279"/>
                  </a:cubicBezTo>
                  <a:cubicBezTo>
                    <a:pt x="728176" y="1963845"/>
                    <a:pt x="731770" y="1955295"/>
                    <a:pt x="738088" y="1948977"/>
                  </a:cubicBezTo>
                  <a:cubicBezTo>
                    <a:pt x="743044" y="1944021"/>
                    <a:pt x="748578" y="1939581"/>
                    <a:pt x="752957" y="1934108"/>
                  </a:cubicBezTo>
                  <a:cubicBezTo>
                    <a:pt x="798070" y="1877717"/>
                    <a:pt x="742286" y="1944461"/>
                    <a:pt x="775259" y="1889504"/>
                  </a:cubicBezTo>
                  <a:cubicBezTo>
                    <a:pt x="778865" y="1883494"/>
                    <a:pt x="785171" y="1879591"/>
                    <a:pt x="790127" y="1874635"/>
                  </a:cubicBezTo>
                  <a:cubicBezTo>
                    <a:pt x="792605" y="1867201"/>
                    <a:pt x="794057" y="1859342"/>
                    <a:pt x="797562" y="1852333"/>
                  </a:cubicBezTo>
                  <a:cubicBezTo>
                    <a:pt x="809858" y="1827741"/>
                    <a:pt x="830216" y="1812245"/>
                    <a:pt x="849601" y="1792860"/>
                  </a:cubicBezTo>
                  <a:cubicBezTo>
                    <a:pt x="854557" y="1787904"/>
                    <a:pt x="858637" y="1781879"/>
                    <a:pt x="864469" y="1777991"/>
                  </a:cubicBezTo>
                  <a:cubicBezTo>
                    <a:pt x="879337" y="1768079"/>
                    <a:pt x="896439" y="1760891"/>
                    <a:pt x="909074" y="1748255"/>
                  </a:cubicBezTo>
                  <a:cubicBezTo>
                    <a:pt x="929483" y="1727845"/>
                    <a:pt x="917293" y="1735602"/>
                    <a:pt x="946245" y="1725952"/>
                  </a:cubicBezTo>
                  <a:cubicBezTo>
                    <a:pt x="953679" y="1720996"/>
                    <a:pt x="960556" y="1715080"/>
                    <a:pt x="968547" y="1711084"/>
                  </a:cubicBezTo>
                  <a:cubicBezTo>
                    <a:pt x="975556" y="1707580"/>
                    <a:pt x="984130" y="1707682"/>
                    <a:pt x="990849" y="1703650"/>
                  </a:cubicBezTo>
                  <a:cubicBezTo>
                    <a:pt x="996859" y="1700044"/>
                    <a:pt x="999449" y="1691917"/>
                    <a:pt x="1005718" y="1688782"/>
                  </a:cubicBezTo>
                  <a:cubicBezTo>
                    <a:pt x="1019736" y="1681773"/>
                    <a:pt x="1050323" y="1673913"/>
                    <a:pt x="1050323" y="1673913"/>
                  </a:cubicBezTo>
                  <a:cubicBezTo>
                    <a:pt x="1114233" y="1631307"/>
                    <a:pt x="1033375" y="1682386"/>
                    <a:pt x="1094927" y="1651611"/>
                  </a:cubicBezTo>
                  <a:cubicBezTo>
                    <a:pt x="1102919" y="1647615"/>
                    <a:pt x="1109065" y="1640372"/>
                    <a:pt x="1117230" y="1636743"/>
                  </a:cubicBezTo>
                  <a:cubicBezTo>
                    <a:pt x="1140908" y="1626219"/>
                    <a:pt x="1180255" y="1615687"/>
                    <a:pt x="1206440" y="1614440"/>
                  </a:cubicBezTo>
                  <a:cubicBezTo>
                    <a:pt x="1295583" y="1610195"/>
                    <a:pt x="1384859" y="1609484"/>
                    <a:pt x="1474069" y="1607006"/>
                  </a:cubicBezTo>
                  <a:lnTo>
                    <a:pt x="1518674" y="1592138"/>
                  </a:lnTo>
                  <a:lnTo>
                    <a:pt x="1540976" y="1584704"/>
                  </a:lnTo>
                  <a:cubicBezTo>
                    <a:pt x="1545932" y="1579748"/>
                    <a:pt x="1550372" y="1574214"/>
                    <a:pt x="1555845" y="1569835"/>
                  </a:cubicBezTo>
                  <a:cubicBezTo>
                    <a:pt x="1562822" y="1564254"/>
                    <a:pt x="1572264" y="1561691"/>
                    <a:pt x="1578147" y="1554967"/>
                  </a:cubicBezTo>
                  <a:cubicBezTo>
                    <a:pt x="1603433" y="1526068"/>
                    <a:pt x="1610099" y="1506932"/>
                    <a:pt x="1622752" y="1473191"/>
                  </a:cubicBezTo>
                  <a:cubicBezTo>
                    <a:pt x="1625503" y="1465854"/>
                    <a:pt x="1626682" y="1457898"/>
                    <a:pt x="1630186" y="1450889"/>
                  </a:cubicBezTo>
                  <a:cubicBezTo>
                    <a:pt x="1634182" y="1442897"/>
                    <a:pt x="1641425" y="1436751"/>
                    <a:pt x="1645054" y="1428586"/>
                  </a:cubicBezTo>
                  <a:cubicBezTo>
                    <a:pt x="1651419" y="1414264"/>
                    <a:pt x="1654967" y="1398850"/>
                    <a:pt x="1659923" y="1383982"/>
                  </a:cubicBezTo>
                  <a:cubicBezTo>
                    <a:pt x="1677739" y="1330534"/>
                    <a:pt x="1656132" y="1397250"/>
                    <a:pt x="1674791" y="1331943"/>
                  </a:cubicBezTo>
                  <a:cubicBezTo>
                    <a:pt x="1676944" y="1324408"/>
                    <a:pt x="1680072" y="1317175"/>
                    <a:pt x="1682225" y="1309640"/>
                  </a:cubicBezTo>
                  <a:cubicBezTo>
                    <a:pt x="1689225" y="1285141"/>
                    <a:pt x="1691983" y="1268286"/>
                    <a:pt x="1697093" y="1242733"/>
                  </a:cubicBezTo>
                  <a:cubicBezTo>
                    <a:pt x="1694615" y="1190694"/>
                    <a:pt x="1695412" y="1138395"/>
                    <a:pt x="1689659" y="1086616"/>
                  </a:cubicBezTo>
                  <a:cubicBezTo>
                    <a:pt x="1687928" y="1071039"/>
                    <a:pt x="1679747" y="1056879"/>
                    <a:pt x="1674791" y="1042011"/>
                  </a:cubicBezTo>
                  <a:lnTo>
                    <a:pt x="1667357" y="1019708"/>
                  </a:lnTo>
                  <a:lnTo>
                    <a:pt x="1652488" y="975104"/>
                  </a:lnTo>
                  <a:lnTo>
                    <a:pt x="1637620" y="960235"/>
                  </a:lnTo>
                  <a:cubicBezTo>
                    <a:pt x="1626982" y="928321"/>
                    <a:pt x="1624292" y="913240"/>
                    <a:pt x="1607884" y="885894"/>
                  </a:cubicBezTo>
                  <a:cubicBezTo>
                    <a:pt x="1598690" y="870571"/>
                    <a:pt x="1578147" y="841289"/>
                    <a:pt x="1578147" y="841289"/>
                  </a:cubicBezTo>
                  <a:cubicBezTo>
                    <a:pt x="1561102" y="790152"/>
                    <a:pt x="1584416" y="852260"/>
                    <a:pt x="1548410" y="789250"/>
                  </a:cubicBezTo>
                  <a:cubicBezTo>
                    <a:pt x="1544522" y="782446"/>
                    <a:pt x="1544782" y="773797"/>
                    <a:pt x="1540976" y="766947"/>
                  </a:cubicBezTo>
                  <a:cubicBezTo>
                    <a:pt x="1519962" y="729121"/>
                    <a:pt x="1518929" y="730032"/>
                    <a:pt x="1496371" y="707474"/>
                  </a:cubicBezTo>
                  <a:cubicBezTo>
                    <a:pt x="1493893" y="700040"/>
                    <a:pt x="1492441" y="692181"/>
                    <a:pt x="1488937" y="685172"/>
                  </a:cubicBezTo>
                  <a:cubicBezTo>
                    <a:pt x="1478586" y="664469"/>
                    <a:pt x="1468210" y="657010"/>
                    <a:pt x="1451766" y="640567"/>
                  </a:cubicBezTo>
                  <a:cubicBezTo>
                    <a:pt x="1434510" y="588800"/>
                    <a:pt x="1456675" y="644214"/>
                    <a:pt x="1429464" y="603396"/>
                  </a:cubicBezTo>
                  <a:cubicBezTo>
                    <a:pt x="1393461" y="549390"/>
                    <a:pt x="1433817" y="592881"/>
                    <a:pt x="1399727" y="558791"/>
                  </a:cubicBezTo>
                  <a:cubicBezTo>
                    <a:pt x="1397249" y="551357"/>
                    <a:pt x="1395797" y="543498"/>
                    <a:pt x="1392293" y="536489"/>
                  </a:cubicBezTo>
                  <a:cubicBezTo>
                    <a:pt x="1386856" y="525615"/>
                    <a:pt x="1360178" y="491190"/>
                    <a:pt x="1355123" y="484450"/>
                  </a:cubicBezTo>
                  <a:cubicBezTo>
                    <a:pt x="1341490" y="443556"/>
                    <a:pt x="1355879" y="480200"/>
                    <a:pt x="1332820" y="439845"/>
                  </a:cubicBezTo>
                  <a:cubicBezTo>
                    <a:pt x="1327322" y="430223"/>
                    <a:pt x="1323450" y="419730"/>
                    <a:pt x="1317952" y="410108"/>
                  </a:cubicBezTo>
                  <a:cubicBezTo>
                    <a:pt x="1288843" y="359165"/>
                    <a:pt x="1317524" y="412017"/>
                    <a:pt x="1288215" y="372938"/>
                  </a:cubicBezTo>
                  <a:cubicBezTo>
                    <a:pt x="1277493" y="358643"/>
                    <a:pt x="1268391" y="343201"/>
                    <a:pt x="1258479" y="328333"/>
                  </a:cubicBezTo>
                  <a:lnTo>
                    <a:pt x="1184137" y="216821"/>
                  </a:lnTo>
                  <a:lnTo>
                    <a:pt x="1154401" y="172216"/>
                  </a:lnTo>
                  <a:lnTo>
                    <a:pt x="1139532" y="157347"/>
                  </a:lnTo>
                  <a:cubicBezTo>
                    <a:pt x="1131680" y="133791"/>
                    <a:pt x="1133700" y="133331"/>
                    <a:pt x="1117230" y="112743"/>
                  </a:cubicBezTo>
                  <a:cubicBezTo>
                    <a:pt x="1112852" y="107270"/>
                    <a:pt x="1106741" y="103347"/>
                    <a:pt x="1102362" y="97874"/>
                  </a:cubicBezTo>
                  <a:cubicBezTo>
                    <a:pt x="1096780" y="90897"/>
                    <a:pt x="1093811" y="81890"/>
                    <a:pt x="1087493" y="75572"/>
                  </a:cubicBezTo>
                  <a:cubicBezTo>
                    <a:pt x="1081175" y="69254"/>
                    <a:pt x="1072168" y="66285"/>
                    <a:pt x="1065191" y="60704"/>
                  </a:cubicBezTo>
                  <a:cubicBezTo>
                    <a:pt x="1046742" y="45944"/>
                    <a:pt x="1052667" y="41530"/>
                    <a:pt x="1028020" y="30967"/>
                  </a:cubicBezTo>
                  <a:cubicBezTo>
                    <a:pt x="1018629" y="26942"/>
                    <a:pt x="1008455" y="24502"/>
                    <a:pt x="998284" y="23533"/>
                  </a:cubicBezTo>
                  <a:cubicBezTo>
                    <a:pt x="956274" y="19532"/>
                    <a:pt x="914003" y="19002"/>
                    <a:pt x="871903" y="16099"/>
                  </a:cubicBezTo>
                  <a:cubicBezTo>
                    <a:pt x="842134" y="14046"/>
                    <a:pt x="812430" y="11143"/>
                    <a:pt x="782693" y="8665"/>
                  </a:cubicBezTo>
                  <a:cubicBezTo>
                    <a:pt x="774151" y="-16963"/>
                    <a:pt x="778976" y="22294"/>
                    <a:pt x="767825" y="23533"/>
                  </a:cubicBezTo>
                  <a:close/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1068523-FD2B-2B32-5F4E-8BA8134EAFDA}"/>
                </a:ext>
              </a:extLst>
            </p:cNvPr>
            <p:cNvSpPr/>
            <p:nvPr/>
          </p:nvSpPr>
          <p:spPr>
            <a:xfrm>
              <a:off x="3901186" y="3870836"/>
              <a:ext cx="1739591" cy="1843668"/>
            </a:xfrm>
            <a:custGeom>
              <a:avLst/>
              <a:gdLst>
                <a:gd name="connsiteX0" fmla="*/ 193288 w 1739591"/>
                <a:gd name="connsiteY0" fmla="*/ 89210 h 1843668"/>
                <a:gd name="connsiteX1" fmla="*/ 141249 w 1739591"/>
                <a:gd name="connsiteY1" fmla="*/ 133815 h 1843668"/>
                <a:gd name="connsiteX2" fmla="*/ 111513 w 1739591"/>
                <a:gd name="connsiteY2" fmla="*/ 178419 h 1843668"/>
                <a:gd name="connsiteX3" fmla="*/ 66908 w 1739591"/>
                <a:gd name="connsiteY3" fmla="*/ 237893 h 1843668"/>
                <a:gd name="connsiteX4" fmla="*/ 52039 w 1739591"/>
                <a:gd name="connsiteY4" fmla="*/ 282497 h 1843668"/>
                <a:gd name="connsiteX5" fmla="*/ 37171 w 1739591"/>
                <a:gd name="connsiteY5" fmla="*/ 304800 h 1843668"/>
                <a:gd name="connsiteX6" fmla="*/ 22303 w 1739591"/>
                <a:gd name="connsiteY6" fmla="*/ 349405 h 1843668"/>
                <a:gd name="connsiteX7" fmla="*/ 14869 w 1739591"/>
                <a:gd name="connsiteY7" fmla="*/ 371707 h 1843668"/>
                <a:gd name="connsiteX8" fmla="*/ 0 w 1739591"/>
                <a:gd name="connsiteY8" fmla="*/ 475785 h 1843668"/>
                <a:gd name="connsiteX9" fmla="*/ 7434 w 1739591"/>
                <a:gd name="connsiteY9" fmla="*/ 743415 h 1843668"/>
                <a:gd name="connsiteX10" fmla="*/ 14869 w 1739591"/>
                <a:gd name="connsiteY10" fmla="*/ 795454 h 1843668"/>
                <a:gd name="connsiteX11" fmla="*/ 29737 w 1739591"/>
                <a:gd name="connsiteY11" fmla="*/ 899532 h 1843668"/>
                <a:gd name="connsiteX12" fmla="*/ 44605 w 1739591"/>
                <a:gd name="connsiteY12" fmla="*/ 951571 h 1843668"/>
                <a:gd name="connsiteX13" fmla="*/ 52039 w 1739591"/>
                <a:gd name="connsiteY13" fmla="*/ 981307 h 1843668"/>
                <a:gd name="connsiteX14" fmla="*/ 66908 w 1739591"/>
                <a:gd name="connsiteY14" fmla="*/ 1122556 h 1843668"/>
                <a:gd name="connsiteX15" fmla="*/ 81776 w 1739591"/>
                <a:gd name="connsiteY15" fmla="*/ 1271239 h 1843668"/>
                <a:gd name="connsiteX16" fmla="*/ 96644 w 1739591"/>
                <a:gd name="connsiteY16" fmla="*/ 1330712 h 1843668"/>
                <a:gd name="connsiteX17" fmla="*/ 111513 w 1739591"/>
                <a:gd name="connsiteY17" fmla="*/ 1419922 h 1843668"/>
                <a:gd name="connsiteX18" fmla="*/ 126381 w 1739591"/>
                <a:gd name="connsiteY18" fmla="*/ 1449658 h 1843668"/>
                <a:gd name="connsiteX19" fmla="*/ 133815 w 1739591"/>
                <a:gd name="connsiteY19" fmla="*/ 1479395 h 1843668"/>
                <a:gd name="connsiteX20" fmla="*/ 148683 w 1739591"/>
                <a:gd name="connsiteY20" fmla="*/ 1524000 h 1843668"/>
                <a:gd name="connsiteX21" fmla="*/ 156117 w 1739591"/>
                <a:gd name="connsiteY21" fmla="*/ 1553736 h 1843668"/>
                <a:gd name="connsiteX22" fmla="*/ 170986 w 1739591"/>
                <a:gd name="connsiteY22" fmla="*/ 1598341 h 1843668"/>
                <a:gd name="connsiteX23" fmla="*/ 208156 w 1739591"/>
                <a:gd name="connsiteY23" fmla="*/ 1635512 h 1843668"/>
                <a:gd name="connsiteX24" fmla="*/ 230459 w 1739591"/>
                <a:gd name="connsiteY24" fmla="*/ 1665249 h 1843668"/>
                <a:gd name="connsiteX25" fmla="*/ 245327 w 1739591"/>
                <a:gd name="connsiteY25" fmla="*/ 1687551 h 1843668"/>
                <a:gd name="connsiteX26" fmla="*/ 267630 w 1739591"/>
                <a:gd name="connsiteY26" fmla="*/ 1702419 h 1843668"/>
                <a:gd name="connsiteX27" fmla="*/ 319669 w 1739591"/>
                <a:gd name="connsiteY27" fmla="*/ 1724722 h 1843668"/>
                <a:gd name="connsiteX28" fmla="*/ 341971 w 1739591"/>
                <a:gd name="connsiteY28" fmla="*/ 1747024 h 1843668"/>
                <a:gd name="connsiteX29" fmla="*/ 371708 w 1739591"/>
                <a:gd name="connsiteY29" fmla="*/ 1761893 h 1843668"/>
                <a:gd name="connsiteX30" fmla="*/ 416313 w 1739591"/>
                <a:gd name="connsiteY30" fmla="*/ 1776761 h 1843668"/>
                <a:gd name="connsiteX31" fmla="*/ 438615 w 1739591"/>
                <a:gd name="connsiteY31" fmla="*/ 1784195 h 1843668"/>
                <a:gd name="connsiteX32" fmla="*/ 483220 w 1739591"/>
                <a:gd name="connsiteY32" fmla="*/ 1799063 h 1843668"/>
                <a:gd name="connsiteX33" fmla="*/ 512956 w 1739591"/>
                <a:gd name="connsiteY33" fmla="*/ 1806497 h 1843668"/>
                <a:gd name="connsiteX34" fmla="*/ 594732 w 1739591"/>
                <a:gd name="connsiteY34" fmla="*/ 1828800 h 1843668"/>
                <a:gd name="connsiteX35" fmla="*/ 676508 w 1739591"/>
                <a:gd name="connsiteY35" fmla="*/ 1843668 h 1843668"/>
                <a:gd name="connsiteX36" fmla="*/ 1100254 w 1739591"/>
                <a:gd name="connsiteY36" fmla="*/ 1836234 h 1843668"/>
                <a:gd name="connsiteX37" fmla="*/ 1234069 w 1739591"/>
                <a:gd name="connsiteY37" fmla="*/ 1813932 h 1843668"/>
                <a:gd name="connsiteX38" fmla="*/ 1278674 w 1739591"/>
                <a:gd name="connsiteY38" fmla="*/ 1799063 h 1843668"/>
                <a:gd name="connsiteX39" fmla="*/ 1308410 w 1739591"/>
                <a:gd name="connsiteY39" fmla="*/ 1791629 h 1843668"/>
                <a:gd name="connsiteX40" fmla="*/ 1338147 w 1739591"/>
                <a:gd name="connsiteY40" fmla="*/ 1776761 h 1843668"/>
                <a:gd name="connsiteX41" fmla="*/ 1367883 w 1739591"/>
                <a:gd name="connsiteY41" fmla="*/ 1769327 h 1843668"/>
                <a:gd name="connsiteX42" fmla="*/ 1390186 w 1739591"/>
                <a:gd name="connsiteY42" fmla="*/ 1761893 h 1843668"/>
                <a:gd name="connsiteX43" fmla="*/ 1449659 w 1739591"/>
                <a:gd name="connsiteY43" fmla="*/ 1747024 h 1843668"/>
                <a:gd name="connsiteX44" fmla="*/ 1479395 w 1739591"/>
                <a:gd name="connsiteY44" fmla="*/ 1739590 h 1843668"/>
                <a:gd name="connsiteX45" fmla="*/ 1524000 w 1739591"/>
                <a:gd name="connsiteY45" fmla="*/ 1724722 h 1843668"/>
                <a:gd name="connsiteX46" fmla="*/ 1568605 w 1739591"/>
                <a:gd name="connsiteY46" fmla="*/ 1702419 h 1843668"/>
                <a:gd name="connsiteX47" fmla="*/ 1605776 w 1739591"/>
                <a:gd name="connsiteY47" fmla="*/ 1680117 h 1843668"/>
                <a:gd name="connsiteX48" fmla="*/ 1628078 w 1739591"/>
                <a:gd name="connsiteY48" fmla="*/ 1657815 h 1843668"/>
                <a:gd name="connsiteX49" fmla="*/ 1687552 w 1739591"/>
                <a:gd name="connsiteY49" fmla="*/ 1613210 h 1843668"/>
                <a:gd name="connsiteX50" fmla="*/ 1709854 w 1739591"/>
                <a:gd name="connsiteY50" fmla="*/ 1568605 h 1843668"/>
                <a:gd name="connsiteX51" fmla="*/ 1732156 w 1739591"/>
                <a:gd name="connsiteY51" fmla="*/ 1494263 h 1843668"/>
                <a:gd name="connsiteX52" fmla="*/ 1739591 w 1739591"/>
                <a:gd name="connsiteY52" fmla="*/ 1442224 h 1843668"/>
                <a:gd name="connsiteX53" fmla="*/ 1732156 w 1739591"/>
                <a:gd name="connsiteY53" fmla="*/ 1256371 h 1843668"/>
                <a:gd name="connsiteX54" fmla="*/ 1724722 w 1739591"/>
                <a:gd name="connsiteY54" fmla="*/ 1234068 h 1843668"/>
                <a:gd name="connsiteX55" fmla="*/ 1717288 w 1739591"/>
                <a:gd name="connsiteY55" fmla="*/ 1204332 h 1843668"/>
                <a:gd name="connsiteX56" fmla="*/ 1702420 w 1739591"/>
                <a:gd name="connsiteY56" fmla="*/ 1159727 h 1843668"/>
                <a:gd name="connsiteX57" fmla="*/ 1694986 w 1739591"/>
                <a:gd name="connsiteY57" fmla="*/ 1129990 h 1843668"/>
                <a:gd name="connsiteX58" fmla="*/ 1665249 w 1739591"/>
                <a:gd name="connsiteY58" fmla="*/ 1085385 h 1843668"/>
                <a:gd name="connsiteX59" fmla="*/ 1650381 w 1739591"/>
                <a:gd name="connsiteY59" fmla="*/ 1063083 h 1843668"/>
                <a:gd name="connsiteX60" fmla="*/ 1620644 w 1739591"/>
                <a:gd name="connsiteY60" fmla="*/ 1048215 h 1843668"/>
                <a:gd name="connsiteX61" fmla="*/ 1605776 w 1739591"/>
                <a:gd name="connsiteY61" fmla="*/ 1025912 h 1843668"/>
                <a:gd name="connsiteX62" fmla="*/ 1583474 w 1739591"/>
                <a:gd name="connsiteY62" fmla="*/ 1011044 h 1843668"/>
                <a:gd name="connsiteX63" fmla="*/ 1568605 w 1739591"/>
                <a:gd name="connsiteY63" fmla="*/ 996176 h 1843668"/>
                <a:gd name="connsiteX64" fmla="*/ 1546303 w 1739591"/>
                <a:gd name="connsiteY64" fmla="*/ 981307 h 1843668"/>
                <a:gd name="connsiteX65" fmla="*/ 1531434 w 1739591"/>
                <a:gd name="connsiteY65" fmla="*/ 966439 h 1843668"/>
                <a:gd name="connsiteX66" fmla="*/ 1509132 w 1739591"/>
                <a:gd name="connsiteY66" fmla="*/ 951571 h 1843668"/>
                <a:gd name="connsiteX67" fmla="*/ 1471961 w 1739591"/>
                <a:gd name="connsiteY67" fmla="*/ 914400 h 1843668"/>
                <a:gd name="connsiteX68" fmla="*/ 1457093 w 1739591"/>
                <a:gd name="connsiteY68" fmla="*/ 892097 h 1843668"/>
                <a:gd name="connsiteX69" fmla="*/ 1427356 w 1739591"/>
                <a:gd name="connsiteY69" fmla="*/ 869795 h 1843668"/>
                <a:gd name="connsiteX70" fmla="*/ 1390186 w 1739591"/>
                <a:gd name="connsiteY70" fmla="*/ 832624 h 1843668"/>
                <a:gd name="connsiteX71" fmla="*/ 1345581 w 1739591"/>
                <a:gd name="connsiteY71" fmla="*/ 817756 h 1843668"/>
                <a:gd name="connsiteX72" fmla="*/ 1300976 w 1739591"/>
                <a:gd name="connsiteY72" fmla="*/ 795454 h 1843668"/>
                <a:gd name="connsiteX73" fmla="*/ 1263805 w 1739591"/>
                <a:gd name="connsiteY73" fmla="*/ 765717 h 1843668"/>
                <a:gd name="connsiteX74" fmla="*/ 1234069 w 1739591"/>
                <a:gd name="connsiteY74" fmla="*/ 750849 h 1843668"/>
                <a:gd name="connsiteX75" fmla="*/ 1189464 w 1739591"/>
                <a:gd name="connsiteY75" fmla="*/ 728546 h 1843668"/>
                <a:gd name="connsiteX76" fmla="*/ 1174595 w 1739591"/>
                <a:gd name="connsiteY76" fmla="*/ 713678 h 1843668"/>
                <a:gd name="connsiteX77" fmla="*/ 1122556 w 1739591"/>
                <a:gd name="connsiteY77" fmla="*/ 669073 h 1843668"/>
                <a:gd name="connsiteX78" fmla="*/ 1063083 w 1739591"/>
                <a:gd name="connsiteY78" fmla="*/ 579863 h 1843668"/>
                <a:gd name="connsiteX79" fmla="*/ 1048215 w 1739591"/>
                <a:gd name="connsiteY79" fmla="*/ 557561 h 1843668"/>
                <a:gd name="connsiteX80" fmla="*/ 1011044 w 1739591"/>
                <a:gd name="connsiteY80" fmla="*/ 520390 h 1843668"/>
                <a:gd name="connsiteX81" fmla="*/ 996176 w 1739591"/>
                <a:gd name="connsiteY81" fmla="*/ 490654 h 1843668"/>
                <a:gd name="connsiteX82" fmla="*/ 973874 w 1739591"/>
                <a:gd name="connsiteY82" fmla="*/ 475785 h 1843668"/>
                <a:gd name="connsiteX83" fmla="*/ 921834 w 1739591"/>
                <a:gd name="connsiteY83" fmla="*/ 423746 h 1843668"/>
                <a:gd name="connsiteX84" fmla="*/ 899532 w 1739591"/>
                <a:gd name="connsiteY84" fmla="*/ 401444 h 1843668"/>
                <a:gd name="connsiteX85" fmla="*/ 877230 w 1739591"/>
                <a:gd name="connsiteY85" fmla="*/ 379141 h 1843668"/>
                <a:gd name="connsiteX86" fmla="*/ 869795 w 1739591"/>
                <a:gd name="connsiteY86" fmla="*/ 356839 h 1843668"/>
                <a:gd name="connsiteX87" fmla="*/ 847493 w 1739591"/>
                <a:gd name="connsiteY87" fmla="*/ 334536 h 1843668"/>
                <a:gd name="connsiteX88" fmla="*/ 832625 w 1739591"/>
                <a:gd name="connsiteY88" fmla="*/ 312234 h 1843668"/>
                <a:gd name="connsiteX89" fmla="*/ 817756 w 1739591"/>
                <a:gd name="connsiteY89" fmla="*/ 297366 h 1843668"/>
                <a:gd name="connsiteX90" fmla="*/ 788020 w 1739591"/>
                <a:gd name="connsiteY90" fmla="*/ 252761 h 1843668"/>
                <a:gd name="connsiteX91" fmla="*/ 758283 w 1739591"/>
                <a:gd name="connsiteY91" fmla="*/ 208156 h 1843668"/>
                <a:gd name="connsiteX92" fmla="*/ 721113 w 1739591"/>
                <a:gd name="connsiteY92" fmla="*/ 156117 h 1843668"/>
                <a:gd name="connsiteX93" fmla="*/ 698810 w 1739591"/>
                <a:gd name="connsiteY93" fmla="*/ 141249 h 1843668"/>
                <a:gd name="connsiteX94" fmla="*/ 683942 w 1739591"/>
                <a:gd name="connsiteY94" fmla="*/ 126380 h 1843668"/>
                <a:gd name="connsiteX95" fmla="*/ 617034 w 1739591"/>
                <a:gd name="connsiteY95" fmla="*/ 89210 h 1843668"/>
                <a:gd name="connsiteX96" fmla="*/ 579864 w 1739591"/>
                <a:gd name="connsiteY96" fmla="*/ 66907 h 1843668"/>
                <a:gd name="connsiteX97" fmla="*/ 564995 w 1739591"/>
                <a:gd name="connsiteY97" fmla="*/ 52039 h 1843668"/>
                <a:gd name="connsiteX98" fmla="*/ 542693 w 1739591"/>
                <a:gd name="connsiteY98" fmla="*/ 37171 h 1843668"/>
                <a:gd name="connsiteX99" fmla="*/ 527825 w 1739591"/>
                <a:gd name="connsiteY99" fmla="*/ 22302 h 1843668"/>
                <a:gd name="connsiteX100" fmla="*/ 453483 w 1739591"/>
                <a:gd name="connsiteY100" fmla="*/ 0 h 1843668"/>
                <a:gd name="connsiteX101" fmla="*/ 341971 w 1739591"/>
                <a:gd name="connsiteY101" fmla="*/ 14868 h 1843668"/>
                <a:gd name="connsiteX102" fmla="*/ 319669 w 1739591"/>
                <a:gd name="connsiteY102" fmla="*/ 29736 h 1843668"/>
                <a:gd name="connsiteX103" fmla="*/ 304800 w 1739591"/>
                <a:gd name="connsiteY103" fmla="*/ 44605 h 1843668"/>
                <a:gd name="connsiteX104" fmla="*/ 260195 w 1739591"/>
                <a:gd name="connsiteY104" fmla="*/ 59473 h 1843668"/>
                <a:gd name="connsiteX105" fmla="*/ 237893 w 1739591"/>
                <a:gd name="connsiteY105" fmla="*/ 66907 h 1843668"/>
                <a:gd name="connsiteX106" fmla="*/ 193288 w 1739591"/>
                <a:gd name="connsiteY106" fmla="*/ 89210 h 184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1739591" h="1843668">
                  <a:moveTo>
                    <a:pt x="193288" y="89210"/>
                  </a:moveTo>
                  <a:cubicBezTo>
                    <a:pt x="175942" y="104078"/>
                    <a:pt x="156687" y="116974"/>
                    <a:pt x="141249" y="133815"/>
                  </a:cubicBezTo>
                  <a:cubicBezTo>
                    <a:pt x="129174" y="146987"/>
                    <a:pt x="124148" y="165784"/>
                    <a:pt x="111513" y="178419"/>
                  </a:cubicBezTo>
                  <a:cubicBezTo>
                    <a:pt x="93900" y="196032"/>
                    <a:pt x="75315" y="212672"/>
                    <a:pt x="66908" y="237893"/>
                  </a:cubicBezTo>
                  <a:cubicBezTo>
                    <a:pt x="61952" y="252761"/>
                    <a:pt x="60732" y="269457"/>
                    <a:pt x="52039" y="282497"/>
                  </a:cubicBezTo>
                  <a:cubicBezTo>
                    <a:pt x="47083" y="289931"/>
                    <a:pt x="40800" y="296635"/>
                    <a:pt x="37171" y="304800"/>
                  </a:cubicBezTo>
                  <a:cubicBezTo>
                    <a:pt x="30806" y="319122"/>
                    <a:pt x="27259" y="334537"/>
                    <a:pt x="22303" y="349405"/>
                  </a:cubicBezTo>
                  <a:cubicBezTo>
                    <a:pt x="19825" y="356839"/>
                    <a:pt x="16406" y="364023"/>
                    <a:pt x="14869" y="371707"/>
                  </a:cubicBezTo>
                  <a:cubicBezTo>
                    <a:pt x="3033" y="430882"/>
                    <a:pt x="8829" y="396320"/>
                    <a:pt x="0" y="475785"/>
                  </a:cubicBezTo>
                  <a:cubicBezTo>
                    <a:pt x="2478" y="564995"/>
                    <a:pt x="3287" y="654267"/>
                    <a:pt x="7434" y="743415"/>
                  </a:cubicBezTo>
                  <a:cubicBezTo>
                    <a:pt x="8248" y="760919"/>
                    <a:pt x="12553" y="778085"/>
                    <a:pt x="14869" y="795454"/>
                  </a:cubicBezTo>
                  <a:cubicBezTo>
                    <a:pt x="20352" y="836571"/>
                    <a:pt x="21901" y="860354"/>
                    <a:pt x="29737" y="899532"/>
                  </a:cubicBezTo>
                  <a:cubicBezTo>
                    <a:pt x="37482" y="938259"/>
                    <a:pt x="35159" y="918510"/>
                    <a:pt x="44605" y="951571"/>
                  </a:cubicBezTo>
                  <a:cubicBezTo>
                    <a:pt x="47412" y="961395"/>
                    <a:pt x="49561" y="971395"/>
                    <a:pt x="52039" y="981307"/>
                  </a:cubicBezTo>
                  <a:cubicBezTo>
                    <a:pt x="73162" y="1213634"/>
                    <a:pt x="47408" y="940557"/>
                    <a:pt x="66908" y="1122556"/>
                  </a:cubicBezTo>
                  <a:cubicBezTo>
                    <a:pt x="72214" y="1172081"/>
                    <a:pt x="69696" y="1222918"/>
                    <a:pt x="81776" y="1271239"/>
                  </a:cubicBezTo>
                  <a:cubicBezTo>
                    <a:pt x="86732" y="1291063"/>
                    <a:pt x="93754" y="1310483"/>
                    <a:pt x="96644" y="1330712"/>
                  </a:cubicBezTo>
                  <a:cubicBezTo>
                    <a:pt x="98329" y="1342507"/>
                    <a:pt x="106076" y="1403610"/>
                    <a:pt x="111513" y="1419922"/>
                  </a:cubicBezTo>
                  <a:cubicBezTo>
                    <a:pt x="115018" y="1430435"/>
                    <a:pt x="121425" y="1439746"/>
                    <a:pt x="126381" y="1449658"/>
                  </a:cubicBezTo>
                  <a:cubicBezTo>
                    <a:pt x="128859" y="1459570"/>
                    <a:pt x="130879" y="1469609"/>
                    <a:pt x="133815" y="1479395"/>
                  </a:cubicBezTo>
                  <a:cubicBezTo>
                    <a:pt x="138318" y="1494407"/>
                    <a:pt x="144882" y="1508795"/>
                    <a:pt x="148683" y="1524000"/>
                  </a:cubicBezTo>
                  <a:cubicBezTo>
                    <a:pt x="151161" y="1533912"/>
                    <a:pt x="153181" y="1543950"/>
                    <a:pt x="156117" y="1553736"/>
                  </a:cubicBezTo>
                  <a:cubicBezTo>
                    <a:pt x="160621" y="1568748"/>
                    <a:pt x="159904" y="1587259"/>
                    <a:pt x="170986" y="1598341"/>
                  </a:cubicBezTo>
                  <a:cubicBezTo>
                    <a:pt x="183376" y="1610731"/>
                    <a:pt x="197643" y="1621494"/>
                    <a:pt x="208156" y="1635512"/>
                  </a:cubicBezTo>
                  <a:cubicBezTo>
                    <a:pt x="215590" y="1645424"/>
                    <a:pt x="223257" y="1655166"/>
                    <a:pt x="230459" y="1665249"/>
                  </a:cubicBezTo>
                  <a:cubicBezTo>
                    <a:pt x="235652" y="1672519"/>
                    <a:pt x="239009" y="1681233"/>
                    <a:pt x="245327" y="1687551"/>
                  </a:cubicBezTo>
                  <a:cubicBezTo>
                    <a:pt x="251645" y="1693869"/>
                    <a:pt x="259872" y="1697986"/>
                    <a:pt x="267630" y="1702419"/>
                  </a:cubicBezTo>
                  <a:cubicBezTo>
                    <a:pt x="293357" y="1717120"/>
                    <a:pt x="294644" y="1716381"/>
                    <a:pt x="319669" y="1724722"/>
                  </a:cubicBezTo>
                  <a:cubicBezTo>
                    <a:pt x="327103" y="1732156"/>
                    <a:pt x="333416" y="1740913"/>
                    <a:pt x="341971" y="1747024"/>
                  </a:cubicBezTo>
                  <a:cubicBezTo>
                    <a:pt x="350989" y="1753466"/>
                    <a:pt x="361418" y="1757777"/>
                    <a:pt x="371708" y="1761893"/>
                  </a:cubicBezTo>
                  <a:cubicBezTo>
                    <a:pt x="386260" y="1767714"/>
                    <a:pt x="401445" y="1771805"/>
                    <a:pt x="416313" y="1776761"/>
                  </a:cubicBezTo>
                  <a:lnTo>
                    <a:pt x="438615" y="1784195"/>
                  </a:lnTo>
                  <a:lnTo>
                    <a:pt x="483220" y="1799063"/>
                  </a:lnTo>
                  <a:cubicBezTo>
                    <a:pt x="493132" y="1801541"/>
                    <a:pt x="503132" y="1803690"/>
                    <a:pt x="512956" y="1806497"/>
                  </a:cubicBezTo>
                  <a:cubicBezTo>
                    <a:pt x="562805" y="1820740"/>
                    <a:pt x="506376" y="1811129"/>
                    <a:pt x="594732" y="1828800"/>
                  </a:cubicBezTo>
                  <a:cubicBezTo>
                    <a:pt x="646684" y="1839190"/>
                    <a:pt x="619439" y="1834157"/>
                    <a:pt x="676508" y="1843668"/>
                  </a:cubicBezTo>
                  <a:lnTo>
                    <a:pt x="1100254" y="1836234"/>
                  </a:lnTo>
                  <a:cubicBezTo>
                    <a:pt x="1125745" y="1835450"/>
                    <a:pt x="1214840" y="1820342"/>
                    <a:pt x="1234069" y="1813932"/>
                  </a:cubicBezTo>
                  <a:cubicBezTo>
                    <a:pt x="1248937" y="1808976"/>
                    <a:pt x="1263469" y="1802864"/>
                    <a:pt x="1278674" y="1799063"/>
                  </a:cubicBezTo>
                  <a:cubicBezTo>
                    <a:pt x="1288586" y="1796585"/>
                    <a:pt x="1298843" y="1795216"/>
                    <a:pt x="1308410" y="1791629"/>
                  </a:cubicBezTo>
                  <a:cubicBezTo>
                    <a:pt x="1318787" y="1787738"/>
                    <a:pt x="1327770" y="1780652"/>
                    <a:pt x="1338147" y="1776761"/>
                  </a:cubicBezTo>
                  <a:cubicBezTo>
                    <a:pt x="1347714" y="1773174"/>
                    <a:pt x="1358059" y="1772134"/>
                    <a:pt x="1367883" y="1769327"/>
                  </a:cubicBezTo>
                  <a:cubicBezTo>
                    <a:pt x="1375418" y="1767174"/>
                    <a:pt x="1382626" y="1763955"/>
                    <a:pt x="1390186" y="1761893"/>
                  </a:cubicBezTo>
                  <a:cubicBezTo>
                    <a:pt x="1409900" y="1756516"/>
                    <a:pt x="1429835" y="1751980"/>
                    <a:pt x="1449659" y="1747024"/>
                  </a:cubicBezTo>
                  <a:cubicBezTo>
                    <a:pt x="1459571" y="1744546"/>
                    <a:pt x="1469702" y="1742821"/>
                    <a:pt x="1479395" y="1739590"/>
                  </a:cubicBezTo>
                  <a:cubicBezTo>
                    <a:pt x="1494263" y="1734634"/>
                    <a:pt x="1510959" y="1733415"/>
                    <a:pt x="1524000" y="1724722"/>
                  </a:cubicBezTo>
                  <a:cubicBezTo>
                    <a:pt x="1552823" y="1705507"/>
                    <a:pt x="1537827" y="1712680"/>
                    <a:pt x="1568605" y="1702419"/>
                  </a:cubicBezTo>
                  <a:cubicBezTo>
                    <a:pt x="1614916" y="1656111"/>
                    <a:pt x="1547867" y="1718723"/>
                    <a:pt x="1605776" y="1680117"/>
                  </a:cubicBezTo>
                  <a:cubicBezTo>
                    <a:pt x="1614524" y="1674285"/>
                    <a:pt x="1619779" y="1664270"/>
                    <a:pt x="1628078" y="1657815"/>
                  </a:cubicBezTo>
                  <a:cubicBezTo>
                    <a:pt x="1703740" y="1598966"/>
                    <a:pt x="1650153" y="1650607"/>
                    <a:pt x="1687552" y="1613210"/>
                  </a:cubicBezTo>
                  <a:cubicBezTo>
                    <a:pt x="1714663" y="1531873"/>
                    <a:pt x="1671426" y="1655069"/>
                    <a:pt x="1709854" y="1568605"/>
                  </a:cubicBezTo>
                  <a:cubicBezTo>
                    <a:pt x="1715823" y="1555174"/>
                    <a:pt x="1728829" y="1512562"/>
                    <a:pt x="1732156" y="1494263"/>
                  </a:cubicBezTo>
                  <a:cubicBezTo>
                    <a:pt x="1735291" y="1477023"/>
                    <a:pt x="1737113" y="1459570"/>
                    <a:pt x="1739591" y="1442224"/>
                  </a:cubicBezTo>
                  <a:cubicBezTo>
                    <a:pt x="1737113" y="1380273"/>
                    <a:pt x="1736574" y="1318214"/>
                    <a:pt x="1732156" y="1256371"/>
                  </a:cubicBezTo>
                  <a:cubicBezTo>
                    <a:pt x="1731598" y="1248554"/>
                    <a:pt x="1726875" y="1241603"/>
                    <a:pt x="1724722" y="1234068"/>
                  </a:cubicBezTo>
                  <a:cubicBezTo>
                    <a:pt x="1721915" y="1224244"/>
                    <a:pt x="1720224" y="1214118"/>
                    <a:pt x="1717288" y="1204332"/>
                  </a:cubicBezTo>
                  <a:cubicBezTo>
                    <a:pt x="1712785" y="1189320"/>
                    <a:pt x="1706221" y="1174932"/>
                    <a:pt x="1702420" y="1159727"/>
                  </a:cubicBezTo>
                  <a:cubicBezTo>
                    <a:pt x="1699942" y="1149815"/>
                    <a:pt x="1699555" y="1139129"/>
                    <a:pt x="1694986" y="1129990"/>
                  </a:cubicBezTo>
                  <a:cubicBezTo>
                    <a:pt x="1686994" y="1114007"/>
                    <a:pt x="1675161" y="1100253"/>
                    <a:pt x="1665249" y="1085385"/>
                  </a:cubicBezTo>
                  <a:cubicBezTo>
                    <a:pt x="1660293" y="1077951"/>
                    <a:pt x="1658372" y="1067079"/>
                    <a:pt x="1650381" y="1063083"/>
                  </a:cubicBezTo>
                  <a:lnTo>
                    <a:pt x="1620644" y="1048215"/>
                  </a:lnTo>
                  <a:cubicBezTo>
                    <a:pt x="1615688" y="1040781"/>
                    <a:pt x="1612094" y="1032230"/>
                    <a:pt x="1605776" y="1025912"/>
                  </a:cubicBezTo>
                  <a:cubicBezTo>
                    <a:pt x="1599458" y="1019594"/>
                    <a:pt x="1590451" y="1016625"/>
                    <a:pt x="1583474" y="1011044"/>
                  </a:cubicBezTo>
                  <a:cubicBezTo>
                    <a:pt x="1578001" y="1006666"/>
                    <a:pt x="1574078" y="1000555"/>
                    <a:pt x="1568605" y="996176"/>
                  </a:cubicBezTo>
                  <a:cubicBezTo>
                    <a:pt x="1561628" y="990594"/>
                    <a:pt x="1553280" y="986889"/>
                    <a:pt x="1546303" y="981307"/>
                  </a:cubicBezTo>
                  <a:cubicBezTo>
                    <a:pt x="1540830" y="976928"/>
                    <a:pt x="1536907" y="970817"/>
                    <a:pt x="1531434" y="966439"/>
                  </a:cubicBezTo>
                  <a:cubicBezTo>
                    <a:pt x="1524457" y="960858"/>
                    <a:pt x="1515856" y="957454"/>
                    <a:pt x="1509132" y="951571"/>
                  </a:cubicBezTo>
                  <a:cubicBezTo>
                    <a:pt x="1495945" y="940032"/>
                    <a:pt x="1481680" y="928980"/>
                    <a:pt x="1471961" y="914400"/>
                  </a:cubicBezTo>
                  <a:cubicBezTo>
                    <a:pt x="1467005" y="906966"/>
                    <a:pt x="1463411" y="898415"/>
                    <a:pt x="1457093" y="892097"/>
                  </a:cubicBezTo>
                  <a:cubicBezTo>
                    <a:pt x="1448332" y="883336"/>
                    <a:pt x="1436617" y="878027"/>
                    <a:pt x="1427356" y="869795"/>
                  </a:cubicBezTo>
                  <a:cubicBezTo>
                    <a:pt x="1414260" y="858154"/>
                    <a:pt x="1406809" y="838165"/>
                    <a:pt x="1390186" y="832624"/>
                  </a:cubicBezTo>
                  <a:cubicBezTo>
                    <a:pt x="1375318" y="827668"/>
                    <a:pt x="1358622" y="826449"/>
                    <a:pt x="1345581" y="817756"/>
                  </a:cubicBezTo>
                  <a:cubicBezTo>
                    <a:pt x="1316758" y="798541"/>
                    <a:pt x="1331754" y="805713"/>
                    <a:pt x="1300976" y="795454"/>
                  </a:cubicBezTo>
                  <a:cubicBezTo>
                    <a:pt x="1284693" y="779170"/>
                    <a:pt x="1285690" y="778223"/>
                    <a:pt x="1263805" y="765717"/>
                  </a:cubicBezTo>
                  <a:cubicBezTo>
                    <a:pt x="1254183" y="760219"/>
                    <a:pt x="1243691" y="756347"/>
                    <a:pt x="1234069" y="750849"/>
                  </a:cubicBezTo>
                  <a:cubicBezTo>
                    <a:pt x="1193716" y="727790"/>
                    <a:pt x="1230354" y="742176"/>
                    <a:pt x="1189464" y="728546"/>
                  </a:cubicBezTo>
                  <a:cubicBezTo>
                    <a:pt x="1184508" y="723590"/>
                    <a:pt x="1180068" y="718056"/>
                    <a:pt x="1174595" y="713678"/>
                  </a:cubicBezTo>
                  <a:cubicBezTo>
                    <a:pt x="1150575" y="694462"/>
                    <a:pt x="1143006" y="699749"/>
                    <a:pt x="1122556" y="669073"/>
                  </a:cubicBezTo>
                  <a:lnTo>
                    <a:pt x="1063083" y="579863"/>
                  </a:lnTo>
                  <a:cubicBezTo>
                    <a:pt x="1058127" y="572429"/>
                    <a:pt x="1054533" y="563879"/>
                    <a:pt x="1048215" y="557561"/>
                  </a:cubicBezTo>
                  <a:lnTo>
                    <a:pt x="1011044" y="520390"/>
                  </a:lnTo>
                  <a:cubicBezTo>
                    <a:pt x="1006088" y="510478"/>
                    <a:pt x="1003270" y="499167"/>
                    <a:pt x="996176" y="490654"/>
                  </a:cubicBezTo>
                  <a:cubicBezTo>
                    <a:pt x="990456" y="483790"/>
                    <a:pt x="980598" y="481669"/>
                    <a:pt x="973874" y="475785"/>
                  </a:cubicBezTo>
                  <a:cubicBezTo>
                    <a:pt x="973865" y="475777"/>
                    <a:pt x="932245" y="434157"/>
                    <a:pt x="921834" y="423746"/>
                  </a:cubicBezTo>
                  <a:lnTo>
                    <a:pt x="899532" y="401444"/>
                  </a:lnTo>
                  <a:lnTo>
                    <a:pt x="877230" y="379141"/>
                  </a:lnTo>
                  <a:cubicBezTo>
                    <a:pt x="874752" y="371707"/>
                    <a:pt x="874142" y="363359"/>
                    <a:pt x="869795" y="356839"/>
                  </a:cubicBezTo>
                  <a:cubicBezTo>
                    <a:pt x="863963" y="348091"/>
                    <a:pt x="854223" y="342613"/>
                    <a:pt x="847493" y="334536"/>
                  </a:cubicBezTo>
                  <a:cubicBezTo>
                    <a:pt x="841773" y="327672"/>
                    <a:pt x="838206" y="319211"/>
                    <a:pt x="832625" y="312234"/>
                  </a:cubicBezTo>
                  <a:cubicBezTo>
                    <a:pt x="828246" y="306761"/>
                    <a:pt x="821961" y="302973"/>
                    <a:pt x="817756" y="297366"/>
                  </a:cubicBezTo>
                  <a:cubicBezTo>
                    <a:pt x="807034" y="283071"/>
                    <a:pt x="797932" y="267629"/>
                    <a:pt x="788020" y="252761"/>
                  </a:cubicBezTo>
                  <a:lnTo>
                    <a:pt x="758283" y="208156"/>
                  </a:lnTo>
                  <a:cubicBezTo>
                    <a:pt x="749841" y="195494"/>
                    <a:pt x="730333" y="165337"/>
                    <a:pt x="721113" y="156117"/>
                  </a:cubicBezTo>
                  <a:cubicBezTo>
                    <a:pt x="714795" y="149799"/>
                    <a:pt x="705787" y="146831"/>
                    <a:pt x="698810" y="141249"/>
                  </a:cubicBezTo>
                  <a:cubicBezTo>
                    <a:pt x="693337" y="136870"/>
                    <a:pt x="689549" y="130585"/>
                    <a:pt x="683942" y="126380"/>
                  </a:cubicBezTo>
                  <a:cubicBezTo>
                    <a:pt x="643044" y="95706"/>
                    <a:pt x="651805" y="100800"/>
                    <a:pt x="617034" y="89210"/>
                  </a:cubicBezTo>
                  <a:cubicBezTo>
                    <a:pt x="579366" y="51539"/>
                    <a:pt x="628111" y="95855"/>
                    <a:pt x="579864" y="66907"/>
                  </a:cubicBezTo>
                  <a:cubicBezTo>
                    <a:pt x="573854" y="63301"/>
                    <a:pt x="570468" y="56417"/>
                    <a:pt x="564995" y="52039"/>
                  </a:cubicBezTo>
                  <a:cubicBezTo>
                    <a:pt x="558018" y="46458"/>
                    <a:pt x="549670" y="42752"/>
                    <a:pt x="542693" y="37171"/>
                  </a:cubicBezTo>
                  <a:cubicBezTo>
                    <a:pt x="537220" y="32792"/>
                    <a:pt x="534094" y="25437"/>
                    <a:pt x="527825" y="22302"/>
                  </a:cubicBezTo>
                  <a:cubicBezTo>
                    <a:pt x="509727" y="13253"/>
                    <a:pt x="474825" y="5335"/>
                    <a:pt x="453483" y="0"/>
                  </a:cubicBezTo>
                  <a:cubicBezTo>
                    <a:pt x="433555" y="1661"/>
                    <a:pt x="372337" y="-315"/>
                    <a:pt x="341971" y="14868"/>
                  </a:cubicBezTo>
                  <a:cubicBezTo>
                    <a:pt x="333980" y="18864"/>
                    <a:pt x="326646" y="24155"/>
                    <a:pt x="319669" y="29736"/>
                  </a:cubicBezTo>
                  <a:cubicBezTo>
                    <a:pt x="314196" y="34115"/>
                    <a:pt x="311069" y="41470"/>
                    <a:pt x="304800" y="44605"/>
                  </a:cubicBezTo>
                  <a:cubicBezTo>
                    <a:pt x="290782" y="51614"/>
                    <a:pt x="275063" y="54517"/>
                    <a:pt x="260195" y="59473"/>
                  </a:cubicBezTo>
                  <a:lnTo>
                    <a:pt x="237893" y="66907"/>
                  </a:lnTo>
                  <a:lnTo>
                    <a:pt x="193288" y="89210"/>
                  </a:lnTo>
                  <a:close/>
                </a:path>
              </a:pathLst>
            </a:custGeom>
            <a:noFill/>
            <a:ln w="28575">
              <a:solidFill>
                <a:srgbClr val="215CA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CCF17AB-92DE-8666-74F1-CC1962FECCB3}"/>
                </a:ext>
              </a:extLst>
            </p:cNvPr>
            <p:cNvSpPr/>
            <p:nvPr/>
          </p:nvSpPr>
          <p:spPr>
            <a:xfrm>
              <a:off x="3893752" y="3285154"/>
              <a:ext cx="1791629" cy="2421916"/>
            </a:xfrm>
            <a:custGeom>
              <a:avLst/>
              <a:gdLst>
                <a:gd name="connsiteX0" fmla="*/ 1464527 w 1791629"/>
                <a:gd name="connsiteY0" fmla="*/ 13253 h 2421916"/>
                <a:gd name="connsiteX1" fmla="*/ 1412488 w 1791629"/>
                <a:gd name="connsiteY1" fmla="*/ 20687 h 2421916"/>
                <a:gd name="connsiteX2" fmla="*/ 1353015 w 1791629"/>
                <a:gd name="connsiteY2" fmla="*/ 35555 h 2421916"/>
                <a:gd name="connsiteX3" fmla="*/ 1263805 w 1791629"/>
                <a:gd name="connsiteY3" fmla="*/ 50423 h 2421916"/>
                <a:gd name="connsiteX4" fmla="*/ 1226634 w 1791629"/>
                <a:gd name="connsiteY4" fmla="*/ 57858 h 2421916"/>
                <a:gd name="connsiteX5" fmla="*/ 1182029 w 1791629"/>
                <a:gd name="connsiteY5" fmla="*/ 72726 h 2421916"/>
                <a:gd name="connsiteX6" fmla="*/ 1159727 w 1791629"/>
                <a:gd name="connsiteY6" fmla="*/ 80160 h 2421916"/>
                <a:gd name="connsiteX7" fmla="*/ 1115122 w 1791629"/>
                <a:gd name="connsiteY7" fmla="*/ 102462 h 2421916"/>
                <a:gd name="connsiteX8" fmla="*/ 1055649 w 1791629"/>
                <a:gd name="connsiteY8" fmla="*/ 147067 h 2421916"/>
                <a:gd name="connsiteX9" fmla="*/ 1033347 w 1791629"/>
                <a:gd name="connsiteY9" fmla="*/ 154501 h 2421916"/>
                <a:gd name="connsiteX10" fmla="*/ 988742 w 1791629"/>
                <a:gd name="connsiteY10" fmla="*/ 176804 h 2421916"/>
                <a:gd name="connsiteX11" fmla="*/ 944137 w 1791629"/>
                <a:gd name="connsiteY11" fmla="*/ 199106 h 2421916"/>
                <a:gd name="connsiteX12" fmla="*/ 877229 w 1791629"/>
                <a:gd name="connsiteY12" fmla="*/ 228843 h 2421916"/>
                <a:gd name="connsiteX13" fmla="*/ 854927 w 1791629"/>
                <a:gd name="connsiteY13" fmla="*/ 236277 h 2421916"/>
                <a:gd name="connsiteX14" fmla="*/ 810322 w 1791629"/>
                <a:gd name="connsiteY14" fmla="*/ 258579 h 2421916"/>
                <a:gd name="connsiteX15" fmla="*/ 773151 w 1791629"/>
                <a:gd name="connsiteY15" fmla="*/ 280882 h 2421916"/>
                <a:gd name="connsiteX16" fmla="*/ 728547 w 1791629"/>
                <a:gd name="connsiteY16" fmla="*/ 303184 h 2421916"/>
                <a:gd name="connsiteX17" fmla="*/ 706244 w 1791629"/>
                <a:gd name="connsiteY17" fmla="*/ 318053 h 2421916"/>
                <a:gd name="connsiteX18" fmla="*/ 669073 w 1791629"/>
                <a:gd name="connsiteY18" fmla="*/ 325487 h 2421916"/>
                <a:gd name="connsiteX19" fmla="*/ 587298 w 1791629"/>
                <a:gd name="connsiteY19" fmla="*/ 340355 h 2421916"/>
                <a:gd name="connsiteX20" fmla="*/ 542693 w 1791629"/>
                <a:gd name="connsiteY20" fmla="*/ 384960 h 2421916"/>
                <a:gd name="connsiteX21" fmla="*/ 520390 w 1791629"/>
                <a:gd name="connsiteY21" fmla="*/ 414697 h 2421916"/>
                <a:gd name="connsiteX22" fmla="*/ 498088 w 1791629"/>
                <a:gd name="connsiteY22" fmla="*/ 429565 h 2421916"/>
                <a:gd name="connsiteX23" fmla="*/ 453483 w 1791629"/>
                <a:gd name="connsiteY23" fmla="*/ 474170 h 2421916"/>
                <a:gd name="connsiteX24" fmla="*/ 431181 w 1791629"/>
                <a:gd name="connsiteY24" fmla="*/ 496472 h 2421916"/>
                <a:gd name="connsiteX25" fmla="*/ 401444 w 1791629"/>
                <a:gd name="connsiteY25" fmla="*/ 511340 h 2421916"/>
                <a:gd name="connsiteX26" fmla="*/ 386576 w 1791629"/>
                <a:gd name="connsiteY26" fmla="*/ 526209 h 2421916"/>
                <a:gd name="connsiteX27" fmla="*/ 364273 w 1791629"/>
                <a:gd name="connsiteY27" fmla="*/ 533643 h 2421916"/>
                <a:gd name="connsiteX28" fmla="*/ 341971 w 1791629"/>
                <a:gd name="connsiteY28" fmla="*/ 548511 h 2421916"/>
                <a:gd name="connsiteX29" fmla="*/ 327103 w 1791629"/>
                <a:gd name="connsiteY29" fmla="*/ 570814 h 2421916"/>
                <a:gd name="connsiteX30" fmla="*/ 260195 w 1791629"/>
                <a:gd name="connsiteY30" fmla="*/ 600550 h 2421916"/>
                <a:gd name="connsiteX31" fmla="*/ 237893 w 1791629"/>
                <a:gd name="connsiteY31" fmla="*/ 607984 h 2421916"/>
                <a:gd name="connsiteX32" fmla="*/ 223025 w 1791629"/>
                <a:gd name="connsiteY32" fmla="*/ 622853 h 2421916"/>
                <a:gd name="connsiteX33" fmla="*/ 178420 w 1791629"/>
                <a:gd name="connsiteY33" fmla="*/ 645155 h 2421916"/>
                <a:gd name="connsiteX34" fmla="*/ 148683 w 1791629"/>
                <a:gd name="connsiteY34" fmla="*/ 674892 h 2421916"/>
                <a:gd name="connsiteX35" fmla="*/ 133815 w 1791629"/>
                <a:gd name="connsiteY35" fmla="*/ 697194 h 2421916"/>
                <a:gd name="connsiteX36" fmla="*/ 111512 w 1791629"/>
                <a:gd name="connsiteY36" fmla="*/ 704628 h 2421916"/>
                <a:gd name="connsiteX37" fmla="*/ 81776 w 1791629"/>
                <a:gd name="connsiteY37" fmla="*/ 741799 h 2421916"/>
                <a:gd name="connsiteX38" fmla="*/ 44605 w 1791629"/>
                <a:gd name="connsiteY38" fmla="*/ 778970 h 2421916"/>
                <a:gd name="connsiteX39" fmla="*/ 37171 w 1791629"/>
                <a:gd name="connsiteY39" fmla="*/ 801272 h 2421916"/>
                <a:gd name="connsiteX40" fmla="*/ 22303 w 1791629"/>
                <a:gd name="connsiteY40" fmla="*/ 823575 h 2421916"/>
                <a:gd name="connsiteX41" fmla="*/ 14868 w 1791629"/>
                <a:gd name="connsiteY41" fmla="*/ 853311 h 2421916"/>
                <a:gd name="connsiteX42" fmla="*/ 0 w 1791629"/>
                <a:gd name="connsiteY42" fmla="*/ 920218 h 2421916"/>
                <a:gd name="connsiteX43" fmla="*/ 7434 w 1791629"/>
                <a:gd name="connsiteY43" fmla="*/ 1106072 h 2421916"/>
                <a:gd name="connsiteX44" fmla="*/ 14868 w 1791629"/>
                <a:gd name="connsiteY44" fmla="*/ 1158111 h 2421916"/>
                <a:gd name="connsiteX45" fmla="*/ 22303 w 1791629"/>
                <a:gd name="connsiteY45" fmla="*/ 1254755 h 2421916"/>
                <a:gd name="connsiteX46" fmla="*/ 29737 w 1791629"/>
                <a:gd name="connsiteY46" fmla="*/ 1381136 h 2421916"/>
                <a:gd name="connsiteX47" fmla="*/ 37171 w 1791629"/>
                <a:gd name="connsiteY47" fmla="*/ 1403438 h 2421916"/>
                <a:gd name="connsiteX48" fmla="*/ 44605 w 1791629"/>
                <a:gd name="connsiteY48" fmla="*/ 1433175 h 2421916"/>
                <a:gd name="connsiteX49" fmla="*/ 52039 w 1791629"/>
                <a:gd name="connsiteY49" fmla="*/ 1470345 h 2421916"/>
                <a:gd name="connsiteX50" fmla="*/ 59473 w 1791629"/>
                <a:gd name="connsiteY50" fmla="*/ 1492648 h 2421916"/>
                <a:gd name="connsiteX51" fmla="*/ 66908 w 1791629"/>
                <a:gd name="connsiteY51" fmla="*/ 1522384 h 2421916"/>
                <a:gd name="connsiteX52" fmla="*/ 74342 w 1791629"/>
                <a:gd name="connsiteY52" fmla="*/ 1604160 h 2421916"/>
                <a:gd name="connsiteX53" fmla="*/ 81776 w 1791629"/>
                <a:gd name="connsiteY53" fmla="*/ 1633897 h 2421916"/>
                <a:gd name="connsiteX54" fmla="*/ 89210 w 1791629"/>
                <a:gd name="connsiteY54" fmla="*/ 1671067 h 2421916"/>
                <a:gd name="connsiteX55" fmla="*/ 104078 w 1791629"/>
                <a:gd name="connsiteY55" fmla="*/ 1752843 h 2421916"/>
                <a:gd name="connsiteX56" fmla="*/ 118947 w 1791629"/>
                <a:gd name="connsiteY56" fmla="*/ 1812316 h 2421916"/>
                <a:gd name="connsiteX57" fmla="*/ 126381 w 1791629"/>
                <a:gd name="connsiteY57" fmla="*/ 1834618 h 2421916"/>
                <a:gd name="connsiteX58" fmla="*/ 133815 w 1791629"/>
                <a:gd name="connsiteY58" fmla="*/ 1871789 h 2421916"/>
                <a:gd name="connsiteX59" fmla="*/ 156117 w 1791629"/>
                <a:gd name="connsiteY59" fmla="*/ 1953565 h 2421916"/>
                <a:gd name="connsiteX60" fmla="*/ 178420 w 1791629"/>
                <a:gd name="connsiteY60" fmla="*/ 2027906 h 2421916"/>
                <a:gd name="connsiteX61" fmla="*/ 185854 w 1791629"/>
                <a:gd name="connsiteY61" fmla="*/ 2050209 h 2421916"/>
                <a:gd name="connsiteX62" fmla="*/ 193288 w 1791629"/>
                <a:gd name="connsiteY62" fmla="*/ 2072511 h 2421916"/>
                <a:gd name="connsiteX63" fmla="*/ 200722 w 1791629"/>
                <a:gd name="connsiteY63" fmla="*/ 2102248 h 2421916"/>
                <a:gd name="connsiteX64" fmla="*/ 215590 w 1791629"/>
                <a:gd name="connsiteY64" fmla="*/ 2146853 h 2421916"/>
                <a:gd name="connsiteX65" fmla="*/ 252761 w 1791629"/>
                <a:gd name="connsiteY65" fmla="*/ 2176589 h 2421916"/>
                <a:gd name="connsiteX66" fmla="*/ 267629 w 1791629"/>
                <a:gd name="connsiteY66" fmla="*/ 2198892 h 2421916"/>
                <a:gd name="connsiteX67" fmla="*/ 304800 w 1791629"/>
                <a:gd name="connsiteY67" fmla="*/ 2236062 h 2421916"/>
                <a:gd name="connsiteX68" fmla="*/ 319668 w 1791629"/>
                <a:gd name="connsiteY68" fmla="*/ 2258365 h 2421916"/>
                <a:gd name="connsiteX69" fmla="*/ 364273 w 1791629"/>
                <a:gd name="connsiteY69" fmla="*/ 2288101 h 2421916"/>
                <a:gd name="connsiteX70" fmla="*/ 379142 w 1791629"/>
                <a:gd name="connsiteY70" fmla="*/ 2302970 h 2421916"/>
                <a:gd name="connsiteX71" fmla="*/ 401444 w 1791629"/>
                <a:gd name="connsiteY71" fmla="*/ 2310404 h 2421916"/>
                <a:gd name="connsiteX72" fmla="*/ 423747 w 1791629"/>
                <a:gd name="connsiteY72" fmla="*/ 2325272 h 2421916"/>
                <a:gd name="connsiteX73" fmla="*/ 468351 w 1791629"/>
                <a:gd name="connsiteY73" fmla="*/ 2340140 h 2421916"/>
                <a:gd name="connsiteX74" fmla="*/ 550127 w 1791629"/>
                <a:gd name="connsiteY74" fmla="*/ 2362443 h 2421916"/>
                <a:gd name="connsiteX75" fmla="*/ 579864 w 1791629"/>
                <a:gd name="connsiteY75" fmla="*/ 2369877 h 2421916"/>
                <a:gd name="connsiteX76" fmla="*/ 609600 w 1791629"/>
                <a:gd name="connsiteY76" fmla="*/ 2377311 h 2421916"/>
                <a:gd name="connsiteX77" fmla="*/ 721112 w 1791629"/>
                <a:gd name="connsiteY77" fmla="*/ 2392179 h 2421916"/>
                <a:gd name="connsiteX78" fmla="*/ 773151 w 1791629"/>
                <a:gd name="connsiteY78" fmla="*/ 2399614 h 2421916"/>
                <a:gd name="connsiteX79" fmla="*/ 802888 w 1791629"/>
                <a:gd name="connsiteY79" fmla="*/ 2407048 h 2421916"/>
                <a:gd name="connsiteX80" fmla="*/ 929268 w 1791629"/>
                <a:gd name="connsiteY80" fmla="*/ 2421916 h 2421916"/>
                <a:gd name="connsiteX81" fmla="*/ 1144859 w 1791629"/>
                <a:gd name="connsiteY81" fmla="*/ 2414482 h 2421916"/>
                <a:gd name="connsiteX82" fmla="*/ 1234068 w 1791629"/>
                <a:gd name="connsiteY82" fmla="*/ 2407048 h 2421916"/>
                <a:gd name="connsiteX83" fmla="*/ 1353015 w 1791629"/>
                <a:gd name="connsiteY83" fmla="*/ 2392179 h 2421916"/>
                <a:gd name="connsiteX84" fmla="*/ 1397620 w 1791629"/>
                <a:gd name="connsiteY84" fmla="*/ 2377311 h 2421916"/>
                <a:gd name="connsiteX85" fmla="*/ 1486829 w 1791629"/>
                <a:gd name="connsiteY85" fmla="*/ 2317838 h 2421916"/>
                <a:gd name="connsiteX86" fmla="*/ 1509132 w 1791629"/>
                <a:gd name="connsiteY86" fmla="*/ 2302970 h 2421916"/>
                <a:gd name="connsiteX87" fmla="*/ 1531434 w 1791629"/>
                <a:gd name="connsiteY87" fmla="*/ 2288101 h 2421916"/>
                <a:gd name="connsiteX88" fmla="*/ 1553737 w 1791629"/>
                <a:gd name="connsiteY88" fmla="*/ 2280667 h 2421916"/>
                <a:gd name="connsiteX89" fmla="*/ 1568605 w 1791629"/>
                <a:gd name="connsiteY89" fmla="*/ 2258365 h 2421916"/>
                <a:gd name="connsiteX90" fmla="*/ 1590908 w 1791629"/>
                <a:gd name="connsiteY90" fmla="*/ 2243497 h 2421916"/>
                <a:gd name="connsiteX91" fmla="*/ 1605776 w 1791629"/>
                <a:gd name="connsiteY91" fmla="*/ 2184023 h 2421916"/>
                <a:gd name="connsiteX92" fmla="*/ 1620644 w 1791629"/>
                <a:gd name="connsiteY92" fmla="*/ 2161721 h 2421916"/>
                <a:gd name="connsiteX93" fmla="*/ 1642947 w 1791629"/>
                <a:gd name="connsiteY93" fmla="*/ 2124550 h 2421916"/>
                <a:gd name="connsiteX94" fmla="*/ 1650381 w 1791629"/>
                <a:gd name="connsiteY94" fmla="*/ 2102248 h 2421916"/>
                <a:gd name="connsiteX95" fmla="*/ 1665249 w 1791629"/>
                <a:gd name="connsiteY95" fmla="*/ 2079945 h 2421916"/>
                <a:gd name="connsiteX96" fmla="*/ 1672683 w 1791629"/>
                <a:gd name="connsiteY96" fmla="*/ 2057643 h 2421916"/>
                <a:gd name="connsiteX97" fmla="*/ 1687551 w 1791629"/>
                <a:gd name="connsiteY97" fmla="*/ 2035340 h 2421916"/>
                <a:gd name="connsiteX98" fmla="*/ 1702420 w 1791629"/>
                <a:gd name="connsiteY98" fmla="*/ 1990736 h 2421916"/>
                <a:gd name="connsiteX99" fmla="*/ 1709854 w 1791629"/>
                <a:gd name="connsiteY99" fmla="*/ 1968433 h 2421916"/>
                <a:gd name="connsiteX100" fmla="*/ 1717288 w 1791629"/>
                <a:gd name="connsiteY100" fmla="*/ 1790014 h 2421916"/>
                <a:gd name="connsiteX101" fmla="*/ 1724722 w 1791629"/>
                <a:gd name="connsiteY101" fmla="*/ 1745409 h 2421916"/>
                <a:gd name="connsiteX102" fmla="*/ 1739590 w 1791629"/>
                <a:gd name="connsiteY102" fmla="*/ 1381136 h 2421916"/>
                <a:gd name="connsiteX103" fmla="*/ 1747025 w 1791629"/>
                <a:gd name="connsiteY103" fmla="*/ 1306794 h 2421916"/>
                <a:gd name="connsiteX104" fmla="*/ 1761893 w 1791629"/>
                <a:gd name="connsiteY104" fmla="*/ 964823 h 2421916"/>
                <a:gd name="connsiteX105" fmla="*/ 1769327 w 1791629"/>
                <a:gd name="connsiteY105" fmla="*/ 942521 h 2421916"/>
                <a:gd name="connsiteX106" fmla="*/ 1776761 w 1791629"/>
                <a:gd name="connsiteY106" fmla="*/ 563379 h 2421916"/>
                <a:gd name="connsiteX107" fmla="*/ 1791629 w 1791629"/>
                <a:gd name="connsiteY107" fmla="*/ 466736 h 2421916"/>
                <a:gd name="connsiteX108" fmla="*/ 1769327 w 1791629"/>
                <a:gd name="connsiteY108" fmla="*/ 206540 h 2421916"/>
                <a:gd name="connsiteX109" fmla="*/ 1761893 w 1791629"/>
                <a:gd name="connsiteY109" fmla="*/ 184238 h 2421916"/>
                <a:gd name="connsiteX110" fmla="*/ 1717288 w 1791629"/>
                <a:gd name="connsiteY110" fmla="*/ 124765 h 2421916"/>
                <a:gd name="connsiteX111" fmla="*/ 1694986 w 1791629"/>
                <a:gd name="connsiteY111" fmla="*/ 117331 h 2421916"/>
                <a:gd name="connsiteX112" fmla="*/ 1635512 w 1791629"/>
                <a:gd name="connsiteY112" fmla="*/ 72726 h 2421916"/>
                <a:gd name="connsiteX113" fmla="*/ 1613210 w 1791629"/>
                <a:gd name="connsiteY113" fmla="*/ 57858 h 2421916"/>
                <a:gd name="connsiteX114" fmla="*/ 1561171 w 1791629"/>
                <a:gd name="connsiteY114" fmla="*/ 20687 h 2421916"/>
                <a:gd name="connsiteX115" fmla="*/ 1546303 w 1791629"/>
                <a:gd name="connsiteY115" fmla="*/ 5818 h 2421916"/>
                <a:gd name="connsiteX116" fmla="*/ 1464527 w 1791629"/>
                <a:gd name="connsiteY116" fmla="*/ 13253 h 242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791629" h="2421916">
                  <a:moveTo>
                    <a:pt x="1464527" y="13253"/>
                  </a:moveTo>
                  <a:cubicBezTo>
                    <a:pt x="1442225" y="15731"/>
                    <a:pt x="1429670" y="17251"/>
                    <a:pt x="1412488" y="20687"/>
                  </a:cubicBezTo>
                  <a:cubicBezTo>
                    <a:pt x="1392450" y="24694"/>
                    <a:pt x="1373292" y="33020"/>
                    <a:pt x="1353015" y="35555"/>
                  </a:cubicBezTo>
                  <a:cubicBezTo>
                    <a:pt x="1255981" y="47684"/>
                    <a:pt x="1326948" y="36391"/>
                    <a:pt x="1263805" y="50423"/>
                  </a:cubicBezTo>
                  <a:cubicBezTo>
                    <a:pt x="1251470" y="53164"/>
                    <a:pt x="1238825" y="54533"/>
                    <a:pt x="1226634" y="57858"/>
                  </a:cubicBezTo>
                  <a:cubicBezTo>
                    <a:pt x="1211514" y="61982"/>
                    <a:pt x="1196897" y="67770"/>
                    <a:pt x="1182029" y="72726"/>
                  </a:cubicBezTo>
                  <a:cubicBezTo>
                    <a:pt x="1174595" y="75204"/>
                    <a:pt x="1166247" y="75813"/>
                    <a:pt x="1159727" y="80160"/>
                  </a:cubicBezTo>
                  <a:cubicBezTo>
                    <a:pt x="1130905" y="99375"/>
                    <a:pt x="1145901" y="92203"/>
                    <a:pt x="1115122" y="102462"/>
                  </a:cubicBezTo>
                  <a:cubicBezTo>
                    <a:pt x="1097509" y="120076"/>
                    <a:pt x="1080871" y="138660"/>
                    <a:pt x="1055649" y="147067"/>
                  </a:cubicBezTo>
                  <a:lnTo>
                    <a:pt x="1033347" y="154501"/>
                  </a:lnTo>
                  <a:cubicBezTo>
                    <a:pt x="969437" y="197109"/>
                    <a:pt x="1050292" y="146030"/>
                    <a:pt x="988742" y="176804"/>
                  </a:cubicBezTo>
                  <a:cubicBezTo>
                    <a:pt x="931097" y="205626"/>
                    <a:pt x="1000193" y="180421"/>
                    <a:pt x="944137" y="199106"/>
                  </a:cubicBezTo>
                  <a:cubicBezTo>
                    <a:pt x="908794" y="222669"/>
                    <a:pt x="930311" y="211149"/>
                    <a:pt x="877229" y="228843"/>
                  </a:cubicBezTo>
                  <a:cubicBezTo>
                    <a:pt x="869795" y="231321"/>
                    <a:pt x="861447" y="231930"/>
                    <a:pt x="854927" y="236277"/>
                  </a:cubicBezTo>
                  <a:cubicBezTo>
                    <a:pt x="826105" y="255492"/>
                    <a:pt x="841101" y="248320"/>
                    <a:pt x="810322" y="258579"/>
                  </a:cubicBezTo>
                  <a:cubicBezTo>
                    <a:pt x="781282" y="287621"/>
                    <a:pt x="811753" y="261581"/>
                    <a:pt x="773151" y="280882"/>
                  </a:cubicBezTo>
                  <a:cubicBezTo>
                    <a:pt x="715503" y="309705"/>
                    <a:pt x="784607" y="284497"/>
                    <a:pt x="728547" y="303184"/>
                  </a:cubicBezTo>
                  <a:cubicBezTo>
                    <a:pt x="721113" y="308140"/>
                    <a:pt x="714610" y="314916"/>
                    <a:pt x="706244" y="318053"/>
                  </a:cubicBezTo>
                  <a:cubicBezTo>
                    <a:pt x="694413" y="322490"/>
                    <a:pt x="681537" y="323410"/>
                    <a:pt x="669073" y="325487"/>
                  </a:cubicBezTo>
                  <a:cubicBezTo>
                    <a:pt x="589163" y="338805"/>
                    <a:pt x="644387" y="326083"/>
                    <a:pt x="587298" y="340355"/>
                  </a:cubicBezTo>
                  <a:cubicBezTo>
                    <a:pt x="572430" y="355223"/>
                    <a:pt x="555309" y="368138"/>
                    <a:pt x="542693" y="384960"/>
                  </a:cubicBezTo>
                  <a:cubicBezTo>
                    <a:pt x="535259" y="394872"/>
                    <a:pt x="529151" y="405936"/>
                    <a:pt x="520390" y="414697"/>
                  </a:cubicBezTo>
                  <a:cubicBezTo>
                    <a:pt x="514072" y="421015"/>
                    <a:pt x="504766" y="423629"/>
                    <a:pt x="498088" y="429565"/>
                  </a:cubicBezTo>
                  <a:cubicBezTo>
                    <a:pt x="482372" y="443535"/>
                    <a:pt x="468351" y="459302"/>
                    <a:pt x="453483" y="474170"/>
                  </a:cubicBezTo>
                  <a:cubicBezTo>
                    <a:pt x="446049" y="481604"/>
                    <a:pt x="440584" y="491770"/>
                    <a:pt x="431181" y="496472"/>
                  </a:cubicBezTo>
                  <a:lnTo>
                    <a:pt x="401444" y="511340"/>
                  </a:lnTo>
                  <a:cubicBezTo>
                    <a:pt x="396488" y="516296"/>
                    <a:pt x="392586" y="522603"/>
                    <a:pt x="386576" y="526209"/>
                  </a:cubicBezTo>
                  <a:cubicBezTo>
                    <a:pt x="379856" y="530241"/>
                    <a:pt x="371282" y="530139"/>
                    <a:pt x="364273" y="533643"/>
                  </a:cubicBezTo>
                  <a:cubicBezTo>
                    <a:pt x="356282" y="537639"/>
                    <a:pt x="349405" y="543555"/>
                    <a:pt x="341971" y="548511"/>
                  </a:cubicBezTo>
                  <a:cubicBezTo>
                    <a:pt x="337015" y="555945"/>
                    <a:pt x="333421" y="564496"/>
                    <a:pt x="327103" y="570814"/>
                  </a:cubicBezTo>
                  <a:cubicBezTo>
                    <a:pt x="309433" y="588484"/>
                    <a:pt x="282276" y="593190"/>
                    <a:pt x="260195" y="600550"/>
                  </a:cubicBezTo>
                  <a:lnTo>
                    <a:pt x="237893" y="607984"/>
                  </a:lnTo>
                  <a:cubicBezTo>
                    <a:pt x="232937" y="612940"/>
                    <a:pt x="229035" y="619247"/>
                    <a:pt x="223025" y="622853"/>
                  </a:cubicBezTo>
                  <a:cubicBezTo>
                    <a:pt x="179049" y="649239"/>
                    <a:pt x="222288" y="607554"/>
                    <a:pt x="178420" y="645155"/>
                  </a:cubicBezTo>
                  <a:cubicBezTo>
                    <a:pt x="167777" y="654278"/>
                    <a:pt x="156459" y="663228"/>
                    <a:pt x="148683" y="674892"/>
                  </a:cubicBezTo>
                  <a:cubicBezTo>
                    <a:pt x="143727" y="682326"/>
                    <a:pt x="140792" y="691613"/>
                    <a:pt x="133815" y="697194"/>
                  </a:cubicBezTo>
                  <a:cubicBezTo>
                    <a:pt x="127696" y="702089"/>
                    <a:pt x="118946" y="702150"/>
                    <a:pt x="111512" y="704628"/>
                  </a:cubicBezTo>
                  <a:cubicBezTo>
                    <a:pt x="53524" y="762620"/>
                    <a:pt x="147445" y="666749"/>
                    <a:pt x="81776" y="741799"/>
                  </a:cubicBezTo>
                  <a:cubicBezTo>
                    <a:pt x="70237" y="754986"/>
                    <a:pt x="44605" y="778970"/>
                    <a:pt x="44605" y="778970"/>
                  </a:cubicBezTo>
                  <a:cubicBezTo>
                    <a:pt x="42127" y="786404"/>
                    <a:pt x="40675" y="794263"/>
                    <a:pt x="37171" y="801272"/>
                  </a:cubicBezTo>
                  <a:cubicBezTo>
                    <a:pt x="33175" y="809264"/>
                    <a:pt x="25823" y="815363"/>
                    <a:pt x="22303" y="823575"/>
                  </a:cubicBezTo>
                  <a:cubicBezTo>
                    <a:pt x="18278" y="832966"/>
                    <a:pt x="17675" y="843487"/>
                    <a:pt x="14868" y="853311"/>
                  </a:cubicBezTo>
                  <a:cubicBezTo>
                    <a:pt x="229" y="904544"/>
                    <a:pt x="13413" y="839743"/>
                    <a:pt x="0" y="920218"/>
                  </a:cubicBezTo>
                  <a:cubicBezTo>
                    <a:pt x="2478" y="982169"/>
                    <a:pt x="3567" y="1044192"/>
                    <a:pt x="7434" y="1106072"/>
                  </a:cubicBezTo>
                  <a:cubicBezTo>
                    <a:pt x="8527" y="1123560"/>
                    <a:pt x="13124" y="1140676"/>
                    <a:pt x="14868" y="1158111"/>
                  </a:cubicBezTo>
                  <a:cubicBezTo>
                    <a:pt x="18083" y="1190260"/>
                    <a:pt x="20154" y="1222517"/>
                    <a:pt x="22303" y="1254755"/>
                  </a:cubicBezTo>
                  <a:cubicBezTo>
                    <a:pt x="25110" y="1296861"/>
                    <a:pt x="25538" y="1339146"/>
                    <a:pt x="29737" y="1381136"/>
                  </a:cubicBezTo>
                  <a:cubicBezTo>
                    <a:pt x="30517" y="1388933"/>
                    <a:pt x="35018" y="1395903"/>
                    <a:pt x="37171" y="1403438"/>
                  </a:cubicBezTo>
                  <a:cubicBezTo>
                    <a:pt x="39978" y="1413262"/>
                    <a:pt x="42389" y="1423201"/>
                    <a:pt x="44605" y="1433175"/>
                  </a:cubicBezTo>
                  <a:cubicBezTo>
                    <a:pt x="47346" y="1445509"/>
                    <a:pt x="48975" y="1458087"/>
                    <a:pt x="52039" y="1470345"/>
                  </a:cubicBezTo>
                  <a:cubicBezTo>
                    <a:pt x="53940" y="1477947"/>
                    <a:pt x="57320" y="1485113"/>
                    <a:pt x="59473" y="1492648"/>
                  </a:cubicBezTo>
                  <a:cubicBezTo>
                    <a:pt x="62280" y="1502472"/>
                    <a:pt x="64430" y="1512472"/>
                    <a:pt x="66908" y="1522384"/>
                  </a:cubicBezTo>
                  <a:cubicBezTo>
                    <a:pt x="69386" y="1549643"/>
                    <a:pt x="70725" y="1577029"/>
                    <a:pt x="74342" y="1604160"/>
                  </a:cubicBezTo>
                  <a:cubicBezTo>
                    <a:pt x="75692" y="1614288"/>
                    <a:pt x="79560" y="1623923"/>
                    <a:pt x="81776" y="1633897"/>
                  </a:cubicBezTo>
                  <a:cubicBezTo>
                    <a:pt x="84517" y="1646231"/>
                    <a:pt x="86950" y="1658635"/>
                    <a:pt x="89210" y="1671067"/>
                  </a:cubicBezTo>
                  <a:cubicBezTo>
                    <a:pt x="95713" y="1706836"/>
                    <a:pt x="96209" y="1718747"/>
                    <a:pt x="104078" y="1752843"/>
                  </a:cubicBezTo>
                  <a:cubicBezTo>
                    <a:pt x="108673" y="1772754"/>
                    <a:pt x="112485" y="1792930"/>
                    <a:pt x="118947" y="1812316"/>
                  </a:cubicBezTo>
                  <a:cubicBezTo>
                    <a:pt x="121425" y="1819750"/>
                    <a:pt x="124480" y="1827016"/>
                    <a:pt x="126381" y="1834618"/>
                  </a:cubicBezTo>
                  <a:cubicBezTo>
                    <a:pt x="129446" y="1846876"/>
                    <a:pt x="130974" y="1859477"/>
                    <a:pt x="133815" y="1871789"/>
                  </a:cubicBezTo>
                  <a:cubicBezTo>
                    <a:pt x="165613" y="2009584"/>
                    <a:pt x="136458" y="1884756"/>
                    <a:pt x="156117" y="1953565"/>
                  </a:cubicBezTo>
                  <a:cubicBezTo>
                    <a:pt x="178585" y="2032206"/>
                    <a:pt x="143088" y="1921913"/>
                    <a:pt x="178420" y="2027906"/>
                  </a:cubicBezTo>
                  <a:lnTo>
                    <a:pt x="185854" y="2050209"/>
                  </a:lnTo>
                  <a:cubicBezTo>
                    <a:pt x="188332" y="2057643"/>
                    <a:pt x="191388" y="2064909"/>
                    <a:pt x="193288" y="2072511"/>
                  </a:cubicBezTo>
                  <a:cubicBezTo>
                    <a:pt x="195766" y="2082423"/>
                    <a:pt x="197786" y="2092462"/>
                    <a:pt x="200722" y="2102248"/>
                  </a:cubicBezTo>
                  <a:cubicBezTo>
                    <a:pt x="205225" y="2117260"/>
                    <a:pt x="204507" y="2135771"/>
                    <a:pt x="215590" y="2146853"/>
                  </a:cubicBezTo>
                  <a:cubicBezTo>
                    <a:pt x="236777" y="2168038"/>
                    <a:pt x="224627" y="2157833"/>
                    <a:pt x="252761" y="2176589"/>
                  </a:cubicBezTo>
                  <a:cubicBezTo>
                    <a:pt x="257717" y="2184023"/>
                    <a:pt x="261745" y="2192168"/>
                    <a:pt x="267629" y="2198892"/>
                  </a:cubicBezTo>
                  <a:cubicBezTo>
                    <a:pt x="279168" y="2212079"/>
                    <a:pt x="295081" y="2221482"/>
                    <a:pt x="304800" y="2236062"/>
                  </a:cubicBezTo>
                  <a:cubicBezTo>
                    <a:pt x="309756" y="2243496"/>
                    <a:pt x="312944" y="2252481"/>
                    <a:pt x="319668" y="2258365"/>
                  </a:cubicBezTo>
                  <a:cubicBezTo>
                    <a:pt x="333116" y="2270132"/>
                    <a:pt x="351637" y="2275465"/>
                    <a:pt x="364273" y="2288101"/>
                  </a:cubicBezTo>
                  <a:cubicBezTo>
                    <a:pt x="369229" y="2293057"/>
                    <a:pt x="373132" y="2299364"/>
                    <a:pt x="379142" y="2302970"/>
                  </a:cubicBezTo>
                  <a:cubicBezTo>
                    <a:pt x="385861" y="2307002"/>
                    <a:pt x="394435" y="2306900"/>
                    <a:pt x="401444" y="2310404"/>
                  </a:cubicBezTo>
                  <a:cubicBezTo>
                    <a:pt x="409436" y="2314400"/>
                    <a:pt x="415582" y="2321643"/>
                    <a:pt x="423747" y="2325272"/>
                  </a:cubicBezTo>
                  <a:cubicBezTo>
                    <a:pt x="438069" y="2331637"/>
                    <a:pt x="453483" y="2335184"/>
                    <a:pt x="468351" y="2340140"/>
                  </a:cubicBezTo>
                  <a:cubicBezTo>
                    <a:pt x="510049" y="2354040"/>
                    <a:pt x="483027" y="2345668"/>
                    <a:pt x="550127" y="2362443"/>
                  </a:cubicBezTo>
                  <a:lnTo>
                    <a:pt x="579864" y="2369877"/>
                  </a:lnTo>
                  <a:cubicBezTo>
                    <a:pt x="589776" y="2372355"/>
                    <a:pt x="599486" y="2375866"/>
                    <a:pt x="609600" y="2377311"/>
                  </a:cubicBezTo>
                  <a:lnTo>
                    <a:pt x="721112" y="2392179"/>
                  </a:lnTo>
                  <a:cubicBezTo>
                    <a:pt x="738481" y="2394495"/>
                    <a:pt x="755911" y="2396479"/>
                    <a:pt x="773151" y="2399614"/>
                  </a:cubicBezTo>
                  <a:cubicBezTo>
                    <a:pt x="783204" y="2401442"/>
                    <a:pt x="792810" y="2405368"/>
                    <a:pt x="802888" y="2407048"/>
                  </a:cubicBezTo>
                  <a:cubicBezTo>
                    <a:pt x="823323" y="2410454"/>
                    <a:pt x="911360" y="2419926"/>
                    <a:pt x="929268" y="2421916"/>
                  </a:cubicBezTo>
                  <a:lnTo>
                    <a:pt x="1144859" y="2414482"/>
                  </a:lnTo>
                  <a:cubicBezTo>
                    <a:pt x="1174663" y="2413028"/>
                    <a:pt x="1204363" y="2409877"/>
                    <a:pt x="1234068" y="2407048"/>
                  </a:cubicBezTo>
                  <a:cubicBezTo>
                    <a:pt x="1290297" y="2401693"/>
                    <a:pt x="1300699" y="2399654"/>
                    <a:pt x="1353015" y="2392179"/>
                  </a:cubicBezTo>
                  <a:cubicBezTo>
                    <a:pt x="1367883" y="2387223"/>
                    <a:pt x="1384580" y="2386004"/>
                    <a:pt x="1397620" y="2377311"/>
                  </a:cubicBezTo>
                  <a:lnTo>
                    <a:pt x="1486829" y="2317838"/>
                  </a:lnTo>
                  <a:lnTo>
                    <a:pt x="1509132" y="2302970"/>
                  </a:lnTo>
                  <a:cubicBezTo>
                    <a:pt x="1516566" y="2298014"/>
                    <a:pt x="1522958" y="2290926"/>
                    <a:pt x="1531434" y="2288101"/>
                  </a:cubicBezTo>
                  <a:lnTo>
                    <a:pt x="1553737" y="2280667"/>
                  </a:lnTo>
                  <a:cubicBezTo>
                    <a:pt x="1558693" y="2273233"/>
                    <a:pt x="1562287" y="2264683"/>
                    <a:pt x="1568605" y="2258365"/>
                  </a:cubicBezTo>
                  <a:cubicBezTo>
                    <a:pt x="1574923" y="2252047"/>
                    <a:pt x="1586912" y="2251489"/>
                    <a:pt x="1590908" y="2243497"/>
                  </a:cubicBezTo>
                  <a:cubicBezTo>
                    <a:pt x="1600047" y="2225220"/>
                    <a:pt x="1600820" y="2203848"/>
                    <a:pt x="1605776" y="2184023"/>
                  </a:cubicBezTo>
                  <a:cubicBezTo>
                    <a:pt x="1607943" y="2175355"/>
                    <a:pt x="1615688" y="2169155"/>
                    <a:pt x="1620644" y="2161721"/>
                  </a:cubicBezTo>
                  <a:cubicBezTo>
                    <a:pt x="1641702" y="2098543"/>
                    <a:pt x="1612333" y="2175571"/>
                    <a:pt x="1642947" y="2124550"/>
                  </a:cubicBezTo>
                  <a:cubicBezTo>
                    <a:pt x="1646979" y="2117831"/>
                    <a:pt x="1646877" y="2109257"/>
                    <a:pt x="1650381" y="2102248"/>
                  </a:cubicBezTo>
                  <a:cubicBezTo>
                    <a:pt x="1654377" y="2094256"/>
                    <a:pt x="1661253" y="2087937"/>
                    <a:pt x="1665249" y="2079945"/>
                  </a:cubicBezTo>
                  <a:cubicBezTo>
                    <a:pt x="1668753" y="2072936"/>
                    <a:pt x="1669179" y="2064652"/>
                    <a:pt x="1672683" y="2057643"/>
                  </a:cubicBezTo>
                  <a:cubicBezTo>
                    <a:pt x="1676679" y="2049651"/>
                    <a:pt x="1683922" y="2043505"/>
                    <a:pt x="1687551" y="2035340"/>
                  </a:cubicBezTo>
                  <a:cubicBezTo>
                    <a:pt x="1693916" y="2021018"/>
                    <a:pt x="1697464" y="2005604"/>
                    <a:pt x="1702420" y="1990736"/>
                  </a:cubicBezTo>
                  <a:lnTo>
                    <a:pt x="1709854" y="1968433"/>
                  </a:lnTo>
                  <a:cubicBezTo>
                    <a:pt x="1712332" y="1908960"/>
                    <a:pt x="1713329" y="1849407"/>
                    <a:pt x="1717288" y="1790014"/>
                  </a:cubicBezTo>
                  <a:cubicBezTo>
                    <a:pt x="1718291" y="1774974"/>
                    <a:pt x="1723685" y="1760447"/>
                    <a:pt x="1724722" y="1745409"/>
                  </a:cubicBezTo>
                  <a:cubicBezTo>
                    <a:pt x="1729571" y="1675103"/>
                    <a:pt x="1736051" y="1444840"/>
                    <a:pt x="1739590" y="1381136"/>
                  </a:cubicBezTo>
                  <a:cubicBezTo>
                    <a:pt x="1740972" y="1356270"/>
                    <a:pt x="1744547" y="1331575"/>
                    <a:pt x="1747025" y="1306794"/>
                  </a:cubicBezTo>
                  <a:cubicBezTo>
                    <a:pt x="1748818" y="1233271"/>
                    <a:pt x="1735268" y="1071326"/>
                    <a:pt x="1761893" y="964823"/>
                  </a:cubicBezTo>
                  <a:cubicBezTo>
                    <a:pt x="1763794" y="957221"/>
                    <a:pt x="1766849" y="949955"/>
                    <a:pt x="1769327" y="942521"/>
                  </a:cubicBezTo>
                  <a:cubicBezTo>
                    <a:pt x="1771805" y="816140"/>
                    <a:pt x="1772405" y="689709"/>
                    <a:pt x="1776761" y="563379"/>
                  </a:cubicBezTo>
                  <a:cubicBezTo>
                    <a:pt x="1777177" y="551316"/>
                    <a:pt x="1789185" y="481400"/>
                    <a:pt x="1791629" y="466736"/>
                  </a:cubicBezTo>
                  <a:cubicBezTo>
                    <a:pt x="1783655" y="235486"/>
                    <a:pt x="1806933" y="319361"/>
                    <a:pt x="1769327" y="206540"/>
                  </a:cubicBezTo>
                  <a:lnTo>
                    <a:pt x="1761893" y="184238"/>
                  </a:lnTo>
                  <a:cubicBezTo>
                    <a:pt x="1753693" y="159638"/>
                    <a:pt x="1749322" y="135443"/>
                    <a:pt x="1717288" y="124765"/>
                  </a:cubicBezTo>
                  <a:lnTo>
                    <a:pt x="1694986" y="117331"/>
                  </a:lnTo>
                  <a:cubicBezTo>
                    <a:pt x="1667481" y="89826"/>
                    <a:pt x="1685950" y="106351"/>
                    <a:pt x="1635512" y="72726"/>
                  </a:cubicBezTo>
                  <a:cubicBezTo>
                    <a:pt x="1628078" y="67770"/>
                    <a:pt x="1619528" y="64176"/>
                    <a:pt x="1613210" y="57858"/>
                  </a:cubicBezTo>
                  <a:cubicBezTo>
                    <a:pt x="1577932" y="22580"/>
                    <a:pt x="1596772" y="32554"/>
                    <a:pt x="1561171" y="20687"/>
                  </a:cubicBezTo>
                  <a:cubicBezTo>
                    <a:pt x="1556215" y="15731"/>
                    <a:pt x="1552572" y="8953"/>
                    <a:pt x="1546303" y="5818"/>
                  </a:cubicBezTo>
                  <a:cubicBezTo>
                    <a:pt x="1515000" y="-9834"/>
                    <a:pt x="1486829" y="10775"/>
                    <a:pt x="1464527" y="13253"/>
                  </a:cubicBezTo>
                  <a:close/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DC275D5-640A-FCC1-1FEB-71DAE82D8218}"/>
                </a:ext>
              </a:extLst>
            </p:cNvPr>
            <p:cNvCxnSpPr/>
            <p:nvPr/>
          </p:nvCxnSpPr>
          <p:spPr>
            <a:xfrm>
              <a:off x="4755518" y="3773408"/>
              <a:ext cx="1056094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A3BC21D-7463-5874-168F-69470D3DF1C1}"/>
                </a:ext>
              </a:extLst>
            </p:cNvPr>
            <p:cNvCxnSpPr/>
            <p:nvPr/>
          </p:nvCxnSpPr>
          <p:spPr>
            <a:xfrm>
              <a:off x="3790213" y="4167548"/>
              <a:ext cx="1056094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06DF71-45F1-DB32-3C33-F2A2A65A538A}"/>
                </a:ext>
              </a:extLst>
            </p:cNvPr>
            <p:cNvSpPr txBox="1"/>
            <p:nvPr/>
          </p:nvSpPr>
          <p:spPr>
            <a:xfrm>
              <a:off x="5798418" y="3576624"/>
              <a:ext cx="297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v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4B385D-3647-3023-6193-6BFF3131E5F8}"/>
                </a:ext>
              </a:extLst>
            </p:cNvPr>
            <p:cNvSpPr txBox="1"/>
            <p:nvPr/>
          </p:nvSpPr>
          <p:spPr>
            <a:xfrm>
              <a:off x="3645242" y="3830222"/>
              <a:ext cx="310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u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EEE42A6-2BDD-01FE-EAC0-CBE76C510143}"/>
                  </a:ext>
                </a:extLst>
              </p:cNvPr>
              <p:cNvSpPr txBox="1"/>
              <p:nvPr/>
            </p:nvSpPr>
            <p:spPr>
              <a:xfrm>
                <a:off x="6900117" y="2488769"/>
                <a:ext cx="2257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2"/>
                    </a:solidFill>
                  </a:rPr>
                  <a:t>Further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/>
                    </a:solidFill>
                  </a:rPr>
                  <a:t>decompose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EEE42A6-2BDD-01FE-EAC0-CBE76C510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117" y="2488769"/>
                <a:ext cx="2257798" cy="276999"/>
              </a:xfrm>
              <a:prstGeom prst="rect">
                <a:avLst/>
              </a:prstGeom>
              <a:blipFill>
                <a:blip r:embed="rId7"/>
                <a:stretch>
                  <a:fillRect l="-6742" t="-21739" r="-1685" b="-521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4ECE514-9A63-B934-D800-078A65B00171}"/>
              </a:ext>
            </a:extLst>
          </p:cNvPr>
          <p:cNvCxnSpPr>
            <a:cxnSpLocks/>
          </p:cNvCxnSpPr>
          <p:nvPr/>
        </p:nvCxnSpPr>
        <p:spPr>
          <a:xfrm>
            <a:off x="8276325" y="5100466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DB7900E-A202-1B1F-B9C2-ACA0048EB0DD}"/>
              </a:ext>
            </a:extLst>
          </p:cNvPr>
          <p:cNvCxnSpPr>
            <a:cxnSpLocks/>
          </p:cNvCxnSpPr>
          <p:nvPr/>
        </p:nvCxnSpPr>
        <p:spPr>
          <a:xfrm>
            <a:off x="7254869" y="4130364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9179213-CCA7-078C-5964-982DEB9EE0D9}"/>
              </a:ext>
            </a:extLst>
          </p:cNvPr>
          <p:cNvGrpSpPr/>
          <p:nvPr/>
        </p:nvGrpSpPr>
        <p:grpSpPr>
          <a:xfrm>
            <a:off x="7547343" y="3212167"/>
            <a:ext cx="1571958" cy="2185113"/>
            <a:chOff x="9445262" y="3731785"/>
            <a:chExt cx="1571958" cy="2185113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644995BA-0F91-507D-208B-AD9A23D58138}"/>
                </a:ext>
              </a:extLst>
            </p:cNvPr>
            <p:cNvSpPr/>
            <p:nvPr/>
          </p:nvSpPr>
          <p:spPr>
            <a:xfrm>
              <a:off x="9445262" y="4322210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AC87326F-138F-A91B-A287-4A6D6B437810}"/>
                </a:ext>
              </a:extLst>
            </p:cNvPr>
            <p:cNvSpPr/>
            <p:nvPr/>
          </p:nvSpPr>
          <p:spPr>
            <a:xfrm>
              <a:off x="10410567" y="373178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1AA7F0F2-8C36-84D0-198E-B8D5760DF97A}"/>
                </a:ext>
              </a:extLst>
            </p:cNvPr>
            <p:cNvCxnSpPr>
              <a:cxnSpLocks/>
              <a:stCxn id="146" idx="4"/>
              <a:endCxn id="150" idx="0"/>
            </p:cNvCxnSpPr>
            <p:nvPr/>
          </p:nvCxnSpPr>
          <p:spPr>
            <a:xfrm>
              <a:off x="9748589" y="4928863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CEF7C881-EA19-9873-5073-C84CBC3D16BE}"/>
                </a:ext>
              </a:extLst>
            </p:cNvPr>
            <p:cNvSpPr/>
            <p:nvPr/>
          </p:nvSpPr>
          <p:spPr>
            <a:xfrm>
              <a:off x="9559145" y="531024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5840AD3-DD32-D421-EAFC-F3D957B91CE4}"/>
                </a:ext>
              </a:extLst>
            </p:cNvPr>
            <p:cNvSpPr/>
            <p:nvPr/>
          </p:nvSpPr>
          <p:spPr>
            <a:xfrm>
              <a:off x="10367286" y="5308772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21A76869-5D06-3308-9B84-EA82684489AC}"/>
                </a:ext>
              </a:extLst>
            </p:cNvPr>
            <p:cNvCxnSpPr>
              <a:cxnSpLocks/>
              <a:stCxn id="146" idx="5"/>
              <a:endCxn id="151" idx="1"/>
            </p:cNvCxnSpPr>
            <p:nvPr/>
          </p:nvCxnSpPr>
          <p:spPr>
            <a:xfrm>
              <a:off x="9963073" y="4840021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65C4A181-07BA-776C-8226-E023FA6402B4}"/>
                </a:ext>
              </a:extLst>
            </p:cNvPr>
            <p:cNvCxnSpPr>
              <a:cxnSpLocks/>
              <a:stCxn id="147" idx="3"/>
              <a:endCxn id="146" idx="6"/>
            </p:cNvCxnSpPr>
            <p:nvPr/>
          </p:nvCxnSpPr>
          <p:spPr>
            <a:xfrm flipH="1">
              <a:off x="10051915" y="4249596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8BE6A954-7E30-CE6D-ABA5-88C9CA23BEF1}"/>
                </a:ext>
              </a:extLst>
            </p:cNvPr>
            <p:cNvCxnSpPr>
              <a:cxnSpLocks/>
              <a:stCxn id="147" idx="4"/>
              <a:endCxn id="151" idx="0"/>
            </p:cNvCxnSpPr>
            <p:nvPr/>
          </p:nvCxnSpPr>
          <p:spPr>
            <a:xfrm flipH="1">
              <a:off x="10670613" y="4338438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6FB47DE-1376-6E5C-91F2-8E806E170A50}"/>
                </a:ext>
              </a:extLst>
            </p:cNvPr>
            <p:cNvSpPr txBox="1"/>
            <p:nvPr/>
          </p:nvSpPr>
          <p:spPr>
            <a:xfrm>
              <a:off x="10670612" y="4637314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737C505-8585-8346-8C3E-D5AE2907522E}"/>
                </a:ext>
              </a:extLst>
            </p:cNvPr>
            <p:cNvSpPr txBox="1"/>
            <p:nvPr/>
          </p:nvSpPr>
          <p:spPr>
            <a:xfrm>
              <a:off x="10112746" y="416632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EEB1C8E-12C7-9769-E49B-C3BF127FD16F}"/>
                </a:ext>
              </a:extLst>
            </p:cNvPr>
            <p:cNvSpPr txBox="1"/>
            <p:nvPr/>
          </p:nvSpPr>
          <p:spPr>
            <a:xfrm>
              <a:off x="9501153" y="491481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A557490-1B8B-4573-4D2E-FE971E58E70C}"/>
                </a:ext>
              </a:extLst>
            </p:cNvPr>
            <p:cNvSpPr txBox="1"/>
            <p:nvPr/>
          </p:nvSpPr>
          <p:spPr>
            <a:xfrm>
              <a:off x="10116897" y="4849509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A18C1D77-B8A3-3F16-2E78-14A04A3D225F}"/>
              </a:ext>
            </a:extLst>
          </p:cNvPr>
          <p:cNvGrpSpPr/>
          <p:nvPr/>
        </p:nvGrpSpPr>
        <p:grpSpPr>
          <a:xfrm>
            <a:off x="9676140" y="3441260"/>
            <a:ext cx="1971546" cy="1181861"/>
            <a:chOff x="9676140" y="3441260"/>
            <a:chExt cx="1971546" cy="118186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A38061A-44DF-88EB-BAB5-7AFF3DFCFB9B}"/>
                </a:ext>
              </a:extLst>
            </p:cNvPr>
            <p:cNvSpPr/>
            <p:nvPr/>
          </p:nvSpPr>
          <p:spPr>
            <a:xfrm>
              <a:off x="9676140" y="4113442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339E848C-903A-8B2F-5BE7-730FE7630D7D}"/>
                </a:ext>
              </a:extLst>
            </p:cNvPr>
            <p:cNvGrpSpPr/>
            <p:nvPr/>
          </p:nvGrpSpPr>
          <p:grpSpPr>
            <a:xfrm>
              <a:off x="10019267" y="3796318"/>
              <a:ext cx="598449" cy="307777"/>
              <a:chOff x="1550604" y="3020176"/>
              <a:chExt cx="598449" cy="434647"/>
            </a:xfrm>
          </p:grpSpPr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75A26B6C-BD1D-6C14-1E9E-069C942850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3CE9F893-8980-17A5-D8BE-8C11697A4B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E3F96E2E-91D8-65A9-6CA8-673D58FE3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1626" y="4368281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11C2590-F235-D5C0-AE7F-9B29B688F741}"/>
                    </a:ext>
                  </a:extLst>
                </p:cNvPr>
                <p:cNvSpPr txBox="1"/>
                <p:nvPr/>
              </p:nvSpPr>
              <p:spPr>
                <a:xfrm>
                  <a:off x="11251744" y="4136592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11C2590-F235-D5C0-AE7F-9B29B688F7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1744" y="4136592"/>
                  <a:ext cx="39594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5625" r="-15625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FFCD83-C15F-7484-27E6-E5BA94D34F86}"/>
                    </a:ext>
                  </a:extLst>
                </p:cNvPr>
                <p:cNvSpPr txBox="1"/>
                <p:nvPr/>
              </p:nvSpPr>
              <p:spPr>
                <a:xfrm>
                  <a:off x="10490277" y="3441260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FFCD83-C15F-7484-27E6-E5BA94D34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0277" y="3441260"/>
                  <a:ext cx="254877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3810" r="-23810" b="-1034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727A0EB-BA85-7EBF-1F42-E38854B211F9}"/>
                    </a:ext>
                  </a:extLst>
                </p:cNvPr>
                <p:cNvSpPr txBox="1"/>
                <p:nvPr/>
              </p:nvSpPr>
              <p:spPr>
                <a:xfrm>
                  <a:off x="9824815" y="3447816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727A0EB-BA85-7EBF-1F42-E38854B21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4815" y="3447816"/>
                  <a:ext cx="39594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18F36ACA-B684-EE52-20DB-728D0D852E6B}"/>
                </a:ext>
              </a:extLst>
            </p:cNvPr>
            <p:cNvSpPr txBox="1"/>
            <p:nvPr/>
          </p:nvSpPr>
          <p:spPr>
            <a:xfrm>
              <a:off x="9801186" y="388627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A7A670B-AE84-E129-204E-2F0C1FE0DED6}"/>
                </a:ext>
              </a:extLst>
            </p:cNvPr>
            <p:cNvSpPr txBox="1"/>
            <p:nvPr/>
          </p:nvSpPr>
          <p:spPr>
            <a:xfrm>
              <a:off x="10400185" y="388627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76" name="Freeform 175">
            <a:extLst>
              <a:ext uri="{FF2B5EF4-FFF2-40B4-BE49-F238E27FC236}">
                <a16:creationId xmlns:a16="http://schemas.microsoft.com/office/drawing/2014/main" id="{2EF19B37-79D3-2AE3-FD63-10354DC6CBF8}"/>
              </a:ext>
            </a:extLst>
          </p:cNvPr>
          <p:cNvSpPr/>
          <p:nvPr/>
        </p:nvSpPr>
        <p:spPr>
          <a:xfrm>
            <a:off x="7481288" y="3169498"/>
            <a:ext cx="1711897" cy="2355925"/>
          </a:xfrm>
          <a:custGeom>
            <a:avLst/>
            <a:gdLst>
              <a:gd name="connsiteX0" fmla="*/ 1550533 w 1711897"/>
              <a:gd name="connsiteY0" fmla="*/ 75303 h 2355925"/>
              <a:gd name="connsiteX1" fmla="*/ 1475229 w 1711897"/>
              <a:gd name="connsiteY1" fmla="*/ 53788 h 2355925"/>
              <a:gd name="connsiteX2" fmla="*/ 1410683 w 1711897"/>
              <a:gd name="connsiteY2" fmla="*/ 32273 h 2355925"/>
              <a:gd name="connsiteX3" fmla="*/ 1378410 w 1711897"/>
              <a:gd name="connsiteY3" fmla="*/ 21515 h 2355925"/>
              <a:gd name="connsiteX4" fmla="*/ 1292349 w 1711897"/>
              <a:gd name="connsiteY4" fmla="*/ 0 h 2355925"/>
              <a:gd name="connsiteX5" fmla="*/ 1141742 w 1711897"/>
              <a:gd name="connsiteY5" fmla="*/ 10758 h 2355925"/>
              <a:gd name="connsiteX6" fmla="*/ 1077196 w 1711897"/>
              <a:gd name="connsiteY6" fmla="*/ 32273 h 2355925"/>
              <a:gd name="connsiteX7" fmla="*/ 948105 w 1711897"/>
              <a:gd name="connsiteY7" fmla="*/ 75303 h 2355925"/>
              <a:gd name="connsiteX8" fmla="*/ 915832 w 1711897"/>
              <a:gd name="connsiteY8" fmla="*/ 86061 h 2355925"/>
              <a:gd name="connsiteX9" fmla="*/ 883559 w 1711897"/>
              <a:gd name="connsiteY9" fmla="*/ 96819 h 2355925"/>
              <a:gd name="connsiteX10" fmla="*/ 851286 w 1711897"/>
              <a:gd name="connsiteY10" fmla="*/ 118334 h 2355925"/>
              <a:gd name="connsiteX11" fmla="*/ 786740 w 1711897"/>
              <a:gd name="connsiteY11" fmla="*/ 139849 h 2355925"/>
              <a:gd name="connsiteX12" fmla="*/ 732952 w 1711897"/>
              <a:gd name="connsiteY12" fmla="*/ 182880 h 2355925"/>
              <a:gd name="connsiteX13" fmla="*/ 711436 w 1711897"/>
              <a:gd name="connsiteY13" fmla="*/ 204395 h 2355925"/>
              <a:gd name="connsiteX14" fmla="*/ 679163 w 1711897"/>
              <a:gd name="connsiteY14" fmla="*/ 215153 h 2355925"/>
              <a:gd name="connsiteX15" fmla="*/ 625375 w 1711897"/>
              <a:gd name="connsiteY15" fmla="*/ 258183 h 2355925"/>
              <a:gd name="connsiteX16" fmla="*/ 603860 w 1711897"/>
              <a:gd name="connsiteY16" fmla="*/ 279699 h 2355925"/>
              <a:gd name="connsiteX17" fmla="*/ 571587 w 1711897"/>
              <a:gd name="connsiteY17" fmla="*/ 301214 h 2355925"/>
              <a:gd name="connsiteX18" fmla="*/ 539314 w 1711897"/>
              <a:gd name="connsiteY18" fmla="*/ 333487 h 2355925"/>
              <a:gd name="connsiteX19" fmla="*/ 507041 w 1711897"/>
              <a:gd name="connsiteY19" fmla="*/ 344245 h 2355925"/>
              <a:gd name="connsiteX20" fmla="*/ 474768 w 1711897"/>
              <a:gd name="connsiteY20" fmla="*/ 365760 h 2355925"/>
              <a:gd name="connsiteX21" fmla="*/ 388707 w 1711897"/>
              <a:gd name="connsiteY21" fmla="*/ 441063 h 2355925"/>
              <a:gd name="connsiteX22" fmla="*/ 281130 w 1711897"/>
              <a:gd name="connsiteY22" fmla="*/ 527125 h 2355925"/>
              <a:gd name="connsiteX23" fmla="*/ 248857 w 1711897"/>
              <a:gd name="connsiteY23" fmla="*/ 537882 h 2355925"/>
              <a:gd name="connsiteX24" fmla="*/ 195069 w 1711897"/>
              <a:gd name="connsiteY24" fmla="*/ 591671 h 2355925"/>
              <a:gd name="connsiteX25" fmla="*/ 173554 w 1711897"/>
              <a:gd name="connsiteY25" fmla="*/ 623943 h 2355925"/>
              <a:gd name="connsiteX26" fmla="*/ 130523 w 1711897"/>
              <a:gd name="connsiteY26" fmla="*/ 666974 h 2355925"/>
              <a:gd name="connsiteX27" fmla="*/ 87493 w 1711897"/>
              <a:gd name="connsiteY27" fmla="*/ 731520 h 2355925"/>
              <a:gd name="connsiteX28" fmla="*/ 44462 w 1711897"/>
              <a:gd name="connsiteY28" fmla="*/ 774551 h 2355925"/>
              <a:gd name="connsiteX29" fmla="*/ 22947 w 1711897"/>
              <a:gd name="connsiteY29" fmla="*/ 839096 h 2355925"/>
              <a:gd name="connsiteX30" fmla="*/ 12189 w 1711897"/>
              <a:gd name="connsiteY30" fmla="*/ 871369 h 2355925"/>
              <a:gd name="connsiteX31" fmla="*/ 12189 w 1711897"/>
              <a:gd name="connsiteY31" fmla="*/ 1065007 h 2355925"/>
              <a:gd name="connsiteX32" fmla="*/ 22947 w 1711897"/>
              <a:gd name="connsiteY32" fmla="*/ 1097280 h 2355925"/>
              <a:gd name="connsiteX33" fmla="*/ 44462 w 1711897"/>
              <a:gd name="connsiteY33" fmla="*/ 1129553 h 2355925"/>
              <a:gd name="connsiteX34" fmla="*/ 76735 w 1711897"/>
              <a:gd name="connsiteY34" fmla="*/ 1194099 h 2355925"/>
              <a:gd name="connsiteX35" fmla="*/ 173554 w 1711897"/>
              <a:gd name="connsiteY35" fmla="*/ 1247887 h 2355925"/>
              <a:gd name="connsiteX36" fmla="*/ 205827 w 1711897"/>
              <a:gd name="connsiteY36" fmla="*/ 1269402 h 2355925"/>
              <a:gd name="connsiteX37" fmla="*/ 324161 w 1711897"/>
              <a:gd name="connsiteY37" fmla="*/ 1301675 h 2355925"/>
              <a:gd name="connsiteX38" fmla="*/ 431737 w 1711897"/>
              <a:gd name="connsiteY38" fmla="*/ 1333948 h 2355925"/>
              <a:gd name="connsiteX39" fmla="*/ 528556 w 1711897"/>
              <a:gd name="connsiteY39" fmla="*/ 1366221 h 2355925"/>
              <a:gd name="connsiteX40" fmla="*/ 560829 w 1711897"/>
              <a:gd name="connsiteY40" fmla="*/ 1376979 h 2355925"/>
              <a:gd name="connsiteX41" fmla="*/ 614617 w 1711897"/>
              <a:gd name="connsiteY41" fmla="*/ 1420009 h 2355925"/>
              <a:gd name="connsiteX42" fmla="*/ 700679 w 1711897"/>
              <a:gd name="connsiteY42" fmla="*/ 1484555 h 2355925"/>
              <a:gd name="connsiteX43" fmla="*/ 754467 w 1711897"/>
              <a:gd name="connsiteY43" fmla="*/ 1516828 h 2355925"/>
              <a:gd name="connsiteX44" fmla="*/ 786740 w 1711897"/>
              <a:gd name="connsiteY44" fmla="*/ 1538343 h 2355925"/>
              <a:gd name="connsiteX45" fmla="*/ 808255 w 1711897"/>
              <a:gd name="connsiteY45" fmla="*/ 1559859 h 2355925"/>
              <a:gd name="connsiteX46" fmla="*/ 840528 w 1711897"/>
              <a:gd name="connsiteY46" fmla="*/ 1570616 h 2355925"/>
              <a:gd name="connsiteX47" fmla="*/ 862043 w 1711897"/>
              <a:gd name="connsiteY47" fmla="*/ 1602889 h 2355925"/>
              <a:gd name="connsiteX48" fmla="*/ 883559 w 1711897"/>
              <a:gd name="connsiteY48" fmla="*/ 1624405 h 2355925"/>
              <a:gd name="connsiteX49" fmla="*/ 905074 w 1711897"/>
              <a:gd name="connsiteY49" fmla="*/ 1688951 h 2355925"/>
              <a:gd name="connsiteX50" fmla="*/ 915832 w 1711897"/>
              <a:gd name="connsiteY50" fmla="*/ 1721223 h 2355925"/>
              <a:gd name="connsiteX51" fmla="*/ 926589 w 1711897"/>
              <a:gd name="connsiteY51" fmla="*/ 1753496 h 2355925"/>
              <a:gd name="connsiteX52" fmla="*/ 937347 w 1711897"/>
              <a:gd name="connsiteY52" fmla="*/ 2043953 h 2355925"/>
              <a:gd name="connsiteX53" fmla="*/ 948105 w 1711897"/>
              <a:gd name="connsiteY53" fmla="*/ 2086983 h 2355925"/>
              <a:gd name="connsiteX54" fmla="*/ 969620 w 1711897"/>
              <a:gd name="connsiteY54" fmla="*/ 2119256 h 2355925"/>
              <a:gd name="connsiteX55" fmla="*/ 1001893 w 1711897"/>
              <a:gd name="connsiteY55" fmla="*/ 2173045 h 2355925"/>
              <a:gd name="connsiteX56" fmla="*/ 1044923 w 1711897"/>
              <a:gd name="connsiteY56" fmla="*/ 2237591 h 2355925"/>
              <a:gd name="connsiteX57" fmla="*/ 1087954 w 1711897"/>
              <a:gd name="connsiteY57" fmla="*/ 2291379 h 2355925"/>
              <a:gd name="connsiteX58" fmla="*/ 1152500 w 1711897"/>
              <a:gd name="connsiteY58" fmla="*/ 2334409 h 2355925"/>
              <a:gd name="connsiteX59" fmla="*/ 1227803 w 1711897"/>
              <a:gd name="connsiteY59" fmla="*/ 2355925 h 2355925"/>
              <a:gd name="connsiteX60" fmla="*/ 1324622 w 1711897"/>
              <a:gd name="connsiteY60" fmla="*/ 2345167 h 2355925"/>
              <a:gd name="connsiteX61" fmla="*/ 1389168 w 1711897"/>
              <a:gd name="connsiteY61" fmla="*/ 2323652 h 2355925"/>
              <a:gd name="connsiteX62" fmla="*/ 1410683 w 1711897"/>
              <a:gd name="connsiteY62" fmla="*/ 2302136 h 2355925"/>
              <a:gd name="connsiteX63" fmla="*/ 1442956 w 1711897"/>
              <a:gd name="connsiteY63" fmla="*/ 2291379 h 2355925"/>
              <a:gd name="connsiteX64" fmla="*/ 1496745 w 1711897"/>
              <a:gd name="connsiteY64" fmla="*/ 2248348 h 2355925"/>
              <a:gd name="connsiteX65" fmla="*/ 1539775 w 1711897"/>
              <a:gd name="connsiteY65" fmla="*/ 2183802 h 2355925"/>
              <a:gd name="connsiteX66" fmla="*/ 1572048 w 1711897"/>
              <a:gd name="connsiteY66" fmla="*/ 2086983 h 2355925"/>
              <a:gd name="connsiteX67" fmla="*/ 1582806 w 1711897"/>
              <a:gd name="connsiteY67" fmla="*/ 2054711 h 2355925"/>
              <a:gd name="connsiteX68" fmla="*/ 1604321 w 1711897"/>
              <a:gd name="connsiteY68" fmla="*/ 1947134 h 2355925"/>
              <a:gd name="connsiteX69" fmla="*/ 1615079 w 1711897"/>
              <a:gd name="connsiteY69" fmla="*/ 1914861 h 2355925"/>
              <a:gd name="connsiteX70" fmla="*/ 1625836 w 1711897"/>
              <a:gd name="connsiteY70" fmla="*/ 1861073 h 2355925"/>
              <a:gd name="connsiteX71" fmla="*/ 1636594 w 1711897"/>
              <a:gd name="connsiteY71" fmla="*/ 1818042 h 2355925"/>
              <a:gd name="connsiteX72" fmla="*/ 1658109 w 1711897"/>
              <a:gd name="connsiteY72" fmla="*/ 1645920 h 2355925"/>
              <a:gd name="connsiteX73" fmla="*/ 1690382 w 1711897"/>
              <a:gd name="connsiteY73" fmla="*/ 1065007 h 2355925"/>
              <a:gd name="connsiteX74" fmla="*/ 1701140 w 1711897"/>
              <a:gd name="connsiteY74" fmla="*/ 1011219 h 2355925"/>
              <a:gd name="connsiteX75" fmla="*/ 1711897 w 1711897"/>
              <a:gd name="connsiteY75" fmla="*/ 935915 h 2355925"/>
              <a:gd name="connsiteX76" fmla="*/ 1690382 w 1711897"/>
              <a:gd name="connsiteY76" fmla="*/ 516367 h 2355925"/>
              <a:gd name="connsiteX77" fmla="*/ 1679625 w 1711897"/>
              <a:gd name="connsiteY77" fmla="*/ 462579 h 2355925"/>
              <a:gd name="connsiteX78" fmla="*/ 1668867 w 1711897"/>
              <a:gd name="connsiteY78" fmla="*/ 430306 h 2355925"/>
              <a:gd name="connsiteX79" fmla="*/ 1647352 w 1711897"/>
              <a:gd name="connsiteY79" fmla="*/ 311972 h 2355925"/>
              <a:gd name="connsiteX80" fmla="*/ 1636594 w 1711897"/>
              <a:gd name="connsiteY80" fmla="*/ 258183 h 2355925"/>
              <a:gd name="connsiteX81" fmla="*/ 1625836 w 1711897"/>
              <a:gd name="connsiteY81" fmla="*/ 225911 h 2355925"/>
              <a:gd name="connsiteX82" fmla="*/ 1604321 w 1711897"/>
              <a:gd name="connsiteY82" fmla="*/ 150607 h 2355925"/>
              <a:gd name="connsiteX83" fmla="*/ 1582806 w 1711897"/>
              <a:gd name="connsiteY83" fmla="*/ 118334 h 2355925"/>
              <a:gd name="connsiteX84" fmla="*/ 1572048 w 1711897"/>
              <a:gd name="connsiteY84" fmla="*/ 75303 h 2355925"/>
              <a:gd name="connsiteX85" fmla="*/ 1550533 w 1711897"/>
              <a:gd name="connsiteY85" fmla="*/ 75303 h 235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711897" h="2355925">
                <a:moveTo>
                  <a:pt x="1550533" y="75303"/>
                </a:moveTo>
                <a:cubicBezTo>
                  <a:pt x="1534396" y="71717"/>
                  <a:pt x="1500180" y="61465"/>
                  <a:pt x="1475229" y="53788"/>
                </a:cubicBezTo>
                <a:cubicBezTo>
                  <a:pt x="1453553" y="47119"/>
                  <a:pt x="1432198" y="39445"/>
                  <a:pt x="1410683" y="32273"/>
                </a:cubicBezTo>
                <a:cubicBezTo>
                  <a:pt x="1399925" y="28687"/>
                  <a:pt x="1389411" y="24265"/>
                  <a:pt x="1378410" y="21515"/>
                </a:cubicBezTo>
                <a:lnTo>
                  <a:pt x="1292349" y="0"/>
                </a:lnTo>
                <a:cubicBezTo>
                  <a:pt x="1242147" y="3586"/>
                  <a:pt x="1191515" y="3292"/>
                  <a:pt x="1141742" y="10758"/>
                </a:cubicBezTo>
                <a:cubicBezTo>
                  <a:pt x="1119314" y="14122"/>
                  <a:pt x="1098711" y="25101"/>
                  <a:pt x="1077196" y="32273"/>
                </a:cubicBezTo>
                <a:lnTo>
                  <a:pt x="948105" y="75303"/>
                </a:lnTo>
                <a:lnTo>
                  <a:pt x="915832" y="86061"/>
                </a:lnTo>
                <a:cubicBezTo>
                  <a:pt x="905074" y="89647"/>
                  <a:pt x="892994" y="90529"/>
                  <a:pt x="883559" y="96819"/>
                </a:cubicBezTo>
                <a:cubicBezTo>
                  <a:pt x="872801" y="103991"/>
                  <a:pt x="863101" y="113083"/>
                  <a:pt x="851286" y="118334"/>
                </a:cubicBezTo>
                <a:cubicBezTo>
                  <a:pt x="830562" y="127545"/>
                  <a:pt x="786740" y="139849"/>
                  <a:pt x="786740" y="139849"/>
                </a:cubicBezTo>
                <a:cubicBezTo>
                  <a:pt x="734800" y="191791"/>
                  <a:pt x="800794" y="128608"/>
                  <a:pt x="732952" y="182880"/>
                </a:cubicBezTo>
                <a:cubicBezTo>
                  <a:pt x="725032" y="189216"/>
                  <a:pt x="720133" y="199177"/>
                  <a:pt x="711436" y="204395"/>
                </a:cubicBezTo>
                <a:cubicBezTo>
                  <a:pt x="701712" y="210229"/>
                  <a:pt x="689921" y="211567"/>
                  <a:pt x="679163" y="215153"/>
                </a:cubicBezTo>
                <a:cubicBezTo>
                  <a:pt x="636310" y="279433"/>
                  <a:pt x="683111" y="223541"/>
                  <a:pt x="625375" y="258183"/>
                </a:cubicBezTo>
                <a:cubicBezTo>
                  <a:pt x="616678" y="263401"/>
                  <a:pt x="611780" y="273363"/>
                  <a:pt x="603860" y="279699"/>
                </a:cubicBezTo>
                <a:cubicBezTo>
                  <a:pt x="593764" y="287776"/>
                  <a:pt x="581519" y="292937"/>
                  <a:pt x="571587" y="301214"/>
                </a:cubicBezTo>
                <a:cubicBezTo>
                  <a:pt x="559900" y="310953"/>
                  <a:pt x="551972" y="325048"/>
                  <a:pt x="539314" y="333487"/>
                </a:cubicBezTo>
                <a:cubicBezTo>
                  <a:pt x="529879" y="339777"/>
                  <a:pt x="517183" y="339174"/>
                  <a:pt x="507041" y="344245"/>
                </a:cubicBezTo>
                <a:cubicBezTo>
                  <a:pt x="495477" y="350027"/>
                  <a:pt x="485526" y="358588"/>
                  <a:pt x="474768" y="365760"/>
                </a:cubicBezTo>
                <a:cubicBezTo>
                  <a:pt x="413809" y="457200"/>
                  <a:pt x="514212" y="315558"/>
                  <a:pt x="388707" y="441063"/>
                </a:cubicBezTo>
                <a:cubicBezTo>
                  <a:pt x="359330" y="470440"/>
                  <a:pt x="321840" y="513556"/>
                  <a:pt x="281130" y="527125"/>
                </a:cubicBezTo>
                <a:lnTo>
                  <a:pt x="248857" y="537882"/>
                </a:lnTo>
                <a:cubicBezTo>
                  <a:pt x="230928" y="555812"/>
                  <a:pt x="209134" y="570574"/>
                  <a:pt x="195069" y="591671"/>
                </a:cubicBezTo>
                <a:cubicBezTo>
                  <a:pt x="187897" y="602428"/>
                  <a:pt x="181968" y="614127"/>
                  <a:pt x="173554" y="623943"/>
                </a:cubicBezTo>
                <a:cubicBezTo>
                  <a:pt x="160353" y="639344"/>
                  <a:pt x="141775" y="650096"/>
                  <a:pt x="130523" y="666974"/>
                </a:cubicBezTo>
                <a:cubicBezTo>
                  <a:pt x="116180" y="688489"/>
                  <a:pt x="105777" y="713236"/>
                  <a:pt x="87493" y="731520"/>
                </a:cubicBezTo>
                <a:lnTo>
                  <a:pt x="44462" y="774551"/>
                </a:lnTo>
                <a:lnTo>
                  <a:pt x="22947" y="839096"/>
                </a:lnTo>
                <a:lnTo>
                  <a:pt x="12189" y="871369"/>
                </a:lnTo>
                <a:cubicBezTo>
                  <a:pt x="-3550" y="965808"/>
                  <a:pt x="-4569" y="939319"/>
                  <a:pt x="12189" y="1065007"/>
                </a:cubicBezTo>
                <a:cubicBezTo>
                  <a:pt x="13688" y="1076247"/>
                  <a:pt x="17876" y="1087138"/>
                  <a:pt x="22947" y="1097280"/>
                </a:cubicBezTo>
                <a:cubicBezTo>
                  <a:pt x="28729" y="1108844"/>
                  <a:pt x="38680" y="1117989"/>
                  <a:pt x="44462" y="1129553"/>
                </a:cubicBezTo>
                <a:cubicBezTo>
                  <a:pt x="58956" y="1158540"/>
                  <a:pt x="49333" y="1170122"/>
                  <a:pt x="76735" y="1194099"/>
                </a:cubicBezTo>
                <a:cubicBezTo>
                  <a:pt x="167181" y="1273239"/>
                  <a:pt x="109530" y="1215875"/>
                  <a:pt x="173554" y="1247887"/>
                </a:cubicBezTo>
                <a:cubicBezTo>
                  <a:pt x="185118" y="1253669"/>
                  <a:pt x="194012" y="1264151"/>
                  <a:pt x="205827" y="1269402"/>
                </a:cubicBezTo>
                <a:cubicBezTo>
                  <a:pt x="256210" y="1291795"/>
                  <a:pt x="273537" y="1290425"/>
                  <a:pt x="324161" y="1301675"/>
                </a:cubicBezTo>
                <a:cubicBezTo>
                  <a:pt x="372929" y="1312512"/>
                  <a:pt x="378113" y="1316073"/>
                  <a:pt x="431737" y="1333948"/>
                </a:cubicBezTo>
                <a:lnTo>
                  <a:pt x="528556" y="1366221"/>
                </a:lnTo>
                <a:lnTo>
                  <a:pt x="560829" y="1376979"/>
                </a:lnTo>
                <a:cubicBezTo>
                  <a:pt x="644738" y="1460885"/>
                  <a:pt x="506026" y="1324991"/>
                  <a:pt x="614617" y="1420009"/>
                </a:cubicBezTo>
                <a:cubicBezTo>
                  <a:pt x="690686" y="1486570"/>
                  <a:pt x="637973" y="1463654"/>
                  <a:pt x="700679" y="1484555"/>
                </a:cubicBezTo>
                <a:cubicBezTo>
                  <a:pt x="742702" y="1526580"/>
                  <a:pt x="698608" y="1488899"/>
                  <a:pt x="754467" y="1516828"/>
                </a:cubicBezTo>
                <a:cubicBezTo>
                  <a:pt x="766031" y="1522610"/>
                  <a:pt x="776644" y="1530266"/>
                  <a:pt x="786740" y="1538343"/>
                </a:cubicBezTo>
                <a:cubicBezTo>
                  <a:pt x="794660" y="1544679"/>
                  <a:pt x="799558" y="1554641"/>
                  <a:pt x="808255" y="1559859"/>
                </a:cubicBezTo>
                <a:cubicBezTo>
                  <a:pt x="817979" y="1565693"/>
                  <a:pt x="829770" y="1567030"/>
                  <a:pt x="840528" y="1570616"/>
                </a:cubicBezTo>
                <a:cubicBezTo>
                  <a:pt x="847700" y="1581374"/>
                  <a:pt x="853966" y="1592793"/>
                  <a:pt x="862043" y="1602889"/>
                </a:cubicBezTo>
                <a:cubicBezTo>
                  <a:pt x="868379" y="1610809"/>
                  <a:pt x="879023" y="1615333"/>
                  <a:pt x="883559" y="1624405"/>
                </a:cubicBezTo>
                <a:cubicBezTo>
                  <a:pt x="893701" y="1644690"/>
                  <a:pt x="897902" y="1667436"/>
                  <a:pt x="905074" y="1688951"/>
                </a:cubicBezTo>
                <a:lnTo>
                  <a:pt x="915832" y="1721223"/>
                </a:lnTo>
                <a:lnTo>
                  <a:pt x="926589" y="1753496"/>
                </a:lnTo>
                <a:cubicBezTo>
                  <a:pt x="930175" y="1850315"/>
                  <a:pt x="931109" y="1947269"/>
                  <a:pt x="937347" y="2043953"/>
                </a:cubicBezTo>
                <a:cubicBezTo>
                  <a:pt x="938299" y="2058707"/>
                  <a:pt x="942281" y="2073394"/>
                  <a:pt x="948105" y="2086983"/>
                </a:cubicBezTo>
                <a:cubicBezTo>
                  <a:pt x="953198" y="2098867"/>
                  <a:pt x="962448" y="2108498"/>
                  <a:pt x="969620" y="2119256"/>
                </a:cubicBezTo>
                <a:cubicBezTo>
                  <a:pt x="990188" y="2180962"/>
                  <a:pt x="966452" y="2125790"/>
                  <a:pt x="1001893" y="2173045"/>
                </a:cubicBezTo>
                <a:cubicBezTo>
                  <a:pt x="1017408" y="2193732"/>
                  <a:pt x="1030579" y="2216076"/>
                  <a:pt x="1044923" y="2237591"/>
                </a:cubicBezTo>
                <a:cubicBezTo>
                  <a:pt x="1059033" y="2258756"/>
                  <a:pt x="1067520" y="2276054"/>
                  <a:pt x="1087954" y="2291379"/>
                </a:cubicBezTo>
                <a:cubicBezTo>
                  <a:pt x="1108640" y="2306894"/>
                  <a:pt x="1127414" y="2328137"/>
                  <a:pt x="1152500" y="2334409"/>
                </a:cubicBezTo>
                <a:cubicBezTo>
                  <a:pt x="1206531" y="2347917"/>
                  <a:pt x="1181504" y="2340492"/>
                  <a:pt x="1227803" y="2355925"/>
                </a:cubicBezTo>
                <a:cubicBezTo>
                  <a:pt x="1260076" y="2352339"/>
                  <a:pt x="1292781" y="2351535"/>
                  <a:pt x="1324622" y="2345167"/>
                </a:cubicBezTo>
                <a:cubicBezTo>
                  <a:pt x="1346861" y="2340719"/>
                  <a:pt x="1389168" y="2323652"/>
                  <a:pt x="1389168" y="2323652"/>
                </a:cubicBezTo>
                <a:cubicBezTo>
                  <a:pt x="1396340" y="2316480"/>
                  <a:pt x="1401986" y="2307354"/>
                  <a:pt x="1410683" y="2302136"/>
                </a:cubicBezTo>
                <a:cubicBezTo>
                  <a:pt x="1420407" y="2296302"/>
                  <a:pt x="1432814" y="2296450"/>
                  <a:pt x="1442956" y="2291379"/>
                </a:cubicBezTo>
                <a:cubicBezTo>
                  <a:pt x="1459890" y="2282912"/>
                  <a:pt x="1484740" y="2264355"/>
                  <a:pt x="1496745" y="2248348"/>
                </a:cubicBezTo>
                <a:cubicBezTo>
                  <a:pt x="1512260" y="2227662"/>
                  <a:pt x="1531598" y="2208333"/>
                  <a:pt x="1539775" y="2183802"/>
                </a:cubicBezTo>
                <a:lnTo>
                  <a:pt x="1572048" y="2086983"/>
                </a:lnTo>
                <a:cubicBezTo>
                  <a:pt x="1575634" y="2076226"/>
                  <a:pt x="1580582" y="2065830"/>
                  <a:pt x="1582806" y="2054711"/>
                </a:cubicBezTo>
                <a:cubicBezTo>
                  <a:pt x="1589978" y="2018852"/>
                  <a:pt x="1592757" y="1981826"/>
                  <a:pt x="1604321" y="1947134"/>
                </a:cubicBezTo>
                <a:cubicBezTo>
                  <a:pt x="1607907" y="1936376"/>
                  <a:pt x="1612329" y="1925862"/>
                  <a:pt x="1615079" y="1914861"/>
                </a:cubicBezTo>
                <a:cubicBezTo>
                  <a:pt x="1619514" y="1897123"/>
                  <a:pt x="1621870" y="1878922"/>
                  <a:pt x="1625836" y="1861073"/>
                </a:cubicBezTo>
                <a:cubicBezTo>
                  <a:pt x="1629043" y="1846640"/>
                  <a:pt x="1634401" y="1832664"/>
                  <a:pt x="1636594" y="1818042"/>
                </a:cubicBezTo>
                <a:cubicBezTo>
                  <a:pt x="1645171" y="1760861"/>
                  <a:pt x="1658109" y="1645920"/>
                  <a:pt x="1658109" y="1645920"/>
                </a:cubicBezTo>
                <a:cubicBezTo>
                  <a:pt x="1660041" y="1604375"/>
                  <a:pt x="1671148" y="1218881"/>
                  <a:pt x="1690382" y="1065007"/>
                </a:cubicBezTo>
                <a:cubicBezTo>
                  <a:pt x="1692650" y="1046864"/>
                  <a:pt x="1698134" y="1029255"/>
                  <a:pt x="1701140" y="1011219"/>
                </a:cubicBezTo>
                <a:cubicBezTo>
                  <a:pt x="1705308" y="986208"/>
                  <a:pt x="1708311" y="961016"/>
                  <a:pt x="1711897" y="935915"/>
                </a:cubicBezTo>
                <a:cubicBezTo>
                  <a:pt x="1705047" y="716709"/>
                  <a:pt x="1716338" y="672107"/>
                  <a:pt x="1690382" y="516367"/>
                </a:cubicBezTo>
                <a:cubicBezTo>
                  <a:pt x="1687376" y="498331"/>
                  <a:pt x="1684060" y="480317"/>
                  <a:pt x="1679625" y="462579"/>
                </a:cubicBezTo>
                <a:cubicBezTo>
                  <a:pt x="1676875" y="451578"/>
                  <a:pt x="1672453" y="441064"/>
                  <a:pt x="1668867" y="430306"/>
                </a:cubicBezTo>
                <a:cubicBezTo>
                  <a:pt x="1650220" y="299779"/>
                  <a:pt x="1667639" y="403267"/>
                  <a:pt x="1647352" y="311972"/>
                </a:cubicBezTo>
                <a:cubicBezTo>
                  <a:pt x="1643386" y="294123"/>
                  <a:pt x="1641029" y="275922"/>
                  <a:pt x="1636594" y="258183"/>
                </a:cubicBezTo>
                <a:cubicBezTo>
                  <a:pt x="1633844" y="247182"/>
                  <a:pt x="1628951" y="236814"/>
                  <a:pt x="1625836" y="225911"/>
                </a:cubicBezTo>
                <a:cubicBezTo>
                  <a:pt x="1621238" y="209818"/>
                  <a:pt x="1612922" y="167808"/>
                  <a:pt x="1604321" y="150607"/>
                </a:cubicBezTo>
                <a:cubicBezTo>
                  <a:pt x="1598539" y="139043"/>
                  <a:pt x="1589978" y="129092"/>
                  <a:pt x="1582806" y="118334"/>
                </a:cubicBezTo>
                <a:cubicBezTo>
                  <a:pt x="1579220" y="103990"/>
                  <a:pt x="1581284" y="86848"/>
                  <a:pt x="1572048" y="75303"/>
                </a:cubicBezTo>
                <a:cubicBezTo>
                  <a:pt x="1561628" y="62278"/>
                  <a:pt x="1566670" y="78889"/>
                  <a:pt x="1550533" y="7530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9C2CFD34-2D66-881C-F778-6826E3CEF0AE}"/>
              </a:ext>
            </a:extLst>
          </p:cNvPr>
          <p:cNvSpPr/>
          <p:nvPr/>
        </p:nvSpPr>
        <p:spPr>
          <a:xfrm>
            <a:off x="7416260" y="3732337"/>
            <a:ext cx="1739591" cy="1843668"/>
          </a:xfrm>
          <a:custGeom>
            <a:avLst/>
            <a:gdLst>
              <a:gd name="connsiteX0" fmla="*/ 193288 w 1739591"/>
              <a:gd name="connsiteY0" fmla="*/ 89210 h 1843668"/>
              <a:gd name="connsiteX1" fmla="*/ 141249 w 1739591"/>
              <a:gd name="connsiteY1" fmla="*/ 133815 h 1843668"/>
              <a:gd name="connsiteX2" fmla="*/ 111513 w 1739591"/>
              <a:gd name="connsiteY2" fmla="*/ 178419 h 1843668"/>
              <a:gd name="connsiteX3" fmla="*/ 66908 w 1739591"/>
              <a:gd name="connsiteY3" fmla="*/ 237893 h 1843668"/>
              <a:gd name="connsiteX4" fmla="*/ 52039 w 1739591"/>
              <a:gd name="connsiteY4" fmla="*/ 282497 h 1843668"/>
              <a:gd name="connsiteX5" fmla="*/ 37171 w 1739591"/>
              <a:gd name="connsiteY5" fmla="*/ 304800 h 1843668"/>
              <a:gd name="connsiteX6" fmla="*/ 22303 w 1739591"/>
              <a:gd name="connsiteY6" fmla="*/ 349405 h 1843668"/>
              <a:gd name="connsiteX7" fmla="*/ 14869 w 1739591"/>
              <a:gd name="connsiteY7" fmla="*/ 371707 h 1843668"/>
              <a:gd name="connsiteX8" fmla="*/ 0 w 1739591"/>
              <a:gd name="connsiteY8" fmla="*/ 475785 h 1843668"/>
              <a:gd name="connsiteX9" fmla="*/ 7434 w 1739591"/>
              <a:gd name="connsiteY9" fmla="*/ 743415 h 1843668"/>
              <a:gd name="connsiteX10" fmla="*/ 14869 w 1739591"/>
              <a:gd name="connsiteY10" fmla="*/ 795454 h 1843668"/>
              <a:gd name="connsiteX11" fmla="*/ 29737 w 1739591"/>
              <a:gd name="connsiteY11" fmla="*/ 899532 h 1843668"/>
              <a:gd name="connsiteX12" fmla="*/ 44605 w 1739591"/>
              <a:gd name="connsiteY12" fmla="*/ 951571 h 1843668"/>
              <a:gd name="connsiteX13" fmla="*/ 52039 w 1739591"/>
              <a:gd name="connsiteY13" fmla="*/ 981307 h 1843668"/>
              <a:gd name="connsiteX14" fmla="*/ 66908 w 1739591"/>
              <a:gd name="connsiteY14" fmla="*/ 1122556 h 1843668"/>
              <a:gd name="connsiteX15" fmla="*/ 81776 w 1739591"/>
              <a:gd name="connsiteY15" fmla="*/ 1271239 h 1843668"/>
              <a:gd name="connsiteX16" fmla="*/ 96644 w 1739591"/>
              <a:gd name="connsiteY16" fmla="*/ 1330712 h 1843668"/>
              <a:gd name="connsiteX17" fmla="*/ 111513 w 1739591"/>
              <a:gd name="connsiteY17" fmla="*/ 1419922 h 1843668"/>
              <a:gd name="connsiteX18" fmla="*/ 126381 w 1739591"/>
              <a:gd name="connsiteY18" fmla="*/ 1449658 h 1843668"/>
              <a:gd name="connsiteX19" fmla="*/ 133815 w 1739591"/>
              <a:gd name="connsiteY19" fmla="*/ 1479395 h 1843668"/>
              <a:gd name="connsiteX20" fmla="*/ 148683 w 1739591"/>
              <a:gd name="connsiteY20" fmla="*/ 1524000 h 1843668"/>
              <a:gd name="connsiteX21" fmla="*/ 156117 w 1739591"/>
              <a:gd name="connsiteY21" fmla="*/ 1553736 h 1843668"/>
              <a:gd name="connsiteX22" fmla="*/ 170986 w 1739591"/>
              <a:gd name="connsiteY22" fmla="*/ 1598341 h 1843668"/>
              <a:gd name="connsiteX23" fmla="*/ 208156 w 1739591"/>
              <a:gd name="connsiteY23" fmla="*/ 1635512 h 1843668"/>
              <a:gd name="connsiteX24" fmla="*/ 230459 w 1739591"/>
              <a:gd name="connsiteY24" fmla="*/ 1665249 h 1843668"/>
              <a:gd name="connsiteX25" fmla="*/ 245327 w 1739591"/>
              <a:gd name="connsiteY25" fmla="*/ 1687551 h 1843668"/>
              <a:gd name="connsiteX26" fmla="*/ 267630 w 1739591"/>
              <a:gd name="connsiteY26" fmla="*/ 1702419 h 1843668"/>
              <a:gd name="connsiteX27" fmla="*/ 319669 w 1739591"/>
              <a:gd name="connsiteY27" fmla="*/ 1724722 h 1843668"/>
              <a:gd name="connsiteX28" fmla="*/ 341971 w 1739591"/>
              <a:gd name="connsiteY28" fmla="*/ 1747024 h 1843668"/>
              <a:gd name="connsiteX29" fmla="*/ 371708 w 1739591"/>
              <a:gd name="connsiteY29" fmla="*/ 1761893 h 1843668"/>
              <a:gd name="connsiteX30" fmla="*/ 416313 w 1739591"/>
              <a:gd name="connsiteY30" fmla="*/ 1776761 h 1843668"/>
              <a:gd name="connsiteX31" fmla="*/ 438615 w 1739591"/>
              <a:gd name="connsiteY31" fmla="*/ 1784195 h 1843668"/>
              <a:gd name="connsiteX32" fmla="*/ 483220 w 1739591"/>
              <a:gd name="connsiteY32" fmla="*/ 1799063 h 1843668"/>
              <a:gd name="connsiteX33" fmla="*/ 512956 w 1739591"/>
              <a:gd name="connsiteY33" fmla="*/ 1806497 h 1843668"/>
              <a:gd name="connsiteX34" fmla="*/ 594732 w 1739591"/>
              <a:gd name="connsiteY34" fmla="*/ 1828800 h 1843668"/>
              <a:gd name="connsiteX35" fmla="*/ 676508 w 1739591"/>
              <a:gd name="connsiteY35" fmla="*/ 1843668 h 1843668"/>
              <a:gd name="connsiteX36" fmla="*/ 1100254 w 1739591"/>
              <a:gd name="connsiteY36" fmla="*/ 1836234 h 1843668"/>
              <a:gd name="connsiteX37" fmla="*/ 1234069 w 1739591"/>
              <a:gd name="connsiteY37" fmla="*/ 1813932 h 1843668"/>
              <a:gd name="connsiteX38" fmla="*/ 1278674 w 1739591"/>
              <a:gd name="connsiteY38" fmla="*/ 1799063 h 1843668"/>
              <a:gd name="connsiteX39" fmla="*/ 1308410 w 1739591"/>
              <a:gd name="connsiteY39" fmla="*/ 1791629 h 1843668"/>
              <a:gd name="connsiteX40" fmla="*/ 1338147 w 1739591"/>
              <a:gd name="connsiteY40" fmla="*/ 1776761 h 1843668"/>
              <a:gd name="connsiteX41" fmla="*/ 1367883 w 1739591"/>
              <a:gd name="connsiteY41" fmla="*/ 1769327 h 1843668"/>
              <a:gd name="connsiteX42" fmla="*/ 1390186 w 1739591"/>
              <a:gd name="connsiteY42" fmla="*/ 1761893 h 1843668"/>
              <a:gd name="connsiteX43" fmla="*/ 1449659 w 1739591"/>
              <a:gd name="connsiteY43" fmla="*/ 1747024 h 1843668"/>
              <a:gd name="connsiteX44" fmla="*/ 1479395 w 1739591"/>
              <a:gd name="connsiteY44" fmla="*/ 1739590 h 1843668"/>
              <a:gd name="connsiteX45" fmla="*/ 1524000 w 1739591"/>
              <a:gd name="connsiteY45" fmla="*/ 1724722 h 1843668"/>
              <a:gd name="connsiteX46" fmla="*/ 1568605 w 1739591"/>
              <a:gd name="connsiteY46" fmla="*/ 1702419 h 1843668"/>
              <a:gd name="connsiteX47" fmla="*/ 1605776 w 1739591"/>
              <a:gd name="connsiteY47" fmla="*/ 1680117 h 1843668"/>
              <a:gd name="connsiteX48" fmla="*/ 1628078 w 1739591"/>
              <a:gd name="connsiteY48" fmla="*/ 1657815 h 1843668"/>
              <a:gd name="connsiteX49" fmla="*/ 1687552 w 1739591"/>
              <a:gd name="connsiteY49" fmla="*/ 1613210 h 1843668"/>
              <a:gd name="connsiteX50" fmla="*/ 1709854 w 1739591"/>
              <a:gd name="connsiteY50" fmla="*/ 1568605 h 1843668"/>
              <a:gd name="connsiteX51" fmla="*/ 1732156 w 1739591"/>
              <a:gd name="connsiteY51" fmla="*/ 1494263 h 1843668"/>
              <a:gd name="connsiteX52" fmla="*/ 1739591 w 1739591"/>
              <a:gd name="connsiteY52" fmla="*/ 1442224 h 1843668"/>
              <a:gd name="connsiteX53" fmla="*/ 1732156 w 1739591"/>
              <a:gd name="connsiteY53" fmla="*/ 1256371 h 1843668"/>
              <a:gd name="connsiteX54" fmla="*/ 1724722 w 1739591"/>
              <a:gd name="connsiteY54" fmla="*/ 1234068 h 1843668"/>
              <a:gd name="connsiteX55" fmla="*/ 1717288 w 1739591"/>
              <a:gd name="connsiteY55" fmla="*/ 1204332 h 1843668"/>
              <a:gd name="connsiteX56" fmla="*/ 1702420 w 1739591"/>
              <a:gd name="connsiteY56" fmla="*/ 1159727 h 1843668"/>
              <a:gd name="connsiteX57" fmla="*/ 1694986 w 1739591"/>
              <a:gd name="connsiteY57" fmla="*/ 1129990 h 1843668"/>
              <a:gd name="connsiteX58" fmla="*/ 1665249 w 1739591"/>
              <a:gd name="connsiteY58" fmla="*/ 1085385 h 1843668"/>
              <a:gd name="connsiteX59" fmla="*/ 1650381 w 1739591"/>
              <a:gd name="connsiteY59" fmla="*/ 1063083 h 1843668"/>
              <a:gd name="connsiteX60" fmla="*/ 1620644 w 1739591"/>
              <a:gd name="connsiteY60" fmla="*/ 1048215 h 1843668"/>
              <a:gd name="connsiteX61" fmla="*/ 1605776 w 1739591"/>
              <a:gd name="connsiteY61" fmla="*/ 1025912 h 1843668"/>
              <a:gd name="connsiteX62" fmla="*/ 1583474 w 1739591"/>
              <a:gd name="connsiteY62" fmla="*/ 1011044 h 1843668"/>
              <a:gd name="connsiteX63" fmla="*/ 1568605 w 1739591"/>
              <a:gd name="connsiteY63" fmla="*/ 996176 h 1843668"/>
              <a:gd name="connsiteX64" fmla="*/ 1546303 w 1739591"/>
              <a:gd name="connsiteY64" fmla="*/ 981307 h 1843668"/>
              <a:gd name="connsiteX65" fmla="*/ 1531434 w 1739591"/>
              <a:gd name="connsiteY65" fmla="*/ 966439 h 1843668"/>
              <a:gd name="connsiteX66" fmla="*/ 1509132 w 1739591"/>
              <a:gd name="connsiteY66" fmla="*/ 951571 h 1843668"/>
              <a:gd name="connsiteX67" fmla="*/ 1471961 w 1739591"/>
              <a:gd name="connsiteY67" fmla="*/ 914400 h 1843668"/>
              <a:gd name="connsiteX68" fmla="*/ 1457093 w 1739591"/>
              <a:gd name="connsiteY68" fmla="*/ 892097 h 1843668"/>
              <a:gd name="connsiteX69" fmla="*/ 1427356 w 1739591"/>
              <a:gd name="connsiteY69" fmla="*/ 869795 h 1843668"/>
              <a:gd name="connsiteX70" fmla="*/ 1390186 w 1739591"/>
              <a:gd name="connsiteY70" fmla="*/ 832624 h 1843668"/>
              <a:gd name="connsiteX71" fmla="*/ 1345581 w 1739591"/>
              <a:gd name="connsiteY71" fmla="*/ 817756 h 1843668"/>
              <a:gd name="connsiteX72" fmla="*/ 1300976 w 1739591"/>
              <a:gd name="connsiteY72" fmla="*/ 795454 h 1843668"/>
              <a:gd name="connsiteX73" fmla="*/ 1263805 w 1739591"/>
              <a:gd name="connsiteY73" fmla="*/ 765717 h 1843668"/>
              <a:gd name="connsiteX74" fmla="*/ 1234069 w 1739591"/>
              <a:gd name="connsiteY74" fmla="*/ 750849 h 1843668"/>
              <a:gd name="connsiteX75" fmla="*/ 1189464 w 1739591"/>
              <a:gd name="connsiteY75" fmla="*/ 728546 h 1843668"/>
              <a:gd name="connsiteX76" fmla="*/ 1174595 w 1739591"/>
              <a:gd name="connsiteY76" fmla="*/ 713678 h 1843668"/>
              <a:gd name="connsiteX77" fmla="*/ 1122556 w 1739591"/>
              <a:gd name="connsiteY77" fmla="*/ 669073 h 1843668"/>
              <a:gd name="connsiteX78" fmla="*/ 1063083 w 1739591"/>
              <a:gd name="connsiteY78" fmla="*/ 579863 h 1843668"/>
              <a:gd name="connsiteX79" fmla="*/ 1048215 w 1739591"/>
              <a:gd name="connsiteY79" fmla="*/ 557561 h 1843668"/>
              <a:gd name="connsiteX80" fmla="*/ 1011044 w 1739591"/>
              <a:gd name="connsiteY80" fmla="*/ 520390 h 1843668"/>
              <a:gd name="connsiteX81" fmla="*/ 996176 w 1739591"/>
              <a:gd name="connsiteY81" fmla="*/ 490654 h 1843668"/>
              <a:gd name="connsiteX82" fmla="*/ 973874 w 1739591"/>
              <a:gd name="connsiteY82" fmla="*/ 475785 h 1843668"/>
              <a:gd name="connsiteX83" fmla="*/ 921834 w 1739591"/>
              <a:gd name="connsiteY83" fmla="*/ 423746 h 1843668"/>
              <a:gd name="connsiteX84" fmla="*/ 899532 w 1739591"/>
              <a:gd name="connsiteY84" fmla="*/ 401444 h 1843668"/>
              <a:gd name="connsiteX85" fmla="*/ 877230 w 1739591"/>
              <a:gd name="connsiteY85" fmla="*/ 379141 h 1843668"/>
              <a:gd name="connsiteX86" fmla="*/ 869795 w 1739591"/>
              <a:gd name="connsiteY86" fmla="*/ 356839 h 1843668"/>
              <a:gd name="connsiteX87" fmla="*/ 847493 w 1739591"/>
              <a:gd name="connsiteY87" fmla="*/ 334536 h 1843668"/>
              <a:gd name="connsiteX88" fmla="*/ 832625 w 1739591"/>
              <a:gd name="connsiteY88" fmla="*/ 312234 h 1843668"/>
              <a:gd name="connsiteX89" fmla="*/ 817756 w 1739591"/>
              <a:gd name="connsiteY89" fmla="*/ 297366 h 1843668"/>
              <a:gd name="connsiteX90" fmla="*/ 788020 w 1739591"/>
              <a:gd name="connsiteY90" fmla="*/ 252761 h 1843668"/>
              <a:gd name="connsiteX91" fmla="*/ 758283 w 1739591"/>
              <a:gd name="connsiteY91" fmla="*/ 208156 h 1843668"/>
              <a:gd name="connsiteX92" fmla="*/ 721113 w 1739591"/>
              <a:gd name="connsiteY92" fmla="*/ 156117 h 1843668"/>
              <a:gd name="connsiteX93" fmla="*/ 698810 w 1739591"/>
              <a:gd name="connsiteY93" fmla="*/ 141249 h 1843668"/>
              <a:gd name="connsiteX94" fmla="*/ 683942 w 1739591"/>
              <a:gd name="connsiteY94" fmla="*/ 126380 h 1843668"/>
              <a:gd name="connsiteX95" fmla="*/ 617034 w 1739591"/>
              <a:gd name="connsiteY95" fmla="*/ 89210 h 1843668"/>
              <a:gd name="connsiteX96" fmla="*/ 579864 w 1739591"/>
              <a:gd name="connsiteY96" fmla="*/ 66907 h 1843668"/>
              <a:gd name="connsiteX97" fmla="*/ 564995 w 1739591"/>
              <a:gd name="connsiteY97" fmla="*/ 52039 h 1843668"/>
              <a:gd name="connsiteX98" fmla="*/ 542693 w 1739591"/>
              <a:gd name="connsiteY98" fmla="*/ 37171 h 1843668"/>
              <a:gd name="connsiteX99" fmla="*/ 527825 w 1739591"/>
              <a:gd name="connsiteY99" fmla="*/ 22302 h 1843668"/>
              <a:gd name="connsiteX100" fmla="*/ 453483 w 1739591"/>
              <a:gd name="connsiteY100" fmla="*/ 0 h 1843668"/>
              <a:gd name="connsiteX101" fmla="*/ 341971 w 1739591"/>
              <a:gd name="connsiteY101" fmla="*/ 14868 h 1843668"/>
              <a:gd name="connsiteX102" fmla="*/ 319669 w 1739591"/>
              <a:gd name="connsiteY102" fmla="*/ 29736 h 1843668"/>
              <a:gd name="connsiteX103" fmla="*/ 304800 w 1739591"/>
              <a:gd name="connsiteY103" fmla="*/ 44605 h 1843668"/>
              <a:gd name="connsiteX104" fmla="*/ 260195 w 1739591"/>
              <a:gd name="connsiteY104" fmla="*/ 59473 h 1843668"/>
              <a:gd name="connsiteX105" fmla="*/ 237893 w 1739591"/>
              <a:gd name="connsiteY105" fmla="*/ 66907 h 1843668"/>
              <a:gd name="connsiteX106" fmla="*/ 193288 w 1739591"/>
              <a:gd name="connsiteY106" fmla="*/ 89210 h 184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9591" h="1843668">
                <a:moveTo>
                  <a:pt x="193288" y="89210"/>
                </a:moveTo>
                <a:cubicBezTo>
                  <a:pt x="175942" y="104078"/>
                  <a:pt x="156687" y="116974"/>
                  <a:pt x="141249" y="133815"/>
                </a:cubicBezTo>
                <a:cubicBezTo>
                  <a:pt x="129174" y="146987"/>
                  <a:pt x="124148" y="165784"/>
                  <a:pt x="111513" y="178419"/>
                </a:cubicBezTo>
                <a:cubicBezTo>
                  <a:pt x="93900" y="196032"/>
                  <a:pt x="75315" y="212672"/>
                  <a:pt x="66908" y="237893"/>
                </a:cubicBezTo>
                <a:cubicBezTo>
                  <a:pt x="61952" y="252761"/>
                  <a:pt x="60732" y="269457"/>
                  <a:pt x="52039" y="282497"/>
                </a:cubicBezTo>
                <a:cubicBezTo>
                  <a:pt x="47083" y="289931"/>
                  <a:pt x="40800" y="296635"/>
                  <a:pt x="37171" y="304800"/>
                </a:cubicBezTo>
                <a:cubicBezTo>
                  <a:pt x="30806" y="319122"/>
                  <a:pt x="27259" y="334537"/>
                  <a:pt x="22303" y="349405"/>
                </a:cubicBezTo>
                <a:cubicBezTo>
                  <a:pt x="19825" y="356839"/>
                  <a:pt x="16406" y="364023"/>
                  <a:pt x="14869" y="371707"/>
                </a:cubicBezTo>
                <a:cubicBezTo>
                  <a:pt x="3033" y="430882"/>
                  <a:pt x="8829" y="396320"/>
                  <a:pt x="0" y="475785"/>
                </a:cubicBezTo>
                <a:cubicBezTo>
                  <a:pt x="2478" y="564995"/>
                  <a:pt x="3287" y="654267"/>
                  <a:pt x="7434" y="743415"/>
                </a:cubicBezTo>
                <a:cubicBezTo>
                  <a:pt x="8248" y="760919"/>
                  <a:pt x="12553" y="778085"/>
                  <a:pt x="14869" y="795454"/>
                </a:cubicBezTo>
                <a:cubicBezTo>
                  <a:pt x="20352" y="836571"/>
                  <a:pt x="21901" y="860354"/>
                  <a:pt x="29737" y="899532"/>
                </a:cubicBezTo>
                <a:cubicBezTo>
                  <a:pt x="37482" y="938259"/>
                  <a:pt x="35159" y="918510"/>
                  <a:pt x="44605" y="951571"/>
                </a:cubicBezTo>
                <a:cubicBezTo>
                  <a:pt x="47412" y="961395"/>
                  <a:pt x="49561" y="971395"/>
                  <a:pt x="52039" y="981307"/>
                </a:cubicBezTo>
                <a:cubicBezTo>
                  <a:pt x="73162" y="1213634"/>
                  <a:pt x="47408" y="940557"/>
                  <a:pt x="66908" y="1122556"/>
                </a:cubicBezTo>
                <a:cubicBezTo>
                  <a:pt x="72214" y="1172081"/>
                  <a:pt x="69696" y="1222918"/>
                  <a:pt x="81776" y="1271239"/>
                </a:cubicBezTo>
                <a:cubicBezTo>
                  <a:pt x="86732" y="1291063"/>
                  <a:pt x="93754" y="1310483"/>
                  <a:pt x="96644" y="1330712"/>
                </a:cubicBezTo>
                <a:cubicBezTo>
                  <a:pt x="98329" y="1342507"/>
                  <a:pt x="106076" y="1403610"/>
                  <a:pt x="111513" y="1419922"/>
                </a:cubicBezTo>
                <a:cubicBezTo>
                  <a:pt x="115018" y="1430435"/>
                  <a:pt x="121425" y="1439746"/>
                  <a:pt x="126381" y="1449658"/>
                </a:cubicBezTo>
                <a:cubicBezTo>
                  <a:pt x="128859" y="1459570"/>
                  <a:pt x="130879" y="1469609"/>
                  <a:pt x="133815" y="1479395"/>
                </a:cubicBezTo>
                <a:cubicBezTo>
                  <a:pt x="138318" y="1494407"/>
                  <a:pt x="144882" y="1508795"/>
                  <a:pt x="148683" y="1524000"/>
                </a:cubicBezTo>
                <a:cubicBezTo>
                  <a:pt x="151161" y="1533912"/>
                  <a:pt x="153181" y="1543950"/>
                  <a:pt x="156117" y="1553736"/>
                </a:cubicBezTo>
                <a:cubicBezTo>
                  <a:pt x="160621" y="1568748"/>
                  <a:pt x="159904" y="1587259"/>
                  <a:pt x="170986" y="1598341"/>
                </a:cubicBezTo>
                <a:cubicBezTo>
                  <a:pt x="183376" y="1610731"/>
                  <a:pt x="197643" y="1621494"/>
                  <a:pt x="208156" y="1635512"/>
                </a:cubicBezTo>
                <a:cubicBezTo>
                  <a:pt x="215590" y="1645424"/>
                  <a:pt x="223257" y="1655166"/>
                  <a:pt x="230459" y="1665249"/>
                </a:cubicBezTo>
                <a:cubicBezTo>
                  <a:pt x="235652" y="1672519"/>
                  <a:pt x="239009" y="1681233"/>
                  <a:pt x="245327" y="1687551"/>
                </a:cubicBezTo>
                <a:cubicBezTo>
                  <a:pt x="251645" y="1693869"/>
                  <a:pt x="259872" y="1697986"/>
                  <a:pt x="267630" y="1702419"/>
                </a:cubicBezTo>
                <a:cubicBezTo>
                  <a:pt x="293357" y="1717120"/>
                  <a:pt x="294644" y="1716381"/>
                  <a:pt x="319669" y="1724722"/>
                </a:cubicBezTo>
                <a:cubicBezTo>
                  <a:pt x="327103" y="1732156"/>
                  <a:pt x="333416" y="1740913"/>
                  <a:pt x="341971" y="1747024"/>
                </a:cubicBezTo>
                <a:cubicBezTo>
                  <a:pt x="350989" y="1753466"/>
                  <a:pt x="361418" y="1757777"/>
                  <a:pt x="371708" y="1761893"/>
                </a:cubicBezTo>
                <a:cubicBezTo>
                  <a:pt x="386260" y="1767714"/>
                  <a:pt x="401445" y="1771805"/>
                  <a:pt x="416313" y="1776761"/>
                </a:cubicBezTo>
                <a:lnTo>
                  <a:pt x="438615" y="1784195"/>
                </a:lnTo>
                <a:lnTo>
                  <a:pt x="483220" y="1799063"/>
                </a:lnTo>
                <a:cubicBezTo>
                  <a:pt x="493132" y="1801541"/>
                  <a:pt x="503132" y="1803690"/>
                  <a:pt x="512956" y="1806497"/>
                </a:cubicBezTo>
                <a:cubicBezTo>
                  <a:pt x="562805" y="1820740"/>
                  <a:pt x="506376" y="1811129"/>
                  <a:pt x="594732" y="1828800"/>
                </a:cubicBezTo>
                <a:cubicBezTo>
                  <a:pt x="646684" y="1839190"/>
                  <a:pt x="619439" y="1834157"/>
                  <a:pt x="676508" y="1843668"/>
                </a:cubicBezTo>
                <a:lnTo>
                  <a:pt x="1100254" y="1836234"/>
                </a:lnTo>
                <a:cubicBezTo>
                  <a:pt x="1125745" y="1835450"/>
                  <a:pt x="1214840" y="1820342"/>
                  <a:pt x="1234069" y="1813932"/>
                </a:cubicBezTo>
                <a:cubicBezTo>
                  <a:pt x="1248937" y="1808976"/>
                  <a:pt x="1263469" y="1802864"/>
                  <a:pt x="1278674" y="1799063"/>
                </a:cubicBezTo>
                <a:cubicBezTo>
                  <a:pt x="1288586" y="1796585"/>
                  <a:pt x="1298843" y="1795216"/>
                  <a:pt x="1308410" y="1791629"/>
                </a:cubicBezTo>
                <a:cubicBezTo>
                  <a:pt x="1318787" y="1787738"/>
                  <a:pt x="1327770" y="1780652"/>
                  <a:pt x="1338147" y="1776761"/>
                </a:cubicBezTo>
                <a:cubicBezTo>
                  <a:pt x="1347714" y="1773174"/>
                  <a:pt x="1358059" y="1772134"/>
                  <a:pt x="1367883" y="1769327"/>
                </a:cubicBezTo>
                <a:cubicBezTo>
                  <a:pt x="1375418" y="1767174"/>
                  <a:pt x="1382626" y="1763955"/>
                  <a:pt x="1390186" y="1761893"/>
                </a:cubicBezTo>
                <a:cubicBezTo>
                  <a:pt x="1409900" y="1756516"/>
                  <a:pt x="1429835" y="1751980"/>
                  <a:pt x="1449659" y="1747024"/>
                </a:cubicBezTo>
                <a:cubicBezTo>
                  <a:pt x="1459571" y="1744546"/>
                  <a:pt x="1469702" y="1742821"/>
                  <a:pt x="1479395" y="1739590"/>
                </a:cubicBezTo>
                <a:cubicBezTo>
                  <a:pt x="1494263" y="1734634"/>
                  <a:pt x="1510959" y="1733415"/>
                  <a:pt x="1524000" y="1724722"/>
                </a:cubicBezTo>
                <a:cubicBezTo>
                  <a:pt x="1552823" y="1705507"/>
                  <a:pt x="1537827" y="1712680"/>
                  <a:pt x="1568605" y="1702419"/>
                </a:cubicBezTo>
                <a:cubicBezTo>
                  <a:pt x="1614916" y="1656111"/>
                  <a:pt x="1547867" y="1718723"/>
                  <a:pt x="1605776" y="1680117"/>
                </a:cubicBezTo>
                <a:cubicBezTo>
                  <a:pt x="1614524" y="1674285"/>
                  <a:pt x="1619779" y="1664270"/>
                  <a:pt x="1628078" y="1657815"/>
                </a:cubicBezTo>
                <a:cubicBezTo>
                  <a:pt x="1703740" y="1598966"/>
                  <a:pt x="1650153" y="1650607"/>
                  <a:pt x="1687552" y="1613210"/>
                </a:cubicBezTo>
                <a:cubicBezTo>
                  <a:pt x="1714663" y="1531873"/>
                  <a:pt x="1671426" y="1655069"/>
                  <a:pt x="1709854" y="1568605"/>
                </a:cubicBezTo>
                <a:cubicBezTo>
                  <a:pt x="1715823" y="1555174"/>
                  <a:pt x="1728829" y="1512562"/>
                  <a:pt x="1732156" y="1494263"/>
                </a:cubicBezTo>
                <a:cubicBezTo>
                  <a:pt x="1735291" y="1477023"/>
                  <a:pt x="1737113" y="1459570"/>
                  <a:pt x="1739591" y="1442224"/>
                </a:cubicBezTo>
                <a:cubicBezTo>
                  <a:pt x="1737113" y="1380273"/>
                  <a:pt x="1736574" y="1318214"/>
                  <a:pt x="1732156" y="1256371"/>
                </a:cubicBezTo>
                <a:cubicBezTo>
                  <a:pt x="1731598" y="1248554"/>
                  <a:pt x="1726875" y="1241603"/>
                  <a:pt x="1724722" y="1234068"/>
                </a:cubicBezTo>
                <a:cubicBezTo>
                  <a:pt x="1721915" y="1224244"/>
                  <a:pt x="1720224" y="1214118"/>
                  <a:pt x="1717288" y="1204332"/>
                </a:cubicBezTo>
                <a:cubicBezTo>
                  <a:pt x="1712785" y="1189320"/>
                  <a:pt x="1706221" y="1174932"/>
                  <a:pt x="1702420" y="1159727"/>
                </a:cubicBezTo>
                <a:cubicBezTo>
                  <a:pt x="1699942" y="1149815"/>
                  <a:pt x="1699555" y="1139129"/>
                  <a:pt x="1694986" y="1129990"/>
                </a:cubicBezTo>
                <a:cubicBezTo>
                  <a:pt x="1686994" y="1114007"/>
                  <a:pt x="1675161" y="1100253"/>
                  <a:pt x="1665249" y="1085385"/>
                </a:cubicBezTo>
                <a:cubicBezTo>
                  <a:pt x="1660293" y="1077951"/>
                  <a:pt x="1658372" y="1067079"/>
                  <a:pt x="1650381" y="1063083"/>
                </a:cubicBezTo>
                <a:lnTo>
                  <a:pt x="1620644" y="1048215"/>
                </a:lnTo>
                <a:cubicBezTo>
                  <a:pt x="1615688" y="1040781"/>
                  <a:pt x="1612094" y="1032230"/>
                  <a:pt x="1605776" y="1025912"/>
                </a:cubicBezTo>
                <a:cubicBezTo>
                  <a:pt x="1599458" y="1019594"/>
                  <a:pt x="1590451" y="1016625"/>
                  <a:pt x="1583474" y="1011044"/>
                </a:cubicBezTo>
                <a:cubicBezTo>
                  <a:pt x="1578001" y="1006666"/>
                  <a:pt x="1574078" y="1000555"/>
                  <a:pt x="1568605" y="996176"/>
                </a:cubicBezTo>
                <a:cubicBezTo>
                  <a:pt x="1561628" y="990594"/>
                  <a:pt x="1553280" y="986889"/>
                  <a:pt x="1546303" y="981307"/>
                </a:cubicBezTo>
                <a:cubicBezTo>
                  <a:pt x="1540830" y="976928"/>
                  <a:pt x="1536907" y="970817"/>
                  <a:pt x="1531434" y="966439"/>
                </a:cubicBezTo>
                <a:cubicBezTo>
                  <a:pt x="1524457" y="960858"/>
                  <a:pt x="1515856" y="957454"/>
                  <a:pt x="1509132" y="951571"/>
                </a:cubicBezTo>
                <a:cubicBezTo>
                  <a:pt x="1495945" y="940032"/>
                  <a:pt x="1481680" y="928980"/>
                  <a:pt x="1471961" y="914400"/>
                </a:cubicBezTo>
                <a:cubicBezTo>
                  <a:pt x="1467005" y="906966"/>
                  <a:pt x="1463411" y="898415"/>
                  <a:pt x="1457093" y="892097"/>
                </a:cubicBezTo>
                <a:cubicBezTo>
                  <a:pt x="1448332" y="883336"/>
                  <a:pt x="1436617" y="878027"/>
                  <a:pt x="1427356" y="869795"/>
                </a:cubicBezTo>
                <a:cubicBezTo>
                  <a:pt x="1414260" y="858154"/>
                  <a:pt x="1406809" y="838165"/>
                  <a:pt x="1390186" y="832624"/>
                </a:cubicBezTo>
                <a:cubicBezTo>
                  <a:pt x="1375318" y="827668"/>
                  <a:pt x="1358622" y="826449"/>
                  <a:pt x="1345581" y="817756"/>
                </a:cubicBezTo>
                <a:cubicBezTo>
                  <a:pt x="1316758" y="798541"/>
                  <a:pt x="1331754" y="805713"/>
                  <a:pt x="1300976" y="795454"/>
                </a:cubicBezTo>
                <a:cubicBezTo>
                  <a:pt x="1284693" y="779170"/>
                  <a:pt x="1285690" y="778223"/>
                  <a:pt x="1263805" y="765717"/>
                </a:cubicBezTo>
                <a:cubicBezTo>
                  <a:pt x="1254183" y="760219"/>
                  <a:pt x="1243691" y="756347"/>
                  <a:pt x="1234069" y="750849"/>
                </a:cubicBezTo>
                <a:cubicBezTo>
                  <a:pt x="1193716" y="727790"/>
                  <a:pt x="1230354" y="742176"/>
                  <a:pt x="1189464" y="728546"/>
                </a:cubicBezTo>
                <a:cubicBezTo>
                  <a:pt x="1184508" y="723590"/>
                  <a:pt x="1180068" y="718056"/>
                  <a:pt x="1174595" y="713678"/>
                </a:cubicBezTo>
                <a:cubicBezTo>
                  <a:pt x="1150575" y="694462"/>
                  <a:pt x="1143006" y="699749"/>
                  <a:pt x="1122556" y="669073"/>
                </a:cubicBezTo>
                <a:lnTo>
                  <a:pt x="1063083" y="579863"/>
                </a:lnTo>
                <a:cubicBezTo>
                  <a:pt x="1058127" y="572429"/>
                  <a:pt x="1054533" y="563879"/>
                  <a:pt x="1048215" y="557561"/>
                </a:cubicBezTo>
                <a:lnTo>
                  <a:pt x="1011044" y="520390"/>
                </a:lnTo>
                <a:cubicBezTo>
                  <a:pt x="1006088" y="510478"/>
                  <a:pt x="1003270" y="499167"/>
                  <a:pt x="996176" y="490654"/>
                </a:cubicBezTo>
                <a:cubicBezTo>
                  <a:pt x="990456" y="483790"/>
                  <a:pt x="980598" y="481669"/>
                  <a:pt x="973874" y="475785"/>
                </a:cubicBezTo>
                <a:cubicBezTo>
                  <a:pt x="973865" y="475777"/>
                  <a:pt x="932245" y="434157"/>
                  <a:pt x="921834" y="423746"/>
                </a:cubicBezTo>
                <a:lnTo>
                  <a:pt x="899532" y="401444"/>
                </a:lnTo>
                <a:lnTo>
                  <a:pt x="877230" y="379141"/>
                </a:lnTo>
                <a:cubicBezTo>
                  <a:pt x="874752" y="371707"/>
                  <a:pt x="874142" y="363359"/>
                  <a:pt x="869795" y="356839"/>
                </a:cubicBezTo>
                <a:cubicBezTo>
                  <a:pt x="863963" y="348091"/>
                  <a:pt x="854223" y="342613"/>
                  <a:pt x="847493" y="334536"/>
                </a:cubicBezTo>
                <a:cubicBezTo>
                  <a:pt x="841773" y="327672"/>
                  <a:pt x="838206" y="319211"/>
                  <a:pt x="832625" y="312234"/>
                </a:cubicBezTo>
                <a:cubicBezTo>
                  <a:pt x="828246" y="306761"/>
                  <a:pt x="821961" y="302973"/>
                  <a:pt x="817756" y="297366"/>
                </a:cubicBezTo>
                <a:cubicBezTo>
                  <a:pt x="807034" y="283071"/>
                  <a:pt x="797932" y="267629"/>
                  <a:pt x="788020" y="252761"/>
                </a:cubicBezTo>
                <a:lnTo>
                  <a:pt x="758283" y="208156"/>
                </a:lnTo>
                <a:cubicBezTo>
                  <a:pt x="749841" y="195494"/>
                  <a:pt x="730333" y="165337"/>
                  <a:pt x="721113" y="156117"/>
                </a:cubicBezTo>
                <a:cubicBezTo>
                  <a:pt x="714795" y="149799"/>
                  <a:pt x="705787" y="146831"/>
                  <a:pt x="698810" y="141249"/>
                </a:cubicBezTo>
                <a:cubicBezTo>
                  <a:pt x="693337" y="136870"/>
                  <a:pt x="689549" y="130585"/>
                  <a:pt x="683942" y="126380"/>
                </a:cubicBezTo>
                <a:cubicBezTo>
                  <a:pt x="643044" y="95706"/>
                  <a:pt x="651805" y="100800"/>
                  <a:pt x="617034" y="89210"/>
                </a:cubicBezTo>
                <a:cubicBezTo>
                  <a:pt x="579366" y="51539"/>
                  <a:pt x="628111" y="95855"/>
                  <a:pt x="579864" y="66907"/>
                </a:cubicBezTo>
                <a:cubicBezTo>
                  <a:pt x="573854" y="63301"/>
                  <a:pt x="570468" y="56417"/>
                  <a:pt x="564995" y="52039"/>
                </a:cubicBezTo>
                <a:cubicBezTo>
                  <a:pt x="558018" y="46458"/>
                  <a:pt x="549670" y="42752"/>
                  <a:pt x="542693" y="37171"/>
                </a:cubicBezTo>
                <a:cubicBezTo>
                  <a:pt x="537220" y="32792"/>
                  <a:pt x="534094" y="25437"/>
                  <a:pt x="527825" y="22302"/>
                </a:cubicBezTo>
                <a:cubicBezTo>
                  <a:pt x="509727" y="13253"/>
                  <a:pt x="474825" y="5335"/>
                  <a:pt x="453483" y="0"/>
                </a:cubicBezTo>
                <a:cubicBezTo>
                  <a:pt x="433555" y="1661"/>
                  <a:pt x="372337" y="-315"/>
                  <a:pt x="341971" y="14868"/>
                </a:cubicBezTo>
                <a:cubicBezTo>
                  <a:pt x="333980" y="18864"/>
                  <a:pt x="326646" y="24155"/>
                  <a:pt x="319669" y="29736"/>
                </a:cubicBezTo>
                <a:cubicBezTo>
                  <a:pt x="314196" y="34115"/>
                  <a:pt x="311069" y="41470"/>
                  <a:pt x="304800" y="44605"/>
                </a:cubicBezTo>
                <a:cubicBezTo>
                  <a:pt x="290782" y="51614"/>
                  <a:pt x="275063" y="54517"/>
                  <a:pt x="260195" y="59473"/>
                </a:cubicBezTo>
                <a:lnTo>
                  <a:pt x="237893" y="66907"/>
                </a:lnTo>
                <a:lnTo>
                  <a:pt x="193288" y="89210"/>
                </a:ln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3E05AAA7-ABCB-5F4D-6145-25172C99EF93}"/>
              </a:ext>
            </a:extLst>
          </p:cNvPr>
          <p:cNvSpPr/>
          <p:nvPr/>
        </p:nvSpPr>
        <p:spPr>
          <a:xfrm>
            <a:off x="8412679" y="4717761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02ABDA-7FCC-ADB3-8972-969F2B094329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02ABDA-7FCC-ADB3-8972-969F2B09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0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50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76" grpId="0" animBg="1"/>
      <p:bldP spid="177" grpId="0" animBg="1"/>
      <p:bldP spid="17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3BA2-C5B6-CC5F-866E-73D72E1D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570455-34CB-4D3E-7695-3F478345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688FE6-E3EE-D749-C67B-6143AD11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4995D71-7232-0E9C-E241-B2B351A0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930EC02-05CF-9231-F726-321657C7B9C4}"/>
              </a:ext>
            </a:extLst>
          </p:cNvPr>
          <p:cNvGrpSpPr/>
          <p:nvPr/>
        </p:nvGrpSpPr>
        <p:grpSpPr>
          <a:xfrm>
            <a:off x="7448171" y="3837181"/>
            <a:ext cx="1971546" cy="1203325"/>
            <a:chOff x="1417522" y="3293324"/>
            <a:chExt cx="1971546" cy="120332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5C85F2-468D-2227-0E89-EDBEEC9CAB94}"/>
                </a:ext>
              </a:extLst>
            </p:cNvPr>
            <p:cNvSpPr/>
            <p:nvPr/>
          </p:nvSpPr>
          <p:spPr>
            <a:xfrm>
              <a:off x="1417522" y="3986970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9FD075B-E7C8-5B83-98C2-57441EBFB101}"/>
                </a:ext>
              </a:extLst>
            </p:cNvPr>
            <p:cNvGrpSpPr/>
            <p:nvPr/>
          </p:nvGrpSpPr>
          <p:grpSpPr>
            <a:xfrm>
              <a:off x="1760649" y="3669846"/>
              <a:ext cx="598449" cy="307777"/>
              <a:chOff x="1550604" y="3020176"/>
              <a:chExt cx="598449" cy="434647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4283836-446B-C6E2-1B4A-8CF5A92183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54B8279A-923B-880C-D46F-0164F0C5FF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7145FD6-0C63-505D-4F25-A738E3D2FE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3008" y="4241809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B56F922-A0F8-36DC-377A-926FA4AC34A4}"/>
                    </a:ext>
                  </a:extLst>
                </p:cNvPr>
                <p:cNvSpPr txBox="1"/>
                <p:nvPr/>
              </p:nvSpPr>
              <p:spPr>
                <a:xfrm>
                  <a:off x="2993126" y="4010120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B56F922-A0F8-36DC-377A-926FA4AC3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126" y="4010120"/>
                  <a:ext cx="39594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06A987FE-AE1D-7CFB-3F57-50A87F7ED5D2}"/>
                    </a:ext>
                  </a:extLst>
                </p:cNvPr>
                <p:cNvSpPr txBox="1"/>
                <p:nvPr/>
              </p:nvSpPr>
              <p:spPr>
                <a:xfrm>
                  <a:off x="1566690" y="3293324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06A987FE-AE1D-7CFB-3F57-50A87F7ED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6690" y="3293324"/>
                  <a:ext cx="39594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5625" r="-15625" b="-645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1059D21-408C-FE01-BE21-3331B4FA62D3}"/>
                </a:ext>
              </a:extLst>
            </p:cNvPr>
            <p:cNvSpPr txBox="1"/>
            <p:nvPr/>
          </p:nvSpPr>
          <p:spPr>
            <a:xfrm>
              <a:off x="1542568" y="375980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6D16AEB-5C37-ADE2-2CDB-C70984A958A1}"/>
                </a:ext>
              </a:extLst>
            </p:cNvPr>
            <p:cNvSpPr txBox="1"/>
            <p:nvPr/>
          </p:nvSpPr>
          <p:spPr>
            <a:xfrm>
              <a:off x="2141567" y="375980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09E60813-9056-D6DD-1FAA-2A3039AD8768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500C293-F5BA-081B-740F-165546BB3130}"/>
              </a:ext>
            </a:extLst>
          </p:cNvPr>
          <p:cNvGrpSpPr/>
          <p:nvPr/>
        </p:nvGrpSpPr>
        <p:grpSpPr>
          <a:xfrm>
            <a:off x="8142984" y="3021218"/>
            <a:ext cx="1971546" cy="1181861"/>
            <a:chOff x="9676140" y="3441260"/>
            <a:chExt cx="1971546" cy="118186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5E78A5B-CB83-87EC-ABBF-F2E8A2D28CEE}"/>
                </a:ext>
              </a:extLst>
            </p:cNvPr>
            <p:cNvSpPr/>
            <p:nvPr/>
          </p:nvSpPr>
          <p:spPr>
            <a:xfrm>
              <a:off x="9676140" y="4113442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89E9AFB-D76F-C072-70DC-C10CFE2E3339}"/>
                </a:ext>
              </a:extLst>
            </p:cNvPr>
            <p:cNvGrpSpPr/>
            <p:nvPr/>
          </p:nvGrpSpPr>
          <p:grpSpPr>
            <a:xfrm>
              <a:off x="10019267" y="3796318"/>
              <a:ext cx="598449" cy="307777"/>
              <a:chOff x="1550604" y="3020176"/>
              <a:chExt cx="598449" cy="434647"/>
            </a:xfrm>
          </p:grpSpPr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9EA06724-4A02-5A17-A9AE-56B1999F79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2F198B82-1877-8C7B-79A6-784CE75BDA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D97BEE99-8B56-A346-FFA8-9B48DAD98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1626" y="4368281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AC8CC44E-3023-130F-67F5-6D70949613F3}"/>
                    </a:ext>
                  </a:extLst>
                </p:cNvPr>
                <p:cNvSpPr txBox="1"/>
                <p:nvPr/>
              </p:nvSpPr>
              <p:spPr>
                <a:xfrm>
                  <a:off x="11251744" y="4136592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AC8CC44E-3023-130F-67F5-6D7094961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1744" y="4136592"/>
                  <a:ext cx="39594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18B36524-3EA4-406D-A62C-A21D2E7DC428}"/>
                    </a:ext>
                  </a:extLst>
                </p:cNvPr>
                <p:cNvSpPr txBox="1"/>
                <p:nvPr/>
              </p:nvSpPr>
              <p:spPr>
                <a:xfrm>
                  <a:off x="10490277" y="3441260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18B36524-3EA4-406D-A62C-A21D2E7DC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0277" y="3441260"/>
                  <a:ext cx="254877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3810" r="-23810" b="-1034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9C03A8A-7129-25DE-84E1-22C3DF659DA3}"/>
                    </a:ext>
                  </a:extLst>
                </p:cNvPr>
                <p:cNvSpPr txBox="1"/>
                <p:nvPr/>
              </p:nvSpPr>
              <p:spPr>
                <a:xfrm>
                  <a:off x="9824815" y="3447816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9C03A8A-7129-25DE-84E1-22C3DF659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4815" y="3447816"/>
                  <a:ext cx="39594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2500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8B468A0A-CD46-7D9D-5916-6BB3BB2904F9}"/>
                </a:ext>
              </a:extLst>
            </p:cNvPr>
            <p:cNvSpPr txBox="1"/>
            <p:nvPr/>
          </p:nvSpPr>
          <p:spPr>
            <a:xfrm>
              <a:off x="9801186" y="388627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78905A6B-268E-FA80-B8D0-9A54010FFEE2}"/>
                </a:ext>
              </a:extLst>
            </p:cNvPr>
            <p:cNvSpPr txBox="1"/>
            <p:nvPr/>
          </p:nvSpPr>
          <p:spPr>
            <a:xfrm>
              <a:off x="10400185" y="388627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6A5AE82-2BA8-B18A-EB63-6E73EF5975A9}"/>
              </a:ext>
            </a:extLst>
          </p:cNvPr>
          <p:cNvGrpSpPr/>
          <p:nvPr/>
        </p:nvGrpSpPr>
        <p:grpSpPr>
          <a:xfrm>
            <a:off x="3645242" y="2419947"/>
            <a:ext cx="2959869" cy="3294557"/>
            <a:chOff x="3645242" y="2419947"/>
            <a:chExt cx="2959869" cy="3294557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4509FC83-5110-5ECE-6264-A2204A4ED8E5}"/>
                </a:ext>
              </a:extLst>
            </p:cNvPr>
            <p:cNvSpPr/>
            <p:nvPr/>
          </p:nvSpPr>
          <p:spPr>
            <a:xfrm>
              <a:off x="6133483" y="3778425"/>
              <a:ext cx="471628" cy="484632"/>
            </a:xfrm>
            <a:prstGeom prst="rightArrow">
              <a:avLst>
                <a:gd name="adj1" fmla="val 47415"/>
                <a:gd name="adj2" fmla="val 50000"/>
              </a:avLst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1B7CD9D-5A14-6726-CE56-8978A83DBFF5}"/>
                </a:ext>
              </a:extLst>
            </p:cNvPr>
            <p:cNvSpPr/>
            <p:nvPr/>
          </p:nvSpPr>
          <p:spPr>
            <a:xfrm>
              <a:off x="4525926" y="24998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244130-C300-F7CD-5020-73D76B0811B5}"/>
                </a:ext>
              </a:extLst>
            </p:cNvPr>
            <p:cNvSpPr/>
            <p:nvPr/>
          </p:nvSpPr>
          <p:spPr>
            <a:xfrm>
              <a:off x="4014933" y="394795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8D5A1A0-2FAE-3D19-AA3E-6B1914423E91}"/>
                </a:ext>
              </a:extLst>
            </p:cNvPr>
            <p:cNvSpPr/>
            <p:nvPr/>
          </p:nvSpPr>
          <p:spPr>
            <a:xfrm>
              <a:off x="4980238" y="335752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5EB93EB-1FA0-7AA1-264C-845A5BA167B0}"/>
                </a:ext>
              </a:extLst>
            </p:cNvPr>
            <p:cNvCxnSpPr>
              <a:cxnSpLocks/>
              <a:stCxn id="12" idx="3"/>
              <a:endCxn id="14" idx="0"/>
            </p:cNvCxnSpPr>
            <p:nvPr/>
          </p:nvCxnSpPr>
          <p:spPr>
            <a:xfrm flipH="1">
              <a:off x="4318260" y="3017665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D51B735-9B40-2F06-1FEB-61DAA5281239}"/>
                </a:ext>
              </a:extLst>
            </p:cNvPr>
            <p:cNvCxnSpPr>
              <a:cxnSpLocks/>
              <a:stCxn id="12" idx="5"/>
              <a:endCxn id="15" idx="0"/>
            </p:cNvCxnSpPr>
            <p:nvPr/>
          </p:nvCxnSpPr>
          <p:spPr>
            <a:xfrm>
              <a:off x="5043737" y="3017665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61FCDD8-AB8B-8EB6-1C73-324B1CD1CF9E}"/>
                </a:ext>
              </a:extLst>
            </p:cNvPr>
            <p:cNvCxnSpPr>
              <a:cxnSpLocks/>
              <a:stCxn id="14" idx="4"/>
              <a:endCxn id="26" idx="0"/>
            </p:cNvCxnSpPr>
            <p:nvPr/>
          </p:nvCxnSpPr>
          <p:spPr>
            <a:xfrm>
              <a:off x="4318260" y="4554606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EBAE03-BB85-24EF-7A65-5B21ADA8947B}"/>
                </a:ext>
              </a:extLst>
            </p:cNvPr>
            <p:cNvSpPr/>
            <p:nvPr/>
          </p:nvSpPr>
          <p:spPr>
            <a:xfrm>
              <a:off x="4128816" y="493598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339ADE5-8A6F-2D2B-5B23-C9360402503A}"/>
                </a:ext>
              </a:extLst>
            </p:cNvPr>
            <p:cNvSpPr/>
            <p:nvPr/>
          </p:nvSpPr>
          <p:spPr>
            <a:xfrm>
              <a:off x="4936957" y="493451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A1F4C14-D5FE-3A6C-688A-DD94DD11CA4E}"/>
                </a:ext>
              </a:extLst>
            </p:cNvPr>
            <p:cNvCxnSpPr>
              <a:cxnSpLocks/>
              <a:stCxn id="14" idx="5"/>
              <a:endCxn id="27" idx="1"/>
            </p:cNvCxnSpPr>
            <p:nvPr/>
          </p:nvCxnSpPr>
          <p:spPr>
            <a:xfrm>
              <a:off x="4532744" y="4465764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4DBB1C-25F6-AFDF-7A5A-95A2057A493C}"/>
                </a:ext>
              </a:extLst>
            </p:cNvPr>
            <p:cNvCxnSpPr>
              <a:cxnSpLocks/>
              <a:stCxn id="15" idx="3"/>
              <a:endCxn id="14" idx="6"/>
            </p:cNvCxnSpPr>
            <p:nvPr/>
          </p:nvCxnSpPr>
          <p:spPr>
            <a:xfrm flipH="1">
              <a:off x="4621586" y="3875339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DF9B087-985E-9053-F243-7DC5C207F7AA}"/>
                </a:ext>
              </a:extLst>
            </p:cNvPr>
            <p:cNvCxnSpPr>
              <a:cxnSpLocks/>
              <a:stCxn id="15" idx="4"/>
              <a:endCxn id="27" idx="0"/>
            </p:cNvCxnSpPr>
            <p:nvPr/>
          </p:nvCxnSpPr>
          <p:spPr>
            <a:xfrm flipH="1">
              <a:off x="5240284" y="3964181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2AAEAD-19C0-E4C6-2EAA-DF86EFA6426C}"/>
                </a:ext>
              </a:extLst>
            </p:cNvPr>
            <p:cNvSpPr txBox="1"/>
            <p:nvPr/>
          </p:nvSpPr>
          <p:spPr>
            <a:xfrm>
              <a:off x="4234461" y="321557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F2EFC-5915-2274-3C3E-D4872BFB5ECB}"/>
                </a:ext>
              </a:extLst>
            </p:cNvPr>
            <p:cNvSpPr txBox="1"/>
            <p:nvPr/>
          </p:nvSpPr>
          <p:spPr>
            <a:xfrm>
              <a:off x="5093449" y="295261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9FF0AA8-E64F-C721-C05D-71764D131F7D}"/>
                </a:ext>
              </a:extLst>
            </p:cNvPr>
            <p:cNvSpPr txBox="1"/>
            <p:nvPr/>
          </p:nvSpPr>
          <p:spPr>
            <a:xfrm>
              <a:off x="5240283" y="426305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469DE88-CC46-8F4F-4780-3B4DF4E2839F}"/>
                </a:ext>
              </a:extLst>
            </p:cNvPr>
            <p:cNvSpPr txBox="1"/>
            <p:nvPr/>
          </p:nvSpPr>
          <p:spPr>
            <a:xfrm>
              <a:off x="4682417" y="379206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84E4E23-A538-68E8-82AA-0F4702EAC72B}"/>
                </a:ext>
              </a:extLst>
            </p:cNvPr>
            <p:cNvSpPr txBox="1"/>
            <p:nvPr/>
          </p:nvSpPr>
          <p:spPr>
            <a:xfrm>
              <a:off x="4070824" y="454055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68E0652-DE4D-611B-39CE-FB6979A18359}"/>
                </a:ext>
              </a:extLst>
            </p:cNvPr>
            <p:cNvSpPr txBox="1"/>
            <p:nvPr/>
          </p:nvSpPr>
          <p:spPr>
            <a:xfrm>
              <a:off x="4686568" y="447525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4057712-B159-2597-E3E5-51A764DB5D36}"/>
                </a:ext>
              </a:extLst>
            </p:cNvPr>
            <p:cNvSpPr/>
            <p:nvPr/>
          </p:nvSpPr>
          <p:spPr>
            <a:xfrm>
              <a:off x="3980854" y="2419947"/>
              <a:ext cx="1697093" cy="2227549"/>
            </a:xfrm>
            <a:custGeom>
              <a:avLst/>
              <a:gdLst>
                <a:gd name="connsiteX0" fmla="*/ 767825 w 1697093"/>
                <a:gd name="connsiteY0" fmla="*/ 23533 h 2227549"/>
                <a:gd name="connsiteX1" fmla="*/ 715786 w 1697093"/>
                <a:gd name="connsiteY1" fmla="*/ 16099 h 2227549"/>
                <a:gd name="connsiteX2" fmla="*/ 671181 w 1697093"/>
                <a:gd name="connsiteY2" fmla="*/ 30967 h 2227549"/>
                <a:gd name="connsiteX3" fmla="*/ 648879 w 1697093"/>
                <a:gd name="connsiteY3" fmla="*/ 45835 h 2227549"/>
                <a:gd name="connsiteX4" fmla="*/ 611708 w 1697093"/>
                <a:gd name="connsiteY4" fmla="*/ 83006 h 2227549"/>
                <a:gd name="connsiteX5" fmla="*/ 567103 w 1697093"/>
                <a:gd name="connsiteY5" fmla="*/ 120177 h 2227549"/>
                <a:gd name="connsiteX6" fmla="*/ 552235 w 1697093"/>
                <a:gd name="connsiteY6" fmla="*/ 142479 h 2227549"/>
                <a:gd name="connsiteX7" fmla="*/ 529932 w 1697093"/>
                <a:gd name="connsiteY7" fmla="*/ 164782 h 2227549"/>
                <a:gd name="connsiteX8" fmla="*/ 515064 w 1697093"/>
                <a:gd name="connsiteY8" fmla="*/ 187084 h 2227549"/>
                <a:gd name="connsiteX9" fmla="*/ 492762 w 1697093"/>
                <a:gd name="connsiteY9" fmla="*/ 216821 h 2227549"/>
                <a:gd name="connsiteX10" fmla="*/ 463025 w 1697093"/>
                <a:gd name="connsiteY10" fmla="*/ 261425 h 2227549"/>
                <a:gd name="connsiteX11" fmla="*/ 448157 w 1697093"/>
                <a:gd name="connsiteY11" fmla="*/ 276294 h 2227549"/>
                <a:gd name="connsiteX12" fmla="*/ 410986 w 1697093"/>
                <a:gd name="connsiteY12" fmla="*/ 335767 h 2227549"/>
                <a:gd name="connsiteX13" fmla="*/ 396118 w 1697093"/>
                <a:gd name="connsiteY13" fmla="*/ 358069 h 2227549"/>
                <a:gd name="connsiteX14" fmla="*/ 381249 w 1697093"/>
                <a:gd name="connsiteY14" fmla="*/ 372938 h 2227549"/>
                <a:gd name="connsiteX15" fmla="*/ 358947 w 1697093"/>
                <a:gd name="connsiteY15" fmla="*/ 424977 h 2227549"/>
                <a:gd name="connsiteX16" fmla="*/ 351513 w 1697093"/>
                <a:gd name="connsiteY16" fmla="*/ 447279 h 2227549"/>
                <a:gd name="connsiteX17" fmla="*/ 336645 w 1697093"/>
                <a:gd name="connsiteY17" fmla="*/ 469582 h 2227549"/>
                <a:gd name="connsiteX18" fmla="*/ 314342 w 1697093"/>
                <a:gd name="connsiteY18" fmla="*/ 514186 h 2227549"/>
                <a:gd name="connsiteX19" fmla="*/ 306908 w 1697093"/>
                <a:gd name="connsiteY19" fmla="*/ 536489 h 2227549"/>
                <a:gd name="connsiteX20" fmla="*/ 277171 w 1697093"/>
                <a:gd name="connsiteY20" fmla="*/ 588528 h 2227549"/>
                <a:gd name="connsiteX21" fmla="*/ 254869 w 1697093"/>
                <a:gd name="connsiteY21" fmla="*/ 655435 h 2227549"/>
                <a:gd name="connsiteX22" fmla="*/ 232566 w 1697093"/>
                <a:gd name="connsiteY22" fmla="*/ 692606 h 2227549"/>
                <a:gd name="connsiteX23" fmla="*/ 202830 w 1697093"/>
                <a:gd name="connsiteY23" fmla="*/ 774382 h 2227549"/>
                <a:gd name="connsiteX24" fmla="*/ 180527 w 1697093"/>
                <a:gd name="connsiteY24" fmla="*/ 848723 h 2227549"/>
                <a:gd name="connsiteX25" fmla="*/ 165659 w 1697093"/>
                <a:gd name="connsiteY25" fmla="*/ 893328 h 2227549"/>
                <a:gd name="connsiteX26" fmla="*/ 158225 w 1697093"/>
                <a:gd name="connsiteY26" fmla="*/ 923065 h 2227549"/>
                <a:gd name="connsiteX27" fmla="*/ 150791 w 1697093"/>
                <a:gd name="connsiteY27" fmla="*/ 945367 h 2227549"/>
                <a:gd name="connsiteX28" fmla="*/ 143357 w 1697093"/>
                <a:gd name="connsiteY28" fmla="*/ 982538 h 2227549"/>
                <a:gd name="connsiteX29" fmla="*/ 135923 w 1697093"/>
                <a:gd name="connsiteY29" fmla="*/ 1004840 h 2227549"/>
                <a:gd name="connsiteX30" fmla="*/ 121054 w 1697093"/>
                <a:gd name="connsiteY30" fmla="*/ 1071747 h 2227549"/>
                <a:gd name="connsiteX31" fmla="*/ 106186 w 1697093"/>
                <a:gd name="connsiteY31" fmla="*/ 1123786 h 2227549"/>
                <a:gd name="connsiteX32" fmla="*/ 98752 w 1697093"/>
                <a:gd name="connsiteY32" fmla="*/ 1168391 h 2227549"/>
                <a:gd name="connsiteX33" fmla="*/ 83884 w 1697093"/>
                <a:gd name="connsiteY33" fmla="*/ 1250167 h 2227549"/>
                <a:gd name="connsiteX34" fmla="*/ 76449 w 1697093"/>
                <a:gd name="connsiteY34" fmla="*/ 1302206 h 2227549"/>
                <a:gd name="connsiteX35" fmla="*/ 69015 w 1697093"/>
                <a:gd name="connsiteY35" fmla="*/ 1331943 h 2227549"/>
                <a:gd name="connsiteX36" fmla="*/ 54147 w 1697093"/>
                <a:gd name="connsiteY36" fmla="*/ 1413718 h 2227549"/>
                <a:gd name="connsiteX37" fmla="*/ 46713 w 1697093"/>
                <a:gd name="connsiteY37" fmla="*/ 1443455 h 2227549"/>
                <a:gd name="connsiteX38" fmla="*/ 39279 w 1697093"/>
                <a:gd name="connsiteY38" fmla="*/ 1488060 h 2227549"/>
                <a:gd name="connsiteX39" fmla="*/ 24410 w 1697093"/>
                <a:gd name="connsiteY39" fmla="*/ 1547533 h 2227549"/>
                <a:gd name="connsiteX40" fmla="*/ 9542 w 1697093"/>
                <a:gd name="connsiteY40" fmla="*/ 1599572 h 2227549"/>
                <a:gd name="connsiteX41" fmla="*/ 2108 w 1697093"/>
                <a:gd name="connsiteY41" fmla="*/ 1651611 h 2227549"/>
                <a:gd name="connsiteX42" fmla="*/ 16976 w 1697093"/>
                <a:gd name="connsiteY42" fmla="*/ 1978713 h 2227549"/>
                <a:gd name="connsiteX43" fmla="*/ 31845 w 1697093"/>
                <a:gd name="connsiteY43" fmla="*/ 2023318 h 2227549"/>
                <a:gd name="connsiteX44" fmla="*/ 39279 w 1697093"/>
                <a:gd name="connsiteY44" fmla="*/ 2045621 h 2227549"/>
                <a:gd name="connsiteX45" fmla="*/ 69015 w 1697093"/>
                <a:gd name="connsiteY45" fmla="*/ 2090225 h 2227549"/>
                <a:gd name="connsiteX46" fmla="*/ 83884 w 1697093"/>
                <a:gd name="connsiteY46" fmla="*/ 2112528 h 2227549"/>
                <a:gd name="connsiteX47" fmla="*/ 106186 w 1697093"/>
                <a:gd name="connsiteY47" fmla="*/ 2149699 h 2227549"/>
                <a:gd name="connsiteX48" fmla="*/ 113620 w 1697093"/>
                <a:gd name="connsiteY48" fmla="*/ 2172001 h 2227549"/>
                <a:gd name="connsiteX49" fmla="*/ 135923 w 1697093"/>
                <a:gd name="connsiteY49" fmla="*/ 2186869 h 2227549"/>
                <a:gd name="connsiteX50" fmla="*/ 150791 w 1697093"/>
                <a:gd name="connsiteY50" fmla="*/ 2201738 h 2227549"/>
                <a:gd name="connsiteX51" fmla="*/ 195396 w 1697093"/>
                <a:gd name="connsiteY51" fmla="*/ 2216606 h 2227549"/>
                <a:gd name="connsiteX52" fmla="*/ 217698 w 1697093"/>
                <a:gd name="connsiteY52" fmla="*/ 2224040 h 2227549"/>
                <a:gd name="connsiteX53" fmla="*/ 559669 w 1697093"/>
                <a:gd name="connsiteY53" fmla="*/ 2209172 h 2227549"/>
                <a:gd name="connsiteX54" fmla="*/ 581971 w 1697093"/>
                <a:gd name="connsiteY54" fmla="*/ 2201738 h 2227549"/>
                <a:gd name="connsiteX55" fmla="*/ 626576 w 1697093"/>
                <a:gd name="connsiteY55" fmla="*/ 2164567 h 2227549"/>
                <a:gd name="connsiteX56" fmla="*/ 656313 w 1697093"/>
                <a:gd name="connsiteY56" fmla="*/ 2112528 h 2227549"/>
                <a:gd name="connsiteX57" fmla="*/ 671181 w 1697093"/>
                <a:gd name="connsiteY57" fmla="*/ 2067923 h 2227549"/>
                <a:gd name="connsiteX58" fmla="*/ 686049 w 1697093"/>
                <a:gd name="connsiteY58" fmla="*/ 2038186 h 2227549"/>
                <a:gd name="connsiteX59" fmla="*/ 693484 w 1697093"/>
                <a:gd name="connsiteY59" fmla="*/ 2015884 h 2227549"/>
                <a:gd name="connsiteX60" fmla="*/ 723220 w 1697093"/>
                <a:gd name="connsiteY60" fmla="*/ 1971279 h 2227549"/>
                <a:gd name="connsiteX61" fmla="*/ 738088 w 1697093"/>
                <a:gd name="connsiteY61" fmla="*/ 1948977 h 2227549"/>
                <a:gd name="connsiteX62" fmla="*/ 752957 w 1697093"/>
                <a:gd name="connsiteY62" fmla="*/ 1934108 h 2227549"/>
                <a:gd name="connsiteX63" fmla="*/ 775259 w 1697093"/>
                <a:gd name="connsiteY63" fmla="*/ 1889504 h 2227549"/>
                <a:gd name="connsiteX64" fmla="*/ 790127 w 1697093"/>
                <a:gd name="connsiteY64" fmla="*/ 1874635 h 2227549"/>
                <a:gd name="connsiteX65" fmla="*/ 797562 w 1697093"/>
                <a:gd name="connsiteY65" fmla="*/ 1852333 h 2227549"/>
                <a:gd name="connsiteX66" fmla="*/ 849601 w 1697093"/>
                <a:gd name="connsiteY66" fmla="*/ 1792860 h 2227549"/>
                <a:gd name="connsiteX67" fmla="*/ 864469 w 1697093"/>
                <a:gd name="connsiteY67" fmla="*/ 1777991 h 2227549"/>
                <a:gd name="connsiteX68" fmla="*/ 909074 w 1697093"/>
                <a:gd name="connsiteY68" fmla="*/ 1748255 h 2227549"/>
                <a:gd name="connsiteX69" fmla="*/ 946245 w 1697093"/>
                <a:gd name="connsiteY69" fmla="*/ 1725952 h 2227549"/>
                <a:gd name="connsiteX70" fmla="*/ 968547 w 1697093"/>
                <a:gd name="connsiteY70" fmla="*/ 1711084 h 2227549"/>
                <a:gd name="connsiteX71" fmla="*/ 990849 w 1697093"/>
                <a:gd name="connsiteY71" fmla="*/ 1703650 h 2227549"/>
                <a:gd name="connsiteX72" fmla="*/ 1005718 w 1697093"/>
                <a:gd name="connsiteY72" fmla="*/ 1688782 h 2227549"/>
                <a:gd name="connsiteX73" fmla="*/ 1050323 w 1697093"/>
                <a:gd name="connsiteY73" fmla="*/ 1673913 h 2227549"/>
                <a:gd name="connsiteX74" fmla="*/ 1094927 w 1697093"/>
                <a:gd name="connsiteY74" fmla="*/ 1651611 h 2227549"/>
                <a:gd name="connsiteX75" fmla="*/ 1117230 w 1697093"/>
                <a:gd name="connsiteY75" fmla="*/ 1636743 h 2227549"/>
                <a:gd name="connsiteX76" fmla="*/ 1206440 w 1697093"/>
                <a:gd name="connsiteY76" fmla="*/ 1614440 h 2227549"/>
                <a:gd name="connsiteX77" fmla="*/ 1474069 w 1697093"/>
                <a:gd name="connsiteY77" fmla="*/ 1607006 h 2227549"/>
                <a:gd name="connsiteX78" fmla="*/ 1518674 w 1697093"/>
                <a:gd name="connsiteY78" fmla="*/ 1592138 h 2227549"/>
                <a:gd name="connsiteX79" fmla="*/ 1540976 w 1697093"/>
                <a:gd name="connsiteY79" fmla="*/ 1584704 h 2227549"/>
                <a:gd name="connsiteX80" fmla="*/ 1555845 w 1697093"/>
                <a:gd name="connsiteY80" fmla="*/ 1569835 h 2227549"/>
                <a:gd name="connsiteX81" fmla="*/ 1578147 w 1697093"/>
                <a:gd name="connsiteY81" fmla="*/ 1554967 h 2227549"/>
                <a:gd name="connsiteX82" fmla="*/ 1622752 w 1697093"/>
                <a:gd name="connsiteY82" fmla="*/ 1473191 h 2227549"/>
                <a:gd name="connsiteX83" fmla="*/ 1630186 w 1697093"/>
                <a:gd name="connsiteY83" fmla="*/ 1450889 h 2227549"/>
                <a:gd name="connsiteX84" fmla="*/ 1645054 w 1697093"/>
                <a:gd name="connsiteY84" fmla="*/ 1428586 h 2227549"/>
                <a:gd name="connsiteX85" fmla="*/ 1659923 w 1697093"/>
                <a:gd name="connsiteY85" fmla="*/ 1383982 h 2227549"/>
                <a:gd name="connsiteX86" fmla="*/ 1674791 w 1697093"/>
                <a:gd name="connsiteY86" fmla="*/ 1331943 h 2227549"/>
                <a:gd name="connsiteX87" fmla="*/ 1682225 w 1697093"/>
                <a:gd name="connsiteY87" fmla="*/ 1309640 h 2227549"/>
                <a:gd name="connsiteX88" fmla="*/ 1697093 w 1697093"/>
                <a:gd name="connsiteY88" fmla="*/ 1242733 h 2227549"/>
                <a:gd name="connsiteX89" fmla="*/ 1689659 w 1697093"/>
                <a:gd name="connsiteY89" fmla="*/ 1086616 h 2227549"/>
                <a:gd name="connsiteX90" fmla="*/ 1674791 w 1697093"/>
                <a:gd name="connsiteY90" fmla="*/ 1042011 h 2227549"/>
                <a:gd name="connsiteX91" fmla="*/ 1667357 w 1697093"/>
                <a:gd name="connsiteY91" fmla="*/ 1019708 h 2227549"/>
                <a:gd name="connsiteX92" fmla="*/ 1652488 w 1697093"/>
                <a:gd name="connsiteY92" fmla="*/ 975104 h 2227549"/>
                <a:gd name="connsiteX93" fmla="*/ 1637620 w 1697093"/>
                <a:gd name="connsiteY93" fmla="*/ 960235 h 2227549"/>
                <a:gd name="connsiteX94" fmla="*/ 1607884 w 1697093"/>
                <a:gd name="connsiteY94" fmla="*/ 885894 h 2227549"/>
                <a:gd name="connsiteX95" fmla="*/ 1578147 w 1697093"/>
                <a:gd name="connsiteY95" fmla="*/ 841289 h 2227549"/>
                <a:gd name="connsiteX96" fmla="*/ 1548410 w 1697093"/>
                <a:gd name="connsiteY96" fmla="*/ 789250 h 2227549"/>
                <a:gd name="connsiteX97" fmla="*/ 1540976 w 1697093"/>
                <a:gd name="connsiteY97" fmla="*/ 766947 h 2227549"/>
                <a:gd name="connsiteX98" fmla="*/ 1496371 w 1697093"/>
                <a:gd name="connsiteY98" fmla="*/ 707474 h 2227549"/>
                <a:gd name="connsiteX99" fmla="*/ 1488937 w 1697093"/>
                <a:gd name="connsiteY99" fmla="*/ 685172 h 2227549"/>
                <a:gd name="connsiteX100" fmla="*/ 1451766 w 1697093"/>
                <a:gd name="connsiteY100" fmla="*/ 640567 h 2227549"/>
                <a:gd name="connsiteX101" fmla="*/ 1429464 w 1697093"/>
                <a:gd name="connsiteY101" fmla="*/ 603396 h 2227549"/>
                <a:gd name="connsiteX102" fmla="*/ 1399727 w 1697093"/>
                <a:gd name="connsiteY102" fmla="*/ 558791 h 2227549"/>
                <a:gd name="connsiteX103" fmla="*/ 1392293 w 1697093"/>
                <a:gd name="connsiteY103" fmla="*/ 536489 h 2227549"/>
                <a:gd name="connsiteX104" fmla="*/ 1355123 w 1697093"/>
                <a:gd name="connsiteY104" fmla="*/ 484450 h 2227549"/>
                <a:gd name="connsiteX105" fmla="*/ 1332820 w 1697093"/>
                <a:gd name="connsiteY105" fmla="*/ 439845 h 2227549"/>
                <a:gd name="connsiteX106" fmla="*/ 1317952 w 1697093"/>
                <a:gd name="connsiteY106" fmla="*/ 410108 h 2227549"/>
                <a:gd name="connsiteX107" fmla="*/ 1288215 w 1697093"/>
                <a:gd name="connsiteY107" fmla="*/ 372938 h 2227549"/>
                <a:gd name="connsiteX108" fmla="*/ 1258479 w 1697093"/>
                <a:gd name="connsiteY108" fmla="*/ 328333 h 2227549"/>
                <a:gd name="connsiteX109" fmla="*/ 1184137 w 1697093"/>
                <a:gd name="connsiteY109" fmla="*/ 216821 h 2227549"/>
                <a:gd name="connsiteX110" fmla="*/ 1154401 w 1697093"/>
                <a:gd name="connsiteY110" fmla="*/ 172216 h 2227549"/>
                <a:gd name="connsiteX111" fmla="*/ 1139532 w 1697093"/>
                <a:gd name="connsiteY111" fmla="*/ 157347 h 2227549"/>
                <a:gd name="connsiteX112" fmla="*/ 1117230 w 1697093"/>
                <a:gd name="connsiteY112" fmla="*/ 112743 h 2227549"/>
                <a:gd name="connsiteX113" fmla="*/ 1102362 w 1697093"/>
                <a:gd name="connsiteY113" fmla="*/ 97874 h 2227549"/>
                <a:gd name="connsiteX114" fmla="*/ 1087493 w 1697093"/>
                <a:gd name="connsiteY114" fmla="*/ 75572 h 2227549"/>
                <a:gd name="connsiteX115" fmla="*/ 1065191 w 1697093"/>
                <a:gd name="connsiteY115" fmla="*/ 60704 h 2227549"/>
                <a:gd name="connsiteX116" fmla="*/ 1028020 w 1697093"/>
                <a:gd name="connsiteY116" fmla="*/ 30967 h 2227549"/>
                <a:gd name="connsiteX117" fmla="*/ 998284 w 1697093"/>
                <a:gd name="connsiteY117" fmla="*/ 23533 h 2227549"/>
                <a:gd name="connsiteX118" fmla="*/ 871903 w 1697093"/>
                <a:gd name="connsiteY118" fmla="*/ 16099 h 2227549"/>
                <a:gd name="connsiteX119" fmla="*/ 782693 w 1697093"/>
                <a:gd name="connsiteY119" fmla="*/ 8665 h 2227549"/>
                <a:gd name="connsiteX120" fmla="*/ 767825 w 1697093"/>
                <a:gd name="connsiteY120" fmla="*/ 23533 h 222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697093" h="2227549">
                  <a:moveTo>
                    <a:pt x="767825" y="23533"/>
                  </a:moveTo>
                  <a:cubicBezTo>
                    <a:pt x="756674" y="24772"/>
                    <a:pt x="733257" y="14755"/>
                    <a:pt x="715786" y="16099"/>
                  </a:cubicBezTo>
                  <a:cubicBezTo>
                    <a:pt x="700160" y="17301"/>
                    <a:pt x="671181" y="30967"/>
                    <a:pt x="671181" y="30967"/>
                  </a:cubicBezTo>
                  <a:cubicBezTo>
                    <a:pt x="663747" y="35923"/>
                    <a:pt x="655603" y="39952"/>
                    <a:pt x="648879" y="45835"/>
                  </a:cubicBezTo>
                  <a:cubicBezTo>
                    <a:pt x="635692" y="57374"/>
                    <a:pt x="625726" y="72493"/>
                    <a:pt x="611708" y="83006"/>
                  </a:cubicBezTo>
                  <a:cubicBezTo>
                    <a:pt x="597243" y="93854"/>
                    <a:pt x="578920" y="105405"/>
                    <a:pt x="567103" y="120177"/>
                  </a:cubicBezTo>
                  <a:cubicBezTo>
                    <a:pt x="561522" y="127154"/>
                    <a:pt x="557955" y="135615"/>
                    <a:pt x="552235" y="142479"/>
                  </a:cubicBezTo>
                  <a:cubicBezTo>
                    <a:pt x="545504" y="150556"/>
                    <a:pt x="536663" y="156705"/>
                    <a:pt x="529932" y="164782"/>
                  </a:cubicBezTo>
                  <a:cubicBezTo>
                    <a:pt x="524212" y="171646"/>
                    <a:pt x="520257" y="179814"/>
                    <a:pt x="515064" y="187084"/>
                  </a:cubicBezTo>
                  <a:cubicBezTo>
                    <a:pt x="507862" y="197166"/>
                    <a:pt x="499867" y="206671"/>
                    <a:pt x="492762" y="216821"/>
                  </a:cubicBezTo>
                  <a:cubicBezTo>
                    <a:pt x="482515" y="231460"/>
                    <a:pt x="475660" y="248789"/>
                    <a:pt x="463025" y="261425"/>
                  </a:cubicBezTo>
                  <a:cubicBezTo>
                    <a:pt x="458069" y="266381"/>
                    <a:pt x="452536" y="270821"/>
                    <a:pt x="448157" y="276294"/>
                  </a:cubicBezTo>
                  <a:cubicBezTo>
                    <a:pt x="438442" y="288437"/>
                    <a:pt x="416587" y="326806"/>
                    <a:pt x="410986" y="335767"/>
                  </a:cubicBezTo>
                  <a:cubicBezTo>
                    <a:pt x="406251" y="343344"/>
                    <a:pt x="401699" y="351092"/>
                    <a:pt x="396118" y="358069"/>
                  </a:cubicBezTo>
                  <a:cubicBezTo>
                    <a:pt x="391739" y="363542"/>
                    <a:pt x="386205" y="367982"/>
                    <a:pt x="381249" y="372938"/>
                  </a:cubicBezTo>
                  <a:cubicBezTo>
                    <a:pt x="363815" y="425240"/>
                    <a:pt x="386505" y="360673"/>
                    <a:pt x="358947" y="424977"/>
                  </a:cubicBezTo>
                  <a:cubicBezTo>
                    <a:pt x="355860" y="432180"/>
                    <a:pt x="355017" y="440270"/>
                    <a:pt x="351513" y="447279"/>
                  </a:cubicBezTo>
                  <a:cubicBezTo>
                    <a:pt x="347517" y="455271"/>
                    <a:pt x="340641" y="461590"/>
                    <a:pt x="336645" y="469582"/>
                  </a:cubicBezTo>
                  <a:cubicBezTo>
                    <a:pt x="305868" y="531134"/>
                    <a:pt x="356948" y="450277"/>
                    <a:pt x="314342" y="514186"/>
                  </a:cubicBezTo>
                  <a:cubicBezTo>
                    <a:pt x="311864" y="521620"/>
                    <a:pt x="309995" y="529286"/>
                    <a:pt x="306908" y="536489"/>
                  </a:cubicBezTo>
                  <a:cubicBezTo>
                    <a:pt x="295590" y="562898"/>
                    <a:pt x="292103" y="566130"/>
                    <a:pt x="277171" y="588528"/>
                  </a:cubicBezTo>
                  <a:cubicBezTo>
                    <a:pt x="263369" y="671341"/>
                    <a:pt x="281002" y="603168"/>
                    <a:pt x="254869" y="655435"/>
                  </a:cubicBezTo>
                  <a:cubicBezTo>
                    <a:pt x="235568" y="694037"/>
                    <a:pt x="261608" y="663566"/>
                    <a:pt x="232566" y="692606"/>
                  </a:cubicBezTo>
                  <a:cubicBezTo>
                    <a:pt x="215531" y="760747"/>
                    <a:pt x="229033" y="735076"/>
                    <a:pt x="202830" y="774382"/>
                  </a:cubicBezTo>
                  <a:cubicBezTo>
                    <a:pt x="191594" y="819325"/>
                    <a:pt x="198628" y="794422"/>
                    <a:pt x="180527" y="848723"/>
                  </a:cubicBezTo>
                  <a:lnTo>
                    <a:pt x="165659" y="893328"/>
                  </a:lnTo>
                  <a:cubicBezTo>
                    <a:pt x="163181" y="903240"/>
                    <a:pt x="161032" y="913241"/>
                    <a:pt x="158225" y="923065"/>
                  </a:cubicBezTo>
                  <a:cubicBezTo>
                    <a:pt x="156072" y="930600"/>
                    <a:pt x="152692" y="937765"/>
                    <a:pt x="150791" y="945367"/>
                  </a:cubicBezTo>
                  <a:cubicBezTo>
                    <a:pt x="147726" y="957625"/>
                    <a:pt x="146422" y="970280"/>
                    <a:pt x="143357" y="982538"/>
                  </a:cubicBezTo>
                  <a:cubicBezTo>
                    <a:pt x="141456" y="990140"/>
                    <a:pt x="137824" y="997238"/>
                    <a:pt x="135923" y="1004840"/>
                  </a:cubicBezTo>
                  <a:cubicBezTo>
                    <a:pt x="120592" y="1066162"/>
                    <a:pt x="136317" y="1018325"/>
                    <a:pt x="121054" y="1071747"/>
                  </a:cubicBezTo>
                  <a:cubicBezTo>
                    <a:pt x="111608" y="1104808"/>
                    <a:pt x="113931" y="1085059"/>
                    <a:pt x="106186" y="1123786"/>
                  </a:cubicBezTo>
                  <a:cubicBezTo>
                    <a:pt x="103230" y="1138567"/>
                    <a:pt x="101448" y="1153561"/>
                    <a:pt x="98752" y="1168391"/>
                  </a:cubicBezTo>
                  <a:cubicBezTo>
                    <a:pt x="87149" y="1232207"/>
                    <a:pt x="94842" y="1178945"/>
                    <a:pt x="83884" y="1250167"/>
                  </a:cubicBezTo>
                  <a:cubicBezTo>
                    <a:pt x="81219" y="1267486"/>
                    <a:pt x="79584" y="1284966"/>
                    <a:pt x="76449" y="1302206"/>
                  </a:cubicBezTo>
                  <a:cubicBezTo>
                    <a:pt x="74621" y="1312259"/>
                    <a:pt x="71019" y="1321924"/>
                    <a:pt x="69015" y="1331943"/>
                  </a:cubicBezTo>
                  <a:cubicBezTo>
                    <a:pt x="52876" y="1412641"/>
                    <a:pt x="70093" y="1341958"/>
                    <a:pt x="54147" y="1413718"/>
                  </a:cubicBezTo>
                  <a:cubicBezTo>
                    <a:pt x="51931" y="1423692"/>
                    <a:pt x="48717" y="1433436"/>
                    <a:pt x="46713" y="1443455"/>
                  </a:cubicBezTo>
                  <a:cubicBezTo>
                    <a:pt x="43757" y="1458236"/>
                    <a:pt x="42437" y="1473321"/>
                    <a:pt x="39279" y="1488060"/>
                  </a:cubicBezTo>
                  <a:cubicBezTo>
                    <a:pt x="34997" y="1508041"/>
                    <a:pt x="30872" y="1528147"/>
                    <a:pt x="24410" y="1547533"/>
                  </a:cubicBezTo>
                  <a:cubicBezTo>
                    <a:pt x="18040" y="1566643"/>
                    <a:pt x="13276" y="1579034"/>
                    <a:pt x="9542" y="1599572"/>
                  </a:cubicBezTo>
                  <a:cubicBezTo>
                    <a:pt x="6408" y="1616812"/>
                    <a:pt x="4586" y="1634265"/>
                    <a:pt x="2108" y="1651611"/>
                  </a:cubicBezTo>
                  <a:cubicBezTo>
                    <a:pt x="2245" y="1656950"/>
                    <a:pt x="-8422" y="1885591"/>
                    <a:pt x="16976" y="1978713"/>
                  </a:cubicBezTo>
                  <a:cubicBezTo>
                    <a:pt x="21100" y="1993833"/>
                    <a:pt x="26889" y="2008450"/>
                    <a:pt x="31845" y="2023318"/>
                  </a:cubicBezTo>
                  <a:cubicBezTo>
                    <a:pt x="34323" y="2030752"/>
                    <a:pt x="34932" y="2039101"/>
                    <a:pt x="39279" y="2045621"/>
                  </a:cubicBezTo>
                  <a:lnTo>
                    <a:pt x="69015" y="2090225"/>
                  </a:lnTo>
                  <a:lnTo>
                    <a:pt x="83884" y="2112528"/>
                  </a:lnTo>
                  <a:cubicBezTo>
                    <a:pt x="104943" y="2175705"/>
                    <a:pt x="75573" y="2098676"/>
                    <a:pt x="106186" y="2149699"/>
                  </a:cubicBezTo>
                  <a:cubicBezTo>
                    <a:pt x="110218" y="2156418"/>
                    <a:pt x="108725" y="2165882"/>
                    <a:pt x="113620" y="2172001"/>
                  </a:cubicBezTo>
                  <a:cubicBezTo>
                    <a:pt x="119202" y="2178978"/>
                    <a:pt x="128946" y="2181287"/>
                    <a:pt x="135923" y="2186869"/>
                  </a:cubicBezTo>
                  <a:cubicBezTo>
                    <a:pt x="141396" y="2191248"/>
                    <a:pt x="144522" y="2198603"/>
                    <a:pt x="150791" y="2201738"/>
                  </a:cubicBezTo>
                  <a:cubicBezTo>
                    <a:pt x="164809" y="2208747"/>
                    <a:pt x="180528" y="2211650"/>
                    <a:pt x="195396" y="2216606"/>
                  </a:cubicBezTo>
                  <a:lnTo>
                    <a:pt x="217698" y="2224040"/>
                  </a:lnTo>
                  <a:cubicBezTo>
                    <a:pt x="358477" y="2220688"/>
                    <a:pt x="446762" y="2241430"/>
                    <a:pt x="559669" y="2209172"/>
                  </a:cubicBezTo>
                  <a:cubicBezTo>
                    <a:pt x="567204" y="2207019"/>
                    <a:pt x="574537" y="2204216"/>
                    <a:pt x="581971" y="2201738"/>
                  </a:cubicBezTo>
                  <a:cubicBezTo>
                    <a:pt x="603901" y="2187118"/>
                    <a:pt x="608688" y="2186032"/>
                    <a:pt x="626576" y="2164567"/>
                  </a:cubicBezTo>
                  <a:cubicBezTo>
                    <a:pt x="636895" y="2152184"/>
                    <a:pt x="650718" y="2126516"/>
                    <a:pt x="656313" y="2112528"/>
                  </a:cubicBezTo>
                  <a:cubicBezTo>
                    <a:pt x="662134" y="2097976"/>
                    <a:pt x="664172" y="2081941"/>
                    <a:pt x="671181" y="2067923"/>
                  </a:cubicBezTo>
                  <a:cubicBezTo>
                    <a:pt x="676137" y="2058011"/>
                    <a:pt x="681683" y="2048372"/>
                    <a:pt x="686049" y="2038186"/>
                  </a:cubicBezTo>
                  <a:cubicBezTo>
                    <a:pt x="689136" y="2030983"/>
                    <a:pt x="689678" y="2022734"/>
                    <a:pt x="693484" y="2015884"/>
                  </a:cubicBezTo>
                  <a:cubicBezTo>
                    <a:pt x="702162" y="2000263"/>
                    <a:pt x="713308" y="1986147"/>
                    <a:pt x="723220" y="1971279"/>
                  </a:cubicBezTo>
                  <a:cubicBezTo>
                    <a:pt x="728176" y="1963845"/>
                    <a:pt x="731770" y="1955295"/>
                    <a:pt x="738088" y="1948977"/>
                  </a:cubicBezTo>
                  <a:cubicBezTo>
                    <a:pt x="743044" y="1944021"/>
                    <a:pt x="748578" y="1939581"/>
                    <a:pt x="752957" y="1934108"/>
                  </a:cubicBezTo>
                  <a:cubicBezTo>
                    <a:pt x="798070" y="1877717"/>
                    <a:pt x="742286" y="1944461"/>
                    <a:pt x="775259" y="1889504"/>
                  </a:cubicBezTo>
                  <a:cubicBezTo>
                    <a:pt x="778865" y="1883494"/>
                    <a:pt x="785171" y="1879591"/>
                    <a:pt x="790127" y="1874635"/>
                  </a:cubicBezTo>
                  <a:cubicBezTo>
                    <a:pt x="792605" y="1867201"/>
                    <a:pt x="794057" y="1859342"/>
                    <a:pt x="797562" y="1852333"/>
                  </a:cubicBezTo>
                  <a:cubicBezTo>
                    <a:pt x="809858" y="1827741"/>
                    <a:pt x="830216" y="1812245"/>
                    <a:pt x="849601" y="1792860"/>
                  </a:cubicBezTo>
                  <a:cubicBezTo>
                    <a:pt x="854557" y="1787904"/>
                    <a:pt x="858637" y="1781879"/>
                    <a:pt x="864469" y="1777991"/>
                  </a:cubicBezTo>
                  <a:cubicBezTo>
                    <a:pt x="879337" y="1768079"/>
                    <a:pt x="896439" y="1760891"/>
                    <a:pt x="909074" y="1748255"/>
                  </a:cubicBezTo>
                  <a:cubicBezTo>
                    <a:pt x="929483" y="1727845"/>
                    <a:pt x="917293" y="1735602"/>
                    <a:pt x="946245" y="1725952"/>
                  </a:cubicBezTo>
                  <a:cubicBezTo>
                    <a:pt x="953679" y="1720996"/>
                    <a:pt x="960556" y="1715080"/>
                    <a:pt x="968547" y="1711084"/>
                  </a:cubicBezTo>
                  <a:cubicBezTo>
                    <a:pt x="975556" y="1707580"/>
                    <a:pt x="984130" y="1707682"/>
                    <a:pt x="990849" y="1703650"/>
                  </a:cubicBezTo>
                  <a:cubicBezTo>
                    <a:pt x="996859" y="1700044"/>
                    <a:pt x="999449" y="1691917"/>
                    <a:pt x="1005718" y="1688782"/>
                  </a:cubicBezTo>
                  <a:cubicBezTo>
                    <a:pt x="1019736" y="1681773"/>
                    <a:pt x="1050323" y="1673913"/>
                    <a:pt x="1050323" y="1673913"/>
                  </a:cubicBezTo>
                  <a:cubicBezTo>
                    <a:pt x="1114233" y="1631307"/>
                    <a:pt x="1033375" y="1682386"/>
                    <a:pt x="1094927" y="1651611"/>
                  </a:cubicBezTo>
                  <a:cubicBezTo>
                    <a:pt x="1102919" y="1647615"/>
                    <a:pt x="1109065" y="1640372"/>
                    <a:pt x="1117230" y="1636743"/>
                  </a:cubicBezTo>
                  <a:cubicBezTo>
                    <a:pt x="1140908" y="1626219"/>
                    <a:pt x="1180255" y="1615687"/>
                    <a:pt x="1206440" y="1614440"/>
                  </a:cubicBezTo>
                  <a:cubicBezTo>
                    <a:pt x="1295583" y="1610195"/>
                    <a:pt x="1384859" y="1609484"/>
                    <a:pt x="1474069" y="1607006"/>
                  </a:cubicBezTo>
                  <a:lnTo>
                    <a:pt x="1518674" y="1592138"/>
                  </a:lnTo>
                  <a:lnTo>
                    <a:pt x="1540976" y="1584704"/>
                  </a:lnTo>
                  <a:cubicBezTo>
                    <a:pt x="1545932" y="1579748"/>
                    <a:pt x="1550372" y="1574214"/>
                    <a:pt x="1555845" y="1569835"/>
                  </a:cubicBezTo>
                  <a:cubicBezTo>
                    <a:pt x="1562822" y="1564254"/>
                    <a:pt x="1572264" y="1561691"/>
                    <a:pt x="1578147" y="1554967"/>
                  </a:cubicBezTo>
                  <a:cubicBezTo>
                    <a:pt x="1603433" y="1526068"/>
                    <a:pt x="1610099" y="1506932"/>
                    <a:pt x="1622752" y="1473191"/>
                  </a:cubicBezTo>
                  <a:cubicBezTo>
                    <a:pt x="1625503" y="1465854"/>
                    <a:pt x="1626682" y="1457898"/>
                    <a:pt x="1630186" y="1450889"/>
                  </a:cubicBezTo>
                  <a:cubicBezTo>
                    <a:pt x="1634182" y="1442897"/>
                    <a:pt x="1641425" y="1436751"/>
                    <a:pt x="1645054" y="1428586"/>
                  </a:cubicBezTo>
                  <a:cubicBezTo>
                    <a:pt x="1651419" y="1414264"/>
                    <a:pt x="1654967" y="1398850"/>
                    <a:pt x="1659923" y="1383982"/>
                  </a:cubicBezTo>
                  <a:cubicBezTo>
                    <a:pt x="1677739" y="1330534"/>
                    <a:pt x="1656132" y="1397250"/>
                    <a:pt x="1674791" y="1331943"/>
                  </a:cubicBezTo>
                  <a:cubicBezTo>
                    <a:pt x="1676944" y="1324408"/>
                    <a:pt x="1680072" y="1317175"/>
                    <a:pt x="1682225" y="1309640"/>
                  </a:cubicBezTo>
                  <a:cubicBezTo>
                    <a:pt x="1689225" y="1285141"/>
                    <a:pt x="1691983" y="1268286"/>
                    <a:pt x="1697093" y="1242733"/>
                  </a:cubicBezTo>
                  <a:cubicBezTo>
                    <a:pt x="1694615" y="1190694"/>
                    <a:pt x="1695412" y="1138395"/>
                    <a:pt x="1689659" y="1086616"/>
                  </a:cubicBezTo>
                  <a:cubicBezTo>
                    <a:pt x="1687928" y="1071039"/>
                    <a:pt x="1679747" y="1056879"/>
                    <a:pt x="1674791" y="1042011"/>
                  </a:cubicBezTo>
                  <a:lnTo>
                    <a:pt x="1667357" y="1019708"/>
                  </a:lnTo>
                  <a:lnTo>
                    <a:pt x="1652488" y="975104"/>
                  </a:lnTo>
                  <a:lnTo>
                    <a:pt x="1637620" y="960235"/>
                  </a:lnTo>
                  <a:cubicBezTo>
                    <a:pt x="1626982" y="928321"/>
                    <a:pt x="1624292" y="913240"/>
                    <a:pt x="1607884" y="885894"/>
                  </a:cubicBezTo>
                  <a:cubicBezTo>
                    <a:pt x="1598690" y="870571"/>
                    <a:pt x="1578147" y="841289"/>
                    <a:pt x="1578147" y="841289"/>
                  </a:cubicBezTo>
                  <a:cubicBezTo>
                    <a:pt x="1561102" y="790152"/>
                    <a:pt x="1584416" y="852260"/>
                    <a:pt x="1548410" y="789250"/>
                  </a:cubicBezTo>
                  <a:cubicBezTo>
                    <a:pt x="1544522" y="782446"/>
                    <a:pt x="1544782" y="773797"/>
                    <a:pt x="1540976" y="766947"/>
                  </a:cubicBezTo>
                  <a:cubicBezTo>
                    <a:pt x="1519962" y="729121"/>
                    <a:pt x="1518929" y="730032"/>
                    <a:pt x="1496371" y="707474"/>
                  </a:cubicBezTo>
                  <a:cubicBezTo>
                    <a:pt x="1493893" y="700040"/>
                    <a:pt x="1492441" y="692181"/>
                    <a:pt x="1488937" y="685172"/>
                  </a:cubicBezTo>
                  <a:cubicBezTo>
                    <a:pt x="1478586" y="664469"/>
                    <a:pt x="1468210" y="657010"/>
                    <a:pt x="1451766" y="640567"/>
                  </a:cubicBezTo>
                  <a:cubicBezTo>
                    <a:pt x="1434510" y="588800"/>
                    <a:pt x="1456675" y="644214"/>
                    <a:pt x="1429464" y="603396"/>
                  </a:cubicBezTo>
                  <a:cubicBezTo>
                    <a:pt x="1393461" y="549390"/>
                    <a:pt x="1433817" y="592881"/>
                    <a:pt x="1399727" y="558791"/>
                  </a:cubicBezTo>
                  <a:cubicBezTo>
                    <a:pt x="1397249" y="551357"/>
                    <a:pt x="1395797" y="543498"/>
                    <a:pt x="1392293" y="536489"/>
                  </a:cubicBezTo>
                  <a:cubicBezTo>
                    <a:pt x="1386856" y="525615"/>
                    <a:pt x="1360178" y="491190"/>
                    <a:pt x="1355123" y="484450"/>
                  </a:cubicBezTo>
                  <a:cubicBezTo>
                    <a:pt x="1341490" y="443556"/>
                    <a:pt x="1355879" y="480200"/>
                    <a:pt x="1332820" y="439845"/>
                  </a:cubicBezTo>
                  <a:cubicBezTo>
                    <a:pt x="1327322" y="430223"/>
                    <a:pt x="1323450" y="419730"/>
                    <a:pt x="1317952" y="410108"/>
                  </a:cubicBezTo>
                  <a:cubicBezTo>
                    <a:pt x="1288843" y="359165"/>
                    <a:pt x="1317524" y="412017"/>
                    <a:pt x="1288215" y="372938"/>
                  </a:cubicBezTo>
                  <a:cubicBezTo>
                    <a:pt x="1277493" y="358643"/>
                    <a:pt x="1268391" y="343201"/>
                    <a:pt x="1258479" y="328333"/>
                  </a:cubicBezTo>
                  <a:lnTo>
                    <a:pt x="1184137" y="216821"/>
                  </a:lnTo>
                  <a:lnTo>
                    <a:pt x="1154401" y="172216"/>
                  </a:lnTo>
                  <a:lnTo>
                    <a:pt x="1139532" y="157347"/>
                  </a:lnTo>
                  <a:cubicBezTo>
                    <a:pt x="1131680" y="133791"/>
                    <a:pt x="1133700" y="133331"/>
                    <a:pt x="1117230" y="112743"/>
                  </a:cubicBezTo>
                  <a:cubicBezTo>
                    <a:pt x="1112852" y="107270"/>
                    <a:pt x="1106741" y="103347"/>
                    <a:pt x="1102362" y="97874"/>
                  </a:cubicBezTo>
                  <a:cubicBezTo>
                    <a:pt x="1096780" y="90897"/>
                    <a:pt x="1093811" y="81890"/>
                    <a:pt x="1087493" y="75572"/>
                  </a:cubicBezTo>
                  <a:cubicBezTo>
                    <a:pt x="1081175" y="69254"/>
                    <a:pt x="1072168" y="66285"/>
                    <a:pt x="1065191" y="60704"/>
                  </a:cubicBezTo>
                  <a:cubicBezTo>
                    <a:pt x="1046742" y="45944"/>
                    <a:pt x="1052667" y="41530"/>
                    <a:pt x="1028020" y="30967"/>
                  </a:cubicBezTo>
                  <a:cubicBezTo>
                    <a:pt x="1018629" y="26942"/>
                    <a:pt x="1008455" y="24502"/>
                    <a:pt x="998284" y="23533"/>
                  </a:cubicBezTo>
                  <a:cubicBezTo>
                    <a:pt x="956274" y="19532"/>
                    <a:pt x="914003" y="19002"/>
                    <a:pt x="871903" y="16099"/>
                  </a:cubicBezTo>
                  <a:cubicBezTo>
                    <a:pt x="842134" y="14046"/>
                    <a:pt x="812430" y="11143"/>
                    <a:pt x="782693" y="8665"/>
                  </a:cubicBezTo>
                  <a:cubicBezTo>
                    <a:pt x="774151" y="-16963"/>
                    <a:pt x="778976" y="22294"/>
                    <a:pt x="767825" y="23533"/>
                  </a:cubicBezTo>
                  <a:close/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4F47370-31FD-D2D6-084A-437E4945E918}"/>
                </a:ext>
              </a:extLst>
            </p:cNvPr>
            <p:cNvSpPr/>
            <p:nvPr/>
          </p:nvSpPr>
          <p:spPr>
            <a:xfrm>
              <a:off x="3901186" y="3870836"/>
              <a:ext cx="1739591" cy="1843668"/>
            </a:xfrm>
            <a:custGeom>
              <a:avLst/>
              <a:gdLst>
                <a:gd name="connsiteX0" fmla="*/ 193288 w 1739591"/>
                <a:gd name="connsiteY0" fmla="*/ 89210 h 1843668"/>
                <a:gd name="connsiteX1" fmla="*/ 141249 w 1739591"/>
                <a:gd name="connsiteY1" fmla="*/ 133815 h 1843668"/>
                <a:gd name="connsiteX2" fmla="*/ 111513 w 1739591"/>
                <a:gd name="connsiteY2" fmla="*/ 178419 h 1843668"/>
                <a:gd name="connsiteX3" fmla="*/ 66908 w 1739591"/>
                <a:gd name="connsiteY3" fmla="*/ 237893 h 1843668"/>
                <a:gd name="connsiteX4" fmla="*/ 52039 w 1739591"/>
                <a:gd name="connsiteY4" fmla="*/ 282497 h 1843668"/>
                <a:gd name="connsiteX5" fmla="*/ 37171 w 1739591"/>
                <a:gd name="connsiteY5" fmla="*/ 304800 h 1843668"/>
                <a:gd name="connsiteX6" fmla="*/ 22303 w 1739591"/>
                <a:gd name="connsiteY6" fmla="*/ 349405 h 1843668"/>
                <a:gd name="connsiteX7" fmla="*/ 14869 w 1739591"/>
                <a:gd name="connsiteY7" fmla="*/ 371707 h 1843668"/>
                <a:gd name="connsiteX8" fmla="*/ 0 w 1739591"/>
                <a:gd name="connsiteY8" fmla="*/ 475785 h 1843668"/>
                <a:gd name="connsiteX9" fmla="*/ 7434 w 1739591"/>
                <a:gd name="connsiteY9" fmla="*/ 743415 h 1843668"/>
                <a:gd name="connsiteX10" fmla="*/ 14869 w 1739591"/>
                <a:gd name="connsiteY10" fmla="*/ 795454 h 1843668"/>
                <a:gd name="connsiteX11" fmla="*/ 29737 w 1739591"/>
                <a:gd name="connsiteY11" fmla="*/ 899532 h 1843668"/>
                <a:gd name="connsiteX12" fmla="*/ 44605 w 1739591"/>
                <a:gd name="connsiteY12" fmla="*/ 951571 h 1843668"/>
                <a:gd name="connsiteX13" fmla="*/ 52039 w 1739591"/>
                <a:gd name="connsiteY13" fmla="*/ 981307 h 1843668"/>
                <a:gd name="connsiteX14" fmla="*/ 66908 w 1739591"/>
                <a:gd name="connsiteY14" fmla="*/ 1122556 h 1843668"/>
                <a:gd name="connsiteX15" fmla="*/ 81776 w 1739591"/>
                <a:gd name="connsiteY15" fmla="*/ 1271239 h 1843668"/>
                <a:gd name="connsiteX16" fmla="*/ 96644 w 1739591"/>
                <a:gd name="connsiteY16" fmla="*/ 1330712 h 1843668"/>
                <a:gd name="connsiteX17" fmla="*/ 111513 w 1739591"/>
                <a:gd name="connsiteY17" fmla="*/ 1419922 h 1843668"/>
                <a:gd name="connsiteX18" fmla="*/ 126381 w 1739591"/>
                <a:gd name="connsiteY18" fmla="*/ 1449658 h 1843668"/>
                <a:gd name="connsiteX19" fmla="*/ 133815 w 1739591"/>
                <a:gd name="connsiteY19" fmla="*/ 1479395 h 1843668"/>
                <a:gd name="connsiteX20" fmla="*/ 148683 w 1739591"/>
                <a:gd name="connsiteY20" fmla="*/ 1524000 h 1843668"/>
                <a:gd name="connsiteX21" fmla="*/ 156117 w 1739591"/>
                <a:gd name="connsiteY21" fmla="*/ 1553736 h 1843668"/>
                <a:gd name="connsiteX22" fmla="*/ 170986 w 1739591"/>
                <a:gd name="connsiteY22" fmla="*/ 1598341 h 1843668"/>
                <a:gd name="connsiteX23" fmla="*/ 208156 w 1739591"/>
                <a:gd name="connsiteY23" fmla="*/ 1635512 h 1843668"/>
                <a:gd name="connsiteX24" fmla="*/ 230459 w 1739591"/>
                <a:gd name="connsiteY24" fmla="*/ 1665249 h 1843668"/>
                <a:gd name="connsiteX25" fmla="*/ 245327 w 1739591"/>
                <a:gd name="connsiteY25" fmla="*/ 1687551 h 1843668"/>
                <a:gd name="connsiteX26" fmla="*/ 267630 w 1739591"/>
                <a:gd name="connsiteY26" fmla="*/ 1702419 h 1843668"/>
                <a:gd name="connsiteX27" fmla="*/ 319669 w 1739591"/>
                <a:gd name="connsiteY27" fmla="*/ 1724722 h 1843668"/>
                <a:gd name="connsiteX28" fmla="*/ 341971 w 1739591"/>
                <a:gd name="connsiteY28" fmla="*/ 1747024 h 1843668"/>
                <a:gd name="connsiteX29" fmla="*/ 371708 w 1739591"/>
                <a:gd name="connsiteY29" fmla="*/ 1761893 h 1843668"/>
                <a:gd name="connsiteX30" fmla="*/ 416313 w 1739591"/>
                <a:gd name="connsiteY30" fmla="*/ 1776761 h 1843668"/>
                <a:gd name="connsiteX31" fmla="*/ 438615 w 1739591"/>
                <a:gd name="connsiteY31" fmla="*/ 1784195 h 1843668"/>
                <a:gd name="connsiteX32" fmla="*/ 483220 w 1739591"/>
                <a:gd name="connsiteY32" fmla="*/ 1799063 h 1843668"/>
                <a:gd name="connsiteX33" fmla="*/ 512956 w 1739591"/>
                <a:gd name="connsiteY33" fmla="*/ 1806497 h 1843668"/>
                <a:gd name="connsiteX34" fmla="*/ 594732 w 1739591"/>
                <a:gd name="connsiteY34" fmla="*/ 1828800 h 1843668"/>
                <a:gd name="connsiteX35" fmla="*/ 676508 w 1739591"/>
                <a:gd name="connsiteY35" fmla="*/ 1843668 h 1843668"/>
                <a:gd name="connsiteX36" fmla="*/ 1100254 w 1739591"/>
                <a:gd name="connsiteY36" fmla="*/ 1836234 h 1843668"/>
                <a:gd name="connsiteX37" fmla="*/ 1234069 w 1739591"/>
                <a:gd name="connsiteY37" fmla="*/ 1813932 h 1843668"/>
                <a:gd name="connsiteX38" fmla="*/ 1278674 w 1739591"/>
                <a:gd name="connsiteY38" fmla="*/ 1799063 h 1843668"/>
                <a:gd name="connsiteX39" fmla="*/ 1308410 w 1739591"/>
                <a:gd name="connsiteY39" fmla="*/ 1791629 h 1843668"/>
                <a:gd name="connsiteX40" fmla="*/ 1338147 w 1739591"/>
                <a:gd name="connsiteY40" fmla="*/ 1776761 h 1843668"/>
                <a:gd name="connsiteX41" fmla="*/ 1367883 w 1739591"/>
                <a:gd name="connsiteY41" fmla="*/ 1769327 h 1843668"/>
                <a:gd name="connsiteX42" fmla="*/ 1390186 w 1739591"/>
                <a:gd name="connsiteY42" fmla="*/ 1761893 h 1843668"/>
                <a:gd name="connsiteX43" fmla="*/ 1449659 w 1739591"/>
                <a:gd name="connsiteY43" fmla="*/ 1747024 h 1843668"/>
                <a:gd name="connsiteX44" fmla="*/ 1479395 w 1739591"/>
                <a:gd name="connsiteY44" fmla="*/ 1739590 h 1843668"/>
                <a:gd name="connsiteX45" fmla="*/ 1524000 w 1739591"/>
                <a:gd name="connsiteY45" fmla="*/ 1724722 h 1843668"/>
                <a:gd name="connsiteX46" fmla="*/ 1568605 w 1739591"/>
                <a:gd name="connsiteY46" fmla="*/ 1702419 h 1843668"/>
                <a:gd name="connsiteX47" fmla="*/ 1605776 w 1739591"/>
                <a:gd name="connsiteY47" fmla="*/ 1680117 h 1843668"/>
                <a:gd name="connsiteX48" fmla="*/ 1628078 w 1739591"/>
                <a:gd name="connsiteY48" fmla="*/ 1657815 h 1843668"/>
                <a:gd name="connsiteX49" fmla="*/ 1687552 w 1739591"/>
                <a:gd name="connsiteY49" fmla="*/ 1613210 h 1843668"/>
                <a:gd name="connsiteX50" fmla="*/ 1709854 w 1739591"/>
                <a:gd name="connsiteY50" fmla="*/ 1568605 h 1843668"/>
                <a:gd name="connsiteX51" fmla="*/ 1732156 w 1739591"/>
                <a:gd name="connsiteY51" fmla="*/ 1494263 h 1843668"/>
                <a:gd name="connsiteX52" fmla="*/ 1739591 w 1739591"/>
                <a:gd name="connsiteY52" fmla="*/ 1442224 h 1843668"/>
                <a:gd name="connsiteX53" fmla="*/ 1732156 w 1739591"/>
                <a:gd name="connsiteY53" fmla="*/ 1256371 h 1843668"/>
                <a:gd name="connsiteX54" fmla="*/ 1724722 w 1739591"/>
                <a:gd name="connsiteY54" fmla="*/ 1234068 h 1843668"/>
                <a:gd name="connsiteX55" fmla="*/ 1717288 w 1739591"/>
                <a:gd name="connsiteY55" fmla="*/ 1204332 h 1843668"/>
                <a:gd name="connsiteX56" fmla="*/ 1702420 w 1739591"/>
                <a:gd name="connsiteY56" fmla="*/ 1159727 h 1843668"/>
                <a:gd name="connsiteX57" fmla="*/ 1694986 w 1739591"/>
                <a:gd name="connsiteY57" fmla="*/ 1129990 h 1843668"/>
                <a:gd name="connsiteX58" fmla="*/ 1665249 w 1739591"/>
                <a:gd name="connsiteY58" fmla="*/ 1085385 h 1843668"/>
                <a:gd name="connsiteX59" fmla="*/ 1650381 w 1739591"/>
                <a:gd name="connsiteY59" fmla="*/ 1063083 h 1843668"/>
                <a:gd name="connsiteX60" fmla="*/ 1620644 w 1739591"/>
                <a:gd name="connsiteY60" fmla="*/ 1048215 h 1843668"/>
                <a:gd name="connsiteX61" fmla="*/ 1605776 w 1739591"/>
                <a:gd name="connsiteY61" fmla="*/ 1025912 h 1843668"/>
                <a:gd name="connsiteX62" fmla="*/ 1583474 w 1739591"/>
                <a:gd name="connsiteY62" fmla="*/ 1011044 h 1843668"/>
                <a:gd name="connsiteX63" fmla="*/ 1568605 w 1739591"/>
                <a:gd name="connsiteY63" fmla="*/ 996176 h 1843668"/>
                <a:gd name="connsiteX64" fmla="*/ 1546303 w 1739591"/>
                <a:gd name="connsiteY64" fmla="*/ 981307 h 1843668"/>
                <a:gd name="connsiteX65" fmla="*/ 1531434 w 1739591"/>
                <a:gd name="connsiteY65" fmla="*/ 966439 h 1843668"/>
                <a:gd name="connsiteX66" fmla="*/ 1509132 w 1739591"/>
                <a:gd name="connsiteY66" fmla="*/ 951571 h 1843668"/>
                <a:gd name="connsiteX67" fmla="*/ 1471961 w 1739591"/>
                <a:gd name="connsiteY67" fmla="*/ 914400 h 1843668"/>
                <a:gd name="connsiteX68" fmla="*/ 1457093 w 1739591"/>
                <a:gd name="connsiteY68" fmla="*/ 892097 h 1843668"/>
                <a:gd name="connsiteX69" fmla="*/ 1427356 w 1739591"/>
                <a:gd name="connsiteY69" fmla="*/ 869795 h 1843668"/>
                <a:gd name="connsiteX70" fmla="*/ 1390186 w 1739591"/>
                <a:gd name="connsiteY70" fmla="*/ 832624 h 1843668"/>
                <a:gd name="connsiteX71" fmla="*/ 1345581 w 1739591"/>
                <a:gd name="connsiteY71" fmla="*/ 817756 h 1843668"/>
                <a:gd name="connsiteX72" fmla="*/ 1300976 w 1739591"/>
                <a:gd name="connsiteY72" fmla="*/ 795454 h 1843668"/>
                <a:gd name="connsiteX73" fmla="*/ 1263805 w 1739591"/>
                <a:gd name="connsiteY73" fmla="*/ 765717 h 1843668"/>
                <a:gd name="connsiteX74" fmla="*/ 1234069 w 1739591"/>
                <a:gd name="connsiteY74" fmla="*/ 750849 h 1843668"/>
                <a:gd name="connsiteX75" fmla="*/ 1189464 w 1739591"/>
                <a:gd name="connsiteY75" fmla="*/ 728546 h 1843668"/>
                <a:gd name="connsiteX76" fmla="*/ 1174595 w 1739591"/>
                <a:gd name="connsiteY76" fmla="*/ 713678 h 1843668"/>
                <a:gd name="connsiteX77" fmla="*/ 1122556 w 1739591"/>
                <a:gd name="connsiteY77" fmla="*/ 669073 h 1843668"/>
                <a:gd name="connsiteX78" fmla="*/ 1063083 w 1739591"/>
                <a:gd name="connsiteY78" fmla="*/ 579863 h 1843668"/>
                <a:gd name="connsiteX79" fmla="*/ 1048215 w 1739591"/>
                <a:gd name="connsiteY79" fmla="*/ 557561 h 1843668"/>
                <a:gd name="connsiteX80" fmla="*/ 1011044 w 1739591"/>
                <a:gd name="connsiteY80" fmla="*/ 520390 h 1843668"/>
                <a:gd name="connsiteX81" fmla="*/ 996176 w 1739591"/>
                <a:gd name="connsiteY81" fmla="*/ 490654 h 1843668"/>
                <a:gd name="connsiteX82" fmla="*/ 973874 w 1739591"/>
                <a:gd name="connsiteY82" fmla="*/ 475785 h 1843668"/>
                <a:gd name="connsiteX83" fmla="*/ 921834 w 1739591"/>
                <a:gd name="connsiteY83" fmla="*/ 423746 h 1843668"/>
                <a:gd name="connsiteX84" fmla="*/ 899532 w 1739591"/>
                <a:gd name="connsiteY84" fmla="*/ 401444 h 1843668"/>
                <a:gd name="connsiteX85" fmla="*/ 877230 w 1739591"/>
                <a:gd name="connsiteY85" fmla="*/ 379141 h 1843668"/>
                <a:gd name="connsiteX86" fmla="*/ 869795 w 1739591"/>
                <a:gd name="connsiteY86" fmla="*/ 356839 h 1843668"/>
                <a:gd name="connsiteX87" fmla="*/ 847493 w 1739591"/>
                <a:gd name="connsiteY87" fmla="*/ 334536 h 1843668"/>
                <a:gd name="connsiteX88" fmla="*/ 832625 w 1739591"/>
                <a:gd name="connsiteY88" fmla="*/ 312234 h 1843668"/>
                <a:gd name="connsiteX89" fmla="*/ 817756 w 1739591"/>
                <a:gd name="connsiteY89" fmla="*/ 297366 h 1843668"/>
                <a:gd name="connsiteX90" fmla="*/ 788020 w 1739591"/>
                <a:gd name="connsiteY90" fmla="*/ 252761 h 1843668"/>
                <a:gd name="connsiteX91" fmla="*/ 758283 w 1739591"/>
                <a:gd name="connsiteY91" fmla="*/ 208156 h 1843668"/>
                <a:gd name="connsiteX92" fmla="*/ 721113 w 1739591"/>
                <a:gd name="connsiteY92" fmla="*/ 156117 h 1843668"/>
                <a:gd name="connsiteX93" fmla="*/ 698810 w 1739591"/>
                <a:gd name="connsiteY93" fmla="*/ 141249 h 1843668"/>
                <a:gd name="connsiteX94" fmla="*/ 683942 w 1739591"/>
                <a:gd name="connsiteY94" fmla="*/ 126380 h 1843668"/>
                <a:gd name="connsiteX95" fmla="*/ 617034 w 1739591"/>
                <a:gd name="connsiteY95" fmla="*/ 89210 h 1843668"/>
                <a:gd name="connsiteX96" fmla="*/ 579864 w 1739591"/>
                <a:gd name="connsiteY96" fmla="*/ 66907 h 1843668"/>
                <a:gd name="connsiteX97" fmla="*/ 564995 w 1739591"/>
                <a:gd name="connsiteY97" fmla="*/ 52039 h 1843668"/>
                <a:gd name="connsiteX98" fmla="*/ 542693 w 1739591"/>
                <a:gd name="connsiteY98" fmla="*/ 37171 h 1843668"/>
                <a:gd name="connsiteX99" fmla="*/ 527825 w 1739591"/>
                <a:gd name="connsiteY99" fmla="*/ 22302 h 1843668"/>
                <a:gd name="connsiteX100" fmla="*/ 453483 w 1739591"/>
                <a:gd name="connsiteY100" fmla="*/ 0 h 1843668"/>
                <a:gd name="connsiteX101" fmla="*/ 341971 w 1739591"/>
                <a:gd name="connsiteY101" fmla="*/ 14868 h 1843668"/>
                <a:gd name="connsiteX102" fmla="*/ 319669 w 1739591"/>
                <a:gd name="connsiteY102" fmla="*/ 29736 h 1843668"/>
                <a:gd name="connsiteX103" fmla="*/ 304800 w 1739591"/>
                <a:gd name="connsiteY103" fmla="*/ 44605 h 1843668"/>
                <a:gd name="connsiteX104" fmla="*/ 260195 w 1739591"/>
                <a:gd name="connsiteY104" fmla="*/ 59473 h 1843668"/>
                <a:gd name="connsiteX105" fmla="*/ 237893 w 1739591"/>
                <a:gd name="connsiteY105" fmla="*/ 66907 h 1843668"/>
                <a:gd name="connsiteX106" fmla="*/ 193288 w 1739591"/>
                <a:gd name="connsiteY106" fmla="*/ 89210 h 184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1739591" h="1843668">
                  <a:moveTo>
                    <a:pt x="193288" y="89210"/>
                  </a:moveTo>
                  <a:cubicBezTo>
                    <a:pt x="175942" y="104078"/>
                    <a:pt x="156687" y="116974"/>
                    <a:pt x="141249" y="133815"/>
                  </a:cubicBezTo>
                  <a:cubicBezTo>
                    <a:pt x="129174" y="146987"/>
                    <a:pt x="124148" y="165784"/>
                    <a:pt x="111513" y="178419"/>
                  </a:cubicBezTo>
                  <a:cubicBezTo>
                    <a:pt x="93900" y="196032"/>
                    <a:pt x="75315" y="212672"/>
                    <a:pt x="66908" y="237893"/>
                  </a:cubicBezTo>
                  <a:cubicBezTo>
                    <a:pt x="61952" y="252761"/>
                    <a:pt x="60732" y="269457"/>
                    <a:pt x="52039" y="282497"/>
                  </a:cubicBezTo>
                  <a:cubicBezTo>
                    <a:pt x="47083" y="289931"/>
                    <a:pt x="40800" y="296635"/>
                    <a:pt x="37171" y="304800"/>
                  </a:cubicBezTo>
                  <a:cubicBezTo>
                    <a:pt x="30806" y="319122"/>
                    <a:pt x="27259" y="334537"/>
                    <a:pt x="22303" y="349405"/>
                  </a:cubicBezTo>
                  <a:cubicBezTo>
                    <a:pt x="19825" y="356839"/>
                    <a:pt x="16406" y="364023"/>
                    <a:pt x="14869" y="371707"/>
                  </a:cubicBezTo>
                  <a:cubicBezTo>
                    <a:pt x="3033" y="430882"/>
                    <a:pt x="8829" y="396320"/>
                    <a:pt x="0" y="475785"/>
                  </a:cubicBezTo>
                  <a:cubicBezTo>
                    <a:pt x="2478" y="564995"/>
                    <a:pt x="3287" y="654267"/>
                    <a:pt x="7434" y="743415"/>
                  </a:cubicBezTo>
                  <a:cubicBezTo>
                    <a:pt x="8248" y="760919"/>
                    <a:pt x="12553" y="778085"/>
                    <a:pt x="14869" y="795454"/>
                  </a:cubicBezTo>
                  <a:cubicBezTo>
                    <a:pt x="20352" y="836571"/>
                    <a:pt x="21901" y="860354"/>
                    <a:pt x="29737" y="899532"/>
                  </a:cubicBezTo>
                  <a:cubicBezTo>
                    <a:pt x="37482" y="938259"/>
                    <a:pt x="35159" y="918510"/>
                    <a:pt x="44605" y="951571"/>
                  </a:cubicBezTo>
                  <a:cubicBezTo>
                    <a:pt x="47412" y="961395"/>
                    <a:pt x="49561" y="971395"/>
                    <a:pt x="52039" y="981307"/>
                  </a:cubicBezTo>
                  <a:cubicBezTo>
                    <a:pt x="73162" y="1213634"/>
                    <a:pt x="47408" y="940557"/>
                    <a:pt x="66908" y="1122556"/>
                  </a:cubicBezTo>
                  <a:cubicBezTo>
                    <a:pt x="72214" y="1172081"/>
                    <a:pt x="69696" y="1222918"/>
                    <a:pt x="81776" y="1271239"/>
                  </a:cubicBezTo>
                  <a:cubicBezTo>
                    <a:pt x="86732" y="1291063"/>
                    <a:pt x="93754" y="1310483"/>
                    <a:pt x="96644" y="1330712"/>
                  </a:cubicBezTo>
                  <a:cubicBezTo>
                    <a:pt x="98329" y="1342507"/>
                    <a:pt x="106076" y="1403610"/>
                    <a:pt x="111513" y="1419922"/>
                  </a:cubicBezTo>
                  <a:cubicBezTo>
                    <a:pt x="115018" y="1430435"/>
                    <a:pt x="121425" y="1439746"/>
                    <a:pt x="126381" y="1449658"/>
                  </a:cubicBezTo>
                  <a:cubicBezTo>
                    <a:pt x="128859" y="1459570"/>
                    <a:pt x="130879" y="1469609"/>
                    <a:pt x="133815" y="1479395"/>
                  </a:cubicBezTo>
                  <a:cubicBezTo>
                    <a:pt x="138318" y="1494407"/>
                    <a:pt x="144882" y="1508795"/>
                    <a:pt x="148683" y="1524000"/>
                  </a:cubicBezTo>
                  <a:cubicBezTo>
                    <a:pt x="151161" y="1533912"/>
                    <a:pt x="153181" y="1543950"/>
                    <a:pt x="156117" y="1553736"/>
                  </a:cubicBezTo>
                  <a:cubicBezTo>
                    <a:pt x="160621" y="1568748"/>
                    <a:pt x="159904" y="1587259"/>
                    <a:pt x="170986" y="1598341"/>
                  </a:cubicBezTo>
                  <a:cubicBezTo>
                    <a:pt x="183376" y="1610731"/>
                    <a:pt x="197643" y="1621494"/>
                    <a:pt x="208156" y="1635512"/>
                  </a:cubicBezTo>
                  <a:cubicBezTo>
                    <a:pt x="215590" y="1645424"/>
                    <a:pt x="223257" y="1655166"/>
                    <a:pt x="230459" y="1665249"/>
                  </a:cubicBezTo>
                  <a:cubicBezTo>
                    <a:pt x="235652" y="1672519"/>
                    <a:pt x="239009" y="1681233"/>
                    <a:pt x="245327" y="1687551"/>
                  </a:cubicBezTo>
                  <a:cubicBezTo>
                    <a:pt x="251645" y="1693869"/>
                    <a:pt x="259872" y="1697986"/>
                    <a:pt x="267630" y="1702419"/>
                  </a:cubicBezTo>
                  <a:cubicBezTo>
                    <a:pt x="293357" y="1717120"/>
                    <a:pt x="294644" y="1716381"/>
                    <a:pt x="319669" y="1724722"/>
                  </a:cubicBezTo>
                  <a:cubicBezTo>
                    <a:pt x="327103" y="1732156"/>
                    <a:pt x="333416" y="1740913"/>
                    <a:pt x="341971" y="1747024"/>
                  </a:cubicBezTo>
                  <a:cubicBezTo>
                    <a:pt x="350989" y="1753466"/>
                    <a:pt x="361418" y="1757777"/>
                    <a:pt x="371708" y="1761893"/>
                  </a:cubicBezTo>
                  <a:cubicBezTo>
                    <a:pt x="386260" y="1767714"/>
                    <a:pt x="401445" y="1771805"/>
                    <a:pt x="416313" y="1776761"/>
                  </a:cubicBezTo>
                  <a:lnTo>
                    <a:pt x="438615" y="1784195"/>
                  </a:lnTo>
                  <a:lnTo>
                    <a:pt x="483220" y="1799063"/>
                  </a:lnTo>
                  <a:cubicBezTo>
                    <a:pt x="493132" y="1801541"/>
                    <a:pt x="503132" y="1803690"/>
                    <a:pt x="512956" y="1806497"/>
                  </a:cubicBezTo>
                  <a:cubicBezTo>
                    <a:pt x="562805" y="1820740"/>
                    <a:pt x="506376" y="1811129"/>
                    <a:pt x="594732" y="1828800"/>
                  </a:cubicBezTo>
                  <a:cubicBezTo>
                    <a:pt x="646684" y="1839190"/>
                    <a:pt x="619439" y="1834157"/>
                    <a:pt x="676508" y="1843668"/>
                  </a:cubicBezTo>
                  <a:lnTo>
                    <a:pt x="1100254" y="1836234"/>
                  </a:lnTo>
                  <a:cubicBezTo>
                    <a:pt x="1125745" y="1835450"/>
                    <a:pt x="1214840" y="1820342"/>
                    <a:pt x="1234069" y="1813932"/>
                  </a:cubicBezTo>
                  <a:cubicBezTo>
                    <a:pt x="1248937" y="1808976"/>
                    <a:pt x="1263469" y="1802864"/>
                    <a:pt x="1278674" y="1799063"/>
                  </a:cubicBezTo>
                  <a:cubicBezTo>
                    <a:pt x="1288586" y="1796585"/>
                    <a:pt x="1298843" y="1795216"/>
                    <a:pt x="1308410" y="1791629"/>
                  </a:cubicBezTo>
                  <a:cubicBezTo>
                    <a:pt x="1318787" y="1787738"/>
                    <a:pt x="1327770" y="1780652"/>
                    <a:pt x="1338147" y="1776761"/>
                  </a:cubicBezTo>
                  <a:cubicBezTo>
                    <a:pt x="1347714" y="1773174"/>
                    <a:pt x="1358059" y="1772134"/>
                    <a:pt x="1367883" y="1769327"/>
                  </a:cubicBezTo>
                  <a:cubicBezTo>
                    <a:pt x="1375418" y="1767174"/>
                    <a:pt x="1382626" y="1763955"/>
                    <a:pt x="1390186" y="1761893"/>
                  </a:cubicBezTo>
                  <a:cubicBezTo>
                    <a:pt x="1409900" y="1756516"/>
                    <a:pt x="1429835" y="1751980"/>
                    <a:pt x="1449659" y="1747024"/>
                  </a:cubicBezTo>
                  <a:cubicBezTo>
                    <a:pt x="1459571" y="1744546"/>
                    <a:pt x="1469702" y="1742821"/>
                    <a:pt x="1479395" y="1739590"/>
                  </a:cubicBezTo>
                  <a:cubicBezTo>
                    <a:pt x="1494263" y="1734634"/>
                    <a:pt x="1510959" y="1733415"/>
                    <a:pt x="1524000" y="1724722"/>
                  </a:cubicBezTo>
                  <a:cubicBezTo>
                    <a:pt x="1552823" y="1705507"/>
                    <a:pt x="1537827" y="1712680"/>
                    <a:pt x="1568605" y="1702419"/>
                  </a:cubicBezTo>
                  <a:cubicBezTo>
                    <a:pt x="1614916" y="1656111"/>
                    <a:pt x="1547867" y="1718723"/>
                    <a:pt x="1605776" y="1680117"/>
                  </a:cubicBezTo>
                  <a:cubicBezTo>
                    <a:pt x="1614524" y="1674285"/>
                    <a:pt x="1619779" y="1664270"/>
                    <a:pt x="1628078" y="1657815"/>
                  </a:cubicBezTo>
                  <a:cubicBezTo>
                    <a:pt x="1703740" y="1598966"/>
                    <a:pt x="1650153" y="1650607"/>
                    <a:pt x="1687552" y="1613210"/>
                  </a:cubicBezTo>
                  <a:cubicBezTo>
                    <a:pt x="1714663" y="1531873"/>
                    <a:pt x="1671426" y="1655069"/>
                    <a:pt x="1709854" y="1568605"/>
                  </a:cubicBezTo>
                  <a:cubicBezTo>
                    <a:pt x="1715823" y="1555174"/>
                    <a:pt x="1728829" y="1512562"/>
                    <a:pt x="1732156" y="1494263"/>
                  </a:cubicBezTo>
                  <a:cubicBezTo>
                    <a:pt x="1735291" y="1477023"/>
                    <a:pt x="1737113" y="1459570"/>
                    <a:pt x="1739591" y="1442224"/>
                  </a:cubicBezTo>
                  <a:cubicBezTo>
                    <a:pt x="1737113" y="1380273"/>
                    <a:pt x="1736574" y="1318214"/>
                    <a:pt x="1732156" y="1256371"/>
                  </a:cubicBezTo>
                  <a:cubicBezTo>
                    <a:pt x="1731598" y="1248554"/>
                    <a:pt x="1726875" y="1241603"/>
                    <a:pt x="1724722" y="1234068"/>
                  </a:cubicBezTo>
                  <a:cubicBezTo>
                    <a:pt x="1721915" y="1224244"/>
                    <a:pt x="1720224" y="1214118"/>
                    <a:pt x="1717288" y="1204332"/>
                  </a:cubicBezTo>
                  <a:cubicBezTo>
                    <a:pt x="1712785" y="1189320"/>
                    <a:pt x="1706221" y="1174932"/>
                    <a:pt x="1702420" y="1159727"/>
                  </a:cubicBezTo>
                  <a:cubicBezTo>
                    <a:pt x="1699942" y="1149815"/>
                    <a:pt x="1699555" y="1139129"/>
                    <a:pt x="1694986" y="1129990"/>
                  </a:cubicBezTo>
                  <a:cubicBezTo>
                    <a:pt x="1686994" y="1114007"/>
                    <a:pt x="1675161" y="1100253"/>
                    <a:pt x="1665249" y="1085385"/>
                  </a:cubicBezTo>
                  <a:cubicBezTo>
                    <a:pt x="1660293" y="1077951"/>
                    <a:pt x="1658372" y="1067079"/>
                    <a:pt x="1650381" y="1063083"/>
                  </a:cubicBezTo>
                  <a:lnTo>
                    <a:pt x="1620644" y="1048215"/>
                  </a:lnTo>
                  <a:cubicBezTo>
                    <a:pt x="1615688" y="1040781"/>
                    <a:pt x="1612094" y="1032230"/>
                    <a:pt x="1605776" y="1025912"/>
                  </a:cubicBezTo>
                  <a:cubicBezTo>
                    <a:pt x="1599458" y="1019594"/>
                    <a:pt x="1590451" y="1016625"/>
                    <a:pt x="1583474" y="1011044"/>
                  </a:cubicBezTo>
                  <a:cubicBezTo>
                    <a:pt x="1578001" y="1006666"/>
                    <a:pt x="1574078" y="1000555"/>
                    <a:pt x="1568605" y="996176"/>
                  </a:cubicBezTo>
                  <a:cubicBezTo>
                    <a:pt x="1561628" y="990594"/>
                    <a:pt x="1553280" y="986889"/>
                    <a:pt x="1546303" y="981307"/>
                  </a:cubicBezTo>
                  <a:cubicBezTo>
                    <a:pt x="1540830" y="976928"/>
                    <a:pt x="1536907" y="970817"/>
                    <a:pt x="1531434" y="966439"/>
                  </a:cubicBezTo>
                  <a:cubicBezTo>
                    <a:pt x="1524457" y="960858"/>
                    <a:pt x="1515856" y="957454"/>
                    <a:pt x="1509132" y="951571"/>
                  </a:cubicBezTo>
                  <a:cubicBezTo>
                    <a:pt x="1495945" y="940032"/>
                    <a:pt x="1481680" y="928980"/>
                    <a:pt x="1471961" y="914400"/>
                  </a:cubicBezTo>
                  <a:cubicBezTo>
                    <a:pt x="1467005" y="906966"/>
                    <a:pt x="1463411" y="898415"/>
                    <a:pt x="1457093" y="892097"/>
                  </a:cubicBezTo>
                  <a:cubicBezTo>
                    <a:pt x="1448332" y="883336"/>
                    <a:pt x="1436617" y="878027"/>
                    <a:pt x="1427356" y="869795"/>
                  </a:cubicBezTo>
                  <a:cubicBezTo>
                    <a:pt x="1414260" y="858154"/>
                    <a:pt x="1406809" y="838165"/>
                    <a:pt x="1390186" y="832624"/>
                  </a:cubicBezTo>
                  <a:cubicBezTo>
                    <a:pt x="1375318" y="827668"/>
                    <a:pt x="1358622" y="826449"/>
                    <a:pt x="1345581" y="817756"/>
                  </a:cubicBezTo>
                  <a:cubicBezTo>
                    <a:pt x="1316758" y="798541"/>
                    <a:pt x="1331754" y="805713"/>
                    <a:pt x="1300976" y="795454"/>
                  </a:cubicBezTo>
                  <a:cubicBezTo>
                    <a:pt x="1284693" y="779170"/>
                    <a:pt x="1285690" y="778223"/>
                    <a:pt x="1263805" y="765717"/>
                  </a:cubicBezTo>
                  <a:cubicBezTo>
                    <a:pt x="1254183" y="760219"/>
                    <a:pt x="1243691" y="756347"/>
                    <a:pt x="1234069" y="750849"/>
                  </a:cubicBezTo>
                  <a:cubicBezTo>
                    <a:pt x="1193716" y="727790"/>
                    <a:pt x="1230354" y="742176"/>
                    <a:pt x="1189464" y="728546"/>
                  </a:cubicBezTo>
                  <a:cubicBezTo>
                    <a:pt x="1184508" y="723590"/>
                    <a:pt x="1180068" y="718056"/>
                    <a:pt x="1174595" y="713678"/>
                  </a:cubicBezTo>
                  <a:cubicBezTo>
                    <a:pt x="1150575" y="694462"/>
                    <a:pt x="1143006" y="699749"/>
                    <a:pt x="1122556" y="669073"/>
                  </a:cubicBezTo>
                  <a:lnTo>
                    <a:pt x="1063083" y="579863"/>
                  </a:lnTo>
                  <a:cubicBezTo>
                    <a:pt x="1058127" y="572429"/>
                    <a:pt x="1054533" y="563879"/>
                    <a:pt x="1048215" y="557561"/>
                  </a:cubicBezTo>
                  <a:lnTo>
                    <a:pt x="1011044" y="520390"/>
                  </a:lnTo>
                  <a:cubicBezTo>
                    <a:pt x="1006088" y="510478"/>
                    <a:pt x="1003270" y="499167"/>
                    <a:pt x="996176" y="490654"/>
                  </a:cubicBezTo>
                  <a:cubicBezTo>
                    <a:pt x="990456" y="483790"/>
                    <a:pt x="980598" y="481669"/>
                    <a:pt x="973874" y="475785"/>
                  </a:cubicBezTo>
                  <a:cubicBezTo>
                    <a:pt x="973865" y="475777"/>
                    <a:pt x="932245" y="434157"/>
                    <a:pt x="921834" y="423746"/>
                  </a:cubicBezTo>
                  <a:lnTo>
                    <a:pt x="899532" y="401444"/>
                  </a:lnTo>
                  <a:lnTo>
                    <a:pt x="877230" y="379141"/>
                  </a:lnTo>
                  <a:cubicBezTo>
                    <a:pt x="874752" y="371707"/>
                    <a:pt x="874142" y="363359"/>
                    <a:pt x="869795" y="356839"/>
                  </a:cubicBezTo>
                  <a:cubicBezTo>
                    <a:pt x="863963" y="348091"/>
                    <a:pt x="854223" y="342613"/>
                    <a:pt x="847493" y="334536"/>
                  </a:cubicBezTo>
                  <a:cubicBezTo>
                    <a:pt x="841773" y="327672"/>
                    <a:pt x="838206" y="319211"/>
                    <a:pt x="832625" y="312234"/>
                  </a:cubicBezTo>
                  <a:cubicBezTo>
                    <a:pt x="828246" y="306761"/>
                    <a:pt x="821961" y="302973"/>
                    <a:pt x="817756" y="297366"/>
                  </a:cubicBezTo>
                  <a:cubicBezTo>
                    <a:pt x="807034" y="283071"/>
                    <a:pt x="797932" y="267629"/>
                    <a:pt x="788020" y="252761"/>
                  </a:cubicBezTo>
                  <a:lnTo>
                    <a:pt x="758283" y="208156"/>
                  </a:lnTo>
                  <a:cubicBezTo>
                    <a:pt x="749841" y="195494"/>
                    <a:pt x="730333" y="165337"/>
                    <a:pt x="721113" y="156117"/>
                  </a:cubicBezTo>
                  <a:cubicBezTo>
                    <a:pt x="714795" y="149799"/>
                    <a:pt x="705787" y="146831"/>
                    <a:pt x="698810" y="141249"/>
                  </a:cubicBezTo>
                  <a:cubicBezTo>
                    <a:pt x="693337" y="136870"/>
                    <a:pt x="689549" y="130585"/>
                    <a:pt x="683942" y="126380"/>
                  </a:cubicBezTo>
                  <a:cubicBezTo>
                    <a:pt x="643044" y="95706"/>
                    <a:pt x="651805" y="100800"/>
                    <a:pt x="617034" y="89210"/>
                  </a:cubicBezTo>
                  <a:cubicBezTo>
                    <a:pt x="579366" y="51539"/>
                    <a:pt x="628111" y="95855"/>
                    <a:pt x="579864" y="66907"/>
                  </a:cubicBezTo>
                  <a:cubicBezTo>
                    <a:pt x="573854" y="63301"/>
                    <a:pt x="570468" y="56417"/>
                    <a:pt x="564995" y="52039"/>
                  </a:cubicBezTo>
                  <a:cubicBezTo>
                    <a:pt x="558018" y="46458"/>
                    <a:pt x="549670" y="42752"/>
                    <a:pt x="542693" y="37171"/>
                  </a:cubicBezTo>
                  <a:cubicBezTo>
                    <a:pt x="537220" y="32792"/>
                    <a:pt x="534094" y="25437"/>
                    <a:pt x="527825" y="22302"/>
                  </a:cubicBezTo>
                  <a:cubicBezTo>
                    <a:pt x="509727" y="13253"/>
                    <a:pt x="474825" y="5335"/>
                    <a:pt x="453483" y="0"/>
                  </a:cubicBezTo>
                  <a:cubicBezTo>
                    <a:pt x="433555" y="1661"/>
                    <a:pt x="372337" y="-315"/>
                    <a:pt x="341971" y="14868"/>
                  </a:cubicBezTo>
                  <a:cubicBezTo>
                    <a:pt x="333980" y="18864"/>
                    <a:pt x="326646" y="24155"/>
                    <a:pt x="319669" y="29736"/>
                  </a:cubicBezTo>
                  <a:cubicBezTo>
                    <a:pt x="314196" y="34115"/>
                    <a:pt x="311069" y="41470"/>
                    <a:pt x="304800" y="44605"/>
                  </a:cubicBezTo>
                  <a:cubicBezTo>
                    <a:pt x="290782" y="51614"/>
                    <a:pt x="275063" y="54517"/>
                    <a:pt x="260195" y="59473"/>
                  </a:cubicBezTo>
                  <a:lnTo>
                    <a:pt x="237893" y="66907"/>
                  </a:lnTo>
                  <a:lnTo>
                    <a:pt x="193288" y="89210"/>
                  </a:lnTo>
                  <a:close/>
                </a:path>
              </a:pathLst>
            </a:custGeom>
            <a:noFill/>
            <a:ln w="28575">
              <a:solidFill>
                <a:srgbClr val="215CA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48A8B85-B10D-0FCF-30FC-899D450C5D78}"/>
                </a:ext>
              </a:extLst>
            </p:cNvPr>
            <p:cNvSpPr/>
            <p:nvPr/>
          </p:nvSpPr>
          <p:spPr>
            <a:xfrm>
              <a:off x="3893752" y="3285154"/>
              <a:ext cx="1791629" cy="2421916"/>
            </a:xfrm>
            <a:custGeom>
              <a:avLst/>
              <a:gdLst>
                <a:gd name="connsiteX0" fmla="*/ 1464527 w 1791629"/>
                <a:gd name="connsiteY0" fmla="*/ 13253 h 2421916"/>
                <a:gd name="connsiteX1" fmla="*/ 1412488 w 1791629"/>
                <a:gd name="connsiteY1" fmla="*/ 20687 h 2421916"/>
                <a:gd name="connsiteX2" fmla="*/ 1353015 w 1791629"/>
                <a:gd name="connsiteY2" fmla="*/ 35555 h 2421916"/>
                <a:gd name="connsiteX3" fmla="*/ 1263805 w 1791629"/>
                <a:gd name="connsiteY3" fmla="*/ 50423 h 2421916"/>
                <a:gd name="connsiteX4" fmla="*/ 1226634 w 1791629"/>
                <a:gd name="connsiteY4" fmla="*/ 57858 h 2421916"/>
                <a:gd name="connsiteX5" fmla="*/ 1182029 w 1791629"/>
                <a:gd name="connsiteY5" fmla="*/ 72726 h 2421916"/>
                <a:gd name="connsiteX6" fmla="*/ 1159727 w 1791629"/>
                <a:gd name="connsiteY6" fmla="*/ 80160 h 2421916"/>
                <a:gd name="connsiteX7" fmla="*/ 1115122 w 1791629"/>
                <a:gd name="connsiteY7" fmla="*/ 102462 h 2421916"/>
                <a:gd name="connsiteX8" fmla="*/ 1055649 w 1791629"/>
                <a:gd name="connsiteY8" fmla="*/ 147067 h 2421916"/>
                <a:gd name="connsiteX9" fmla="*/ 1033347 w 1791629"/>
                <a:gd name="connsiteY9" fmla="*/ 154501 h 2421916"/>
                <a:gd name="connsiteX10" fmla="*/ 988742 w 1791629"/>
                <a:gd name="connsiteY10" fmla="*/ 176804 h 2421916"/>
                <a:gd name="connsiteX11" fmla="*/ 944137 w 1791629"/>
                <a:gd name="connsiteY11" fmla="*/ 199106 h 2421916"/>
                <a:gd name="connsiteX12" fmla="*/ 877229 w 1791629"/>
                <a:gd name="connsiteY12" fmla="*/ 228843 h 2421916"/>
                <a:gd name="connsiteX13" fmla="*/ 854927 w 1791629"/>
                <a:gd name="connsiteY13" fmla="*/ 236277 h 2421916"/>
                <a:gd name="connsiteX14" fmla="*/ 810322 w 1791629"/>
                <a:gd name="connsiteY14" fmla="*/ 258579 h 2421916"/>
                <a:gd name="connsiteX15" fmla="*/ 773151 w 1791629"/>
                <a:gd name="connsiteY15" fmla="*/ 280882 h 2421916"/>
                <a:gd name="connsiteX16" fmla="*/ 728547 w 1791629"/>
                <a:gd name="connsiteY16" fmla="*/ 303184 h 2421916"/>
                <a:gd name="connsiteX17" fmla="*/ 706244 w 1791629"/>
                <a:gd name="connsiteY17" fmla="*/ 318053 h 2421916"/>
                <a:gd name="connsiteX18" fmla="*/ 669073 w 1791629"/>
                <a:gd name="connsiteY18" fmla="*/ 325487 h 2421916"/>
                <a:gd name="connsiteX19" fmla="*/ 587298 w 1791629"/>
                <a:gd name="connsiteY19" fmla="*/ 340355 h 2421916"/>
                <a:gd name="connsiteX20" fmla="*/ 542693 w 1791629"/>
                <a:gd name="connsiteY20" fmla="*/ 384960 h 2421916"/>
                <a:gd name="connsiteX21" fmla="*/ 520390 w 1791629"/>
                <a:gd name="connsiteY21" fmla="*/ 414697 h 2421916"/>
                <a:gd name="connsiteX22" fmla="*/ 498088 w 1791629"/>
                <a:gd name="connsiteY22" fmla="*/ 429565 h 2421916"/>
                <a:gd name="connsiteX23" fmla="*/ 453483 w 1791629"/>
                <a:gd name="connsiteY23" fmla="*/ 474170 h 2421916"/>
                <a:gd name="connsiteX24" fmla="*/ 431181 w 1791629"/>
                <a:gd name="connsiteY24" fmla="*/ 496472 h 2421916"/>
                <a:gd name="connsiteX25" fmla="*/ 401444 w 1791629"/>
                <a:gd name="connsiteY25" fmla="*/ 511340 h 2421916"/>
                <a:gd name="connsiteX26" fmla="*/ 386576 w 1791629"/>
                <a:gd name="connsiteY26" fmla="*/ 526209 h 2421916"/>
                <a:gd name="connsiteX27" fmla="*/ 364273 w 1791629"/>
                <a:gd name="connsiteY27" fmla="*/ 533643 h 2421916"/>
                <a:gd name="connsiteX28" fmla="*/ 341971 w 1791629"/>
                <a:gd name="connsiteY28" fmla="*/ 548511 h 2421916"/>
                <a:gd name="connsiteX29" fmla="*/ 327103 w 1791629"/>
                <a:gd name="connsiteY29" fmla="*/ 570814 h 2421916"/>
                <a:gd name="connsiteX30" fmla="*/ 260195 w 1791629"/>
                <a:gd name="connsiteY30" fmla="*/ 600550 h 2421916"/>
                <a:gd name="connsiteX31" fmla="*/ 237893 w 1791629"/>
                <a:gd name="connsiteY31" fmla="*/ 607984 h 2421916"/>
                <a:gd name="connsiteX32" fmla="*/ 223025 w 1791629"/>
                <a:gd name="connsiteY32" fmla="*/ 622853 h 2421916"/>
                <a:gd name="connsiteX33" fmla="*/ 178420 w 1791629"/>
                <a:gd name="connsiteY33" fmla="*/ 645155 h 2421916"/>
                <a:gd name="connsiteX34" fmla="*/ 148683 w 1791629"/>
                <a:gd name="connsiteY34" fmla="*/ 674892 h 2421916"/>
                <a:gd name="connsiteX35" fmla="*/ 133815 w 1791629"/>
                <a:gd name="connsiteY35" fmla="*/ 697194 h 2421916"/>
                <a:gd name="connsiteX36" fmla="*/ 111512 w 1791629"/>
                <a:gd name="connsiteY36" fmla="*/ 704628 h 2421916"/>
                <a:gd name="connsiteX37" fmla="*/ 81776 w 1791629"/>
                <a:gd name="connsiteY37" fmla="*/ 741799 h 2421916"/>
                <a:gd name="connsiteX38" fmla="*/ 44605 w 1791629"/>
                <a:gd name="connsiteY38" fmla="*/ 778970 h 2421916"/>
                <a:gd name="connsiteX39" fmla="*/ 37171 w 1791629"/>
                <a:gd name="connsiteY39" fmla="*/ 801272 h 2421916"/>
                <a:gd name="connsiteX40" fmla="*/ 22303 w 1791629"/>
                <a:gd name="connsiteY40" fmla="*/ 823575 h 2421916"/>
                <a:gd name="connsiteX41" fmla="*/ 14868 w 1791629"/>
                <a:gd name="connsiteY41" fmla="*/ 853311 h 2421916"/>
                <a:gd name="connsiteX42" fmla="*/ 0 w 1791629"/>
                <a:gd name="connsiteY42" fmla="*/ 920218 h 2421916"/>
                <a:gd name="connsiteX43" fmla="*/ 7434 w 1791629"/>
                <a:gd name="connsiteY43" fmla="*/ 1106072 h 2421916"/>
                <a:gd name="connsiteX44" fmla="*/ 14868 w 1791629"/>
                <a:gd name="connsiteY44" fmla="*/ 1158111 h 2421916"/>
                <a:gd name="connsiteX45" fmla="*/ 22303 w 1791629"/>
                <a:gd name="connsiteY45" fmla="*/ 1254755 h 2421916"/>
                <a:gd name="connsiteX46" fmla="*/ 29737 w 1791629"/>
                <a:gd name="connsiteY46" fmla="*/ 1381136 h 2421916"/>
                <a:gd name="connsiteX47" fmla="*/ 37171 w 1791629"/>
                <a:gd name="connsiteY47" fmla="*/ 1403438 h 2421916"/>
                <a:gd name="connsiteX48" fmla="*/ 44605 w 1791629"/>
                <a:gd name="connsiteY48" fmla="*/ 1433175 h 2421916"/>
                <a:gd name="connsiteX49" fmla="*/ 52039 w 1791629"/>
                <a:gd name="connsiteY49" fmla="*/ 1470345 h 2421916"/>
                <a:gd name="connsiteX50" fmla="*/ 59473 w 1791629"/>
                <a:gd name="connsiteY50" fmla="*/ 1492648 h 2421916"/>
                <a:gd name="connsiteX51" fmla="*/ 66908 w 1791629"/>
                <a:gd name="connsiteY51" fmla="*/ 1522384 h 2421916"/>
                <a:gd name="connsiteX52" fmla="*/ 74342 w 1791629"/>
                <a:gd name="connsiteY52" fmla="*/ 1604160 h 2421916"/>
                <a:gd name="connsiteX53" fmla="*/ 81776 w 1791629"/>
                <a:gd name="connsiteY53" fmla="*/ 1633897 h 2421916"/>
                <a:gd name="connsiteX54" fmla="*/ 89210 w 1791629"/>
                <a:gd name="connsiteY54" fmla="*/ 1671067 h 2421916"/>
                <a:gd name="connsiteX55" fmla="*/ 104078 w 1791629"/>
                <a:gd name="connsiteY55" fmla="*/ 1752843 h 2421916"/>
                <a:gd name="connsiteX56" fmla="*/ 118947 w 1791629"/>
                <a:gd name="connsiteY56" fmla="*/ 1812316 h 2421916"/>
                <a:gd name="connsiteX57" fmla="*/ 126381 w 1791629"/>
                <a:gd name="connsiteY57" fmla="*/ 1834618 h 2421916"/>
                <a:gd name="connsiteX58" fmla="*/ 133815 w 1791629"/>
                <a:gd name="connsiteY58" fmla="*/ 1871789 h 2421916"/>
                <a:gd name="connsiteX59" fmla="*/ 156117 w 1791629"/>
                <a:gd name="connsiteY59" fmla="*/ 1953565 h 2421916"/>
                <a:gd name="connsiteX60" fmla="*/ 178420 w 1791629"/>
                <a:gd name="connsiteY60" fmla="*/ 2027906 h 2421916"/>
                <a:gd name="connsiteX61" fmla="*/ 185854 w 1791629"/>
                <a:gd name="connsiteY61" fmla="*/ 2050209 h 2421916"/>
                <a:gd name="connsiteX62" fmla="*/ 193288 w 1791629"/>
                <a:gd name="connsiteY62" fmla="*/ 2072511 h 2421916"/>
                <a:gd name="connsiteX63" fmla="*/ 200722 w 1791629"/>
                <a:gd name="connsiteY63" fmla="*/ 2102248 h 2421916"/>
                <a:gd name="connsiteX64" fmla="*/ 215590 w 1791629"/>
                <a:gd name="connsiteY64" fmla="*/ 2146853 h 2421916"/>
                <a:gd name="connsiteX65" fmla="*/ 252761 w 1791629"/>
                <a:gd name="connsiteY65" fmla="*/ 2176589 h 2421916"/>
                <a:gd name="connsiteX66" fmla="*/ 267629 w 1791629"/>
                <a:gd name="connsiteY66" fmla="*/ 2198892 h 2421916"/>
                <a:gd name="connsiteX67" fmla="*/ 304800 w 1791629"/>
                <a:gd name="connsiteY67" fmla="*/ 2236062 h 2421916"/>
                <a:gd name="connsiteX68" fmla="*/ 319668 w 1791629"/>
                <a:gd name="connsiteY68" fmla="*/ 2258365 h 2421916"/>
                <a:gd name="connsiteX69" fmla="*/ 364273 w 1791629"/>
                <a:gd name="connsiteY69" fmla="*/ 2288101 h 2421916"/>
                <a:gd name="connsiteX70" fmla="*/ 379142 w 1791629"/>
                <a:gd name="connsiteY70" fmla="*/ 2302970 h 2421916"/>
                <a:gd name="connsiteX71" fmla="*/ 401444 w 1791629"/>
                <a:gd name="connsiteY71" fmla="*/ 2310404 h 2421916"/>
                <a:gd name="connsiteX72" fmla="*/ 423747 w 1791629"/>
                <a:gd name="connsiteY72" fmla="*/ 2325272 h 2421916"/>
                <a:gd name="connsiteX73" fmla="*/ 468351 w 1791629"/>
                <a:gd name="connsiteY73" fmla="*/ 2340140 h 2421916"/>
                <a:gd name="connsiteX74" fmla="*/ 550127 w 1791629"/>
                <a:gd name="connsiteY74" fmla="*/ 2362443 h 2421916"/>
                <a:gd name="connsiteX75" fmla="*/ 579864 w 1791629"/>
                <a:gd name="connsiteY75" fmla="*/ 2369877 h 2421916"/>
                <a:gd name="connsiteX76" fmla="*/ 609600 w 1791629"/>
                <a:gd name="connsiteY76" fmla="*/ 2377311 h 2421916"/>
                <a:gd name="connsiteX77" fmla="*/ 721112 w 1791629"/>
                <a:gd name="connsiteY77" fmla="*/ 2392179 h 2421916"/>
                <a:gd name="connsiteX78" fmla="*/ 773151 w 1791629"/>
                <a:gd name="connsiteY78" fmla="*/ 2399614 h 2421916"/>
                <a:gd name="connsiteX79" fmla="*/ 802888 w 1791629"/>
                <a:gd name="connsiteY79" fmla="*/ 2407048 h 2421916"/>
                <a:gd name="connsiteX80" fmla="*/ 929268 w 1791629"/>
                <a:gd name="connsiteY80" fmla="*/ 2421916 h 2421916"/>
                <a:gd name="connsiteX81" fmla="*/ 1144859 w 1791629"/>
                <a:gd name="connsiteY81" fmla="*/ 2414482 h 2421916"/>
                <a:gd name="connsiteX82" fmla="*/ 1234068 w 1791629"/>
                <a:gd name="connsiteY82" fmla="*/ 2407048 h 2421916"/>
                <a:gd name="connsiteX83" fmla="*/ 1353015 w 1791629"/>
                <a:gd name="connsiteY83" fmla="*/ 2392179 h 2421916"/>
                <a:gd name="connsiteX84" fmla="*/ 1397620 w 1791629"/>
                <a:gd name="connsiteY84" fmla="*/ 2377311 h 2421916"/>
                <a:gd name="connsiteX85" fmla="*/ 1486829 w 1791629"/>
                <a:gd name="connsiteY85" fmla="*/ 2317838 h 2421916"/>
                <a:gd name="connsiteX86" fmla="*/ 1509132 w 1791629"/>
                <a:gd name="connsiteY86" fmla="*/ 2302970 h 2421916"/>
                <a:gd name="connsiteX87" fmla="*/ 1531434 w 1791629"/>
                <a:gd name="connsiteY87" fmla="*/ 2288101 h 2421916"/>
                <a:gd name="connsiteX88" fmla="*/ 1553737 w 1791629"/>
                <a:gd name="connsiteY88" fmla="*/ 2280667 h 2421916"/>
                <a:gd name="connsiteX89" fmla="*/ 1568605 w 1791629"/>
                <a:gd name="connsiteY89" fmla="*/ 2258365 h 2421916"/>
                <a:gd name="connsiteX90" fmla="*/ 1590908 w 1791629"/>
                <a:gd name="connsiteY90" fmla="*/ 2243497 h 2421916"/>
                <a:gd name="connsiteX91" fmla="*/ 1605776 w 1791629"/>
                <a:gd name="connsiteY91" fmla="*/ 2184023 h 2421916"/>
                <a:gd name="connsiteX92" fmla="*/ 1620644 w 1791629"/>
                <a:gd name="connsiteY92" fmla="*/ 2161721 h 2421916"/>
                <a:gd name="connsiteX93" fmla="*/ 1642947 w 1791629"/>
                <a:gd name="connsiteY93" fmla="*/ 2124550 h 2421916"/>
                <a:gd name="connsiteX94" fmla="*/ 1650381 w 1791629"/>
                <a:gd name="connsiteY94" fmla="*/ 2102248 h 2421916"/>
                <a:gd name="connsiteX95" fmla="*/ 1665249 w 1791629"/>
                <a:gd name="connsiteY95" fmla="*/ 2079945 h 2421916"/>
                <a:gd name="connsiteX96" fmla="*/ 1672683 w 1791629"/>
                <a:gd name="connsiteY96" fmla="*/ 2057643 h 2421916"/>
                <a:gd name="connsiteX97" fmla="*/ 1687551 w 1791629"/>
                <a:gd name="connsiteY97" fmla="*/ 2035340 h 2421916"/>
                <a:gd name="connsiteX98" fmla="*/ 1702420 w 1791629"/>
                <a:gd name="connsiteY98" fmla="*/ 1990736 h 2421916"/>
                <a:gd name="connsiteX99" fmla="*/ 1709854 w 1791629"/>
                <a:gd name="connsiteY99" fmla="*/ 1968433 h 2421916"/>
                <a:gd name="connsiteX100" fmla="*/ 1717288 w 1791629"/>
                <a:gd name="connsiteY100" fmla="*/ 1790014 h 2421916"/>
                <a:gd name="connsiteX101" fmla="*/ 1724722 w 1791629"/>
                <a:gd name="connsiteY101" fmla="*/ 1745409 h 2421916"/>
                <a:gd name="connsiteX102" fmla="*/ 1739590 w 1791629"/>
                <a:gd name="connsiteY102" fmla="*/ 1381136 h 2421916"/>
                <a:gd name="connsiteX103" fmla="*/ 1747025 w 1791629"/>
                <a:gd name="connsiteY103" fmla="*/ 1306794 h 2421916"/>
                <a:gd name="connsiteX104" fmla="*/ 1761893 w 1791629"/>
                <a:gd name="connsiteY104" fmla="*/ 964823 h 2421916"/>
                <a:gd name="connsiteX105" fmla="*/ 1769327 w 1791629"/>
                <a:gd name="connsiteY105" fmla="*/ 942521 h 2421916"/>
                <a:gd name="connsiteX106" fmla="*/ 1776761 w 1791629"/>
                <a:gd name="connsiteY106" fmla="*/ 563379 h 2421916"/>
                <a:gd name="connsiteX107" fmla="*/ 1791629 w 1791629"/>
                <a:gd name="connsiteY107" fmla="*/ 466736 h 2421916"/>
                <a:gd name="connsiteX108" fmla="*/ 1769327 w 1791629"/>
                <a:gd name="connsiteY108" fmla="*/ 206540 h 2421916"/>
                <a:gd name="connsiteX109" fmla="*/ 1761893 w 1791629"/>
                <a:gd name="connsiteY109" fmla="*/ 184238 h 2421916"/>
                <a:gd name="connsiteX110" fmla="*/ 1717288 w 1791629"/>
                <a:gd name="connsiteY110" fmla="*/ 124765 h 2421916"/>
                <a:gd name="connsiteX111" fmla="*/ 1694986 w 1791629"/>
                <a:gd name="connsiteY111" fmla="*/ 117331 h 2421916"/>
                <a:gd name="connsiteX112" fmla="*/ 1635512 w 1791629"/>
                <a:gd name="connsiteY112" fmla="*/ 72726 h 2421916"/>
                <a:gd name="connsiteX113" fmla="*/ 1613210 w 1791629"/>
                <a:gd name="connsiteY113" fmla="*/ 57858 h 2421916"/>
                <a:gd name="connsiteX114" fmla="*/ 1561171 w 1791629"/>
                <a:gd name="connsiteY114" fmla="*/ 20687 h 2421916"/>
                <a:gd name="connsiteX115" fmla="*/ 1546303 w 1791629"/>
                <a:gd name="connsiteY115" fmla="*/ 5818 h 2421916"/>
                <a:gd name="connsiteX116" fmla="*/ 1464527 w 1791629"/>
                <a:gd name="connsiteY116" fmla="*/ 13253 h 242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791629" h="2421916">
                  <a:moveTo>
                    <a:pt x="1464527" y="13253"/>
                  </a:moveTo>
                  <a:cubicBezTo>
                    <a:pt x="1442225" y="15731"/>
                    <a:pt x="1429670" y="17251"/>
                    <a:pt x="1412488" y="20687"/>
                  </a:cubicBezTo>
                  <a:cubicBezTo>
                    <a:pt x="1392450" y="24694"/>
                    <a:pt x="1373292" y="33020"/>
                    <a:pt x="1353015" y="35555"/>
                  </a:cubicBezTo>
                  <a:cubicBezTo>
                    <a:pt x="1255981" y="47684"/>
                    <a:pt x="1326948" y="36391"/>
                    <a:pt x="1263805" y="50423"/>
                  </a:cubicBezTo>
                  <a:cubicBezTo>
                    <a:pt x="1251470" y="53164"/>
                    <a:pt x="1238825" y="54533"/>
                    <a:pt x="1226634" y="57858"/>
                  </a:cubicBezTo>
                  <a:cubicBezTo>
                    <a:pt x="1211514" y="61982"/>
                    <a:pt x="1196897" y="67770"/>
                    <a:pt x="1182029" y="72726"/>
                  </a:cubicBezTo>
                  <a:cubicBezTo>
                    <a:pt x="1174595" y="75204"/>
                    <a:pt x="1166247" y="75813"/>
                    <a:pt x="1159727" y="80160"/>
                  </a:cubicBezTo>
                  <a:cubicBezTo>
                    <a:pt x="1130905" y="99375"/>
                    <a:pt x="1145901" y="92203"/>
                    <a:pt x="1115122" y="102462"/>
                  </a:cubicBezTo>
                  <a:cubicBezTo>
                    <a:pt x="1097509" y="120076"/>
                    <a:pt x="1080871" y="138660"/>
                    <a:pt x="1055649" y="147067"/>
                  </a:cubicBezTo>
                  <a:lnTo>
                    <a:pt x="1033347" y="154501"/>
                  </a:lnTo>
                  <a:cubicBezTo>
                    <a:pt x="969437" y="197109"/>
                    <a:pt x="1050292" y="146030"/>
                    <a:pt x="988742" y="176804"/>
                  </a:cubicBezTo>
                  <a:cubicBezTo>
                    <a:pt x="931097" y="205626"/>
                    <a:pt x="1000193" y="180421"/>
                    <a:pt x="944137" y="199106"/>
                  </a:cubicBezTo>
                  <a:cubicBezTo>
                    <a:pt x="908794" y="222669"/>
                    <a:pt x="930311" y="211149"/>
                    <a:pt x="877229" y="228843"/>
                  </a:cubicBezTo>
                  <a:cubicBezTo>
                    <a:pt x="869795" y="231321"/>
                    <a:pt x="861447" y="231930"/>
                    <a:pt x="854927" y="236277"/>
                  </a:cubicBezTo>
                  <a:cubicBezTo>
                    <a:pt x="826105" y="255492"/>
                    <a:pt x="841101" y="248320"/>
                    <a:pt x="810322" y="258579"/>
                  </a:cubicBezTo>
                  <a:cubicBezTo>
                    <a:pt x="781282" y="287621"/>
                    <a:pt x="811753" y="261581"/>
                    <a:pt x="773151" y="280882"/>
                  </a:cubicBezTo>
                  <a:cubicBezTo>
                    <a:pt x="715503" y="309705"/>
                    <a:pt x="784607" y="284497"/>
                    <a:pt x="728547" y="303184"/>
                  </a:cubicBezTo>
                  <a:cubicBezTo>
                    <a:pt x="721113" y="308140"/>
                    <a:pt x="714610" y="314916"/>
                    <a:pt x="706244" y="318053"/>
                  </a:cubicBezTo>
                  <a:cubicBezTo>
                    <a:pt x="694413" y="322490"/>
                    <a:pt x="681537" y="323410"/>
                    <a:pt x="669073" y="325487"/>
                  </a:cubicBezTo>
                  <a:cubicBezTo>
                    <a:pt x="589163" y="338805"/>
                    <a:pt x="644387" y="326083"/>
                    <a:pt x="587298" y="340355"/>
                  </a:cubicBezTo>
                  <a:cubicBezTo>
                    <a:pt x="572430" y="355223"/>
                    <a:pt x="555309" y="368138"/>
                    <a:pt x="542693" y="384960"/>
                  </a:cubicBezTo>
                  <a:cubicBezTo>
                    <a:pt x="535259" y="394872"/>
                    <a:pt x="529151" y="405936"/>
                    <a:pt x="520390" y="414697"/>
                  </a:cubicBezTo>
                  <a:cubicBezTo>
                    <a:pt x="514072" y="421015"/>
                    <a:pt x="504766" y="423629"/>
                    <a:pt x="498088" y="429565"/>
                  </a:cubicBezTo>
                  <a:cubicBezTo>
                    <a:pt x="482372" y="443535"/>
                    <a:pt x="468351" y="459302"/>
                    <a:pt x="453483" y="474170"/>
                  </a:cubicBezTo>
                  <a:cubicBezTo>
                    <a:pt x="446049" y="481604"/>
                    <a:pt x="440584" y="491770"/>
                    <a:pt x="431181" y="496472"/>
                  </a:cubicBezTo>
                  <a:lnTo>
                    <a:pt x="401444" y="511340"/>
                  </a:lnTo>
                  <a:cubicBezTo>
                    <a:pt x="396488" y="516296"/>
                    <a:pt x="392586" y="522603"/>
                    <a:pt x="386576" y="526209"/>
                  </a:cubicBezTo>
                  <a:cubicBezTo>
                    <a:pt x="379856" y="530241"/>
                    <a:pt x="371282" y="530139"/>
                    <a:pt x="364273" y="533643"/>
                  </a:cubicBezTo>
                  <a:cubicBezTo>
                    <a:pt x="356282" y="537639"/>
                    <a:pt x="349405" y="543555"/>
                    <a:pt x="341971" y="548511"/>
                  </a:cubicBezTo>
                  <a:cubicBezTo>
                    <a:pt x="337015" y="555945"/>
                    <a:pt x="333421" y="564496"/>
                    <a:pt x="327103" y="570814"/>
                  </a:cubicBezTo>
                  <a:cubicBezTo>
                    <a:pt x="309433" y="588484"/>
                    <a:pt x="282276" y="593190"/>
                    <a:pt x="260195" y="600550"/>
                  </a:cubicBezTo>
                  <a:lnTo>
                    <a:pt x="237893" y="607984"/>
                  </a:lnTo>
                  <a:cubicBezTo>
                    <a:pt x="232937" y="612940"/>
                    <a:pt x="229035" y="619247"/>
                    <a:pt x="223025" y="622853"/>
                  </a:cubicBezTo>
                  <a:cubicBezTo>
                    <a:pt x="179049" y="649239"/>
                    <a:pt x="222288" y="607554"/>
                    <a:pt x="178420" y="645155"/>
                  </a:cubicBezTo>
                  <a:cubicBezTo>
                    <a:pt x="167777" y="654278"/>
                    <a:pt x="156459" y="663228"/>
                    <a:pt x="148683" y="674892"/>
                  </a:cubicBezTo>
                  <a:cubicBezTo>
                    <a:pt x="143727" y="682326"/>
                    <a:pt x="140792" y="691613"/>
                    <a:pt x="133815" y="697194"/>
                  </a:cubicBezTo>
                  <a:cubicBezTo>
                    <a:pt x="127696" y="702089"/>
                    <a:pt x="118946" y="702150"/>
                    <a:pt x="111512" y="704628"/>
                  </a:cubicBezTo>
                  <a:cubicBezTo>
                    <a:pt x="53524" y="762620"/>
                    <a:pt x="147445" y="666749"/>
                    <a:pt x="81776" y="741799"/>
                  </a:cubicBezTo>
                  <a:cubicBezTo>
                    <a:pt x="70237" y="754986"/>
                    <a:pt x="44605" y="778970"/>
                    <a:pt x="44605" y="778970"/>
                  </a:cubicBezTo>
                  <a:cubicBezTo>
                    <a:pt x="42127" y="786404"/>
                    <a:pt x="40675" y="794263"/>
                    <a:pt x="37171" y="801272"/>
                  </a:cubicBezTo>
                  <a:cubicBezTo>
                    <a:pt x="33175" y="809264"/>
                    <a:pt x="25823" y="815363"/>
                    <a:pt x="22303" y="823575"/>
                  </a:cubicBezTo>
                  <a:cubicBezTo>
                    <a:pt x="18278" y="832966"/>
                    <a:pt x="17675" y="843487"/>
                    <a:pt x="14868" y="853311"/>
                  </a:cubicBezTo>
                  <a:cubicBezTo>
                    <a:pt x="229" y="904544"/>
                    <a:pt x="13413" y="839743"/>
                    <a:pt x="0" y="920218"/>
                  </a:cubicBezTo>
                  <a:cubicBezTo>
                    <a:pt x="2478" y="982169"/>
                    <a:pt x="3567" y="1044192"/>
                    <a:pt x="7434" y="1106072"/>
                  </a:cubicBezTo>
                  <a:cubicBezTo>
                    <a:pt x="8527" y="1123560"/>
                    <a:pt x="13124" y="1140676"/>
                    <a:pt x="14868" y="1158111"/>
                  </a:cubicBezTo>
                  <a:cubicBezTo>
                    <a:pt x="18083" y="1190260"/>
                    <a:pt x="20154" y="1222517"/>
                    <a:pt x="22303" y="1254755"/>
                  </a:cubicBezTo>
                  <a:cubicBezTo>
                    <a:pt x="25110" y="1296861"/>
                    <a:pt x="25538" y="1339146"/>
                    <a:pt x="29737" y="1381136"/>
                  </a:cubicBezTo>
                  <a:cubicBezTo>
                    <a:pt x="30517" y="1388933"/>
                    <a:pt x="35018" y="1395903"/>
                    <a:pt x="37171" y="1403438"/>
                  </a:cubicBezTo>
                  <a:cubicBezTo>
                    <a:pt x="39978" y="1413262"/>
                    <a:pt x="42389" y="1423201"/>
                    <a:pt x="44605" y="1433175"/>
                  </a:cubicBezTo>
                  <a:cubicBezTo>
                    <a:pt x="47346" y="1445509"/>
                    <a:pt x="48975" y="1458087"/>
                    <a:pt x="52039" y="1470345"/>
                  </a:cubicBezTo>
                  <a:cubicBezTo>
                    <a:pt x="53940" y="1477947"/>
                    <a:pt x="57320" y="1485113"/>
                    <a:pt x="59473" y="1492648"/>
                  </a:cubicBezTo>
                  <a:cubicBezTo>
                    <a:pt x="62280" y="1502472"/>
                    <a:pt x="64430" y="1512472"/>
                    <a:pt x="66908" y="1522384"/>
                  </a:cubicBezTo>
                  <a:cubicBezTo>
                    <a:pt x="69386" y="1549643"/>
                    <a:pt x="70725" y="1577029"/>
                    <a:pt x="74342" y="1604160"/>
                  </a:cubicBezTo>
                  <a:cubicBezTo>
                    <a:pt x="75692" y="1614288"/>
                    <a:pt x="79560" y="1623923"/>
                    <a:pt x="81776" y="1633897"/>
                  </a:cubicBezTo>
                  <a:cubicBezTo>
                    <a:pt x="84517" y="1646231"/>
                    <a:pt x="86950" y="1658635"/>
                    <a:pt x="89210" y="1671067"/>
                  </a:cubicBezTo>
                  <a:cubicBezTo>
                    <a:pt x="95713" y="1706836"/>
                    <a:pt x="96209" y="1718747"/>
                    <a:pt x="104078" y="1752843"/>
                  </a:cubicBezTo>
                  <a:cubicBezTo>
                    <a:pt x="108673" y="1772754"/>
                    <a:pt x="112485" y="1792930"/>
                    <a:pt x="118947" y="1812316"/>
                  </a:cubicBezTo>
                  <a:cubicBezTo>
                    <a:pt x="121425" y="1819750"/>
                    <a:pt x="124480" y="1827016"/>
                    <a:pt x="126381" y="1834618"/>
                  </a:cubicBezTo>
                  <a:cubicBezTo>
                    <a:pt x="129446" y="1846876"/>
                    <a:pt x="130974" y="1859477"/>
                    <a:pt x="133815" y="1871789"/>
                  </a:cubicBezTo>
                  <a:cubicBezTo>
                    <a:pt x="165613" y="2009584"/>
                    <a:pt x="136458" y="1884756"/>
                    <a:pt x="156117" y="1953565"/>
                  </a:cubicBezTo>
                  <a:cubicBezTo>
                    <a:pt x="178585" y="2032206"/>
                    <a:pt x="143088" y="1921913"/>
                    <a:pt x="178420" y="2027906"/>
                  </a:cubicBezTo>
                  <a:lnTo>
                    <a:pt x="185854" y="2050209"/>
                  </a:lnTo>
                  <a:cubicBezTo>
                    <a:pt x="188332" y="2057643"/>
                    <a:pt x="191388" y="2064909"/>
                    <a:pt x="193288" y="2072511"/>
                  </a:cubicBezTo>
                  <a:cubicBezTo>
                    <a:pt x="195766" y="2082423"/>
                    <a:pt x="197786" y="2092462"/>
                    <a:pt x="200722" y="2102248"/>
                  </a:cubicBezTo>
                  <a:cubicBezTo>
                    <a:pt x="205225" y="2117260"/>
                    <a:pt x="204507" y="2135771"/>
                    <a:pt x="215590" y="2146853"/>
                  </a:cubicBezTo>
                  <a:cubicBezTo>
                    <a:pt x="236777" y="2168038"/>
                    <a:pt x="224627" y="2157833"/>
                    <a:pt x="252761" y="2176589"/>
                  </a:cubicBezTo>
                  <a:cubicBezTo>
                    <a:pt x="257717" y="2184023"/>
                    <a:pt x="261745" y="2192168"/>
                    <a:pt x="267629" y="2198892"/>
                  </a:cubicBezTo>
                  <a:cubicBezTo>
                    <a:pt x="279168" y="2212079"/>
                    <a:pt x="295081" y="2221482"/>
                    <a:pt x="304800" y="2236062"/>
                  </a:cubicBezTo>
                  <a:cubicBezTo>
                    <a:pt x="309756" y="2243496"/>
                    <a:pt x="312944" y="2252481"/>
                    <a:pt x="319668" y="2258365"/>
                  </a:cubicBezTo>
                  <a:cubicBezTo>
                    <a:pt x="333116" y="2270132"/>
                    <a:pt x="351637" y="2275465"/>
                    <a:pt x="364273" y="2288101"/>
                  </a:cubicBezTo>
                  <a:cubicBezTo>
                    <a:pt x="369229" y="2293057"/>
                    <a:pt x="373132" y="2299364"/>
                    <a:pt x="379142" y="2302970"/>
                  </a:cubicBezTo>
                  <a:cubicBezTo>
                    <a:pt x="385861" y="2307002"/>
                    <a:pt x="394435" y="2306900"/>
                    <a:pt x="401444" y="2310404"/>
                  </a:cubicBezTo>
                  <a:cubicBezTo>
                    <a:pt x="409436" y="2314400"/>
                    <a:pt x="415582" y="2321643"/>
                    <a:pt x="423747" y="2325272"/>
                  </a:cubicBezTo>
                  <a:cubicBezTo>
                    <a:pt x="438069" y="2331637"/>
                    <a:pt x="453483" y="2335184"/>
                    <a:pt x="468351" y="2340140"/>
                  </a:cubicBezTo>
                  <a:cubicBezTo>
                    <a:pt x="510049" y="2354040"/>
                    <a:pt x="483027" y="2345668"/>
                    <a:pt x="550127" y="2362443"/>
                  </a:cubicBezTo>
                  <a:lnTo>
                    <a:pt x="579864" y="2369877"/>
                  </a:lnTo>
                  <a:cubicBezTo>
                    <a:pt x="589776" y="2372355"/>
                    <a:pt x="599486" y="2375866"/>
                    <a:pt x="609600" y="2377311"/>
                  </a:cubicBezTo>
                  <a:lnTo>
                    <a:pt x="721112" y="2392179"/>
                  </a:lnTo>
                  <a:cubicBezTo>
                    <a:pt x="738481" y="2394495"/>
                    <a:pt x="755911" y="2396479"/>
                    <a:pt x="773151" y="2399614"/>
                  </a:cubicBezTo>
                  <a:cubicBezTo>
                    <a:pt x="783204" y="2401442"/>
                    <a:pt x="792810" y="2405368"/>
                    <a:pt x="802888" y="2407048"/>
                  </a:cubicBezTo>
                  <a:cubicBezTo>
                    <a:pt x="823323" y="2410454"/>
                    <a:pt x="911360" y="2419926"/>
                    <a:pt x="929268" y="2421916"/>
                  </a:cubicBezTo>
                  <a:lnTo>
                    <a:pt x="1144859" y="2414482"/>
                  </a:lnTo>
                  <a:cubicBezTo>
                    <a:pt x="1174663" y="2413028"/>
                    <a:pt x="1204363" y="2409877"/>
                    <a:pt x="1234068" y="2407048"/>
                  </a:cubicBezTo>
                  <a:cubicBezTo>
                    <a:pt x="1290297" y="2401693"/>
                    <a:pt x="1300699" y="2399654"/>
                    <a:pt x="1353015" y="2392179"/>
                  </a:cubicBezTo>
                  <a:cubicBezTo>
                    <a:pt x="1367883" y="2387223"/>
                    <a:pt x="1384580" y="2386004"/>
                    <a:pt x="1397620" y="2377311"/>
                  </a:cubicBezTo>
                  <a:lnTo>
                    <a:pt x="1486829" y="2317838"/>
                  </a:lnTo>
                  <a:lnTo>
                    <a:pt x="1509132" y="2302970"/>
                  </a:lnTo>
                  <a:cubicBezTo>
                    <a:pt x="1516566" y="2298014"/>
                    <a:pt x="1522958" y="2290926"/>
                    <a:pt x="1531434" y="2288101"/>
                  </a:cubicBezTo>
                  <a:lnTo>
                    <a:pt x="1553737" y="2280667"/>
                  </a:lnTo>
                  <a:cubicBezTo>
                    <a:pt x="1558693" y="2273233"/>
                    <a:pt x="1562287" y="2264683"/>
                    <a:pt x="1568605" y="2258365"/>
                  </a:cubicBezTo>
                  <a:cubicBezTo>
                    <a:pt x="1574923" y="2252047"/>
                    <a:pt x="1586912" y="2251489"/>
                    <a:pt x="1590908" y="2243497"/>
                  </a:cubicBezTo>
                  <a:cubicBezTo>
                    <a:pt x="1600047" y="2225220"/>
                    <a:pt x="1600820" y="2203848"/>
                    <a:pt x="1605776" y="2184023"/>
                  </a:cubicBezTo>
                  <a:cubicBezTo>
                    <a:pt x="1607943" y="2175355"/>
                    <a:pt x="1615688" y="2169155"/>
                    <a:pt x="1620644" y="2161721"/>
                  </a:cubicBezTo>
                  <a:cubicBezTo>
                    <a:pt x="1641702" y="2098543"/>
                    <a:pt x="1612333" y="2175571"/>
                    <a:pt x="1642947" y="2124550"/>
                  </a:cubicBezTo>
                  <a:cubicBezTo>
                    <a:pt x="1646979" y="2117831"/>
                    <a:pt x="1646877" y="2109257"/>
                    <a:pt x="1650381" y="2102248"/>
                  </a:cubicBezTo>
                  <a:cubicBezTo>
                    <a:pt x="1654377" y="2094256"/>
                    <a:pt x="1661253" y="2087937"/>
                    <a:pt x="1665249" y="2079945"/>
                  </a:cubicBezTo>
                  <a:cubicBezTo>
                    <a:pt x="1668753" y="2072936"/>
                    <a:pt x="1669179" y="2064652"/>
                    <a:pt x="1672683" y="2057643"/>
                  </a:cubicBezTo>
                  <a:cubicBezTo>
                    <a:pt x="1676679" y="2049651"/>
                    <a:pt x="1683922" y="2043505"/>
                    <a:pt x="1687551" y="2035340"/>
                  </a:cubicBezTo>
                  <a:cubicBezTo>
                    <a:pt x="1693916" y="2021018"/>
                    <a:pt x="1697464" y="2005604"/>
                    <a:pt x="1702420" y="1990736"/>
                  </a:cubicBezTo>
                  <a:lnTo>
                    <a:pt x="1709854" y="1968433"/>
                  </a:lnTo>
                  <a:cubicBezTo>
                    <a:pt x="1712332" y="1908960"/>
                    <a:pt x="1713329" y="1849407"/>
                    <a:pt x="1717288" y="1790014"/>
                  </a:cubicBezTo>
                  <a:cubicBezTo>
                    <a:pt x="1718291" y="1774974"/>
                    <a:pt x="1723685" y="1760447"/>
                    <a:pt x="1724722" y="1745409"/>
                  </a:cubicBezTo>
                  <a:cubicBezTo>
                    <a:pt x="1729571" y="1675103"/>
                    <a:pt x="1736051" y="1444840"/>
                    <a:pt x="1739590" y="1381136"/>
                  </a:cubicBezTo>
                  <a:cubicBezTo>
                    <a:pt x="1740972" y="1356270"/>
                    <a:pt x="1744547" y="1331575"/>
                    <a:pt x="1747025" y="1306794"/>
                  </a:cubicBezTo>
                  <a:cubicBezTo>
                    <a:pt x="1748818" y="1233271"/>
                    <a:pt x="1735268" y="1071326"/>
                    <a:pt x="1761893" y="964823"/>
                  </a:cubicBezTo>
                  <a:cubicBezTo>
                    <a:pt x="1763794" y="957221"/>
                    <a:pt x="1766849" y="949955"/>
                    <a:pt x="1769327" y="942521"/>
                  </a:cubicBezTo>
                  <a:cubicBezTo>
                    <a:pt x="1771805" y="816140"/>
                    <a:pt x="1772405" y="689709"/>
                    <a:pt x="1776761" y="563379"/>
                  </a:cubicBezTo>
                  <a:cubicBezTo>
                    <a:pt x="1777177" y="551316"/>
                    <a:pt x="1789185" y="481400"/>
                    <a:pt x="1791629" y="466736"/>
                  </a:cubicBezTo>
                  <a:cubicBezTo>
                    <a:pt x="1783655" y="235486"/>
                    <a:pt x="1806933" y="319361"/>
                    <a:pt x="1769327" y="206540"/>
                  </a:cubicBezTo>
                  <a:lnTo>
                    <a:pt x="1761893" y="184238"/>
                  </a:lnTo>
                  <a:cubicBezTo>
                    <a:pt x="1753693" y="159638"/>
                    <a:pt x="1749322" y="135443"/>
                    <a:pt x="1717288" y="124765"/>
                  </a:cubicBezTo>
                  <a:lnTo>
                    <a:pt x="1694986" y="117331"/>
                  </a:lnTo>
                  <a:cubicBezTo>
                    <a:pt x="1667481" y="89826"/>
                    <a:pt x="1685950" y="106351"/>
                    <a:pt x="1635512" y="72726"/>
                  </a:cubicBezTo>
                  <a:cubicBezTo>
                    <a:pt x="1628078" y="67770"/>
                    <a:pt x="1619528" y="64176"/>
                    <a:pt x="1613210" y="57858"/>
                  </a:cubicBezTo>
                  <a:cubicBezTo>
                    <a:pt x="1577932" y="22580"/>
                    <a:pt x="1596772" y="32554"/>
                    <a:pt x="1561171" y="20687"/>
                  </a:cubicBezTo>
                  <a:cubicBezTo>
                    <a:pt x="1556215" y="15731"/>
                    <a:pt x="1552572" y="8953"/>
                    <a:pt x="1546303" y="5818"/>
                  </a:cubicBezTo>
                  <a:cubicBezTo>
                    <a:pt x="1515000" y="-9834"/>
                    <a:pt x="1486829" y="10775"/>
                    <a:pt x="1464527" y="13253"/>
                  </a:cubicBezTo>
                  <a:close/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2E99F25-26B7-ABE3-63A4-8052A3B8E115}"/>
                </a:ext>
              </a:extLst>
            </p:cNvPr>
            <p:cNvCxnSpPr/>
            <p:nvPr/>
          </p:nvCxnSpPr>
          <p:spPr>
            <a:xfrm>
              <a:off x="4755518" y="3773408"/>
              <a:ext cx="1056094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50F8BE3-93EB-F518-6A8D-430E2A9ADC85}"/>
                </a:ext>
              </a:extLst>
            </p:cNvPr>
            <p:cNvCxnSpPr/>
            <p:nvPr/>
          </p:nvCxnSpPr>
          <p:spPr>
            <a:xfrm>
              <a:off x="3790213" y="4167548"/>
              <a:ext cx="1056094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12B369A-72D2-15D2-505A-A38CDA586D29}"/>
                </a:ext>
              </a:extLst>
            </p:cNvPr>
            <p:cNvSpPr txBox="1"/>
            <p:nvPr/>
          </p:nvSpPr>
          <p:spPr>
            <a:xfrm>
              <a:off x="5798418" y="3576624"/>
              <a:ext cx="297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v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B048FF4-13B1-6D4E-5F69-013430411EFE}"/>
                </a:ext>
              </a:extLst>
            </p:cNvPr>
            <p:cNvSpPr txBox="1"/>
            <p:nvPr/>
          </p:nvSpPr>
          <p:spPr>
            <a:xfrm>
              <a:off x="3645242" y="3830222"/>
              <a:ext cx="310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u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A448AC-D4BE-D511-C786-9EC8C914A260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A448AC-D4BE-D511-C786-9EC8C914A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9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373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91ED1-A9BC-7D54-531B-A08AC777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076215-B797-8876-D5BE-00482CE0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2D284-5CE0-4279-1A8B-6E53B993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B6481C27-BD4F-0FBB-E6F1-7B552EB6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22126C5-A463-E731-70AB-B11C3D2FB4DC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756ACE1-B18F-995D-4EF7-645D7814316B}"/>
              </a:ext>
            </a:extLst>
          </p:cNvPr>
          <p:cNvGrpSpPr/>
          <p:nvPr/>
        </p:nvGrpSpPr>
        <p:grpSpPr>
          <a:xfrm>
            <a:off x="3790213" y="2499854"/>
            <a:ext cx="2103675" cy="3042787"/>
            <a:chOff x="3790213" y="2499854"/>
            <a:chExt cx="2103675" cy="304278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361EAF6-7FDE-F76E-3B40-7FA5431777B1}"/>
                </a:ext>
              </a:extLst>
            </p:cNvPr>
            <p:cNvSpPr/>
            <p:nvPr/>
          </p:nvSpPr>
          <p:spPr>
            <a:xfrm>
              <a:off x="4525926" y="24998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A014CDC-52FA-541E-789D-97F5D4ACC771}"/>
                </a:ext>
              </a:extLst>
            </p:cNvPr>
            <p:cNvSpPr/>
            <p:nvPr/>
          </p:nvSpPr>
          <p:spPr>
            <a:xfrm>
              <a:off x="4014933" y="394795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2B48B7D-5928-C803-ADDB-41A53DEFC90B}"/>
                </a:ext>
              </a:extLst>
            </p:cNvPr>
            <p:cNvSpPr/>
            <p:nvPr/>
          </p:nvSpPr>
          <p:spPr>
            <a:xfrm>
              <a:off x="4980238" y="335752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0C16A7A-08FA-AD05-FBCE-B6206F4EB58E}"/>
                </a:ext>
              </a:extLst>
            </p:cNvPr>
            <p:cNvCxnSpPr>
              <a:cxnSpLocks/>
              <a:stCxn id="2" idx="3"/>
              <a:endCxn id="3" idx="0"/>
            </p:cNvCxnSpPr>
            <p:nvPr/>
          </p:nvCxnSpPr>
          <p:spPr>
            <a:xfrm flipH="1">
              <a:off x="4318260" y="3017665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773B609-C15C-2612-6349-46BD58AFC473}"/>
                </a:ext>
              </a:extLst>
            </p:cNvPr>
            <p:cNvCxnSpPr>
              <a:cxnSpLocks/>
              <a:stCxn id="2" idx="5"/>
              <a:endCxn id="5" idx="0"/>
            </p:cNvCxnSpPr>
            <p:nvPr/>
          </p:nvCxnSpPr>
          <p:spPr>
            <a:xfrm>
              <a:off x="5043737" y="3017665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A1775B9-0B39-17DC-8D52-AC1F8E3EF5ED}"/>
                </a:ext>
              </a:extLst>
            </p:cNvPr>
            <p:cNvCxnSpPr>
              <a:cxnSpLocks/>
              <a:stCxn id="3" idx="4"/>
              <a:endCxn id="13" idx="0"/>
            </p:cNvCxnSpPr>
            <p:nvPr/>
          </p:nvCxnSpPr>
          <p:spPr>
            <a:xfrm>
              <a:off x="4318260" y="4554606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CD4388-D334-C95D-472A-F898C472F869}"/>
                </a:ext>
              </a:extLst>
            </p:cNvPr>
            <p:cNvSpPr/>
            <p:nvPr/>
          </p:nvSpPr>
          <p:spPr>
            <a:xfrm>
              <a:off x="4128816" y="493598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F2967BC-833D-A4C8-2247-EFFD6B5341CE}"/>
                </a:ext>
              </a:extLst>
            </p:cNvPr>
            <p:cNvSpPr/>
            <p:nvPr/>
          </p:nvSpPr>
          <p:spPr>
            <a:xfrm>
              <a:off x="4936957" y="493451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2B18F60-BCF4-4744-F570-116D2FDCE8F8}"/>
                </a:ext>
              </a:extLst>
            </p:cNvPr>
            <p:cNvCxnSpPr>
              <a:cxnSpLocks/>
              <a:stCxn id="3" idx="5"/>
              <a:endCxn id="18" idx="1"/>
            </p:cNvCxnSpPr>
            <p:nvPr/>
          </p:nvCxnSpPr>
          <p:spPr>
            <a:xfrm>
              <a:off x="4532744" y="4465764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0E9D2FC-C24D-B8D8-DA9E-62E97EDC9889}"/>
                </a:ext>
              </a:extLst>
            </p:cNvPr>
            <p:cNvCxnSpPr>
              <a:cxnSpLocks/>
              <a:stCxn id="5" idx="3"/>
              <a:endCxn id="3" idx="6"/>
            </p:cNvCxnSpPr>
            <p:nvPr/>
          </p:nvCxnSpPr>
          <p:spPr>
            <a:xfrm flipH="1">
              <a:off x="4621586" y="3875339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D2A5444-3F7C-D86B-CB7E-26034D6BEF4E}"/>
                </a:ext>
              </a:extLst>
            </p:cNvPr>
            <p:cNvCxnSpPr>
              <a:cxnSpLocks/>
              <a:stCxn id="5" idx="4"/>
              <a:endCxn id="18" idx="0"/>
            </p:cNvCxnSpPr>
            <p:nvPr/>
          </p:nvCxnSpPr>
          <p:spPr>
            <a:xfrm flipH="1">
              <a:off x="5240284" y="3964181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5230B9-74BD-3C57-FFAE-67D4A71E398F}"/>
                </a:ext>
              </a:extLst>
            </p:cNvPr>
            <p:cNvSpPr txBox="1"/>
            <p:nvPr/>
          </p:nvSpPr>
          <p:spPr>
            <a:xfrm>
              <a:off x="4234461" y="321557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AAD629-2FB5-B087-CADB-AE2C6EA1347A}"/>
                </a:ext>
              </a:extLst>
            </p:cNvPr>
            <p:cNvSpPr txBox="1"/>
            <p:nvPr/>
          </p:nvSpPr>
          <p:spPr>
            <a:xfrm>
              <a:off x="5093449" y="295261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C040D27-6D0A-3CF7-A0D4-90544324739D}"/>
                </a:ext>
              </a:extLst>
            </p:cNvPr>
            <p:cNvSpPr txBox="1"/>
            <p:nvPr/>
          </p:nvSpPr>
          <p:spPr>
            <a:xfrm>
              <a:off x="5240283" y="426305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0C5AED-00D2-E839-9F66-BEA979D356BE}"/>
                </a:ext>
              </a:extLst>
            </p:cNvPr>
            <p:cNvSpPr txBox="1"/>
            <p:nvPr/>
          </p:nvSpPr>
          <p:spPr>
            <a:xfrm>
              <a:off x="4682417" y="379206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F772D9-1A0B-C8B9-DF94-373F0C1C17A2}"/>
                </a:ext>
              </a:extLst>
            </p:cNvPr>
            <p:cNvSpPr txBox="1"/>
            <p:nvPr/>
          </p:nvSpPr>
          <p:spPr>
            <a:xfrm>
              <a:off x="4070824" y="454055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EFAEF5-F635-89C9-1F20-CA89512CBBBF}"/>
                </a:ext>
              </a:extLst>
            </p:cNvPr>
            <p:cNvSpPr txBox="1"/>
            <p:nvPr/>
          </p:nvSpPr>
          <p:spPr>
            <a:xfrm>
              <a:off x="4686568" y="447525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4080201-5913-9F79-8FF4-68CAD5EA5026}"/>
                </a:ext>
              </a:extLst>
            </p:cNvPr>
            <p:cNvCxnSpPr/>
            <p:nvPr/>
          </p:nvCxnSpPr>
          <p:spPr>
            <a:xfrm>
              <a:off x="4762446" y="5151877"/>
              <a:ext cx="1056094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A60CE8A-68AF-69B0-BEBE-6A77645FDC2C}"/>
                </a:ext>
              </a:extLst>
            </p:cNvPr>
            <p:cNvCxnSpPr/>
            <p:nvPr/>
          </p:nvCxnSpPr>
          <p:spPr>
            <a:xfrm>
              <a:off x="3790213" y="4371289"/>
              <a:ext cx="1056094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1094775-AE0A-C46C-5AAC-6F3D5A844814}"/>
                </a:ext>
              </a:extLst>
            </p:cNvPr>
            <p:cNvSpPr txBox="1"/>
            <p:nvPr/>
          </p:nvSpPr>
          <p:spPr>
            <a:xfrm>
              <a:off x="5596308" y="4819665"/>
              <a:ext cx="297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v</a:t>
              </a:r>
              <a:endParaRPr lang="en-CN" dirty="0">
                <a:solidFill>
                  <a:srgbClr val="C00000"/>
                </a:solidFill>
              </a:endParaRPr>
            </a:p>
          </p:txBody>
        </p:sp>
      </p:grpSp>
      <p:sp>
        <p:nvSpPr>
          <p:cNvPr id="55" name="Freeform 54">
            <a:extLst>
              <a:ext uri="{FF2B5EF4-FFF2-40B4-BE49-F238E27FC236}">
                <a16:creationId xmlns:a16="http://schemas.microsoft.com/office/drawing/2014/main" id="{D552A687-44CB-D6A1-B068-E6FD7E08344C}"/>
              </a:ext>
            </a:extLst>
          </p:cNvPr>
          <p:cNvSpPr/>
          <p:nvPr/>
        </p:nvSpPr>
        <p:spPr>
          <a:xfrm>
            <a:off x="3898222" y="3879288"/>
            <a:ext cx="1739591" cy="1843668"/>
          </a:xfrm>
          <a:custGeom>
            <a:avLst/>
            <a:gdLst>
              <a:gd name="connsiteX0" fmla="*/ 193288 w 1739591"/>
              <a:gd name="connsiteY0" fmla="*/ 89210 h 1843668"/>
              <a:gd name="connsiteX1" fmla="*/ 141249 w 1739591"/>
              <a:gd name="connsiteY1" fmla="*/ 133815 h 1843668"/>
              <a:gd name="connsiteX2" fmla="*/ 111513 w 1739591"/>
              <a:gd name="connsiteY2" fmla="*/ 178419 h 1843668"/>
              <a:gd name="connsiteX3" fmla="*/ 66908 w 1739591"/>
              <a:gd name="connsiteY3" fmla="*/ 237893 h 1843668"/>
              <a:gd name="connsiteX4" fmla="*/ 52039 w 1739591"/>
              <a:gd name="connsiteY4" fmla="*/ 282497 h 1843668"/>
              <a:gd name="connsiteX5" fmla="*/ 37171 w 1739591"/>
              <a:gd name="connsiteY5" fmla="*/ 304800 h 1843668"/>
              <a:gd name="connsiteX6" fmla="*/ 22303 w 1739591"/>
              <a:gd name="connsiteY6" fmla="*/ 349405 h 1843668"/>
              <a:gd name="connsiteX7" fmla="*/ 14869 w 1739591"/>
              <a:gd name="connsiteY7" fmla="*/ 371707 h 1843668"/>
              <a:gd name="connsiteX8" fmla="*/ 0 w 1739591"/>
              <a:gd name="connsiteY8" fmla="*/ 475785 h 1843668"/>
              <a:gd name="connsiteX9" fmla="*/ 7434 w 1739591"/>
              <a:gd name="connsiteY9" fmla="*/ 743415 h 1843668"/>
              <a:gd name="connsiteX10" fmla="*/ 14869 w 1739591"/>
              <a:gd name="connsiteY10" fmla="*/ 795454 h 1843668"/>
              <a:gd name="connsiteX11" fmla="*/ 29737 w 1739591"/>
              <a:gd name="connsiteY11" fmla="*/ 899532 h 1843668"/>
              <a:gd name="connsiteX12" fmla="*/ 44605 w 1739591"/>
              <a:gd name="connsiteY12" fmla="*/ 951571 h 1843668"/>
              <a:gd name="connsiteX13" fmla="*/ 52039 w 1739591"/>
              <a:gd name="connsiteY13" fmla="*/ 981307 h 1843668"/>
              <a:gd name="connsiteX14" fmla="*/ 66908 w 1739591"/>
              <a:gd name="connsiteY14" fmla="*/ 1122556 h 1843668"/>
              <a:gd name="connsiteX15" fmla="*/ 81776 w 1739591"/>
              <a:gd name="connsiteY15" fmla="*/ 1271239 h 1843668"/>
              <a:gd name="connsiteX16" fmla="*/ 96644 w 1739591"/>
              <a:gd name="connsiteY16" fmla="*/ 1330712 h 1843668"/>
              <a:gd name="connsiteX17" fmla="*/ 111513 w 1739591"/>
              <a:gd name="connsiteY17" fmla="*/ 1419922 h 1843668"/>
              <a:gd name="connsiteX18" fmla="*/ 126381 w 1739591"/>
              <a:gd name="connsiteY18" fmla="*/ 1449658 h 1843668"/>
              <a:gd name="connsiteX19" fmla="*/ 133815 w 1739591"/>
              <a:gd name="connsiteY19" fmla="*/ 1479395 h 1843668"/>
              <a:gd name="connsiteX20" fmla="*/ 148683 w 1739591"/>
              <a:gd name="connsiteY20" fmla="*/ 1524000 h 1843668"/>
              <a:gd name="connsiteX21" fmla="*/ 156117 w 1739591"/>
              <a:gd name="connsiteY21" fmla="*/ 1553736 h 1843668"/>
              <a:gd name="connsiteX22" fmla="*/ 170986 w 1739591"/>
              <a:gd name="connsiteY22" fmla="*/ 1598341 h 1843668"/>
              <a:gd name="connsiteX23" fmla="*/ 208156 w 1739591"/>
              <a:gd name="connsiteY23" fmla="*/ 1635512 h 1843668"/>
              <a:gd name="connsiteX24" fmla="*/ 230459 w 1739591"/>
              <a:gd name="connsiteY24" fmla="*/ 1665249 h 1843668"/>
              <a:gd name="connsiteX25" fmla="*/ 245327 w 1739591"/>
              <a:gd name="connsiteY25" fmla="*/ 1687551 h 1843668"/>
              <a:gd name="connsiteX26" fmla="*/ 267630 w 1739591"/>
              <a:gd name="connsiteY26" fmla="*/ 1702419 h 1843668"/>
              <a:gd name="connsiteX27" fmla="*/ 319669 w 1739591"/>
              <a:gd name="connsiteY27" fmla="*/ 1724722 h 1843668"/>
              <a:gd name="connsiteX28" fmla="*/ 341971 w 1739591"/>
              <a:gd name="connsiteY28" fmla="*/ 1747024 h 1843668"/>
              <a:gd name="connsiteX29" fmla="*/ 371708 w 1739591"/>
              <a:gd name="connsiteY29" fmla="*/ 1761893 h 1843668"/>
              <a:gd name="connsiteX30" fmla="*/ 416313 w 1739591"/>
              <a:gd name="connsiteY30" fmla="*/ 1776761 h 1843668"/>
              <a:gd name="connsiteX31" fmla="*/ 438615 w 1739591"/>
              <a:gd name="connsiteY31" fmla="*/ 1784195 h 1843668"/>
              <a:gd name="connsiteX32" fmla="*/ 483220 w 1739591"/>
              <a:gd name="connsiteY32" fmla="*/ 1799063 h 1843668"/>
              <a:gd name="connsiteX33" fmla="*/ 512956 w 1739591"/>
              <a:gd name="connsiteY33" fmla="*/ 1806497 h 1843668"/>
              <a:gd name="connsiteX34" fmla="*/ 594732 w 1739591"/>
              <a:gd name="connsiteY34" fmla="*/ 1828800 h 1843668"/>
              <a:gd name="connsiteX35" fmla="*/ 676508 w 1739591"/>
              <a:gd name="connsiteY35" fmla="*/ 1843668 h 1843668"/>
              <a:gd name="connsiteX36" fmla="*/ 1100254 w 1739591"/>
              <a:gd name="connsiteY36" fmla="*/ 1836234 h 1843668"/>
              <a:gd name="connsiteX37" fmla="*/ 1234069 w 1739591"/>
              <a:gd name="connsiteY37" fmla="*/ 1813932 h 1843668"/>
              <a:gd name="connsiteX38" fmla="*/ 1278674 w 1739591"/>
              <a:gd name="connsiteY38" fmla="*/ 1799063 h 1843668"/>
              <a:gd name="connsiteX39" fmla="*/ 1308410 w 1739591"/>
              <a:gd name="connsiteY39" fmla="*/ 1791629 h 1843668"/>
              <a:gd name="connsiteX40" fmla="*/ 1338147 w 1739591"/>
              <a:gd name="connsiteY40" fmla="*/ 1776761 h 1843668"/>
              <a:gd name="connsiteX41" fmla="*/ 1367883 w 1739591"/>
              <a:gd name="connsiteY41" fmla="*/ 1769327 h 1843668"/>
              <a:gd name="connsiteX42" fmla="*/ 1390186 w 1739591"/>
              <a:gd name="connsiteY42" fmla="*/ 1761893 h 1843668"/>
              <a:gd name="connsiteX43" fmla="*/ 1449659 w 1739591"/>
              <a:gd name="connsiteY43" fmla="*/ 1747024 h 1843668"/>
              <a:gd name="connsiteX44" fmla="*/ 1479395 w 1739591"/>
              <a:gd name="connsiteY44" fmla="*/ 1739590 h 1843668"/>
              <a:gd name="connsiteX45" fmla="*/ 1524000 w 1739591"/>
              <a:gd name="connsiteY45" fmla="*/ 1724722 h 1843668"/>
              <a:gd name="connsiteX46" fmla="*/ 1568605 w 1739591"/>
              <a:gd name="connsiteY46" fmla="*/ 1702419 h 1843668"/>
              <a:gd name="connsiteX47" fmla="*/ 1605776 w 1739591"/>
              <a:gd name="connsiteY47" fmla="*/ 1680117 h 1843668"/>
              <a:gd name="connsiteX48" fmla="*/ 1628078 w 1739591"/>
              <a:gd name="connsiteY48" fmla="*/ 1657815 h 1843668"/>
              <a:gd name="connsiteX49" fmla="*/ 1687552 w 1739591"/>
              <a:gd name="connsiteY49" fmla="*/ 1613210 h 1843668"/>
              <a:gd name="connsiteX50" fmla="*/ 1709854 w 1739591"/>
              <a:gd name="connsiteY50" fmla="*/ 1568605 h 1843668"/>
              <a:gd name="connsiteX51" fmla="*/ 1732156 w 1739591"/>
              <a:gd name="connsiteY51" fmla="*/ 1494263 h 1843668"/>
              <a:gd name="connsiteX52" fmla="*/ 1739591 w 1739591"/>
              <a:gd name="connsiteY52" fmla="*/ 1442224 h 1843668"/>
              <a:gd name="connsiteX53" fmla="*/ 1732156 w 1739591"/>
              <a:gd name="connsiteY53" fmla="*/ 1256371 h 1843668"/>
              <a:gd name="connsiteX54" fmla="*/ 1724722 w 1739591"/>
              <a:gd name="connsiteY54" fmla="*/ 1234068 h 1843668"/>
              <a:gd name="connsiteX55" fmla="*/ 1717288 w 1739591"/>
              <a:gd name="connsiteY55" fmla="*/ 1204332 h 1843668"/>
              <a:gd name="connsiteX56" fmla="*/ 1702420 w 1739591"/>
              <a:gd name="connsiteY56" fmla="*/ 1159727 h 1843668"/>
              <a:gd name="connsiteX57" fmla="*/ 1694986 w 1739591"/>
              <a:gd name="connsiteY57" fmla="*/ 1129990 h 1843668"/>
              <a:gd name="connsiteX58" fmla="*/ 1665249 w 1739591"/>
              <a:gd name="connsiteY58" fmla="*/ 1085385 h 1843668"/>
              <a:gd name="connsiteX59" fmla="*/ 1650381 w 1739591"/>
              <a:gd name="connsiteY59" fmla="*/ 1063083 h 1843668"/>
              <a:gd name="connsiteX60" fmla="*/ 1620644 w 1739591"/>
              <a:gd name="connsiteY60" fmla="*/ 1048215 h 1843668"/>
              <a:gd name="connsiteX61" fmla="*/ 1605776 w 1739591"/>
              <a:gd name="connsiteY61" fmla="*/ 1025912 h 1843668"/>
              <a:gd name="connsiteX62" fmla="*/ 1583474 w 1739591"/>
              <a:gd name="connsiteY62" fmla="*/ 1011044 h 1843668"/>
              <a:gd name="connsiteX63" fmla="*/ 1568605 w 1739591"/>
              <a:gd name="connsiteY63" fmla="*/ 996176 h 1843668"/>
              <a:gd name="connsiteX64" fmla="*/ 1546303 w 1739591"/>
              <a:gd name="connsiteY64" fmla="*/ 981307 h 1843668"/>
              <a:gd name="connsiteX65" fmla="*/ 1531434 w 1739591"/>
              <a:gd name="connsiteY65" fmla="*/ 966439 h 1843668"/>
              <a:gd name="connsiteX66" fmla="*/ 1509132 w 1739591"/>
              <a:gd name="connsiteY66" fmla="*/ 951571 h 1843668"/>
              <a:gd name="connsiteX67" fmla="*/ 1471961 w 1739591"/>
              <a:gd name="connsiteY67" fmla="*/ 914400 h 1843668"/>
              <a:gd name="connsiteX68" fmla="*/ 1457093 w 1739591"/>
              <a:gd name="connsiteY68" fmla="*/ 892097 h 1843668"/>
              <a:gd name="connsiteX69" fmla="*/ 1427356 w 1739591"/>
              <a:gd name="connsiteY69" fmla="*/ 869795 h 1843668"/>
              <a:gd name="connsiteX70" fmla="*/ 1390186 w 1739591"/>
              <a:gd name="connsiteY70" fmla="*/ 832624 h 1843668"/>
              <a:gd name="connsiteX71" fmla="*/ 1345581 w 1739591"/>
              <a:gd name="connsiteY71" fmla="*/ 817756 h 1843668"/>
              <a:gd name="connsiteX72" fmla="*/ 1300976 w 1739591"/>
              <a:gd name="connsiteY72" fmla="*/ 795454 h 1843668"/>
              <a:gd name="connsiteX73" fmla="*/ 1263805 w 1739591"/>
              <a:gd name="connsiteY73" fmla="*/ 765717 h 1843668"/>
              <a:gd name="connsiteX74" fmla="*/ 1234069 w 1739591"/>
              <a:gd name="connsiteY74" fmla="*/ 750849 h 1843668"/>
              <a:gd name="connsiteX75" fmla="*/ 1189464 w 1739591"/>
              <a:gd name="connsiteY75" fmla="*/ 728546 h 1843668"/>
              <a:gd name="connsiteX76" fmla="*/ 1174595 w 1739591"/>
              <a:gd name="connsiteY76" fmla="*/ 713678 h 1843668"/>
              <a:gd name="connsiteX77" fmla="*/ 1122556 w 1739591"/>
              <a:gd name="connsiteY77" fmla="*/ 669073 h 1843668"/>
              <a:gd name="connsiteX78" fmla="*/ 1063083 w 1739591"/>
              <a:gd name="connsiteY78" fmla="*/ 579863 h 1843668"/>
              <a:gd name="connsiteX79" fmla="*/ 1048215 w 1739591"/>
              <a:gd name="connsiteY79" fmla="*/ 557561 h 1843668"/>
              <a:gd name="connsiteX80" fmla="*/ 1011044 w 1739591"/>
              <a:gd name="connsiteY80" fmla="*/ 520390 h 1843668"/>
              <a:gd name="connsiteX81" fmla="*/ 996176 w 1739591"/>
              <a:gd name="connsiteY81" fmla="*/ 490654 h 1843668"/>
              <a:gd name="connsiteX82" fmla="*/ 973874 w 1739591"/>
              <a:gd name="connsiteY82" fmla="*/ 475785 h 1843668"/>
              <a:gd name="connsiteX83" fmla="*/ 921834 w 1739591"/>
              <a:gd name="connsiteY83" fmla="*/ 423746 h 1843668"/>
              <a:gd name="connsiteX84" fmla="*/ 899532 w 1739591"/>
              <a:gd name="connsiteY84" fmla="*/ 401444 h 1843668"/>
              <a:gd name="connsiteX85" fmla="*/ 877230 w 1739591"/>
              <a:gd name="connsiteY85" fmla="*/ 379141 h 1843668"/>
              <a:gd name="connsiteX86" fmla="*/ 869795 w 1739591"/>
              <a:gd name="connsiteY86" fmla="*/ 356839 h 1843668"/>
              <a:gd name="connsiteX87" fmla="*/ 847493 w 1739591"/>
              <a:gd name="connsiteY87" fmla="*/ 334536 h 1843668"/>
              <a:gd name="connsiteX88" fmla="*/ 832625 w 1739591"/>
              <a:gd name="connsiteY88" fmla="*/ 312234 h 1843668"/>
              <a:gd name="connsiteX89" fmla="*/ 817756 w 1739591"/>
              <a:gd name="connsiteY89" fmla="*/ 297366 h 1843668"/>
              <a:gd name="connsiteX90" fmla="*/ 788020 w 1739591"/>
              <a:gd name="connsiteY90" fmla="*/ 252761 h 1843668"/>
              <a:gd name="connsiteX91" fmla="*/ 758283 w 1739591"/>
              <a:gd name="connsiteY91" fmla="*/ 208156 h 1843668"/>
              <a:gd name="connsiteX92" fmla="*/ 721113 w 1739591"/>
              <a:gd name="connsiteY92" fmla="*/ 156117 h 1843668"/>
              <a:gd name="connsiteX93" fmla="*/ 698810 w 1739591"/>
              <a:gd name="connsiteY93" fmla="*/ 141249 h 1843668"/>
              <a:gd name="connsiteX94" fmla="*/ 683942 w 1739591"/>
              <a:gd name="connsiteY94" fmla="*/ 126380 h 1843668"/>
              <a:gd name="connsiteX95" fmla="*/ 617034 w 1739591"/>
              <a:gd name="connsiteY95" fmla="*/ 89210 h 1843668"/>
              <a:gd name="connsiteX96" fmla="*/ 579864 w 1739591"/>
              <a:gd name="connsiteY96" fmla="*/ 66907 h 1843668"/>
              <a:gd name="connsiteX97" fmla="*/ 564995 w 1739591"/>
              <a:gd name="connsiteY97" fmla="*/ 52039 h 1843668"/>
              <a:gd name="connsiteX98" fmla="*/ 542693 w 1739591"/>
              <a:gd name="connsiteY98" fmla="*/ 37171 h 1843668"/>
              <a:gd name="connsiteX99" fmla="*/ 527825 w 1739591"/>
              <a:gd name="connsiteY99" fmla="*/ 22302 h 1843668"/>
              <a:gd name="connsiteX100" fmla="*/ 453483 w 1739591"/>
              <a:gd name="connsiteY100" fmla="*/ 0 h 1843668"/>
              <a:gd name="connsiteX101" fmla="*/ 341971 w 1739591"/>
              <a:gd name="connsiteY101" fmla="*/ 14868 h 1843668"/>
              <a:gd name="connsiteX102" fmla="*/ 319669 w 1739591"/>
              <a:gd name="connsiteY102" fmla="*/ 29736 h 1843668"/>
              <a:gd name="connsiteX103" fmla="*/ 304800 w 1739591"/>
              <a:gd name="connsiteY103" fmla="*/ 44605 h 1843668"/>
              <a:gd name="connsiteX104" fmla="*/ 260195 w 1739591"/>
              <a:gd name="connsiteY104" fmla="*/ 59473 h 1843668"/>
              <a:gd name="connsiteX105" fmla="*/ 237893 w 1739591"/>
              <a:gd name="connsiteY105" fmla="*/ 66907 h 1843668"/>
              <a:gd name="connsiteX106" fmla="*/ 193288 w 1739591"/>
              <a:gd name="connsiteY106" fmla="*/ 89210 h 184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9591" h="1843668">
                <a:moveTo>
                  <a:pt x="193288" y="89210"/>
                </a:moveTo>
                <a:cubicBezTo>
                  <a:pt x="175942" y="104078"/>
                  <a:pt x="156687" y="116974"/>
                  <a:pt x="141249" y="133815"/>
                </a:cubicBezTo>
                <a:cubicBezTo>
                  <a:pt x="129174" y="146987"/>
                  <a:pt x="124148" y="165784"/>
                  <a:pt x="111513" y="178419"/>
                </a:cubicBezTo>
                <a:cubicBezTo>
                  <a:pt x="93900" y="196032"/>
                  <a:pt x="75315" y="212672"/>
                  <a:pt x="66908" y="237893"/>
                </a:cubicBezTo>
                <a:cubicBezTo>
                  <a:pt x="61952" y="252761"/>
                  <a:pt x="60732" y="269457"/>
                  <a:pt x="52039" y="282497"/>
                </a:cubicBezTo>
                <a:cubicBezTo>
                  <a:pt x="47083" y="289931"/>
                  <a:pt x="40800" y="296635"/>
                  <a:pt x="37171" y="304800"/>
                </a:cubicBezTo>
                <a:cubicBezTo>
                  <a:pt x="30806" y="319122"/>
                  <a:pt x="27259" y="334537"/>
                  <a:pt x="22303" y="349405"/>
                </a:cubicBezTo>
                <a:cubicBezTo>
                  <a:pt x="19825" y="356839"/>
                  <a:pt x="16406" y="364023"/>
                  <a:pt x="14869" y="371707"/>
                </a:cubicBezTo>
                <a:cubicBezTo>
                  <a:pt x="3033" y="430882"/>
                  <a:pt x="8829" y="396320"/>
                  <a:pt x="0" y="475785"/>
                </a:cubicBezTo>
                <a:cubicBezTo>
                  <a:pt x="2478" y="564995"/>
                  <a:pt x="3287" y="654267"/>
                  <a:pt x="7434" y="743415"/>
                </a:cubicBezTo>
                <a:cubicBezTo>
                  <a:pt x="8248" y="760919"/>
                  <a:pt x="12553" y="778085"/>
                  <a:pt x="14869" y="795454"/>
                </a:cubicBezTo>
                <a:cubicBezTo>
                  <a:pt x="20352" y="836571"/>
                  <a:pt x="21901" y="860354"/>
                  <a:pt x="29737" y="899532"/>
                </a:cubicBezTo>
                <a:cubicBezTo>
                  <a:pt x="37482" y="938259"/>
                  <a:pt x="35159" y="918510"/>
                  <a:pt x="44605" y="951571"/>
                </a:cubicBezTo>
                <a:cubicBezTo>
                  <a:pt x="47412" y="961395"/>
                  <a:pt x="49561" y="971395"/>
                  <a:pt x="52039" y="981307"/>
                </a:cubicBezTo>
                <a:cubicBezTo>
                  <a:pt x="73162" y="1213634"/>
                  <a:pt x="47408" y="940557"/>
                  <a:pt x="66908" y="1122556"/>
                </a:cubicBezTo>
                <a:cubicBezTo>
                  <a:pt x="72214" y="1172081"/>
                  <a:pt x="69696" y="1222918"/>
                  <a:pt x="81776" y="1271239"/>
                </a:cubicBezTo>
                <a:cubicBezTo>
                  <a:pt x="86732" y="1291063"/>
                  <a:pt x="93754" y="1310483"/>
                  <a:pt x="96644" y="1330712"/>
                </a:cubicBezTo>
                <a:cubicBezTo>
                  <a:pt x="98329" y="1342507"/>
                  <a:pt x="106076" y="1403610"/>
                  <a:pt x="111513" y="1419922"/>
                </a:cubicBezTo>
                <a:cubicBezTo>
                  <a:pt x="115018" y="1430435"/>
                  <a:pt x="121425" y="1439746"/>
                  <a:pt x="126381" y="1449658"/>
                </a:cubicBezTo>
                <a:cubicBezTo>
                  <a:pt x="128859" y="1459570"/>
                  <a:pt x="130879" y="1469609"/>
                  <a:pt x="133815" y="1479395"/>
                </a:cubicBezTo>
                <a:cubicBezTo>
                  <a:pt x="138318" y="1494407"/>
                  <a:pt x="144882" y="1508795"/>
                  <a:pt x="148683" y="1524000"/>
                </a:cubicBezTo>
                <a:cubicBezTo>
                  <a:pt x="151161" y="1533912"/>
                  <a:pt x="153181" y="1543950"/>
                  <a:pt x="156117" y="1553736"/>
                </a:cubicBezTo>
                <a:cubicBezTo>
                  <a:pt x="160621" y="1568748"/>
                  <a:pt x="159904" y="1587259"/>
                  <a:pt x="170986" y="1598341"/>
                </a:cubicBezTo>
                <a:cubicBezTo>
                  <a:pt x="183376" y="1610731"/>
                  <a:pt x="197643" y="1621494"/>
                  <a:pt x="208156" y="1635512"/>
                </a:cubicBezTo>
                <a:cubicBezTo>
                  <a:pt x="215590" y="1645424"/>
                  <a:pt x="223257" y="1655166"/>
                  <a:pt x="230459" y="1665249"/>
                </a:cubicBezTo>
                <a:cubicBezTo>
                  <a:pt x="235652" y="1672519"/>
                  <a:pt x="239009" y="1681233"/>
                  <a:pt x="245327" y="1687551"/>
                </a:cubicBezTo>
                <a:cubicBezTo>
                  <a:pt x="251645" y="1693869"/>
                  <a:pt x="259872" y="1697986"/>
                  <a:pt x="267630" y="1702419"/>
                </a:cubicBezTo>
                <a:cubicBezTo>
                  <a:pt x="293357" y="1717120"/>
                  <a:pt x="294644" y="1716381"/>
                  <a:pt x="319669" y="1724722"/>
                </a:cubicBezTo>
                <a:cubicBezTo>
                  <a:pt x="327103" y="1732156"/>
                  <a:pt x="333416" y="1740913"/>
                  <a:pt x="341971" y="1747024"/>
                </a:cubicBezTo>
                <a:cubicBezTo>
                  <a:pt x="350989" y="1753466"/>
                  <a:pt x="361418" y="1757777"/>
                  <a:pt x="371708" y="1761893"/>
                </a:cubicBezTo>
                <a:cubicBezTo>
                  <a:pt x="386260" y="1767714"/>
                  <a:pt x="401445" y="1771805"/>
                  <a:pt x="416313" y="1776761"/>
                </a:cubicBezTo>
                <a:lnTo>
                  <a:pt x="438615" y="1784195"/>
                </a:lnTo>
                <a:lnTo>
                  <a:pt x="483220" y="1799063"/>
                </a:lnTo>
                <a:cubicBezTo>
                  <a:pt x="493132" y="1801541"/>
                  <a:pt x="503132" y="1803690"/>
                  <a:pt x="512956" y="1806497"/>
                </a:cubicBezTo>
                <a:cubicBezTo>
                  <a:pt x="562805" y="1820740"/>
                  <a:pt x="506376" y="1811129"/>
                  <a:pt x="594732" y="1828800"/>
                </a:cubicBezTo>
                <a:cubicBezTo>
                  <a:pt x="646684" y="1839190"/>
                  <a:pt x="619439" y="1834157"/>
                  <a:pt x="676508" y="1843668"/>
                </a:cubicBezTo>
                <a:lnTo>
                  <a:pt x="1100254" y="1836234"/>
                </a:lnTo>
                <a:cubicBezTo>
                  <a:pt x="1125745" y="1835450"/>
                  <a:pt x="1214840" y="1820342"/>
                  <a:pt x="1234069" y="1813932"/>
                </a:cubicBezTo>
                <a:cubicBezTo>
                  <a:pt x="1248937" y="1808976"/>
                  <a:pt x="1263469" y="1802864"/>
                  <a:pt x="1278674" y="1799063"/>
                </a:cubicBezTo>
                <a:cubicBezTo>
                  <a:pt x="1288586" y="1796585"/>
                  <a:pt x="1298843" y="1795216"/>
                  <a:pt x="1308410" y="1791629"/>
                </a:cubicBezTo>
                <a:cubicBezTo>
                  <a:pt x="1318787" y="1787738"/>
                  <a:pt x="1327770" y="1780652"/>
                  <a:pt x="1338147" y="1776761"/>
                </a:cubicBezTo>
                <a:cubicBezTo>
                  <a:pt x="1347714" y="1773174"/>
                  <a:pt x="1358059" y="1772134"/>
                  <a:pt x="1367883" y="1769327"/>
                </a:cubicBezTo>
                <a:cubicBezTo>
                  <a:pt x="1375418" y="1767174"/>
                  <a:pt x="1382626" y="1763955"/>
                  <a:pt x="1390186" y="1761893"/>
                </a:cubicBezTo>
                <a:cubicBezTo>
                  <a:pt x="1409900" y="1756516"/>
                  <a:pt x="1429835" y="1751980"/>
                  <a:pt x="1449659" y="1747024"/>
                </a:cubicBezTo>
                <a:cubicBezTo>
                  <a:pt x="1459571" y="1744546"/>
                  <a:pt x="1469702" y="1742821"/>
                  <a:pt x="1479395" y="1739590"/>
                </a:cubicBezTo>
                <a:cubicBezTo>
                  <a:pt x="1494263" y="1734634"/>
                  <a:pt x="1510959" y="1733415"/>
                  <a:pt x="1524000" y="1724722"/>
                </a:cubicBezTo>
                <a:cubicBezTo>
                  <a:pt x="1552823" y="1705507"/>
                  <a:pt x="1537827" y="1712680"/>
                  <a:pt x="1568605" y="1702419"/>
                </a:cubicBezTo>
                <a:cubicBezTo>
                  <a:pt x="1614916" y="1656111"/>
                  <a:pt x="1547867" y="1718723"/>
                  <a:pt x="1605776" y="1680117"/>
                </a:cubicBezTo>
                <a:cubicBezTo>
                  <a:pt x="1614524" y="1674285"/>
                  <a:pt x="1619779" y="1664270"/>
                  <a:pt x="1628078" y="1657815"/>
                </a:cubicBezTo>
                <a:cubicBezTo>
                  <a:pt x="1703740" y="1598966"/>
                  <a:pt x="1650153" y="1650607"/>
                  <a:pt x="1687552" y="1613210"/>
                </a:cubicBezTo>
                <a:cubicBezTo>
                  <a:pt x="1714663" y="1531873"/>
                  <a:pt x="1671426" y="1655069"/>
                  <a:pt x="1709854" y="1568605"/>
                </a:cubicBezTo>
                <a:cubicBezTo>
                  <a:pt x="1715823" y="1555174"/>
                  <a:pt x="1728829" y="1512562"/>
                  <a:pt x="1732156" y="1494263"/>
                </a:cubicBezTo>
                <a:cubicBezTo>
                  <a:pt x="1735291" y="1477023"/>
                  <a:pt x="1737113" y="1459570"/>
                  <a:pt x="1739591" y="1442224"/>
                </a:cubicBezTo>
                <a:cubicBezTo>
                  <a:pt x="1737113" y="1380273"/>
                  <a:pt x="1736574" y="1318214"/>
                  <a:pt x="1732156" y="1256371"/>
                </a:cubicBezTo>
                <a:cubicBezTo>
                  <a:pt x="1731598" y="1248554"/>
                  <a:pt x="1726875" y="1241603"/>
                  <a:pt x="1724722" y="1234068"/>
                </a:cubicBezTo>
                <a:cubicBezTo>
                  <a:pt x="1721915" y="1224244"/>
                  <a:pt x="1720224" y="1214118"/>
                  <a:pt x="1717288" y="1204332"/>
                </a:cubicBezTo>
                <a:cubicBezTo>
                  <a:pt x="1712785" y="1189320"/>
                  <a:pt x="1706221" y="1174932"/>
                  <a:pt x="1702420" y="1159727"/>
                </a:cubicBezTo>
                <a:cubicBezTo>
                  <a:pt x="1699942" y="1149815"/>
                  <a:pt x="1699555" y="1139129"/>
                  <a:pt x="1694986" y="1129990"/>
                </a:cubicBezTo>
                <a:cubicBezTo>
                  <a:pt x="1686994" y="1114007"/>
                  <a:pt x="1675161" y="1100253"/>
                  <a:pt x="1665249" y="1085385"/>
                </a:cubicBezTo>
                <a:cubicBezTo>
                  <a:pt x="1660293" y="1077951"/>
                  <a:pt x="1658372" y="1067079"/>
                  <a:pt x="1650381" y="1063083"/>
                </a:cubicBezTo>
                <a:lnTo>
                  <a:pt x="1620644" y="1048215"/>
                </a:lnTo>
                <a:cubicBezTo>
                  <a:pt x="1615688" y="1040781"/>
                  <a:pt x="1612094" y="1032230"/>
                  <a:pt x="1605776" y="1025912"/>
                </a:cubicBezTo>
                <a:cubicBezTo>
                  <a:pt x="1599458" y="1019594"/>
                  <a:pt x="1590451" y="1016625"/>
                  <a:pt x="1583474" y="1011044"/>
                </a:cubicBezTo>
                <a:cubicBezTo>
                  <a:pt x="1578001" y="1006666"/>
                  <a:pt x="1574078" y="1000555"/>
                  <a:pt x="1568605" y="996176"/>
                </a:cubicBezTo>
                <a:cubicBezTo>
                  <a:pt x="1561628" y="990594"/>
                  <a:pt x="1553280" y="986889"/>
                  <a:pt x="1546303" y="981307"/>
                </a:cubicBezTo>
                <a:cubicBezTo>
                  <a:pt x="1540830" y="976928"/>
                  <a:pt x="1536907" y="970817"/>
                  <a:pt x="1531434" y="966439"/>
                </a:cubicBezTo>
                <a:cubicBezTo>
                  <a:pt x="1524457" y="960858"/>
                  <a:pt x="1515856" y="957454"/>
                  <a:pt x="1509132" y="951571"/>
                </a:cubicBezTo>
                <a:cubicBezTo>
                  <a:pt x="1495945" y="940032"/>
                  <a:pt x="1481680" y="928980"/>
                  <a:pt x="1471961" y="914400"/>
                </a:cubicBezTo>
                <a:cubicBezTo>
                  <a:pt x="1467005" y="906966"/>
                  <a:pt x="1463411" y="898415"/>
                  <a:pt x="1457093" y="892097"/>
                </a:cubicBezTo>
                <a:cubicBezTo>
                  <a:pt x="1448332" y="883336"/>
                  <a:pt x="1436617" y="878027"/>
                  <a:pt x="1427356" y="869795"/>
                </a:cubicBezTo>
                <a:cubicBezTo>
                  <a:pt x="1414260" y="858154"/>
                  <a:pt x="1406809" y="838165"/>
                  <a:pt x="1390186" y="832624"/>
                </a:cubicBezTo>
                <a:cubicBezTo>
                  <a:pt x="1375318" y="827668"/>
                  <a:pt x="1358622" y="826449"/>
                  <a:pt x="1345581" y="817756"/>
                </a:cubicBezTo>
                <a:cubicBezTo>
                  <a:pt x="1316758" y="798541"/>
                  <a:pt x="1331754" y="805713"/>
                  <a:pt x="1300976" y="795454"/>
                </a:cubicBezTo>
                <a:cubicBezTo>
                  <a:pt x="1284693" y="779170"/>
                  <a:pt x="1285690" y="778223"/>
                  <a:pt x="1263805" y="765717"/>
                </a:cubicBezTo>
                <a:cubicBezTo>
                  <a:pt x="1254183" y="760219"/>
                  <a:pt x="1243691" y="756347"/>
                  <a:pt x="1234069" y="750849"/>
                </a:cubicBezTo>
                <a:cubicBezTo>
                  <a:pt x="1193716" y="727790"/>
                  <a:pt x="1230354" y="742176"/>
                  <a:pt x="1189464" y="728546"/>
                </a:cubicBezTo>
                <a:cubicBezTo>
                  <a:pt x="1184508" y="723590"/>
                  <a:pt x="1180068" y="718056"/>
                  <a:pt x="1174595" y="713678"/>
                </a:cubicBezTo>
                <a:cubicBezTo>
                  <a:pt x="1150575" y="694462"/>
                  <a:pt x="1143006" y="699749"/>
                  <a:pt x="1122556" y="669073"/>
                </a:cubicBezTo>
                <a:lnTo>
                  <a:pt x="1063083" y="579863"/>
                </a:lnTo>
                <a:cubicBezTo>
                  <a:pt x="1058127" y="572429"/>
                  <a:pt x="1054533" y="563879"/>
                  <a:pt x="1048215" y="557561"/>
                </a:cubicBezTo>
                <a:lnTo>
                  <a:pt x="1011044" y="520390"/>
                </a:lnTo>
                <a:cubicBezTo>
                  <a:pt x="1006088" y="510478"/>
                  <a:pt x="1003270" y="499167"/>
                  <a:pt x="996176" y="490654"/>
                </a:cubicBezTo>
                <a:cubicBezTo>
                  <a:pt x="990456" y="483790"/>
                  <a:pt x="980598" y="481669"/>
                  <a:pt x="973874" y="475785"/>
                </a:cubicBezTo>
                <a:cubicBezTo>
                  <a:pt x="973865" y="475777"/>
                  <a:pt x="932245" y="434157"/>
                  <a:pt x="921834" y="423746"/>
                </a:cubicBezTo>
                <a:lnTo>
                  <a:pt x="899532" y="401444"/>
                </a:lnTo>
                <a:lnTo>
                  <a:pt x="877230" y="379141"/>
                </a:lnTo>
                <a:cubicBezTo>
                  <a:pt x="874752" y="371707"/>
                  <a:pt x="874142" y="363359"/>
                  <a:pt x="869795" y="356839"/>
                </a:cubicBezTo>
                <a:cubicBezTo>
                  <a:pt x="863963" y="348091"/>
                  <a:pt x="854223" y="342613"/>
                  <a:pt x="847493" y="334536"/>
                </a:cubicBezTo>
                <a:cubicBezTo>
                  <a:pt x="841773" y="327672"/>
                  <a:pt x="838206" y="319211"/>
                  <a:pt x="832625" y="312234"/>
                </a:cubicBezTo>
                <a:cubicBezTo>
                  <a:pt x="828246" y="306761"/>
                  <a:pt x="821961" y="302973"/>
                  <a:pt x="817756" y="297366"/>
                </a:cubicBezTo>
                <a:cubicBezTo>
                  <a:pt x="807034" y="283071"/>
                  <a:pt x="797932" y="267629"/>
                  <a:pt x="788020" y="252761"/>
                </a:cubicBezTo>
                <a:lnTo>
                  <a:pt x="758283" y="208156"/>
                </a:lnTo>
                <a:cubicBezTo>
                  <a:pt x="749841" y="195494"/>
                  <a:pt x="730333" y="165337"/>
                  <a:pt x="721113" y="156117"/>
                </a:cubicBezTo>
                <a:cubicBezTo>
                  <a:pt x="714795" y="149799"/>
                  <a:pt x="705787" y="146831"/>
                  <a:pt x="698810" y="141249"/>
                </a:cubicBezTo>
                <a:cubicBezTo>
                  <a:pt x="693337" y="136870"/>
                  <a:pt x="689549" y="130585"/>
                  <a:pt x="683942" y="126380"/>
                </a:cubicBezTo>
                <a:cubicBezTo>
                  <a:pt x="643044" y="95706"/>
                  <a:pt x="651805" y="100800"/>
                  <a:pt x="617034" y="89210"/>
                </a:cubicBezTo>
                <a:cubicBezTo>
                  <a:pt x="579366" y="51539"/>
                  <a:pt x="628111" y="95855"/>
                  <a:pt x="579864" y="66907"/>
                </a:cubicBezTo>
                <a:cubicBezTo>
                  <a:pt x="573854" y="63301"/>
                  <a:pt x="570468" y="56417"/>
                  <a:pt x="564995" y="52039"/>
                </a:cubicBezTo>
                <a:cubicBezTo>
                  <a:pt x="558018" y="46458"/>
                  <a:pt x="549670" y="42752"/>
                  <a:pt x="542693" y="37171"/>
                </a:cubicBezTo>
                <a:cubicBezTo>
                  <a:pt x="537220" y="32792"/>
                  <a:pt x="534094" y="25437"/>
                  <a:pt x="527825" y="22302"/>
                </a:cubicBezTo>
                <a:cubicBezTo>
                  <a:pt x="509727" y="13253"/>
                  <a:pt x="474825" y="5335"/>
                  <a:pt x="453483" y="0"/>
                </a:cubicBezTo>
                <a:cubicBezTo>
                  <a:pt x="433555" y="1661"/>
                  <a:pt x="372337" y="-315"/>
                  <a:pt x="341971" y="14868"/>
                </a:cubicBezTo>
                <a:cubicBezTo>
                  <a:pt x="333980" y="18864"/>
                  <a:pt x="326646" y="24155"/>
                  <a:pt x="319669" y="29736"/>
                </a:cubicBezTo>
                <a:cubicBezTo>
                  <a:pt x="314196" y="34115"/>
                  <a:pt x="311069" y="41470"/>
                  <a:pt x="304800" y="44605"/>
                </a:cubicBezTo>
                <a:cubicBezTo>
                  <a:pt x="290782" y="51614"/>
                  <a:pt x="275063" y="54517"/>
                  <a:pt x="260195" y="59473"/>
                </a:cubicBezTo>
                <a:lnTo>
                  <a:pt x="237893" y="66907"/>
                </a:lnTo>
                <a:lnTo>
                  <a:pt x="193288" y="89210"/>
                </a:ln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493C0BFE-E99D-973A-7CE2-AB943281AC43}"/>
              </a:ext>
            </a:extLst>
          </p:cNvPr>
          <p:cNvSpPr/>
          <p:nvPr/>
        </p:nvSpPr>
        <p:spPr>
          <a:xfrm>
            <a:off x="4895535" y="4876979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806CBD07-5349-AE9C-EB31-37CBC9ED45BB}"/>
              </a:ext>
            </a:extLst>
          </p:cNvPr>
          <p:cNvSpPr/>
          <p:nvPr/>
        </p:nvSpPr>
        <p:spPr>
          <a:xfrm>
            <a:off x="3942827" y="2448214"/>
            <a:ext cx="1717288" cy="3200400"/>
          </a:xfrm>
          <a:custGeom>
            <a:avLst/>
            <a:gdLst>
              <a:gd name="connsiteX0" fmla="*/ 947854 w 1717288"/>
              <a:gd name="connsiteY0" fmla="*/ 0 h 3200400"/>
              <a:gd name="connsiteX1" fmla="*/ 869795 w 1717288"/>
              <a:gd name="connsiteY1" fmla="*/ 11151 h 3200400"/>
              <a:gd name="connsiteX2" fmla="*/ 836342 w 1717288"/>
              <a:gd name="connsiteY2" fmla="*/ 22302 h 3200400"/>
              <a:gd name="connsiteX3" fmla="*/ 791737 w 1717288"/>
              <a:gd name="connsiteY3" fmla="*/ 33454 h 3200400"/>
              <a:gd name="connsiteX4" fmla="*/ 724829 w 1717288"/>
              <a:gd name="connsiteY4" fmla="*/ 55756 h 3200400"/>
              <a:gd name="connsiteX5" fmla="*/ 680225 w 1717288"/>
              <a:gd name="connsiteY5" fmla="*/ 66907 h 3200400"/>
              <a:gd name="connsiteX6" fmla="*/ 613317 w 1717288"/>
              <a:gd name="connsiteY6" fmla="*/ 89210 h 3200400"/>
              <a:gd name="connsiteX7" fmla="*/ 557561 w 1717288"/>
              <a:gd name="connsiteY7" fmla="*/ 133815 h 3200400"/>
              <a:gd name="connsiteX8" fmla="*/ 535259 w 1717288"/>
              <a:gd name="connsiteY8" fmla="*/ 167268 h 3200400"/>
              <a:gd name="connsiteX9" fmla="*/ 512956 w 1717288"/>
              <a:gd name="connsiteY9" fmla="*/ 189571 h 3200400"/>
              <a:gd name="connsiteX10" fmla="*/ 490654 w 1717288"/>
              <a:gd name="connsiteY10" fmla="*/ 223024 h 3200400"/>
              <a:gd name="connsiteX11" fmla="*/ 446049 w 1717288"/>
              <a:gd name="connsiteY11" fmla="*/ 278780 h 3200400"/>
              <a:gd name="connsiteX12" fmla="*/ 345688 w 1717288"/>
              <a:gd name="connsiteY12" fmla="*/ 579863 h 3200400"/>
              <a:gd name="connsiteX13" fmla="*/ 312234 w 1717288"/>
              <a:gd name="connsiteY13" fmla="*/ 680224 h 3200400"/>
              <a:gd name="connsiteX14" fmla="*/ 301083 w 1717288"/>
              <a:gd name="connsiteY14" fmla="*/ 713678 h 3200400"/>
              <a:gd name="connsiteX15" fmla="*/ 278781 w 1717288"/>
              <a:gd name="connsiteY15" fmla="*/ 747132 h 3200400"/>
              <a:gd name="connsiteX16" fmla="*/ 245327 w 1717288"/>
              <a:gd name="connsiteY16" fmla="*/ 847493 h 3200400"/>
              <a:gd name="connsiteX17" fmla="*/ 211873 w 1717288"/>
              <a:gd name="connsiteY17" fmla="*/ 947854 h 3200400"/>
              <a:gd name="connsiteX18" fmla="*/ 200722 w 1717288"/>
              <a:gd name="connsiteY18" fmla="*/ 981307 h 3200400"/>
              <a:gd name="connsiteX19" fmla="*/ 189571 w 1717288"/>
              <a:gd name="connsiteY19" fmla="*/ 1025912 h 3200400"/>
              <a:gd name="connsiteX20" fmla="*/ 167269 w 1717288"/>
              <a:gd name="connsiteY20" fmla="*/ 1159727 h 3200400"/>
              <a:gd name="connsiteX21" fmla="*/ 156117 w 1717288"/>
              <a:gd name="connsiteY21" fmla="*/ 1204332 h 3200400"/>
              <a:gd name="connsiteX22" fmla="*/ 144966 w 1717288"/>
              <a:gd name="connsiteY22" fmla="*/ 1260088 h 3200400"/>
              <a:gd name="connsiteX23" fmla="*/ 122664 w 1717288"/>
              <a:gd name="connsiteY23" fmla="*/ 1326995 h 3200400"/>
              <a:gd name="connsiteX24" fmla="*/ 100361 w 1717288"/>
              <a:gd name="connsiteY24" fmla="*/ 1393902 h 3200400"/>
              <a:gd name="connsiteX25" fmla="*/ 89210 w 1717288"/>
              <a:gd name="connsiteY25" fmla="*/ 1427356 h 3200400"/>
              <a:gd name="connsiteX26" fmla="*/ 78059 w 1717288"/>
              <a:gd name="connsiteY26" fmla="*/ 1471961 h 3200400"/>
              <a:gd name="connsiteX27" fmla="*/ 55756 w 1717288"/>
              <a:gd name="connsiteY27" fmla="*/ 1550020 h 3200400"/>
              <a:gd name="connsiteX28" fmla="*/ 44605 w 1717288"/>
              <a:gd name="connsiteY28" fmla="*/ 1605776 h 3200400"/>
              <a:gd name="connsiteX29" fmla="*/ 11151 w 1717288"/>
              <a:gd name="connsiteY29" fmla="*/ 1706137 h 3200400"/>
              <a:gd name="connsiteX30" fmla="*/ 0 w 1717288"/>
              <a:gd name="connsiteY30" fmla="*/ 1739590 h 3200400"/>
              <a:gd name="connsiteX31" fmla="*/ 11151 w 1717288"/>
              <a:gd name="connsiteY31" fmla="*/ 1996068 h 3200400"/>
              <a:gd name="connsiteX32" fmla="*/ 22303 w 1717288"/>
              <a:gd name="connsiteY32" fmla="*/ 2029522 h 3200400"/>
              <a:gd name="connsiteX33" fmla="*/ 66908 w 1717288"/>
              <a:gd name="connsiteY33" fmla="*/ 2085278 h 3200400"/>
              <a:gd name="connsiteX34" fmla="*/ 89210 w 1717288"/>
              <a:gd name="connsiteY34" fmla="*/ 2118732 h 3200400"/>
              <a:gd name="connsiteX35" fmla="*/ 156117 w 1717288"/>
              <a:gd name="connsiteY35" fmla="*/ 2141034 h 3200400"/>
              <a:gd name="connsiteX36" fmla="*/ 189571 w 1717288"/>
              <a:gd name="connsiteY36" fmla="*/ 2152185 h 3200400"/>
              <a:gd name="connsiteX37" fmla="*/ 211873 w 1717288"/>
              <a:gd name="connsiteY37" fmla="*/ 2174488 h 3200400"/>
              <a:gd name="connsiteX38" fmla="*/ 278781 w 1717288"/>
              <a:gd name="connsiteY38" fmla="*/ 2196790 h 3200400"/>
              <a:gd name="connsiteX39" fmla="*/ 301083 w 1717288"/>
              <a:gd name="connsiteY39" fmla="*/ 2219093 h 3200400"/>
              <a:gd name="connsiteX40" fmla="*/ 367990 w 1717288"/>
              <a:gd name="connsiteY40" fmla="*/ 2241395 h 3200400"/>
              <a:gd name="connsiteX41" fmla="*/ 401444 w 1717288"/>
              <a:gd name="connsiteY41" fmla="*/ 2252546 h 3200400"/>
              <a:gd name="connsiteX42" fmla="*/ 457200 w 1717288"/>
              <a:gd name="connsiteY42" fmla="*/ 2263698 h 3200400"/>
              <a:gd name="connsiteX43" fmla="*/ 524108 w 1717288"/>
              <a:gd name="connsiteY43" fmla="*/ 2286000 h 3200400"/>
              <a:gd name="connsiteX44" fmla="*/ 557561 w 1717288"/>
              <a:gd name="connsiteY44" fmla="*/ 2297151 h 3200400"/>
              <a:gd name="connsiteX45" fmla="*/ 613317 w 1717288"/>
              <a:gd name="connsiteY45" fmla="*/ 2352907 h 3200400"/>
              <a:gd name="connsiteX46" fmla="*/ 635620 w 1717288"/>
              <a:gd name="connsiteY46" fmla="*/ 2375210 h 3200400"/>
              <a:gd name="connsiteX47" fmla="*/ 657922 w 1717288"/>
              <a:gd name="connsiteY47" fmla="*/ 2408663 h 3200400"/>
              <a:gd name="connsiteX48" fmla="*/ 713678 w 1717288"/>
              <a:gd name="connsiteY48" fmla="*/ 2464420 h 3200400"/>
              <a:gd name="connsiteX49" fmla="*/ 735981 w 1717288"/>
              <a:gd name="connsiteY49" fmla="*/ 2486722 h 3200400"/>
              <a:gd name="connsiteX50" fmla="*/ 802888 w 1717288"/>
              <a:gd name="connsiteY50" fmla="*/ 2575932 h 3200400"/>
              <a:gd name="connsiteX51" fmla="*/ 836342 w 1717288"/>
              <a:gd name="connsiteY51" fmla="*/ 2631688 h 3200400"/>
              <a:gd name="connsiteX52" fmla="*/ 847493 w 1717288"/>
              <a:gd name="connsiteY52" fmla="*/ 2665141 h 3200400"/>
              <a:gd name="connsiteX53" fmla="*/ 869795 w 1717288"/>
              <a:gd name="connsiteY53" fmla="*/ 2698595 h 3200400"/>
              <a:gd name="connsiteX54" fmla="*/ 914400 w 1717288"/>
              <a:gd name="connsiteY54" fmla="*/ 2787805 h 3200400"/>
              <a:gd name="connsiteX55" fmla="*/ 936703 w 1717288"/>
              <a:gd name="connsiteY55" fmla="*/ 2854712 h 3200400"/>
              <a:gd name="connsiteX56" fmla="*/ 981308 w 1717288"/>
              <a:gd name="connsiteY56" fmla="*/ 2910468 h 3200400"/>
              <a:gd name="connsiteX57" fmla="*/ 1037064 w 1717288"/>
              <a:gd name="connsiteY57" fmla="*/ 2955073 h 3200400"/>
              <a:gd name="connsiteX58" fmla="*/ 1081669 w 1717288"/>
              <a:gd name="connsiteY58" fmla="*/ 3021980 h 3200400"/>
              <a:gd name="connsiteX59" fmla="*/ 1103971 w 1717288"/>
              <a:gd name="connsiteY59" fmla="*/ 3044283 h 3200400"/>
              <a:gd name="connsiteX60" fmla="*/ 1148576 w 1717288"/>
              <a:gd name="connsiteY60" fmla="*/ 3100039 h 3200400"/>
              <a:gd name="connsiteX61" fmla="*/ 1182029 w 1717288"/>
              <a:gd name="connsiteY61" fmla="*/ 3111190 h 3200400"/>
              <a:gd name="connsiteX62" fmla="*/ 1237786 w 1717288"/>
              <a:gd name="connsiteY62" fmla="*/ 3144644 h 3200400"/>
              <a:gd name="connsiteX63" fmla="*/ 1271239 w 1717288"/>
              <a:gd name="connsiteY63" fmla="*/ 3178098 h 3200400"/>
              <a:gd name="connsiteX64" fmla="*/ 1338147 w 1717288"/>
              <a:gd name="connsiteY64" fmla="*/ 3200400 h 3200400"/>
              <a:gd name="connsiteX65" fmla="*/ 1483112 w 1717288"/>
              <a:gd name="connsiteY65" fmla="*/ 3144644 h 3200400"/>
              <a:gd name="connsiteX66" fmla="*/ 1505415 w 1717288"/>
              <a:gd name="connsiteY66" fmla="*/ 3122341 h 3200400"/>
              <a:gd name="connsiteX67" fmla="*/ 1550020 w 1717288"/>
              <a:gd name="connsiteY67" fmla="*/ 3055434 h 3200400"/>
              <a:gd name="connsiteX68" fmla="*/ 1583473 w 1717288"/>
              <a:gd name="connsiteY68" fmla="*/ 2955073 h 3200400"/>
              <a:gd name="connsiteX69" fmla="*/ 1594625 w 1717288"/>
              <a:gd name="connsiteY69" fmla="*/ 2921620 h 3200400"/>
              <a:gd name="connsiteX70" fmla="*/ 1605776 w 1717288"/>
              <a:gd name="connsiteY70" fmla="*/ 2888166 h 3200400"/>
              <a:gd name="connsiteX71" fmla="*/ 1616927 w 1717288"/>
              <a:gd name="connsiteY71" fmla="*/ 2787805 h 3200400"/>
              <a:gd name="connsiteX72" fmla="*/ 1639229 w 1717288"/>
              <a:gd name="connsiteY72" fmla="*/ 2642839 h 3200400"/>
              <a:gd name="connsiteX73" fmla="*/ 1650381 w 1717288"/>
              <a:gd name="connsiteY73" fmla="*/ 2609385 h 3200400"/>
              <a:gd name="connsiteX74" fmla="*/ 1672683 w 1717288"/>
              <a:gd name="connsiteY74" fmla="*/ 2430966 h 3200400"/>
              <a:gd name="connsiteX75" fmla="*/ 1683834 w 1717288"/>
              <a:gd name="connsiteY75" fmla="*/ 2230244 h 3200400"/>
              <a:gd name="connsiteX76" fmla="*/ 1694986 w 1717288"/>
              <a:gd name="connsiteY76" fmla="*/ 2129883 h 3200400"/>
              <a:gd name="connsiteX77" fmla="*/ 1706137 w 1717288"/>
              <a:gd name="connsiteY77" fmla="*/ 1996068 h 3200400"/>
              <a:gd name="connsiteX78" fmla="*/ 1717288 w 1717288"/>
              <a:gd name="connsiteY78" fmla="*/ 1784195 h 3200400"/>
              <a:gd name="connsiteX79" fmla="*/ 1694986 w 1717288"/>
              <a:gd name="connsiteY79" fmla="*/ 1393902 h 3200400"/>
              <a:gd name="connsiteX80" fmla="*/ 1683834 w 1717288"/>
              <a:gd name="connsiteY80" fmla="*/ 1360449 h 3200400"/>
              <a:gd name="connsiteX81" fmla="*/ 1672683 w 1717288"/>
              <a:gd name="connsiteY81" fmla="*/ 1193180 h 3200400"/>
              <a:gd name="connsiteX82" fmla="*/ 1650381 w 1717288"/>
              <a:gd name="connsiteY82" fmla="*/ 758283 h 3200400"/>
              <a:gd name="connsiteX83" fmla="*/ 1639229 w 1717288"/>
              <a:gd name="connsiteY83" fmla="*/ 702527 h 3200400"/>
              <a:gd name="connsiteX84" fmla="*/ 1628078 w 1717288"/>
              <a:gd name="connsiteY84" fmla="*/ 657922 h 3200400"/>
              <a:gd name="connsiteX85" fmla="*/ 1594625 w 1717288"/>
              <a:gd name="connsiteY85" fmla="*/ 557561 h 3200400"/>
              <a:gd name="connsiteX86" fmla="*/ 1561171 w 1717288"/>
              <a:gd name="connsiteY86" fmla="*/ 457200 h 3200400"/>
              <a:gd name="connsiteX87" fmla="*/ 1550020 w 1717288"/>
              <a:gd name="connsiteY87" fmla="*/ 423746 h 3200400"/>
              <a:gd name="connsiteX88" fmla="*/ 1527717 w 1717288"/>
              <a:gd name="connsiteY88" fmla="*/ 390293 h 3200400"/>
              <a:gd name="connsiteX89" fmla="*/ 1516566 w 1717288"/>
              <a:gd name="connsiteY89" fmla="*/ 345688 h 3200400"/>
              <a:gd name="connsiteX90" fmla="*/ 1438508 w 1717288"/>
              <a:gd name="connsiteY90" fmla="*/ 267629 h 3200400"/>
              <a:gd name="connsiteX91" fmla="*/ 1416205 w 1717288"/>
              <a:gd name="connsiteY91" fmla="*/ 234176 h 3200400"/>
              <a:gd name="connsiteX92" fmla="*/ 1360449 w 1717288"/>
              <a:gd name="connsiteY92" fmla="*/ 178420 h 3200400"/>
              <a:gd name="connsiteX93" fmla="*/ 1315844 w 1717288"/>
              <a:gd name="connsiteY93" fmla="*/ 133815 h 3200400"/>
              <a:gd name="connsiteX94" fmla="*/ 1282390 w 1717288"/>
              <a:gd name="connsiteY94" fmla="*/ 100361 h 3200400"/>
              <a:gd name="connsiteX95" fmla="*/ 1215483 w 1717288"/>
              <a:gd name="connsiteY95" fmla="*/ 78059 h 3200400"/>
              <a:gd name="connsiteX96" fmla="*/ 1182029 w 1717288"/>
              <a:gd name="connsiteY96" fmla="*/ 66907 h 3200400"/>
              <a:gd name="connsiteX97" fmla="*/ 1148576 w 1717288"/>
              <a:gd name="connsiteY97" fmla="*/ 44605 h 3200400"/>
              <a:gd name="connsiteX98" fmla="*/ 1081669 w 1717288"/>
              <a:gd name="connsiteY98" fmla="*/ 22302 h 3200400"/>
              <a:gd name="connsiteX99" fmla="*/ 947854 w 1717288"/>
              <a:gd name="connsiteY99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717288" h="3200400">
                <a:moveTo>
                  <a:pt x="947854" y="0"/>
                </a:moveTo>
                <a:cubicBezTo>
                  <a:pt x="921834" y="3717"/>
                  <a:pt x="895568" y="5996"/>
                  <a:pt x="869795" y="11151"/>
                </a:cubicBezTo>
                <a:cubicBezTo>
                  <a:pt x="858269" y="13456"/>
                  <a:pt x="847644" y="19073"/>
                  <a:pt x="836342" y="22302"/>
                </a:cubicBezTo>
                <a:cubicBezTo>
                  <a:pt x="821606" y="26512"/>
                  <a:pt x="806417" y="29050"/>
                  <a:pt x="791737" y="33454"/>
                </a:cubicBezTo>
                <a:cubicBezTo>
                  <a:pt x="769219" y="40209"/>
                  <a:pt x="747636" y="50054"/>
                  <a:pt x="724829" y="55756"/>
                </a:cubicBezTo>
                <a:cubicBezTo>
                  <a:pt x="709961" y="59473"/>
                  <a:pt x="694904" y="62503"/>
                  <a:pt x="680225" y="66907"/>
                </a:cubicBezTo>
                <a:cubicBezTo>
                  <a:pt x="657707" y="73662"/>
                  <a:pt x="613317" y="89210"/>
                  <a:pt x="613317" y="89210"/>
                </a:cubicBezTo>
                <a:cubicBezTo>
                  <a:pt x="549404" y="185080"/>
                  <a:pt x="634507" y="72258"/>
                  <a:pt x="557561" y="133815"/>
                </a:cubicBezTo>
                <a:cubicBezTo>
                  <a:pt x="547096" y="142187"/>
                  <a:pt x="543631" y="156803"/>
                  <a:pt x="535259" y="167268"/>
                </a:cubicBezTo>
                <a:cubicBezTo>
                  <a:pt x="528691" y="175478"/>
                  <a:pt x="519524" y="181361"/>
                  <a:pt x="512956" y="189571"/>
                </a:cubicBezTo>
                <a:cubicBezTo>
                  <a:pt x="504584" y="200036"/>
                  <a:pt x="499026" y="212559"/>
                  <a:pt x="490654" y="223024"/>
                </a:cubicBezTo>
                <a:cubicBezTo>
                  <a:pt x="427096" y="302471"/>
                  <a:pt x="514690" y="175818"/>
                  <a:pt x="446049" y="278780"/>
                </a:cubicBezTo>
                <a:lnTo>
                  <a:pt x="345688" y="579863"/>
                </a:lnTo>
                <a:lnTo>
                  <a:pt x="312234" y="680224"/>
                </a:lnTo>
                <a:cubicBezTo>
                  <a:pt x="308517" y="691375"/>
                  <a:pt x="307603" y="703898"/>
                  <a:pt x="301083" y="713678"/>
                </a:cubicBezTo>
                <a:cubicBezTo>
                  <a:pt x="293649" y="724829"/>
                  <a:pt x="284224" y="734885"/>
                  <a:pt x="278781" y="747132"/>
                </a:cubicBezTo>
                <a:cubicBezTo>
                  <a:pt x="278774" y="747147"/>
                  <a:pt x="250905" y="830758"/>
                  <a:pt x="245327" y="847493"/>
                </a:cubicBezTo>
                <a:lnTo>
                  <a:pt x="211873" y="947854"/>
                </a:lnTo>
                <a:cubicBezTo>
                  <a:pt x="208156" y="959005"/>
                  <a:pt x="203573" y="969904"/>
                  <a:pt x="200722" y="981307"/>
                </a:cubicBezTo>
                <a:cubicBezTo>
                  <a:pt x="197005" y="996175"/>
                  <a:pt x="192395" y="1010849"/>
                  <a:pt x="189571" y="1025912"/>
                </a:cubicBezTo>
                <a:cubicBezTo>
                  <a:pt x="181238" y="1070358"/>
                  <a:pt x="178237" y="1115857"/>
                  <a:pt x="167269" y="1159727"/>
                </a:cubicBezTo>
                <a:cubicBezTo>
                  <a:pt x="163552" y="1174595"/>
                  <a:pt x="159442" y="1189371"/>
                  <a:pt x="156117" y="1204332"/>
                </a:cubicBezTo>
                <a:cubicBezTo>
                  <a:pt x="152005" y="1222834"/>
                  <a:pt x="149953" y="1241802"/>
                  <a:pt x="144966" y="1260088"/>
                </a:cubicBezTo>
                <a:cubicBezTo>
                  <a:pt x="138781" y="1282768"/>
                  <a:pt x="130098" y="1304693"/>
                  <a:pt x="122664" y="1326995"/>
                </a:cubicBezTo>
                <a:lnTo>
                  <a:pt x="100361" y="1393902"/>
                </a:lnTo>
                <a:cubicBezTo>
                  <a:pt x="96644" y="1405053"/>
                  <a:pt x="92061" y="1415952"/>
                  <a:pt x="89210" y="1427356"/>
                </a:cubicBezTo>
                <a:cubicBezTo>
                  <a:pt x="85493" y="1442224"/>
                  <a:pt x="82269" y="1457225"/>
                  <a:pt x="78059" y="1471961"/>
                </a:cubicBezTo>
                <a:cubicBezTo>
                  <a:pt x="59434" y="1537150"/>
                  <a:pt x="73185" y="1471591"/>
                  <a:pt x="55756" y="1550020"/>
                </a:cubicBezTo>
                <a:cubicBezTo>
                  <a:pt x="51644" y="1568522"/>
                  <a:pt x="49592" y="1587490"/>
                  <a:pt x="44605" y="1605776"/>
                </a:cubicBezTo>
                <a:cubicBezTo>
                  <a:pt x="44595" y="1605814"/>
                  <a:pt x="16733" y="1689392"/>
                  <a:pt x="11151" y="1706137"/>
                </a:cubicBezTo>
                <a:lnTo>
                  <a:pt x="0" y="1739590"/>
                </a:lnTo>
                <a:cubicBezTo>
                  <a:pt x="3717" y="1825083"/>
                  <a:pt x="4588" y="1910747"/>
                  <a:pt x="11151" y="1996068"/>
                </a:cubicBezTo>
                <a:cubicBezTo>
                  <a:pt x="12053" y="2007788"/>
                  <a:pt x="17046" y="2019008"/>
                  <a:pt x="22303" y="2029522"/>
                </a:cubicBezTo>
                <a:cubicBezTo>
                  <a:pt x="45189" y="2075293"/>
                  <a:pt x="39245" y="2050699"/>
                  <a:pt x="66908" y="2085278"/>
                </a:cubicBezTo>
                <a:cubicBezTo>
                  <a:pt x="75280" y="2095743"/>
                  <a:pt x="77845" y="2111629"/>
                  <a:pt x="89210" y="2118732"/>
                </a:cubicBezTo>
                <a:cubicBezTo>
                  <a:pt x="109145" y="2131192"/>
                  <a:pt x="133815" y="2133600"/>
                  <a:pt x="156117" y="2141034"/>
                </a:cubicBezTo>
                <a:lnTo>
                  <a:pt x="189571" y="2152185"/>
                </a:lnTo>
                <a:cubicBezTo>
                  <a:pt x="197005" y="2159619"/>
                  <a:pt x="202469" y="2169786"/>
                  <a:pt x="211873" y="2174488"/>
                </a:cubicBezTo>
                <a:cubicBezTo>
                  <a:pt x="232900" y="2185002"/>
                  <a:pt x="278781" y="2196790"/>
                  <a:pt x="278781" y="2196790"/>
                </a:cubicBezTo>
                <a:cubicBezTo>
                  <a:pt x="286215" y="2204224"/>
                  <a:pt x="291679" y="2214391"/>
                  <a:pt x="301083" y="2219093"/>
                </a:cubicBezTo>
                <a:cubicBezTo>
                  <a:pt x="322110" y="2229606"/>
                  <a:pt x="345688" y="2233961"/>
                  <a:pt x="367990" y="2241395"/>
                </a:cubicBezTo>
                <a:cubicBezTo>
                  <a:pt x="379141" y="2245112"/>
                  <a:pt x="389918" y="2250241"/>
                  <a:pt x="401444" y="2252546"/>
                </a:cubicBezTo>
                <a:cubicBezTo>
                  <a:pt x="420029" y="2256263"/>
                  <a:pt x="438914" y="2258711"/>
                  <a:pt x="457200" y="2263698"/>
                </a:cubicBezTo>
                <a:cubicBezTo>
                  <a:pt x="479881" y="2269884"/>
                  <a:pt x="501805" y="2278566"/>
                  <a:pt x="524108" y="2286000"/>
                </a:cubicBezTo>
                <a:lnTo>
                  <a:pt x="557561" y="2297151"/>
                </a:lnTo>
                <a:lnTo>
                  <a:pt x="613317" y="2352907"/>
                </a:lnTo>
                <a:cubicBezTo>
                  <a:pt x="620751" y="2360341"/>
                  <a:pt x="629788" y="2366462"/>
                  <a:pt x="635620" y="2375210"/>
                </a:cubicBezTo>
                <a:cubicBezTo>
                  <a:pt x="643054" y="2386361"/>
                  <a:pt x="649097" y="2398577"/>
                  <a:pt x="657922" y="2408663"/>
                </a:cubicBezTo>
                <a:cubicBezTo>
                  <a:pt x="675230" y="2428444"/>
                  <a:pt x="695092" y="2445834"/>
                  <a:pt x="713678" y="2464420"/>
                </a:cubicBezTo>
                <a:cubicBezTo>
                  <a:pt x="721112" y="2471854"/>
                  <a:pt x="730149" y="2477974"/>
                  <a:pt x="735981" y="2486722"/>
                </a:cubicBezTo>
                <a:cubicBezTo>
                  <a:pt x="786418" y="2562377"/>
                  <a:pt x="761633" y="2534675"/>
                  <a:pt x="802888" y="2575932"/>
                </a:cubicBezTo>
                <a:cubicBezTo>
                  <a:pt x="834476" y="2670697"/>
                  <a:pt x="790421" y="2555154"/>
                  <a:pt x="836342" y="2631688"/>
                </a:cubicBezTo>
                <a:cubicBezTo>
                  <a:pt x="842390" y="2641767"/>
                  <a:pt x="842236" y="2654628"/>
                  <a:pt x="847493" y="2665141"/>
                </a:cubicBezTo>
                <a:cubicBezTo>
                  <a:pt x="853487" y="2677128"/>
                  <a:pt x="864352" y="2686348"/>
                  <a:pt x="869795" y="2698595"/>
                </a:cubicBezTo>
                <a:cubicBezTo>
                  <a:pt x="910798" y="2790852"/>
                  <a:pt x="868599" y="2742002"/>
                  <a:pt x="914400" y="2787805"/>
                </a:cubicBezTo>
                <a:cubicBezTo>
                  <a:pt x="921834" y="2810107"/>
                  <a:pt x="920080" y="2838088"/>
                  <a:pt x="936703" y="2854712"/>
                </a:cubicBezTo>
                <a:cubicBezTo>
                  <a:pt x="990552" y="2908563"/>
                  <a:pt x="925039" y="2840132"/>
                  <a:pt x="981308" y="2910468"/>
                </a:cubicBezTo>
                <a:cubicBezTo>
                  <a:pt x="999470" y="2933171"/>
                  <a:pt x="1012220" y="2938511"/>
                  <a:pt x="1037064" y="2955073"/>
                </a:cubicBezTo>
                <a:cubicBezTo>
                  <a:pt x="1051932" y="2977375"/>
                  <a:pt x="1062716" y="3003026"/>
                  <a:pt x="1081669" y="3021980"/>
                </a:cubicBezTo>
                <a:cubicBezTo>
                  <a:pt x="1089103" y="3029414"/>
                  <a:pt x="1097403" y="3036073"/>
                  <a:pt x="1103971" y="3044283"/>
                </a:cubicBezTo>
                <a:cubicBezTo>
                  <a:pt x="1117999" y="3061818"/>
                  <a:pt x="1127862" y="3087611"/>
                  <a:pt x="1148576" y="3100039"/>
                </a:cubicBezTo>
                <a:cubicBezTo>
                  <a:pt x="1158655" y="3106086"/>
                  <a:pt x="1170878" y="3107473"/>
                  <a:pt x="1182029" y="3111190"/>
                </a:cubicBezTo>
                <a:cubicBezTo>
                  <a:pt x="1251490" y="3180651"/>
                  <a:pt x="1150927" y="3086738"/>
                  <a:pt x="1237786" y="3144644"/>
                </a:cubicBezTo>
                <a:cubicBezTo>
                  <a:pt x="1250908" y="3153392"/>
                  <a:pt x="1257453" y="3170439"/>
                  <a:pt x="1271239" y="3178098"/>
                </a:cubicBezTo>
                <a:cubicBezTo>
                  <a:pt x="1291790" y="3189515"/>
                  <a:pt x="1338147" y="3200400"/>
                  <a:pt x="1338147" y="3200400"/>
                </a:cubicBezTo>
                <a:cubicBezTo>
                  <a:pt x="1408887" y="3190294"/>
                  <a:pt x="1428859" y="3198897"/>
                  <a:pt x="1483112" y="3144644"/>
                </a:cubicBezTo>
                <a:cubicBezTo>
                  <a:pt x="1490546" y="3137210"/>
                  <a:pt x="1499107" y="3130752"/>
                  <a:pt x="1505415" y="3122341"/>
                </a:cubicBezTo>
                <a:cubicBezTo>
                  <a:pt x="1521498" y="3100898"/>
                  <a:pt x="1550020" y="3055434"/>
                  <a:pt x="1550020" y="3055434"/>
                </a:cubicBezTo>
                <a:lnTo>
                  <a:pt x="1583473" y="2955073"/>
                </a:lnTo>
                <a:lnTo>
                  <a:pt x="1594625" y="2921620"/>
                </a:lnTo>
                <a:lnTo>
                  <a:pt x="1605776" y="2888166"/>
                </a:lnTo>
                <a:cubicBezTo>
                  <a:pt x="1609493" y="2854712"/>
                  <a:pt x="1612994" y="2821234"/>
                  <a:pt x="1616927" y="2787805"/>
                </a:cubicBezTo>
                <a:cubicBezTo>
                  <a:pt x="1622945" y="2736652"/>
                  <a:pt x="1626934" y="2692017"/>
                  <a:pt x="1639229" y="2642839"/>
                </a:cubicBezTo>
                <a:cubicBezTo>
                  <a:pt x="1642080" y="2631435"/>
                  <a:pt x="1646664" y="2620536"/>
                  <a:pt x="1650381" y="2609385"/>
                </a:cubicBezTo>
                <a:cubicBezTo>
                  <a:pt x="1658695" y="2551187"/>
                  <a:pt x="1668359" y="2489344"/>
                  <a:pt x="1672683" y="2430966"/>
                </a:cubicBezTo>
                <a:cubicBezTo>
                  <a:pt x="1677633" y="2364139"/>
                  <a:pt x="1678884" y="2297071"/>
                  <a:pt x="1683834" y="2230244"/>
                </a:cubicBezTo>
                <a:cubicBezTo>
                  <a:pt x="1686321" y="2196676"/>
                  <a:pt x="1691795" y="2163391"/>
                  <a:pt x="1694986" y="2129883"/>
                </a:cubicBezTo>
                <a:cubicBezTo>
                  <a:pt x="1699230" y="2085325"/>
                  <a:pt x="1703255" y="2040735"/>
                  <a:pt x="1706137" y="1996068"/>
                </a:cubicBezTo>
                <a:cubicBezTo>
                  <a:pt x="1710690" y="1925493"/>
                  <a:pt x="1713571" y="1854819"/>
                  <a:pt x="1717288" y="1784195"/>
                </a:cubicBezTo>
                <a:cubicBezTo>
                  <a:pt x="1709854" y="1654097"/>
                  <a:pt x="1705242" y="1523808"/>
                  <a:pt x="1694986" y="1393902"/>
                </a:cubicBezTo>
                <a:cubicBezTo>
                  <a:pt x="1694061" y="1382184"/>
                  <a:pt x="1685132" y="1372131"/>
                  <a:pt x="1683834" y="1360449"/>
                </a:cubicBezTo>
                <a:cubicBezTo>
                  <a:pt x="1677663" y="1304911"/>
                  <a:pt x="1675279" y="1249000"/>
                  <a:pt x="1672683" y="1193180"/>
                </a:cubicBezTo>
                <a:cubicBezTo>
                  <a:pt x="1665594" y="1040763"/>
                  <a:pt x="1668782" y="905484"/>
                  <a:pt x="1650381" y="758283"/>
                </a:cubicBezTo>
                <a:cubicBezTo>
                  <a:pt x="1648030" y="739476"/>
                  <a:pt x="1643341" y="721029"/>
                  <a:pt x="1639229" y="702527"/>
                </a:cubicBezTo>
                <a:cubicBezTo>
                  <a:pt x="1635904" y="687566"/>
                  <a:pt x="1632482" y="672602"/>
                  <a:pt x="1628078" y="657922"/>
                </a:cubicBezTo>
                <a:cubicBezTo>
                  <a:pt x="1617945" y="624146"/>
                  <a:pt x="1605776" y="591015"/>
                  <a:pt x="1594625" y="557561"/>
                </a:cubicBezTo>
                <a:lnTo>
                  <a:pt x="1561171" y="457200"/>
                </a:lnTo>
                <a:cubicBezTo>
                  <a:pt x="1557454" y="446049"/>
                  <a:pt x="1556540" y="433526"/>
                  <a:pt x="1550020" y="423746"/>
                </a:cubicBezTo>
                <a:lnTo>
                  <a:pt x="1527717" y="390293"/>
                </a:lnTo>
                <a:cubicBezTo>
                  <a:pt x="1524000" y="375425"/>
                  <a:pt x="1524689" y="358684"/>
                  <a:pt x="1516566" y="345688"/>
                </a:cubicBezTo>
                <a:cubicBezTo>
                  <a:pt x="1473261" y="276400"/>
                  <a:pt x="1477491" y="326101"/>
                  <a:pt x="1438508" y="267629"/>
                </a:cubicBezTo>
                <a:cubicBezTo>
                  <a:pt x="1431074" y="256478"/>
                  <a:pt x="1425030" y="244262"/>
                  <a:pt x="1416205" y="234176"/>
                </a:cubicBezTo>
                <a:cubicBezTo>
                  <a:pt x="1398897" y="214396"/>
                  <a:pt x="1379034" y="197005"/>
                  <a:pt x="1360449" y="178420"/>
                </a:cubicBezTo>
                <a:lnTo>
                  <a:pt x="1315844" y="133815"/>
                </a:lnTo>
                <a:cubicBezTo>
                  <a:pt x="1304693" y="122664"/>
                  <a:pt x="1297351" y="105348"/>
                  <a:pt x="1282390" y="100361"/>
                </a:cubicBezTo>
                <a:lnTo>
                  <a:pt x="1215483" y="78059"/>
                </a:lnTo>
                <a:cubicBezTo>
                  <a:pt x="1204332" y="74342"/>
                  <a:pt x="1191809" y="73427"/>
                  <a:pt x="1182029" y="66907"/>
                </a:cubicBezTo>
                <a:cubicBezTo>
                  <a:pt x="1170878" y="59473"/>
                  <a:pt x="1160823" y="50048"/>
                  <a:pt x="1148576" y="44605"/>
                </a:cubicBezTo>
                <a:cubicBezTo>
                  <a:pt x="1127093" y="35057"/>
                  <a:pt x="1105081" y="24430"/>
                  <a:pt x="1081669" y="22302"/>
                </a:cubicBezTo>
                <a:lnTo>
                  <a:pt x="947854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D056FA0-BECE-9868-CF7E-634A684D4C30}"/>
              </a:ext>
            </a:extLst>
          </p:cNvPr>
          <p:cNvGrpSpPr/>
          <p:nvPr/>
        </p:nvGrpSpPr>
        <p:grpSpPr>
          <a:xfrm>
            <a:off x="7185602" y="3242030"/>
            <a:ext cx="1839522" cy="1175305"/>
            <a:chOff x="7185602" y="3242030"/>
            <a:chExt cx="1839522" cy="117530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3F2417F-5E6A-C761-3C08-6A3A96B76F92}"/>
                </a:ext>
              </a:extLst>
            </p:cNvPr>
            <p:cNvSpPr/>
            <p:nvPr/>
          </p:nvSpPr>
          <p:spPr>
            <a:xfrm>
              <a:off x="7185602" y="3907656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6FE30BB-0D59-1203-1E0D-917C4E7BBE3E}"/>
                </a:ext>
              </a:extLst>
            </p:cNvPr>
            <p:cNvGrpSpPr/>
            <p:nvPr/>
          </p:nvGrpSpPr>
          <p:grpSpPr>
            <a:xfrm>
              <a:off x="7528729" y="3590532"/>
              <a:ext cx="598449" cy="307777"/>
              <a:chOff x="1550604" y="3020176"/>
              <a:chExt cx="598449" cy="434647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53C925C-385B-4905-B764-64098989E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AE6CF2B6-CA60-EA3F-D4F0-FBD0C65398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AE39B9F-FC65-98E2-D212-344CC3F50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1088" y="4162495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4F7C8A9B-4E62-B9DD-94C7-82B7116595F8}"/>
                    </a:ext>
                  </a:extLst>
                </p:cNvPr>
                <p:cNvSpPr txBox="1"/>
                <p:nvPr/>
              </p:nvSpPr>
              <p:spPr>
                <a:xfrm>
                  <a:off x="8761206" y="3930806"/>
                  <a:ext cx="263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4F7C8A9B-4E62-B9DD-94C7-82B711659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206" y="3930806"/>
                  <a:ext cx="26391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1818" r="-31818" b="-3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AC6D70FD-3918-B92C-6A16-E3A5A86FBCD9}"/>
                    </a:ext>
                  </a:extLst>
                </p:cNvPr>
                <p:cNvSpPr txBox="1"/>
                <p:nvPr/>
              </p:nvSpPr>
              <p:spPr>
                <a:xfrm>
                  <a:off x="7999739" y="3242030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AC6D70FD-3918-B92C-6A16-E3A5A86FB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739" y="3242030"/>
                  <a:ext cx="25487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3810" r="-2381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64E7CC68-BC49-8EE3-62F4-86F58624B254}"/>
                    </a:ext>
                  </a:extLst>
                </p:cNvPr>
                <p:cNvSpPr txBox="1"/>
                <p:nvPr/>
              </p:nvSpPr>
              <p:spPr>
                <a:xfrm>
                  <a:off x="7334277" y="3242030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64E7CC68-BC49-8EE3-62F4-86F58624B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277" y="3242030"/>
                  <a:ext cx="39594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185BD75-7A64-EE07-305F-ABAA2E03D742}"/>
                </a:ext>
              </a:extLst>
            </p:cNvPr>
            <p:cNvSpPr txBox="1"/>
            <p:nvPr/>
          </p:nvSpPr>
          <p:spPr>
            <a:xfrm>
              <a:off x="7310648" y="368048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2C026A3-ECA9-160F-ACE4-BD3B27EC65EA}"/>
                </a:ext>
              </a:extLst>
            </p:cNvPr>
            <p:cNvSpPr txBox="1"/>
            <p:nvPr/>
          </p:nvSpPr>
          <p:spPr>
            <a:xfrm>
              <a:off x="7909647" y="368048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F7EAAD66-97E0-A545-3319-AF0A9F3F7B18}"/>
              </a:ext>
            </a:extLst>
          </p:cNvPr>
          <p:cNvSpPr txBox="1"/>
          <p:nvPr/>
        </p:nvSpPr>
        <p:spPr>
          <a:xfrm>
            <a:off x="3548214" y="414721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22113D-C5DC-F182-9C0C-BFC34CCCD956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22113D-C5DC-F182-9C0C-BFC34CCC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8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3456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739B-A810-04D1-C1B1-1E91F9F7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879CF0-218C-2060-3088-AF725440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0856F0-E9EE-0D39-B9F5-A0556FF6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3AD3907-76D5-40B5-689D-E7D1277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0A85F25-4F5E-175F-EB03-20768761D94A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0903062-8FEE-0DE9-E3D9-3F8A715374E3}"/>
              </a:ext>
            </a:extLst>
          </p:cNvPr>
          <p:cNvGrpSpPr/>
          <p:nvPr/>
        </p:nvGrpSpPr>
        <p:grpSpPr>
          <a:xfrm>
            <a:off x="1364513" y="2499854"/>
            <a:ext cx="2103675" cy="3042787"/>
            <a:chOff x="3790213" y="2499854"/>
            <a:chExt cx="2103675" cy="304278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E8FA5450-07B4-0B8F-9956-240DEEFF6ABF}"/>
                </a:ext>
              </a:extLst>
            </p:cNvPr>
            <p:cNvSpPr/>
            <p:nvPr/>
          </p:nvSpPr>
          <p:spPr>
            <a:xfrm>
              <a:off x="4525926" y="24998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978927-EB69-FCD7-BB26-3B21B855BCFE}"/>
                </a:ext>
              </a:extLst>
            </p:cNvPr>
            <p:cNvSpPr/>
            <p:nvPr/>
          </p:nvSpPr>
          <p:spPr>
            <a:xfrm>
              <a:off x="4014933" y="394795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44F897-E73F-3816-F4D3-5F95F81EC805}"/>
                </a:ext>
              </a:extLst>
            </p:cNvPr>
            <p:cNvSpPr/>
            <p:nvPr/>
          </p:nvSpPr>
          <p:spPr>
            <a:xfrm>
              <a:off x="4980238" y="335752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847E8EA-BDC6-5ACF-BA56-002358071ED0}"/>
                </a:ext>
              </a:extLst>
            </p:cNvPr>
            <p:cNvCxnSpPr>
              <a:cxnSpLocks/>
              <a:stCxn id="2" idx="3"/>
              <a:endCxn id="3" idx="0"/>
            </p:cNvCxnSpPr>
            <p:nvPr/>
          </p:nvCxnSpPr>
          <p:spPr>
            <a:xfrm flipH="1">
              <a:off x="4318260" y="3017665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F9AA4F9-8F64-D69A-8616-25C4986AFBF5}"/>
                </a:ext>
              </a:extLst>
            </p:cNvPr>
            <p:cNvCxnSpPr>
              <a:cxnSpLocks/>
              <a:stCxn id="2" idx="5"/>
              <a:endCxn id="5" idx="0"/>
            </p:cNvCxnSpPr>
            <p:nvPr/>
          </p:nvCxnSpPr>
          <p:spPr>
            <a:xfrm>
              <a:off x="5043737" y="3017665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2638991-17B4-F347-303A-44472BAE3189}"/>
                </a:ext>
              </a:extLst>
            </p:cNvPr>
            <p:cNvCxnSpPr>
              <a:cxnSpLocks/>
              <a:stCxn id="3" idx="4"/>
              <a:endCxn id="13" idx="0"/>
            </p:cNvCxnSpPr>
            <p:nvPr/>
          </p:nvCxnSpPr>
          <p:spPr>
            <a:xfrm>
              <a:off x="4318260" y="4554606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D055E6-A274-9391-E4FF-39DB4C999DF0}"/>
                </a:ext>
              </a:extLst>
            </p:cNvPr>
            <p:cNvSpPr/>
            <p:nvPr/>
          </p:nvSpPr>
          <p:spPr>
            <a:xfrm>
              <a:off x="4128816" y="493598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19EFD6C-5C16-FEE0-75A7-4FFEF3DB05E1}"/>
                </a:ext>
              </a:extLst>
            </p:cNvPr>
            <p:cNvSpPr/>
            <p:nvPr/>
          </p:nvSpPr>
          <p:spPr>
            <a:xfrm>
              <a:off x="4936957" y="493451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AA88F7B-C93E-3A84-9094-49F28ECFE0F4}"/>
                </a:ext>
              </a:extLst>
            </p:cNvPr>
            <p:cNvCxnSpPr>
              <a:cxnSpLocks/>
              <a:stCxn id="3" idx="5"/>
              <a:endCxn id="18" idx="1"/>
            </p:cNvCxnSpPr>
            <p:nvPr/>
          </p:nvCxnSpPr>
          <p:spPr>
            <a:xfrm>
              <a:off x="4532744" y="4465764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738EE31-3FC9-0A2B-65E4-5490287AE1B9}"/>
                </a:ext>
              </a:extLst>
            </p:cNvPr>
            <p:cNvCxnSpPr>
              <a:cxnSpLocks/>
              <a:stCxn id="5" idx="3"/>
              <a:endCxn id="3" idx="6"/>
            </p:cNvCxnSpPr>
            <p:nvPr/>
          </p:nvCxnSpPr>
          <p:spPr>
            <a:xfrm flipH="1">
              <a:off x="4621586" y="3875339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66BE07A-3041-651E-68F6-FA75E6AF519B}"/>
                </a:ext>
              </a:extLst>
            </p:cNvPr>
            <p:cNvCxnSpPr>
              <a:cxnSpLocks/>
              <a:stCxn id="5" idx="4"/>
              <a:endCxn id="18" idx="0"/>
            </p:cNvCxnSpPr>
            <p:nvPr/>
          </p:nvCxnSpPr>
          <p:spPr>
            <a:xfrm flipH="1">
              <a:off x="5240284" y="3964181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B68C49-01BA-EF5B-32A5-5AFFDD9F43E5}"/>
                </a:ext>
              </a:extLst>
            </p:cNvPr>
            <p:cNvSpPr txBox="1"/>
            <p:nvPr/>
          </p:nvSpPr>
          <p:spPr>
            <a:xfrm>
              <a:off x="4234461" y="321557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591BB5-D08C-ABB3-2063-B568AB374697}"/>
                </a:ext>
              </a:extLst>
            </p:cNvPr>
            <p:cNvSpPr txBox="1"/>
            <p:nvPr/>
          </p:nvSpPr>
          <p:spPr>
            <a:xfrm>
              <a:off x="5093449" y="295261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BD5D99-FF30-F817-911A-3625B395D2A5}"/>
                </a:ext>
              </a:extLst>
            </p:cNvPr>
            <p:cNvSpPr txBox="1"/>
            <p:nvPr/>
          </p:nvSpPr>
          <p:spPr>
            <a:xfrm>
              <a:off x="5240283" y="426305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4AC6DC-F3DE-87F7-3CB7-85A0285F18C4}"/>
                </a:ext>
              </a:extLst>
            </p:cNvPr>
            <p:cNvSpPr txBox="1"/>
            <p:nvPr/>
          </p:nvSpPr>
          <p:spPr>
            <a:xfrm>
              <a:off x="4682417" y="379206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FD43F8-2E83-7C46-4CD6-44D4F8344FF2}"/>
                </a:ext>
              </a:extLst>
            </p:cNvPr>
            <p:cNvSpPr txBox="1"/>
            <p:nvPr/>
          </p:nvSpPr>
          <p:spPr>
            <a:xfrm>
              <a:off x="4070824" y="454055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77473C4-34D0-8B10-0757-8B8CC535A2C7}"/>
                </a:ext>
              </a:extLst>
            </p:cNvPr>
            <p:cNvSpPr txBox="1"/>
            <p:nvPr/>
          </p:nvSpPr>
          <p:spPr>
            <a:xfrm>
              <a:off x="4686568" y="447525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FAB5896-0BD8-0780-76C4-2DD91D48E958}"/>
                </a:ext>
              </a:extLst>
            </p:cNvPr>
            <p:cNvCxnSpPr/>
            <p:nvPr/>
          </p:nvCxnSpPr>
          <p:spPr>
            <a:xfrm>
              <a:off x="4762446" y="5151877"/>
              <a:ext cx="1056094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135FF7F-5EC1-6287-C208-505CFEFF0AF2}"/>
                </a:ext>
              </a:extLst>
            </p:cNvPr>
            <p:cNvCxnSpPr/>
            <p:nvPr/>
          </p:nvCxnSpPr>
          <p:spPr>
            <a:xfrm>
              <a:off x="3790213" y="4371289"/>
              <a:ext cx="1056094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F668C9E-D7A3-6BB9-3200-DEFCC680B398}"/>
                </a:ext>
              </a:extLst>
            </p:cNvPr>
            <p:cNvSpPr txBox="1"/>
            <p:nvPr/>
          </p:nvSpPr>
          <p:spPr>
            <a:xfrm>
              <a:off x="5596308" y="4819665"/>
              <a:ext cx="297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v</a:t>
              </a:r>
              <a:endParaRPr lang="en-CN" dirty="0">
                <a:solidFill>
                  <a:srgbClr val="C00000"/>
                </a:solidFill>
              </a:endParaRPr>
            </a:p>
          </p:txBody>
        </p:sp>
      </p:grpSp>
      <p:sp>
        <p:nvSpPr>
          <p:cNvPr id="55" name="Freeform 54">
            <a:extLst>
              <a:ext uri="{FF2B5EF4-FFF2-40B4-BE49-F238E27FC236}">
                <a16:creationId xmlns:a16="http://schemas.microsoft.com/office/drawing/2014/main" id="{C4ACA142-7EBF-C776-E261-67B9158C4FFB}"/>
              </a:ext>
            </a:extLst>
          </p:cNvPr>
          <p:cNvSpPr/>
          <p:nvPr/>
        </p:nvSpPr>
        <p:spPr>
          <a:xfrm>
            <a:off x="1472522" y="3879288"/>
            <a:ext cx="1739591" cy="1843668"/>
          </a:xfrm>
          <a:custGeom>
            <a:avLst/>
            <a:gdLst>
              <a:gd name="connsiteX0" fmla="*/ 193288 w 1739591"/>
              <a:gd name="connsiteY0" fmla="*/ 89210 h 1843668"/>
              <a:gd name="connsiteX1" fmla="*/ 141249 w 1739591"/>
              <a:gd name="connsiteY1" fmla="*/ 133815 h 1843668"/>
              <a:gd name="connsiteX2" fmla="*/ 111513 w 1739591"/>
              <a:gd name="connsiteY2" fmla="*/ 178419 h 1843668"/>
              <a:gd name="connsiteX3" fmla="*/ 66908 w 1739591"/>
              <a:gd name="connsiteY3" fmla="*/ 237893 h 1843668"/>
              <a:gd name="connsiteX4" fmla="*/ 52039 w 1739591"/>
              <a:gd name="connsiteY4" fmla="*/ 282497 h 1843668"/>
              <a:gd name="connsiteX5" fmla="*/ 37171 w 1739591"/>
              <a:gd name="connsiteY5" fmla="*/ 304800 h 1843668"/>
              <a:gd name="connsiteX6" fmla="*/ 22303 w 1739591"/>
              <a:gd name="connsiteY6" fmla="*/ 349405 h 1843668"/>
              <a:gd name="connsiteX7" fmla="*/ 14869 w 1739591"/>
              <a:gd name="connsiteY7" fmla="*/ 371707 h 1843668"/>
              <a:gd name="connsiteX8" fmla="*/ 0 w 1739591"/>
              <a:gd name="connsiteY8" fmla="*/ 475785 h 1843668"/>
              <a:gd name="connsiteX9" fmla="*/ 7434 w 1739591"/>
              <a:gd name="connsiteY9" fmla="*/ 743415 h 1843668"/>
              <a:gd name="connsiteX10" fmla="*/ 14869 w 1739591"/>
              <a:gd name="connsiteY10" fmla="*/ 795454 h 1843668"/>
              <a:gd name="connsiteX11" fmla="*/ 29737 w 1739591"/>
              <a:gd name="connsiteY11" fmla="*/ 899532 h 1843668"/>
              <a:gd name="connsiteX12" fmla="*/ 44605 w 1739591"/>
              <a:gd name="connsiteY12" fmla="*/ 951571 h 1843668"/>
              <a:gd name="connsiteX13" fmla="*/ 52039 w 1739591"/>
              <a:gd name="connsiteY13" fmla="*/ 981307 h 1843668"/>
              <a:gd name="connsiteX14" fmla="*/ 66908 w 1739591"/>
              <a:gd name="connsiteY14" fmla="*/ 1122556 h 1843668"/>
              <a:gd name="connsiteX15" fmla="*/ 81776 w 1739591"/>
              <a:gd name="connsiteY15" fmla="*/ 1271239 h 1843668"/>
              <a:gd name="connsiteX16" fmla="*/ 96644 w 1739591"/>
              <a:gd name="connsiteY16" fmla="*/ 1330712 h 1843668"/>
              <a:gd name="connsiteX17" fmla="*/ 111513 w 1739591"/>
              <a:gd name="connsiteY17" fmla="*/ 1419922 h 1843668"/>
              <a:gd name="connsiteX18" fmla="*/ 126381 w 1739591"/>
              <a:gd name="connsiteY18" fmla="*/ 1449658 h 1843668"/>
              <a:gd name="connsiteX19" fmla="*/ 133815 w 1739591"/>
              <a:gd name="connsiteY19" fmla="*/ 1479395 h 1843668"/>
              <a:gd name="connsiteX20" fmla="*/ 148683 w 1739591"/>
              <a:gd name="connsiteY20" fmla="*/ 1524000 h 1843668"/>
              <a:gd name="connsiteX21" fmla="*/ 156117 w 1739591"/>
              <a:gd name="connsiteY21" fmla="*/ 1553736 h 1843668"/>
              <a:gd name="connsiteX22" fmla="*/ 170986 w 1739591"/>
              <a:gd name="connsiteY22" fmla="*/ 1598341 h 1843668"/>
              <a:gd name="connsiteX23" fmla="*/ 208156 w 1739591"/>
              <a:gd name="connsiteY23" fmla="*/ 1635512 h 1843668"/>
              <a:gd name="connsiteX24" fmla="*/ 230459 w 1739591"/>
              <a:gd name="connsiteY24" fmla="*/ 1665249 h 1843668"/>
              <a:gd name="connsiteX25" fmla="*/ 245327 w 1739591"/>
              <a:gd name="connsiteY25" fmla="*/ 1687551 h 1843668"/>
              <a:gd name="connsiteX26" fmla="*/ 267630 w 1739591"/>
              <a:gd name="connsiteY26" fmla="*/ 1702419 h 1843668"/>
              <a:gd name="connsiteX27" fmla="*/ 319669 w 1739591"/>
              <a:gd name="connsiteY27" fmla="*/ 1724722 h 1843668"/>
              <a:gd name="connsiteX28" fmla="*/ 341971 w 1739591"/>
              <a:gd name="connsiteY28" fmla="*/ 1747024 h 1843668"/>
              <a:gd name="connsiteX29" fmla="*/ 371708 w 1739591"/>
              <a:gd name="connsiteY29" fmla="*/ 1761893 h 1843668"/>
              <a:gd name="connsiteX30" fmla="*/ 416313 w 1739591"/>
              <a:gd name="connsiteY30" fmla="*/ 1776761 h 1843668"/>
              <a:gd name="connsiteX31" fmla="*/ 438615 w 1739591"/>
              <a:gd name="connsiteY31" fmla="*/ 1784195 h 1843668"/>
              <a:gd name="connsiteX32" fmla="*/ 483220 w 1739591"/>
              <a:gd name="connsiteY32" fmla="*/ 1799063 h 1843668"/>
              <a:gd name="connsiteX33" fmla="*/ 512956 w 1739591"/>
              <a:gd name="connsiteY33" fmla="*/ 1806497 h 1843668"/>
              <a:gd name="connsiteX34" fmla="*/ 594732 w 1739591"/>
              <a:gd name="connsiteY34" fmla="*/ 1828800 h 1843668"/>
              <a:gd name="connsiteX35" fmla="*/ 676508 w 1739591"/>
              <a:gd name="connsiteY35" fmla="*/ 1843668 h 1843668"/>
              <a:gd name="connsiteX36" fmla="*/ 1100254 w 1739591"/>
              <a:gd name="connsiteY36" fmla="*/ 1836234 h 1843668"/>
              <a:gd name="connsiteX37" fmla="*/ 1234069 w 1739591"/>
              <a:gd name="connsiteY37" fmla="*/ 1813932 h 1843668"/>
              <a:gd name="connsiteX38" fmla="*/ 1278674 w 1739591"/>
              <a:gd name="connsiteY38" fmla="*/ 1799063 h 1843668"/>
              <a:gd name="connsiteX39" fmla="*/ 1308410 w 1739591"/>
              <a:gd name="connsiteY39" fmla="*/ 1791629 h 1843668"/>
              <a:gd name="connsiteX40" fmla="*/ 1338147 w 1739591"/>
              <a:gd name="connsiteY40" fmla="*/ 1776761 h 1843668"/>
              <a:gd name="connsiteX41" fmla="*/ 1367883 w 1739591"/>
              <a:gd name="connsiteY41" fmla="*/ 1769327 h 1843668"/>
              <a:gd name="connsiteX42" fmla="*/ 1390186 w 1739591"/>
              <a:gd name="connsiteY42" fmla="*/ 1761893 h 1843668"/>
              <a:gd name="connsiteX43" fmla="*/ 1449659 w 1739591"/>
              <a:gd name="connsiteY43" fmla="*/ 1747024 h 1843668"/>
              <a:gd name="connsiteX44" fmla="*/ 1479395 w 1739591"/>
              <a:gd name="connsiteY44" fmla="*/ 1739590 h 1843668"/>
              <a:gd name="connsiteX45" fmla="*/ 1524000 w 1739591"/>
              <a:gd name="connsiteY45" fmla="*/ 1724722 h 1843668"/>
              <a:gd name="connsiteX46" fmla="*/ 1568605 w 1739591"/>
              <a:gd name="connsiteY46" fmla="*/ 1702419 h 1843668"/>
              <a:gd name="connsiteX47" fmla="*/ 1605776 w 1739591"/>
              <a:gd name="connsiteY47" fmla="*/ 1680117 h 1843668"/>
              <a:gd name="connsiteX48" fmla="*/ 1628078 w 1739591"/>
              <a:gd name="connsiteY48" fmla="*/ 1657815 h 1843668"/>
              <a:gd name="connsiteX49" fmla="*/ 1687552 w 1739591"/>
              <a:gd name="connsiteY49" fmla="*/ 1613210 h 1843668"/>
              <a:gd name="connsiteX50" fmla="*/ 1709854 w 1739591"/>
              <a:gd name="connsiteY50" fmla="*/ 1568605 h 1843668"/>
              <a:gd name="connsiteX51" fmla="*/ 1732156 w 1739591"/>
              <a:gd name="connsiteY51" fmla="*/ 1494263 h 1843668"/>
              <a:gd name="connsiteX52" fmla="*/ 1739591 w 1739591"/>
              <a:gd name="connsiteY52" fmla="*/ 1442224 h 1843668"/>
              <a:gd name="connsiteX53" fmla="*/ 1732156 w 1739591"/>
              <a:gd name="connsiteY53" fmla="*/ 1256371 h 1843668"/>
              <a:gd name="connsiteX54" fmla="*/ 1724722 w 1739591"/>
              <a:gd name="connsiteY54" fmla="*/ 1234068 h 1843668"/>
              <a:gd name="connsiteX55" fmla="*/ 1717288 w 1739591"/>
              <a:gd name="connsiteY55" fmla="*/ 1204332 h 1843668"/>
              <a:gd name="connsiteX56" fmla="*/ 1702420 w 1739591"/>
              <a:gd name="connsiteY56" fmla="*/ 1159727 h 1843668"/>
              <a:gd name="connsiteX57" fmla="*/ 1694986 w 1739591"/>
              <a:gd name="connsiteY57" fmla="*/ 1129990 h 1843668"/>
              <a:gd name="connsiteX58" fmla="*/ 1665249 w 1739591"/>
              <a:gd name="connsiteY58" fmla="*/ 1085385 h 1843668"/>
              <a:gd name="connsiteX59" fmla="*/ 1650381 w 1739591"/>
              <a:gd name="connsiteY59" fmla="*/ 1063083 h 1843668"/>
              <a:gd name="connsiteX60" fmla="*/ 1620644 w 1739591"/>
              <a:gd name="connsiteY60" fmla="*/ 1048215 h 1843668"/>
              <a:gd name="connsiteX61" fmla="*/ 1605776 w 1739591"/>
              <a:gd name="connsiteY61" fmla="*/ 1025912 h 1843668"/>
              <a:gd name="connsiteX62" fmla="*/ 1583474 w 1739591"/>
              <a:gd name="connsiteY62" fmla="*/ 1011044 h 1843668"/>
              <a:gd name="connsiteX63" fmla="*/ 1568605 w 1739591"/>
              <a:gd name="connsiteY63" fmla="*/ 996176 h 1843668"/>
              <a:gd name="connsiteX64" fmla="*/ 1546303 w 1739591"/>
              <a:gd name="connsiteY64" fmla="*/ 981307 h 1843668"/>
              <a:gd name="connsiteX65" fmla="*/ 1531434 w 1739591"/>
              <a:gd name="connsiteY65" fmla="*/ 966439 h 1843668"/>
              <a:gd name="connsiteX66" fmla="*/ 1509132 w 1739591"/>
              <a:gd name="connsiteY66" fmla="*/ 951571 h 1843668"/>
              <a:gd name="connsiteX67" fmla="*/ 1471961 w 1739591"/>
              <a:gd name="connsiteY67" fmla="*/ 914400 h 1843668"/>
              <a:gd name="connsiteX68" fmla="*/ 1457093 w 1739591"/>
              <a:gd name="connsiteY68" fmla="*/ 892097 h 1843668"/>
              <a:gd name="connsiteX69" fmla="*/ 1427356 w 1739591"/>
              <a:gd name="connsiteY69" fmla="*/ 869795 h 1843668"/>
              <a:gd name="connsiteX70" fmla="*/ 1390186 w 1739591"/>
              <a:gd name="connsiteY70" fmla="*/ 832624 h 1843668"/>
              <a:gd name="connsiteX71" fmla="*/ 1345581 w 1739591"/>
              <a:gd name="connsiteY71" fmla="*/ 817756 h 1843668"/>
              <a:gd name="connsiteX72" fmla="*/ 1300976 w 1739591"/>
              <a:gd name="connsiteY72" fmla="*/ 795454 h 1843668"/>
              <a:gd name="connsiteX73" fmla="*/ 1263805 w 1739591"/>
              <a:gd name="connsiteY73" fmla="*/ 765717 h 1843668"/>
              <a:gd name="connsiteX74" fmla="*/ 1234069 w 1739591"/>
              <a:gd name="connsiteY74" fmla="*/ 750849 h 1843668"/>
              <a:gd name="connsiteX75" fmla="*/ 1189464 w 1739591"/>
              <a:gd name="connsiteY75" fmla="*/ 728546 h 1843668"/>
              <a:gd name="connsiteX76" fmla="*/ 1174595 w 1739591"/>
              <a:gd name="connsiteY76" fmla="*/ 713678 h 1843668"/>
              <a:gd name="connsiteX77" fmla="*/ 1122556 w 1739591"/>
              <a:gd name="connsiteY77" fmla="*/ 669073 h 1843668"/>
              <a:gd name="connsiteX78" fmla="*/ 1063083 w 1739591"/>
              <a:gd name="connsiteY78" fmla="*/ 579863 h 1843668"/>
              <a:gd name="connsiteX79" fmla="*/ 1048215 w 1739591"/>
              <a:gd name="connsiteY79" fmla="*/ 557561 h 1843668"/>
              <a:gd name="connsiteX80" fmla="*/ 1011044 w 1739591"/>
              <a:gd name="connsiteY80" fmla="*/ 520390 h 1843668"/>
              <a:gd name="connsiteX81" fmla="*/ 996176 w 1739591"/>
              <a:gd name="connsiteY81" fmla="*/ 490654 h 1843668"/>
              <a:gd name="connsiteX82" fmla="*/ 973874 w 1739591"/>
              <a:gd name="connsiteY82" fmla="*/ 475785 h 1843668"/>
              <a:gd name="connsiteX83" fmla="*/ 921834 w 1739591"/>
              <a:gd name="connsiteY83" fmla="*/ 423746 h 1843668"/>
              <a:gd name="connsiteX84" fmla="*/ 899532 w 1739591"/>
              <a:gd name="connsiteY84" fmla="*/ 401444 h 1843668"/>
              <a:gd name="connsiteX85" fmla="*/ 877230 w 1739591"/>
              <a:gd name="connsiteY85" fmla="*/ 379141 h 1843668"/>
              <a:gd name="connsiteX86" fmla="*/ 869795 w 1739591"/>
              <a:gd name="connsiteY86" fmla="*/ 356839 h 1843668"/>
              <a:gd name="connsiteX87" fmla="*/ 847493 w 1739591"/>
              <a:gd name="connsiteY87" fmla="*/ 334536 h 1843668"/>
              <a:gd name="connsiteX88" fmla="*/ 832625 w 1739591"/>
              <a:gd name="connsiteY88" fmla="*/ 312234 h 1843668"/>
              <a:gd name="connsiteX89" fmla="*/ 817756 w 1739591"/>
              <a:gd name="connsiteY89" fmla="*/ 297366 h 1843668"/>
              <a:gd name="connsiteX90" fmla="*/ 788020 w 1739591"/>
              <a:gd name="connsiteY90" fmla="*/ 252761 h 1843668"/>
              <a:gd name="connsiteX91" fmla="*/ 758283 w 1739591"/>
              <a:gd name="connsiteY91" fmla="*/ 208156 h 1843668"/>
              <a:gd name="connsiteX92" fmla="*/ 721113 w 1739591"/>
              <a:gd name="connsiteY92" fmla="*/ 156117 h 1843668"/>
              <a:gd name="connsiteX93" fmla="*/ 698810 w 1739591"/>
              <a:gd name="connsiteY93" fmla="*/ 141249 h 1843668"/>
              <a:gd name="connsiteX94" fmla="*/ 683942 w 1739591"/>
              <a:gd name="connsiteY94" fmla="*/ 126380 h 1843668"/>
              <a:gd name="connsiteX95" fmla="*/ 617034 w 1739591"/>
              <a:gd name="connsiteY95" fmla="*/ 89210 h 1843668"/>
              <a:gd name="connsiteX96" fmla="*/ 579864 w 1739591"/>
              <a:gd name="connsiteY96" fmla="*/ 66907 h 1843668"/>
              <a:gd name="connsiteX97" fmla="*/ 564995 w 1739591"/>
              <a:gd name="connsiteY97" fmla="*/ 52039 h 1843668"/>
              <a:gd name="connsiteX98" fmla="*/ 542693 w 1739591"/>
              <a:gd name="connsiteY98" fmla="*/ 37171 h 1843668"/>
              <a:gd name="connsiteX99" fmla="*/ 527825 w 1739591"/>
              <a:gd name="connsiteY99" fmla="*/ 22302 h 1843668"/>
              <a:gd name="connsiteX100" fmla="*/ 453483 w 1739591"/>
              <a:gd name="connsiteY100" fmla="*/ 0 h 1843668"/>
              <a:gd name="connsiteX101" fmla="*/ 341971 w 1739591"/>
              <a:gd name="connsiteY101" fmla="*/ 14868 h 1843668"/>
              <a:gd name="connsiteX102" fmla="*/ 319669 w 1739591"/>
              <a:gd name="connsiteY102" fmla="*/ 29736 h 1843668"/>
              <a:gd name="connsiteX103" fmla="*/ 304800 w 1739591"/>
              <a:gd name="connsiteY103" fmla="*/ 44605 h 1843668"/>
              <a:gd name="connsiteX104" fmla="*/ 260195 w 1739591"/>
              <a:gd name="connsiteY104" fmla="*/ 59473 h 1843668"/>
              <a:gd name="connsiteX105" fmla="*/ 237893 w 1739591"/>
              <a:gd name="connsiteY105" fmla="*/ 66907 h 1843668"/>
              <a:gd name="connsiteX106" fmla="*/ 193288 w 1739591"/>
              <a:gd name="connsiteY106" fmla="*/ 89210 h 184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9591" h="1843668">
                <a:moveTo>
                  <a:pt x="193288" y="89210"/>
                </a:moveTo>
                <a:cubicBezTo>
                  <a:pt x="175942" y="104078"/>
                  <a:pt x="156687" y="116974"/>
                  <a:pt x="141249" y="133815"/>
                </a:cubicBezTo>
                <a:cubicBezTo>
                  <a:pt x="129174" y="146987"/>
                  <a:pt x="124148" y="165784"/>
                  <a:pt x="111513" y="178419"/>
                </a:cubicBezTo>
                <a:cubicBezTo>
                  <a:pt x="93900" y="196032"/>
                  <a:pt x="75315" y="212672"/>
                  <a:pt x="66908" y="237893"/>
                </a:cubicBezTo>
                <a:cubicBezTo>
                  <a:pt x="61952" y="252761"/>
                  <a:pt x="60732" y="269457"/>
                  <a:pt x="52039" y="282497"/>
                </a:cubicBezTo>
                <a:cubicBezTo>
                  <a:pt x="47083" y="289931"/>
                  <a:pt x="40800" y="296635"/>
                  <a:pt x="37171" y="304800"/>
                </a:cubicBezTo>
                <a:cubicBezTo>
                  <a:pt x="30806" y="319122"/>
                  <a:pt x="27259" y="334537"/>
                  <a:pt x="22303" y="349405"/>
                </a:cubicBezTo>
                <a:cubicBezTo>
                  <a:pt x="19825" y="356839"/>
                  <a:pt x="16406" y="364023"/>
                  <a:pt x="14869" y="371707"/>
                </a:cubicBezTo>
                <a:cubicBezTo>
                  <a:pt x="3033" y="430882"/>
                  <a:pt x="8829" y="396320"/>
                  <a:pt x="0" y="475785"/>
                </a:cubicBezTo>
                <a:cubicBezTo>
                  <a:pt x="2478" y="564995"/>
                  <a:pt x="3287" y="654267"/>
                  <a:pt x="7434" y="743415"/>
                </a:cubicBezTo>
                <a:cubicBezTo>
                  <a:pt x="8248" y="760919"/>
                  <a:pt x="12553" y="778085"/>
                  <a:pt x="14869" y="795454"/>
                </a:cubicBezTo>
                <a:cubicBezTo>
                  <a:pt x="20352" y="836571"/>
                  <a:pt x="21901" y="860354"/>
                  <a:pt x="29737" y="899532"/>
                </a:cubicBezTo>
                <a:cubicBezTo>
                  <a:pt x="37482" y="938259"/>
                  <a:pt x="35159" y="918510"/>
                  <a:pt x="44605" y="951571"/>
                </a:cubicBezTo>
                <a:cubicBezTo>
                  <a:pt x="47412" y="961395"/>
                  <a:pt x="49561" y="971395"/>
                  <a:pt x="52039" y="981307"/>
                </a:cubicBezTo>
                <a:cubicBezTo>
                  <a:pt x="73162" y="1213634"/>
                  <a:pt x="47408" y="940557"/>
                  <a:pt x="66908" y="1122556"/>
                </a:cubicBezTo>
                <a:cubicBezTo>
                  <a:pt x="72214" y="1172081"/>
                  <a:pt x="69696" y="1222918"/>
                  <a:pt x="81776" y="1271239"/>
                </a:cubicBezTo>
                <a:cubicBezTo>
                  <a:pt x="86732" y="1291063"/>
                  <a:pt x="93754" y="1310483"/>
                  <a:pt x="96644" y="1330712"/>
                </a:cubicBezTo>
                <a:cubicBezTo>
                  <a:pt x="98329" y="1342507"/>
                  <a:pt x="106076" y="1403610"/>
                  <a:pt x="111513" y="1419922"/>
                </a:cubicBezTo>
                <a:cubicBezTo>
                  <a:pt x="115018" y="1430435"/>
                  <a:pt x="121425" y="1439746"/>
                  <a:pt x="126381" y="1449658"/>
                </a:cubicBezTo>
                <a:cubicBezTo>
                  <a:pt x="128859" y="1459570"/>
                  <a:pt x="130879" y="1469609"/>
                  <a:pt x="133815" y="1479395"/>
                </a:cubicBezTo>
                <a:cubicBezTo>
                  <a:pt x="138318" y="1494407"/>
                  <a:pt x="144882" y="1508795"/>
                  <a:pt x="148683" y="1524000"/>
                </a:cubicBezTo>
                <a:cubicBezTo>
                  <a:pt x="151161" y="1533912"/>
                  <a:pt x="153181" y="1543950"/>
                  <a:pt x="156117" y="1553736"/>
                </a:cubicBezTo>
                <a:cubicBezTo>
                  <a:pt x="160621" y="1568748"/>
                  <a:pt x="159904" y="1587259"/>
                  <a:pt x="170986" y="1598341"/>
                </a:cubicBezTo>
                <a:cubicBezTo>
                  <a:pt x="183376" y="1610731"/>
                  <a:pt x="197643" y="1621494"/>
                  <a:pt x="208156" y="1635512"/>
                </a:cubicBezTo>
                <a:cubicBezTo>
                  <a:pt x="215590" y="1645424"/>
                  <a:pt x="223257" y="1655166"/>
                  <a:pt x="230459" y="1665249"/>
                </a:cubicBezTo>
                <a:cubicBezTo>
                  <a:pt x="235652" y="1672519"/>
                  <a:pt x="239009" y="1681233"/>
                  <a:pt x="245327" y="1687551"/>
                </a:cubicBezTo>
                <a:cubicBezTo>
                  <a:pt x="251645" y="1693869"/>
                  <a:pt x="259872" y="1697986"/>
                  <a:pt x="267630" y="1702419"/>
                </a:cubicBezTo>
                <a:cubicBezTo>
                  <a:pt x="293357" y="1717120"/>
                  <a:pt x="294644" y="1716381"/>
                  <a:pt x="319669" y="1724722"/>
                </a:cubicBezTo>
                <a:cubicBezTo>
                  <a:pt x="327103" y="1732156"/>
                  <a:pt x="333416" y="1740913"/>
                  <a:pt x="341971" y="1747024"/>
                </a:cubicBezTo>
                <a:cubicBezTo>
                  <a:pt x="350989" y="1753466"/>
                  <a:pt x="361418" y="1757777"/>
                  <a:pt x="371708" y="1761893"/>
                </a:cubicBezTo>
                <a:cubicBezTo>
                  <a:pt x="386260" y="1767714"/>
                  <a:pt x="401445" y="1771805"/>
                  <a:pt x="416313" y="1776761"/>
                </a:cubicBezTo>
                <a:lnTo>
                  <a:pt x="438615" y="1784195"/>
                </a:lnTo>
                <a:lnTo>
                  <a:pt x="483220" y="1799063"/>
                </a:lnTo>
                <a:cubicBezTo>
                  <a:pt x="493132" y="1801541"/>
                  <a:pt x="503132" y="1803690"/>
                  <a:pt x="512956" y="1806497"/>
                </a:cubicBezTo>
                <a:cubicBezTo>
                  <a:pt x="562805" y="1820740"/>
                  <a:pt x="506376" y="1811129"/>
                  <a:pt x="594732" y="1828800"/>
                </a:cubicBezTo>
                <a:cubicBezTo>
                  <a:pt x="646684" y="1839190"/>
                  <a:pt x="619439" y="1834157"/>
                  <a:pt x="676508" y="1843668"/>
                </a:cubicBezTo>
                <a:lnTo>
                  <a:pt x="1100254" y="1836234"/>
                </a:lnTo>
                <a:cubicBezTo>
                  <a:pt x="1125745" y="1835450"/>
                  <a:pt x="1214840" y="1820342"/>
                  <a:pt x="1234069" y="1813932"/>
                </a:cubicBezTo>
                <a:cubicBezTo>
                  <a:pt x="1248937" y="1808976"/>
                  <a:pt x="1263469" y="1802864"/>
                  <a:pt x="1278674" y="1799063"/>
                </a:cubicBezTo>
                <a:cubicBezTo>
                  <a:pt x="1288586" y="1796585"/>
                  <a:pt x="1298843" y="1795216"/>
                  <a:pt x="1308410" y="1791629"/>
                </a:cubicBezTo>
                <a:cubicBezTo>
                  <a:pt x="1318787" y="1787738"/>
                  <a:pt x="1327770" y="1780652"/>
                  <a:pt x="1338147" y="1776761"/>
                </a:cubicBezTo>
                <a:cubicBezTo>
                  <a:pt x="1347714" y="1773174"/>
                  <a:pt x="1358059" y="1772134"/>
                  <a:pt x="1367883" y="1769327"/>
                </a:cubicBezTo>
                <a:cubicBezTo>
                  <a:pt x="1375418" y="1767174"/>
                  <a:pt x="1382626" y="1763955"/>
                  <a:pt x="1390186" y="1761893"/>
                </a:cubicBezTo>
                <a:cubicBezTo>
                  <a:pt x="1409900" y="1756516"/>
                  <a:pt x="1429835" y="1751980"/>
                  <a:pt x="1449659" y="1747024"/>
                </a:cubicBezTo>
                <a:cubicBezTo>
                  <a:pt x="1459571" y="1744546"/>
                  <a:pt x="1469702" y="1742821"/>
                  <a:pt x="1479395" y="1739590"/>
                </a:cubicBezTo>
                <a:cubicBezTo>
                  <a:pt x="1494263" y="1734634"/>
                  <a:pt x="1510959" y="1733415"/>
                  <a:pt x="1524000" y="1724722"/>
                </a:cubicBezTo>
                <a:cubicBezTo>
                  <a:pt x="1552823" y="1705507"/>
                  <a:pt x="1537827" y="1712680"/>
                  <a:pt x="1568605" y="1702419"/>
                </a:cubicBezTo>
                <a:cubicBezTo>
                  <a:pt x="1614916" y="1656111"/>
                  <a:pt x="1547867" y="1718723"/>
                  <a:pt x="1605776" y="1680117"/>
                </a:cubicBezTo>
                <a:cubicBezTo>
                  <a:pt x="1614524" y="1674285"/>
                  <a:pt x="1619779" y="1664270"/>
                  <a:pt x="1628078" y="1657815"/>
                </a:cubicBezTo>
                <a:cubicBezTo>
                  <a:pt x="1703740" y="1598966"/>
                  <a:pt x="1650153" y="1650607"/>
                  <a:pt x="1687552" y="1613210"/>
                </a:cubicBezTo>
                <a:cubicBezTo>
                  <a:pt x="1714663" y="1531873"/>
                  <a:pt x="1671426" y="1655069"/>
                  <a:pt x="1709854" y="1568605"/>
                </a:cubicBezTo>
                <a:cubicBezTo>
                  <a:pt x="1715823" y="1555174"/>
                  <a:pt x="1728829" y="1512562"/>
                  <a:pt x="1732156" y="1494263"/>
                </a:cubicBezTo>
                <a:cubicBezTo>
                  <a:pt x="1735291" y="1477023"/>
                  <a:pt x="1737113" y="1459570"/>
                  <a:pt x="1739591" y="1442224"/>
                </a:cubicBezTo>
                <a:cubicBezTo>
                  <a:pt x="1737113" y="1380273"/>
                  <a:pt x="1736574" y="1318214"/>
                  <a:pt x="1732156" y="1256371"/>
                </a:cubicBezTo>
                <a:cubicBezTo>
                  <a:pt x="1731598" y="1248554"/>
                  <a:pt x="1726875" y="1241603"/>
                  <a:pt x="1724722" y="1234068"/>
                </a:cubicBezTo>
                <a:cubicBezTo>
                  <a:pt x="1721915" y="1224244"/>
                  <a:pt x="1720224" y="1214118"/>
                  <a:pt x="1717288" y="1204332"/>
                </a:cubicBezTo>
                <a:cubicBezTo>
                  <a:pt x="1712785" y="1189320"/>
                  <a:pt x="1706221" y="1174932"/>
                  <a:pt x="1702420" y="1159727"/>
                </a:cubicBezTo>
                <a:cubicBezTo>
                  <a:pt x="1699942" y="1149815"/>
                  <a:pt x="1699555" y="1139129"/>
                  <a:pt x="1694986" y="1129990"/>
                </a:cubicBezTo>
                <a:cubicBezTo>
                  <a:pt x="1686994" y="1114007"/>
                  <a:pt x="1675161" y="1100253"/>
                  <a:pt x="1665249" y="1085385"/>
                </a:cubicBezTo>
                <a:cubicBezTo>
                  <a:pt x="1660293" y="1077951"/>
                  <a:pt x="1658372" y="1067079"/>
                  <a:pt x="1650381" y="1063083"/>
                </a:cubicBezTo>
                <a:lnTo>
                  <a:pt x="1620644" y="1048215"/>
                </a:lnTo>
                <a:cubicBezTo>
                  <a:pt x="1615688" y="1040781"/>
                  <a:pt x="1612094" y="1032230"/>
                  <a:pt x="1605776" y="1025912"/>
                </a:cubicBezTo>
                <a:cubicBezTo>
                  <a:pt x="1599458" y="1019594"/>
                  <a:pt x="1590451" y="1016625"/>
                  <a:pt x="1583474" y="1011044"/>
                </a:cubicBezTo>
                <a:cubicBezTo>
                  <a:pt x="1578001" y="1006666"/>
                  <a:pt x="1574078" y="1000555"/>
                  <a:pt x="1568605" y="996176"/>
                </a:cubicBezTo>
                <a:cubicBezTo>
                  <a:pt x="1561628" y="990594"/>
                  <a:pt x="1553280" y="986889"/>
                  <a:pt x="1546303" y="981307"/>
                </a:cubicBezTo>
                <a:cubicBezTo>
                  <a:pt x="1540830" y="976928"/>
                  <a:pt x="1536907" y="970817"/>
                  <a:pt x="1531434" y="966439"/>
                </a:cubicBezTo>
                <a:cubicBezTo>
                  <a:pt x="1524457" y="960858"/>
                  <a:pt x="1515856" y="957454"/>
                  <a:pt x="1509132" y="951571"/>
                </a:cubicBezTo>
                <a:cubicBezTo>
                  <a:pt x="1495945" y="940032"/>
                  <a:pt x="1481680" y="928980"/>
                  <a:pt x="1471961" y="914400"/>
                </a:cubicBezTo>
                <a:cubicBezTo>
                  <a:pt x="1467005" y="906966"/>
                  <a:pt x="1463411" y="898415"/>
                  <a:pt x="1457093" y="892097"/>
                </a:cubicBezTo>
                <a:cubicBezTo>
                  <a:pt x="1448332" y="883336"/>
                  <a:pt x="1436617" y="878027"/>
                  <a:pt x="1427356" y="869795"/>
                </a:cubicBezTo>
                <a:cubicBezTo>
                  <a:pt x="1414260" y="858154"/>
                  <a:pt x="1406809" y="838165"/>
                  <a:pt x="1390186" y="832624"/>
                </a:cubicBezTo>
                <a:cubicBezTo>
                  <a:pt x="1375318" y="827668"/>
                  <a:pt x="1358622" y="826449"/>
                  <a:pt x="1345581" y="817756"/>
                </a:cubicBezTo>
                <a:cubicBezTo>
                  <a:pt x="1316758" y="798541"/>
                  <a:pt x="1331754" y="805713"/>
                  <a:pt x="1300976" y="795454"/>
                </a:cubicBezTo>
                <a:cubicBezTo>
                  <a:pt x="1284693" y="779170"/>
                  <a:pt x="1285690" y="778223"/>
                  <a:pt x="1263805" y="765717"/>
                </a:cubicBezTo>
                <a:cubicBezTo>
                  <a:pt x="1254183" y="760219"/>
                  <a:pt x="1243691" y="756347"/>
                  <a:pt x="1234069" y="750849"/>
                </a:cubicBezTo>
                <a:cubicBezTo>
                  <a:pt x="1193716" y="727790"/>
                  <a:pt x="1230354" y="742176"/>
                  <a:pt x="1189464" y="728546"/>
                </a:cubicBezTo>
                <a:cubicBezTo>
                  <a:pt x="1184508" y="723590"/>
                  <a:pt x="1180068" y="718056"/>
                  <a:pt x="1174595" y="713678"/>
                </a:cubicBezTo>
                <a:cubicBezTo>
                  <a:pt x="1150575" y="694462"/>
                  <a:pt x="1143006" y="699749"/>
                  <a:pt x="1122556" y="669073"/>
                </a:cubicBezTo>
                <a:lnTo>
                  <a:pt x="1063083" y="579863"/>
                </a:lnTo>
                <a:cubicBezTo>
                  <a:pt x="1058127" y="572429"/>
                  <a:pt x="1054533" y="563879"/>
                  <a:pt x="1048215" y="557561"/>
                </a:cubicBezTo>
                <a:lnTo>
                  <a:pt x="1011044" y="520390"/>
                </a:lnTo>
                <a:cubicBezTo>
                  <a:pt x="1006088" y="510478"/>
                  <a:pt x="1003270" y="499167"/>
                  <a:pt x="996176" y="490654"/>
                </a:cubicBezTo>
                <a:cubicBezTo>
                  <a:pt x="990456" y="483790"/>
                  <a:pt x="980598" y="481669"/>
                  <a:pt x="973874" y="475785"/>
                </a:cubicBezTo>
                <a:cubicBezTo>
                  <a:pt x="973865" y="475777"/>
                  <a:pt x="932245" y="434157"/>
                  <a:pt x="921834" y="423746"/>
                </a:cubicBezTo>
                <a:lnTo>
                  <a:pt x="899532" y="401444"/>
                </a:lnTo>
                <a:lnTo>
                  <a:pt x="877230" y="379141"/>
                </a:lnTo>
                <a:cubicBezTo>
                  <a:pt x="874752" y="371707"/>
                  <a:pt x="874142" y="363359"/>
                  <a:pt x="869795" y="356839"/>
                </a:cubicBezTo>
                <a:cubicBezTo>
                  <a:pt x="863963" y="348091"/>
                  <a:pt x="854223" y="342613"/>
                  <a:pt x="847493" y="334536"/>
                </a:cubicBezTo>
                <a:cubicBezTo>
                  <a:pt x="841773" y="327672"/>
                  <a:pt x="838206" y="319211"/>
                  <a:pt x="832625" y="312234"/>
                </a:cubicBezTo>
                <a:cubicBezTo>
                  <a:pt x="828246" y="306761"/>
                  <a:pt x="821961" y="302973"/>
                  <a:pt x="817756" y="297366"/>
                </a:cubicBezTo>
                <a:cubicBezTo>
                  <a:pt x="807034" y="283071"/>
                  <a:pt x="797932" y="267629"/>
                  <a:pt x="788020" y="252761"/>
                </a:cubicBezTo>
                <a:lnTo>
                  <a:pt x="758283" y="208156"/>
                </a:lnTo>
                <a:cubicBezTo>
                  <a:pt x="749841" y="195494"/>
                  <a:pt x="730333" y="165337"/>
                  <a:pt x="721113" y="156117"/>
                </a:cubicBezTo>
                <a:cubicBezTo>
                  <a:pt x="714795" y="149799"/>
                  <a:pt x="705787" y="146831"/>
                  <a:pt x="698810" y="141249"/>
                </a:cubicBezTo>
                <a:cubicBezTo>
                  <a:pt x="693337" y="136870"/>
                  <a:pt x="689549" y="130585"/>
                  <a:pt x="683942" y="126380"/>
                </a:cubicBezTo>
                <a:cubicBezTo>
                  <a:pt x="643044" y="95706"/>
                  <a:pt x="651805" y="100800"/>
                  <a:pt x="617034" y="89210"/>
                </a:cubicBezTo>
                <a:cubicBezTo>
                  <a:pt x="579366" y="51539"/>
                  <a:pt x="628111" y="95855"/>
                  <a:pt x="579864" y="66907"/>
                </a:cubicBezTo>
                <a:cubicBezTo>
                  <a:pt x="573854" y="63301"/>
                  <a:pt x="570468" y="56417"/>
                  <a:pt x="564995" y="52039"/>
                </a:cubicBezTo>
                <a:cubicBezTo>
                  <a:pt x="558018" y="46458"/>
                  <a:pt x="549670" y="42752"/>
                  <a:pt x="542693" y="37171"/>
                </a:cubicBezTo>
                <a:cubicBezTo>
                  <a:pt x="537220" y="32792"/>
                  <a:pt x="534094" y="25437"/>
                  <a:pt x="527825" y="22302"/>
                </a:cubicBezTo>
                <a:cubicBezTo>
                  <a:pt x="509727" y="13253"/>
                  <a:pt x="474825" y="5335"/>
                  <a:pt x="453483" y="0"/>
                </a:cubicBezTo>
                <a:cubicBezTo>
                  <a:pt x="433555" y="1661"/>
                  <a:pt x="372337" y="-315"/>
                  <a:pt x="341971" y="14868"/>
                </a:cubicBezTo>
                <a:cubicBezTo>
                  <a:pt x="333980" y="18864"/>
                  <a:pt x="326646" y="24155"/>
                  <a:pt x="319669" y="29736"/>
                </a:cubicBezTo>
                <a:cubicBezTo>
                  <a:pt x="314196" y="34115"/>
                  <a:pt x="311069" y="41470"/>
                  <a:pt x="304800" y="44605"/>
                </a:cubicBezTo>
                <a:cubicBezTo>
                  <a:pt x="290782" y="51614"/>
                  <a:pt x="275063" y="54517"/>
                  <a:pt x="260195" y="59473"/>
                </a:cubicBezTo>
                <a:lnTo>
                  <a:pt x="237893" y="66907"/>
                </a:lnTo>
                <a:lnTo>
                  <a:pt x="193288" y="89210"/>
                </a:ln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4350FE85-30DE-DAC8-EB10-486FB5264251}"/>
              </a:ext>
            </a:extLst>
          </p:cNvPr>
          <p:cNvSpPr/>
          <p:nvPr/>
        </p:nvSpPr>
        <p:spPr>
          <a:xfrm>
            <a:off x="2469835" y="4876979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E1390183-355D-BB2D-6F15-7DF23CA55A43}"/>
              </a:ext>
            </a:extLst>
          </p:cNvPr>
          <p:cNvSpPr/>
          <p:nvPr/>
        </p:nvSpPr>
        <p:spPr>
          <a:xfrm>
            <a:off x="1517127" y="2448214"/>
            <a:ext cx="1717288" cy="3200400"/>
          </a:xfrm>
          <a:custGeom>
            <a:avLst/>
            <a:gdLst>
              <a:gd name="connsiteX0" fmla="*/ 947854 w 1717288"/>
              <a:gd name="connsiteY0" fmla="*/ 0 h 3200400"/>
              <a:gd name="connsiteX1" fmla="*/ 869795 w 1717288"/>
              <a:gd name="connsiteY1" fmla="*/ 11151 h 3200400"/>
              <a:gd name="connsiteX2" fmla="*/ 836342 w 1717288"/>
              <a:gd name="connsiteY2" fmla="*/ 22302 h 3200400"/>
              <a:gd name="connsiteX3" fmla="*/ 791737 w 1717288"/>
              <a:gd name="connsiteY3" fmla="*/ 33454 h 3200400"/>
              <a:gd name="connsiteX4" fmla="*/ 724829 w 1717288"/>
              <a:gd name="connsiteY4" fmla="*/ 55756 h 3200400"/>
              <a:gd name="connsiteX5" fmla="*/ 680225 w 1717288"/>
              <a:gd name="connsiteY5" fmla="*/ 66907 h 3200400"/>
              <a:gd name="connsiteX6" fmla="*/ 613317 w 1717288"/>
              <a:gd name="connsiteY6" fmla="*/ 89210 h 3200400"/>
              <a:gd name="connsiteX7" fmla="*/ 557561 w 1717288"/>
              <a:gd name="connsiteY7" fmla="*/ 133815 h 3200400"/>
              <a:gd name="connsiteX8" fmla="*/ 535259 w 1717288"/>
              <a:gd name="connsiteY8" fmla="*/ 167268 h 3200400"/>
              <a:gd name="connsiteX9" fmla="*/ 512956 w 1717288"/>
              <a:gd name="connsiteY9" fmla="*/ 189571 h 3200400"/>
              <a:gd name="connsiteX10" fmla="*/ 490654 w 1717288"/>
              <a:gd name="connsiteY10" fmla="*/ 223024 h 3200400"/>
              <a:gd name="connsiteX11" fmla="*/ 446049 w 1717288"/>
              <a:gd name="connsiteY11" fmla="*/ 278780 h 3200400"/>
              <a:gd name="connsiteX12" fmla="*/ 345688 w 1717288"/>
              <a:gd name="connsiteY12" fmla="*/ 579863 h 3200400"/>
              <a:gd name="connsiteX13" fmla="*/ 312234 w 1717288"/>
              <a:gd name="connsiteY13" fmla="*/ 680224 h 3200400"/>
              <a:gd name="connsiteX14" fmla="*/ 301083 w 1717288"/>
              <a:gd name="connsiteY14" fmla="*/ 713678 h 3200400"/>
              <a:gd name="connsiteX15" fmla="*/ 278781 w 1717288"/>
              <a:gd name="connsiteY15" fmla="*/ 747132 h 3200400"/>
              <a:gd name="connsiteX16" fmla="*/ 245327 w 1717288"/>
              <a:gd name="connsiteY16" fmla="*/ 847493 h 3200400"/>
              <a:gd name="connsiteX17" fmla="*/ 211873 w 1717288"/>
              <a:gd name="connsiteY17" fmla="*/ 947854 h 3200400"/>
              <a:gd name="connsiteX18" fmla="*/ 200722 w 1717288"/>
              <a:gd name="connsiteY18" fmla="*/ 981307 h 3200400"/>
              <a:gd name="connsiteX19" fmla="*/ 189571 w 1717288"/>
              <a:gd name="connsiteY19" fmla="*/ 1025912 h 3200400"/>
              <a:gd name="connsiteX20" fmla="*/ 167269 w 1717288"/>
              <a:gd name="connsiteY20" fmla="*/ 1159727 h 3200400"/>
              <a:gd name="connsiteX21" fmla="*/ 156117 w 1717288"/>
              <a:gd name="connsiteY21" fmla="*/ 1204332 h 3200400"/>
              <a:gd name="connsiteX22" fmla="*/ 144966 w 1717288"/>
              <a:gd name="connsiteY22" fmla="*/ 1260088 h 3200400"/>
              <a:gd name="connsiteX23" fmla="*/ 122664 w 1717288"/>
              <a:gd name="connsiteY23" fmla="*/ 1326995 h 3200400"/>
              <a:gd name="connsiteX24" fmla="*/ 100361 w 1717288"/>
              <a:gd name="connsiteY24" fmla="*/ 1393902 h 3200400"/>
              <a:gd name="connsiteX25" fmla="*/ 89210 w 1717288"/>
              <a:gd name="connsiteY25" fmla="*/ 1427356 h 3200400"/>
              <a:gd name="connsiteX26" fmla="*/ 78059 w 1717288"/>
              <a:gd name="connsiteY26" fmla="*/ 1471961 h 3200400"/>
              <a:gd name="connsiteX27" fmla="*/ 55756 w 1717288"/>
              <a:gd name="connsiteY27" fmla="*/ 1550020 h 3200400"/>
              <a:gd name="connsiteX28" fmla="*/ 44605 w 1717288"/>
              <a:gd name="connsiteY28" fmla="*/ 1605776 h 3200400"/>
              <a:gd name="connsiteX29" fmla="*/ 11151 w 1717288"/>
              <a:gd name="connsiteY29" fmla="*/ 1706137 h 3200400"/>
              <a:gd name="connsiteX30" fmla="*/ 0 w 1717288"/>
              <a:gd name="connsiteY30" fmla="*/ 1739590 h 3200400"/>
              <a:gd name="connsiteX31" fmla="*/ 11151 w 1717288"/>
              <a:gd name="connsiteY31" fmla="*/ 1996068 h 3200400"/>
              <a:gd name="connsiteX32" fmla="*/ 22303 w 1717288"/>
              <a:gd name="connsiteY32" fmla="*/ 2029522 h 3200400"/>
              <a:gd name="connsiteX33" fmla="*/ 66908 w 1717288"/>
              <a:gd name="connsiteY33" fmla="*/ 2085278 h 3200400"/>
              <a:gd name="connsiteX34" fmla="*/ 89210 w 1717288"/>
              <a:gd name="connsiteY34" fmla="*/ 2118732 h 3200400"/>
              <a:gd name="connsiteX35" fmla="*/ 156117 w 1717288"/>
              <a:gd name="connsiteY35" fmla="*/ 2141034 h 3200400"/>
              <a:gd name="connsiteX36" fmla="*/ 189571 w 1717288"/>
              <a:gd name="connsiteY36" fmla="*/ 2152185 h 3200400"/>
              <a:gd name="connsiteX37" fmla="*/ 211873 w 1717288"/>
              <a:gd name="connsiteY37" fmla="*/ 2174488 h 3200400"/>
              <a:gd name="connsiteX38" fmla="*/ 278781 w 1717288"/>
              <a:gd name="connsiteY38" fmla="*/ 2196790 h 3200400"/>
              <a:gd name="connsiteX39" fmla="*/ 301083 w 1717288"/>
              <a:gd name="connsiteY39" fmla="*/ 2219093 h 3200400"/>
              <a:gd name="connsiteX40" fmla="*/ 367990 w 1717288"/>
              <a:gd name="connsiteY40" fmla="*/ 2241395 h 3200400"/>
              <a:gd name="connsiteX41" fmla="*/ 401444 w 1717288"/>
              <a:gd name="connsiteY41" fmla="*/ 2252546 h 3200400"/>
              <a:gd name="connsiteX42" fmla="*/ 457200 w 1717288"/>
              <a:gd name="connsiteY42" fmla="*/ 2263698 h 3200400"/>
              <a:gd name="connsiteX43" fmla="*/ 524108 w 1717288"/>
              <a:gd name="connsiteY43" fmla="*/ 2286000 h 3200400"/>
              <a:gd name="connsiteX44" fmla="*/ 557561 w 1717288"/>
              <a:gd name="connsiteY44" fmla="*/ 2297151 h 3200400"/>
              <a:gd name="connsiteX45" fmla="*/ 613317 w 1717288"/>
              <a:gd name="connsiteY45" fmla="*/ 2352907 h 3200400"/>
              <a:gd name="connsiteX46" fmla="*/ 635620 w 1717288"/>
              <a:gd name="connsiteY46" fmla="*/ 2375210 h 3200400"/>
              <a:gd name="connsiteX47" fmla="*/ 657922 w 1717288"/>
              <a:gd name="connsiteY47" fmla="*/ 2408663 h 3200400"/>
              <a:gd name="connsiteX48" fmla="*/ 713678 w 1717288"/>
              <a:gd name="connsiteY48" fmla="*/ 2464420 h 3200400"/>
              <a:gd name="connsiteX49" fmla="*/ 735981 w 1717288"/>
              <a:gd name="connsiteY49" fmla="*/ 2486722 h 3200400"/>
              <a:gd name="connsiteX50" fmla="*/ 802888 w 1717288"/>
              <a:gd name="connsiteY50" fmla="*/ 2575932 h 3200400"/>
              <a:gd name="connsiteX51" fmla="*/ 836342 w 1717288"/>
              <a:gd name="connsiteY51" fmla="*/ 2631688 h 3200400"/>
              <a:gd name="connsiteX52" fmla="*/ 847493 w 1717288"/>
              <a:gd name="connsiteY52" fmla="*/ 2665141 h 3200400"/>
              <a:gd name="connsiteX53" fmla="*/ 869795 w 1717288"/>
              <a:gd name="connsiteY53" fmla="*/ 2698595 h 3200400"/>
              <a:gd name="connsiteX54" fmla="*/ 914400 w 1717288"/>
              <a:gd name="connsiteY54" fmla="*/ 2787805 h 3200400"/>
              <a:gd name="connsiteX55" fmla="*/ 936703 w 1717288"/>
              <a:gd name="connsiteY55" fmla="*/ 2854712 h 3200400"/>
              <a:gd name="connsiteX56" fmla="*/ 981308 w 1717288"/>
              <a:gd name="connsiteY56" fmla="*/ 2910468 h 3200400"/>
              <a:gd name="connsiteX57" fmla="*/ 1037064 w 1717288"/>
              <a:gd name="connsiteY57" fmla="*/ 2955073 h 3200400"/>
              <a:gd name="connsiteX58" fmla="*/ 1081669 w 1717288"/>
              <a:gd name="connsiteY58" fmla="*/ 3021980 h 3200400"/>
              <a:gd name="connsiteX59" fmla="*/ 1103971 w 1717288"/>
              <a:gd name="connsiteY59" fmla="*/ 3044283 h 3200400"/>
              <a:gd name="connsiteX60" fmla="*/ 1148576 w 1717288"/>
              <a:gd name="connsiteY60" fmla="*/ 3100039 h 3200400"/>
              <a:gd name="connsiteX61" fmla="*/ 1182029 w 1717288"/>
              <a:gd name="connsiteY61" fmla="*/ 3111190 h 3200400"/>
              <a:gd name="connsiteX62" fmla="*/ 1237786 w 1717288"/>
              <a:gd name="connsiteY62" fmla="*/ 3144644 h 3200400"/>
              <a:gd name="connsiteX63" fmla="*/ 1271239 w 1717288"/>
              <a:gd name="connsiteY63" fmla="*/ 3178098 h 3200400"/>
              <a:gd name="connsiteX64" fmla="*/ 1338147 w 1717288"/>
              <a:gd name="connsiteY64" fmla="*/ 3200400 h 3200400"/>
              <a:gd name="connsiteX65" fmla="*/ 1483112 w 1717288"/>
              <a:gd name="connsiteY65" fmla="*/ 3144644 h 3200400"/>
              <a:gd name="connsiteX66" fmla="*/ 1505415 w 1717288"/>
              <a:gd name="connsiteY66" fmla="*/ 3122341 h 3200400"/>
              <a:gd name="connsiteX67" fmla="*/ 1550020 w 1717288"/>
              <a:gd name="connsiteY67" fmla="*/ 3055434 h 3200400"/>
              <a:gd name="connsiteX68" fmla="*/ 1583473 w 1717288"/>
              <a:gd name="connsiteY68" fmla="*/ 2955073 h 3200400"/>
              <a:gd name="connsiteX69" fmla="*/ 1594625 w 1717288"/>
              <a:gd name="connsiteY69" fmla="*/ 2921620 h 3200400"/>
              <a:gd name="connsiteX70" fmla="*/ 1605776 w 1717288"/>
              <a:gd name="connsiteY70" fmla="*/ 2888166 h 3200400"/>
              <a:gd name="connsiteX71" fmla="*/ 1616927 w 1717288"/>
              <a:gd name="connsiteY71" fmla="*/ 2787805 h 3200400"/>
              <a:gd name="connsiteX72" fmla="*/ 1639229 w 1717288"/>
              <a:gd name="connsiteY72" fmla="*/ 2642839 h 3200400"/>
              <a:gd name="connsiteX73" fmla="*/ 1650381 w 1717288"/>
              <a:gd name="connsiteY73" fmla="*/ 2609385 h 3200400"/>
              <a:gd name="connsiteX74" fmla="*/ 1672683 w 1717288"/>
              <a:gd name="connsiteY74" fmla="*/ 2430966 h 3200400"/>
              <a:gd name="connsiteX75" fmla="*/ 1683834 w 1717288"/>
              <a:gd name="connsiteY75" fmla="*/ 2230244 h 3200400"/>
              <a:gd name="connsiteX76" fmla="*/ 1694986 w 1717288"/>
              <a:gd name="connsiteY76" fmla="*/ 2129883 h 3200400"/>
              <a:gd name="connsiteX77" fmla="*/ 1706137 w 1717288"/>
              <a:gd name="connsiteY77" fmla="*/ 1996068 h 3200400"/>
              <a:gd name="connsiteX78" fmla="*/ 1717288 w 1717288"/>
              <a:gd name="connsiteY78" fmla="*/ 1784195 h 3200400"/>
              <a:gd name="connsiteX79" fmla="*/ 1694986 w 1717288"/>
              <a:gd name="connsiteY79" fmla="*/ 1393902 h 3200400"/>
              <a:gd name="connsiteX80" fmla="*/ 1683834 w 1717288"/>
              <a:gd name="connsiteY80" fmla="*/ 1360449 h 3200400"/>
              <a:gd name="connsiteX81" fmla="*/ 1672683 w 1717288"/>
              <a:gd name="connsiteY81" fmla="*/ 1193180 h 3200400"/>
              <a:gd name="connsiteX82" fmla="*/ 1650381 w 1717288"/>
              <a:gd name="connsiteY82" fmla="*/ 758283 h 3200400"/>
              <a:gd name="connsiteX83" fmla="*/ 1639229 w 1717288"/>
              <a:gd name="connsiteY83" fmla="*/ 702527 h 3200400"/>
              <a:gd name="connsiteX84" fmla="*/ 1628078 w 1717288"/>
              <a:gd name="connsiteY84" fmla="*/ 657922 h 3200400"/>
              <a:gd name="connsiteX85" fmla="*/ 1594625 w 1717288"/>
              <a:gd name="connsiteY85" fmla="*/ 557561 h 3200400"/>
              <a:gd name="connsiteX86" fmla="*/ 1561171 w 1717288"/>
              <a:gd name="connsiteY86" fmla="*/ 457200 h 3200400"/>
              <a:gd name="connsiteX87" fmla="*/ 1550020 w 1717288"/>
              <a:gd name="connsiteY87" fmla="*/ 423746 h 3200400"/>
              <a:gd name="connsiteX88" fmla="*/ 1527717 w 1717288"/>
              <a:gd name="connsiteY88" fmla="*/ 390293 h 3200400"/>
              <a:gd name="connsiteX89" fmla="*/ 1516566 w 1717288"/>
              <a:gd name="connsiteY89" fmla="*/ 345688 h 3200400"/>
              <a:gd name="connsiteX90" fmla="*/ 1438508 w 1717288"/>
              <a:gd name="connsiteY90" fmla="*/ 267629 h 3200400"/>
              <a:gd name="connsiteX91" fmla="*/ 1416205 w 1717288"/>
              <a:gd name="connsiteY91" fmla="*/ 234176 h 3200400"/>
              <a:gd name="connsiteX92" fmla="*/ 1360449 w 1717288"/>
              <a:gd name="connsiteY92" fmla="*/ 178420 h 3200400"/>
              <a:gd name="connsiteX93" fmla="*/ 1315844 w 1717288"/>
              <a:gd name="connsiteY93" fmla="*/ 133815 h 3200400"/>
              <a:gd name="connsiteX94" fmla="*/ 1282390 w 1717288"/>
              <a:gd name="connsiteY94" fmla="*/ 100361 h 3200400"/>
              <a:gd name="connsiteX95" fmla="*/ 1215483 w 1717288"/>
              <a:gd name="connsiteY95" fmla="*/ 78059 h 3200400"/>
              <a:gd name="connsiteX96" fmla="*/ 1182029 w 1717288"/>
              <a:gd name="connsiteY96" fmla="*/ 66907 h 3200400"/>
              <a:gd name="connsiteX97" fmla="*/ 1148576 w 1717288"/>
              <a:gd name="connsiteY97" fmla="*/ 44605 h 3200400"/>
              <a:gd name="connsiteX98" fmla="*/ 1081669 w 1717288"/>
              <a:gd name="connsiteY98" fmla="*/ 22302 h 3200400"/>
              <a:gd name="connsiteX99" fmla="*/ 947854 w 1717288"/>
              <a:gd name="connsiteY99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717288" h="3200400">
                <a:moveTo>
                  <a:pt x="947854" y="0"/>
                </a:moveTo>
                <a:cubicBezTo>
                  <a:pt x="921834" y="3717"/>
                  <a:pt x="895568" y="5996"/>
                  <a:pt x="869795" y="11151"/>
                </a:cubicBezTo>
                <a:cubicBezTo>
                  <a:pt x="858269" y="13456"/>
                  <a:pt x="847644" y="19073"/>
                  <a:pt x="836342" y="22302"/>
                </a:cubicBezTo>
                <a:cubicBezTo>
                  <a:pt x="821606" y="26512"/>
                  <a:pt x="806417" y="29050"/>
                  <a:pt x="791737" y="33454"/>
                </a:cubicBezTo>
                <a:cubicBezTo>
                  <a:pt x="769219" y="40209"/>
                  <a:pt x="747636" y="50054"/>
                  <a:pt x="724829" y="55756"/>
                </a:cubicBezTo>
                <a:cubicBezTo>
                  <a:pt x="709961" y="59473"/>
                  <a:pt x="694904" y="62503"/>
                  <a:pt x="680225" y="66907"/>
                </a:cubicBezTo>
                <a:cubicBezTo>
                  <a:pt x="657707" y="73662"/>
                  <a:pt x="613317" y="89210"/>
                  <a:pt x="613317" y="89210"/>
                </a:cubicBezTo>
                <a:cubicBezTo>
                  <a:pt x="549404" y="185080"/>
                  <a:pt x="634507" y="72258"/>
                  <a:pt x="557561" y="133815"/>
                </a:cubicBezTo>
                <a:cubicBezTo>
                  <a:pt x="547096" y="142187"/>
                  <a:pt x="543631" y="156803"/>
                  <a:pt x="535259" y="167268"/>
                </a:cubicBezTo>
                <a:cubicBezTo>
                  <a:pt x="528691" y="175478"/>
                  <a:pt x="519524" y="181361"/>
                  <a:pt x="512956" y="189571"/>
                </a:cubicBezTo>
                <a:cubicBezTo>
                  <a:pt x="504584" y="200036"/>
                  <a:pt x="499026" y="212559"/>
                  <a:pt x="490654" y="223024"/>
                </a:cubicBezTo>
                <a:cubicBezTo>
                  <a:pt x="427096" y="302471"/>
                  <a:pt x="514690" y="175818"/>
                  <a:pt x="446049" y="278780"/>
                </a:cubicBezTo>
                <a:lnTo>
                  <a:pt x="345688" y="579863"/>
                </a:lnTo>
                <a:lnTo>
                  <a:pt x="312234" y="680224"/>
                </a:lnTo>
                <a:cubicBezTo>
                  <a:pt x="308517" y="691375"/>
                  <a:pt x="307603" y="703898"/>
                  <a:pt x="301083" y="713678"/>
                </a:cubicBezTo>
                <a:cubicBezTo>
                  <a:pt x="293649" y="724829"/>
                  <a:pt x="284224" y="734885"/>
                  <a:pt x="278781" y="747132"/>
                </a:cubicBezTo>
                <a:cubicBezTo>
                  <a:pt x="278774" y="747147"/>
                  <a:pt x="250905" y="830758"/>
                  <a:pt x="245327" y="847493"/>
                </a:cubicBezTo>
                <a:lnTo>
                  <a:pt x="211873" y="947854"/>
                </a:lnTo>
                <a:cubicBezTo>
                  <a:pt x="208156" y="959005"/>
                  <a:pt x="203573" y="969904"/>
                  <a:pt x="200722" y="981307"/>
                </a:cubicBezTo>
                <a:cubicBezTo>
                  <a:pt x="197005" y="996175"/>
                  <a:pt x="192395" y="1010849"/>
                  <a:pt x="189571" y="1025912"/>
                </a:cubicBezTo>
                <a:cubicBezTo>
                  <a:pt x="181238" y="1070358"/>
                  <a:pt x="178237" y="1115857"/>
                  <a:pt x="167269" y="1159727"/>
                </a:cubicBezTo>
                <a:cubicBezTo>
                  <a:pt x="163552" y="1174595"/>
                  <a:pt x="159442" y="1189371"/>
                  <a:pt x="156117" y="1204332"/>
                </a:cubicBezTo>
                <a:cubicBezTo>
                  <a:pt x="152005" y="1222834"/>
                  <a:pt x="149953" y="1241802"/>
                  <a:pt x="144966" y="1260088"/>
                </a:cubicBezTo>
                <a:cubicBezTo>
                  <a:pt x="138781" y="1282768"/>
                  <a:pt x="130098" y="1304693"/>
                  <a:pt x="122664" y="1326995"/>
                </a:cubicBezTo>
                <a:lnTo>
                  <a:pt x="100361" y="1393902"/>
                </a:lnTo>
                <a:cubicBezTo>
                  <a:pt x="96644" y="1405053"/>
                  <a:pt x="92061" y="1415952"/>
                  <a:pt x="89210" y="1427356"/>
                </a:cubicBezTo>
                <a:cubicBezTo>
                  <a:pt x="85493" y="1442224"/>
                  <a:pt x="82269" y="1457225"/>
                  <a:pt x="78059" y="1471961"/>
                </a:cubicBezTo>
                <a:cubicBezTo>
                  <a:pt x="59434" y="1537150"/>
                  <a:pt x="73185" y="1471591"/>
                  <a:pt x="55756" y="1550020"/>
                </a:cubicBezTo>
                <a:cubicBezTo>
                  <a:pt x="51644" y="1568522"/>
                  <a:pt x="49592" y="1587490"/>
                  <a:pt x="44605" y="1605776"/>
                </a:cubicBezTo>
                <a:cubicBezTo>
                  <a:pt x="44595" y="1605814"/>
                  <a:pt x="16733" y="1689392"/>
                  <a:pt x="11151" y="1706137"/>
                </a:cubicBezTo>
                <a:lnTo>
                  <a:pt x="0" y="1739590"/>
                </a:lnTo>
                <a:cubicBezTo>
                  <a:pt x="3717" y="1825083"/>
                  <a:pt x="4588" y="1910747"/>
                  <a:pt x="11151" y="1996068"/>
                </a:cubicBezTo>
                <a:cubicBezTo>
                  <a:pt x="12053" y="2007788"/>
                  <a:pt x="17046" y="2019008"/>
                  <a:pt x="22303" y="2029522"/>
                </a:cubicBezTo>
                <a:cubicBezTo>
                  <a:pt x="45189" y="2075293"/>
                  <a:pt x="39245" y="2050699"/>
                  <a:pt x="66908" y="2085278"/>
                </a:cubicBezTo>
                <a:cubicBezTo>
                  <a:pt x="75280" y="2095743"/>
                  <a:pt x="77845" y="2111629"/>
                  <a:pt x="89210" y="2118732"/>
                </a:cubicBezTo>
                <a:cubicBezTo>
                  <a:pt x="109145" y="2131192"/>
                  <a:pt x="133815" y="2133600"/>
                  <a:pt x="156117" y="2141034"/>
                </a:cubicBezTo>
                <a:lnTo>
                  <a:pt x="189571" y="2152185"/>
                </a:lnTo>
                <a:cubicBezTo>
                  <a:pt x="197005" y="2159619"/>
                  <a:pt x="202469" y="2169786"/>
                  <a:pt x="211873" y="2174488"/>
                </a:cubicBezTo>
                <a:cubicBezTo>
                  <a:pt x="232900" y="2185002"/>
                  <a:pt x="278781" y="2196790"/>
                  <a:pt x="278781" y="2196790"/>
                </a:cubicBezTo>
                <a:cubicBezTo>
                  <a:pt x="286215" y="2204224"/>
                  <a:pt x="291679" y="2214391"/>
                  <a:pt x="301083" y="2219093"/>
                </a:cubicBezTo>
                <a:cubicBezTo>
                  <a:pt x="322110" y="2229606"/>
                  <a:pt x="345688" y="2233961"/>
                  <a:pt x="367990" y="2241395"/>
                </a:cubicBezTo>
                <a:cubicBezTo>
                  <a:pt x="379141" y="2245112"/>
                  <a:pt x="389918" y="2250241"/>
                  <a:pt x="401444" y="2252546"/>
                </a:cubicBezTo>
                <a:cubicBezTo>
                  <a:pt x="420029" y="2256263"/>
                  <a:pt x="438914" y="2258711"/>
                  <a:pt x="457200" y="2263698"/>
                </a:cubicBezTo>
                <a:cubicBezTo>
                  <a:pt x="479881" y="2269884"/>
                  <a:pt x="501805" y="2278566"/>
                  <a:pt x="524108" y="2286000"/>
                </a:cubicBezTo>
                <a:lnTo>
                  <a:pt x="557561" y="2297151"/>
                </a:lnTo>
                <a:lnTo>
                  <a:pt x="613317" y="2352907"/>
                </a:lnTo>
                <a:cubicBezTo>
                  <a:pt x="620751" y="2360341"/>
                  <a:pt x="629788" y="2366462"/>
                  <a:pt x="635620" y="2375210"/>
                </a:cubicBezTo>
                <a:cubicBezTo>
                  <a:pt x="643054" y="2386361"/>
                  <a:pt x="649097" y="2398577"/>
                  <a:pt x="657922" y="2408663"/>
                </a:cubicBezTo>
                <a:cubicBezTo>
                  <a:pt x="675230" y="2428444"/>
                  <a:pt x="695092" y="2445834"/>
                  <a:pt x="713678" y="2464420"/>
                </a:cubicBezTo>
                <a:cubicBezTo>
                  <a:pt x="721112" y="2471854"/>
                  <a:pt x="730149" y="2477974"/>
                  <a:pt x="735981" y="2486722"/>
                </a:cubicBezTo>
                <a:cubicBezTo>
                  <a:pt x="786418" y="2562377"/>
                  <a:pt x="761633" y="2534675"/>
                  <a:pt x="802888" y="2575932"/>
                </a:cubicBezTo>
                <a:cubicBezTo>
                  <a:pt x="834476" y="2670697"/>
                  <a:pt x="790421" y="2555154"/>
                  <a:pt x="836342" y="2631688"/>
                </a:cubicBezTo>
                <a:cubicBezTo>
                  <a:pt x="842390" y="2641767"/>
                  <a:pt x="842236" y="2654628"/>
                  <a:pt x="847493" y="2665141"/>
                </a:cubicBezTo>
                <a:cubicBezTo>
                  <a:pt x="853487" y="2677128"/>
                  <a:pt x="864352" y="2686348"/>
                  <a:pt x="869795" y="2698595"/>
                </a:cubicBezTo>
                <a:cubicBezTo>
                  <a:pt x="910798" y="2790852"/>
                  <a:pt x="868599" y="2742002"/>
                  <a:pt x="914400" y="2787805"/>
                </a:cubicBezTo>
                <a:cubicBezTo>
                  <a:pt x="921834" y="2810107"/>
                  <a:pt x="920080" y="2838088"/>
                  <a:pt x="936703" y="2854712"/>
                </a:cubicBezTo>
                <a:cubicBezTo>
                  <a:pt x="990552" y="2908563"/>
                  <a:pt x="925039" y="2840132"/>
                  <a:pt x="981308" y="2910468"/>
                </a:cubicBezTo>
                <a:cubicBezTo>
                  <a:pt x="999470" y="2933171"/>
                  <a:pt x="1012220" y="2938511"/>
                  <a:pt x="1037064" y="2955073"/>
                </a:cubicBezTo>
                <a:cubicBezTo>
                  <a:pt x="1051932" y="2977375"/>
                  <a:pt x="1062716" y="3003026"/>
                  <a:pt x="1081669" y="3021980"/>
                </a:cubicBezTo>
                <a:cubicBezTo>
                  <a:pt x="1089103" y="3029414"/>
                  <a:pt x="1097403" y="3036073"/>
                  <a:pt x="1103971" y="3044283"/>
                </a:cubicBezTo>
                <a:cubicBezTo>
                  <a:pt x="1117999" y="3061818"/>
                  <a:pt x="1127862" y="3087611"/>
                  <a:pt x="1148576" y="3100039"/>
                </a:cubicBezTo>
                <a:cubicBezTo>
                  <a:pt x="1158655" y="3106086"/>
                  <a:pt x="1170878" y="3107473"/>
                  <a:pt x="1182029" y="3111190"/>
                </a:cubicBezTo>
                <a:cubicBezTo>
                  <a:pt x="1251490" y="3180651"/>
                  <a:pt x="1150927" y="3086738"/>
                  <a:pt x="1237786" y="3144644"/>
                </a:cubicBezTo>
                <a:cubicBezTo>
                  <a:pt x="1250908" y="3153392"/>
                  <a:pt x="1257453" y="3170439"/>
                  <a:pt x="1271239" y="3178098"/>
                </a:cubicBezTo>
                <a:cubicBezTo>
                  <a:pt x="1291790" y="3189515"/>
                  <a:pt x="1338147" y="3200400"/>
                  <a:pt x="1338147" y="3200400"/>
                </a:cubicBezTo>
                <a:cubicBezTo>
                  <a:pt x="1408887" y="3190294"/>
                  <a:pt x="1428859" y="3198897"/>
                  <a:pt x="1483112" y="3144644"/>
                </a:cubicBezTo>
                <a:cubicBezTo>
                  <a:pt x="1490546" y="3137210"/>
                  <a:pt x="1499107" y="3130752"/>
                  <a:pt x="1505415" y="3122341"/>
                </a:cubicBezTo>
                <a:cubicBezTo>
                  <a:pt x="1521498" y="3100898"/>
                  <a:pt x="1550020" y="3055434"/>
                  <a:pt x="1550020" y="3055434"/>
                </a:cubicBezTo>
                <a:lnTo>
                  <a:pt x="1583473" y="2955073"/>
                </a:lnTo>
                <a:lnTo>
                  <a:pt x="1594625" y="2921620"/>
                </a:lnTo>
                <a:lnTo>
                  <a:pt x="1605776" y="2888166"/>
                </a:lnTo>
                <a:cubicBezTo>
                  <a:pt x="1609493" y="2854712"/>
                  <a:pt x="1612994" y="2821234"/>
                  <a:pt x="1616927" y="2787805"/>
                </a:cubicBezTo>
                <a:cubicBezTo>
                  <a:pt x="1622945" y="2736652"/>
                  <a:pt x="1626934" y="2692017"/>
                  <a:pt x="1639229" y="2642839"/>
                </a:cubicBezTo>
                <a:cubicBezTo>
                  <a:pt x="1642080" y="2631435"/>
                  <a:pt x="1646664" y="2620536"/>
                  <a:pt x="1650381" y="2609385"/>
                </a:cubicBezTo>
                <a:cubicBezTo>
                  <a:pt x="1658695" y="2551187"/>
                  <a:pt x="1668359" y="2489344"/>
                  <a:pt x="1672683" y="2430966"/>
                </a:cubicBezTo>
                <a:cubicBezTo>
                  <a:pt x="1677633" y="2364139"/>
                  <a:pt x="1678884" y="2297071"/>
                  <a:pt x="1683834" y="2230244"/>
                </a:cubicBezTo>
                <a:cubicBezTo>
                  <a:pt x="1686321" y="2196676"/>
                  <a:pt x="1691795" y="2163391"/>
                  <a:pt x="1694986" y="2129883"/>
                </a:cubicBezTo>
                <a:cubicBezTo>
                  <a:pt x="1699230" y="2085325"/>
                  <a:pt x="1703255" y="2040735"/>
                  <a:pt x="1706137" y="1996068"/>
                </a:cubicBezTo>
                <a:cubicBezTo>
                  <a:pt x="1710690" y="1925493"/>
                  <a:pt x="1713571" y="1854819"/>
                  <a:pt x="1717288" y="1784195"/>
                </a:cubicBezTo>
                <a:cubicBezTo>
                  <a:pt x="1709854" y="1654097"/>
                  <a:pt x="1705242" y="1523808"/>
                  <a:pt x="1694986" y="1393902"/>
                </a:cubicBezTo>
                <a:cubicBezTo>
                  <a:pt x="1694061" y="1382184"/>
                  <a:pt x="1685132" y="1372131"/>
                  <a:pt x="1683834" y="1360449"/>
                </a:cubicBezTo>
                <a:cubicBezTo>
                  <a:pt x="1677663" y="1304911"/>
                  <a:pt x="1675279" y="1249000"/>
                  <a:pt x="1672683" y="1193180"/>
                </a:cubicBezTo>
                <a:cubicBezTo>
                  <a:pt x="1665594" y="1040763"/>
                  <a:pt x="1668782" y="905484"/>
                  <a:pt x="1650381" y="758283"/>
                </a:cubicBezTo>
                <a:cubicBezTo>
                  <a:pt x="1648030" y="739476"/>
                  <a:pt x="1643341" y="721029"/>
                  <a:pt x="1639229" y="702527"/>
                </a:cubicBezTo>
                <a:cubicBezTo>
                  <a:pt x="1635904" y="687566"/>
                  <a:pt x="1632482" y="672602"/>
                  <a:pt x="1628078" y="657922"/>
                </a:cubicBezTo>
                <a:cubicBezTo>
                  <a:pt x="1617945" y="624146"/>
                  <a:pt x="1605776" y="591015"/>
                  <a:pt x="1594625" y="557561"/>
                </a:cubicBezTo>
                <a:lnTo>
                  <a:pt x="1561171" y="457200"/>
                </a:lnTo>
                <a:cubicBezTo>
                  <a:pt x="1557454" y="446049"/>
                  <a:pt x="1556540" y="433526"/>
                  <a:pt x="1550020" y="423746"/>
                </a:cubicBezTo>
                <a:lnTo>
                  <a:pt x="1527717" y="390293"/>
                </a:lnTo>
                <a:cubicBezTo>
                  <a:pt x="1524000" y="375425"/>
                  <a:pt x="1524689" y="358684"/>
                  <a:pt x="1516566" y="345688"/>
                </a:cubicBezTo>
                <a:cubicBezTo>
                  <a:pt x="1473261" y="276400"/>
                  <a:pt x="1477491" y="326101"/>
                  <a:pt x="1438508" y="267629"/>
                </a:cubicBezTo>
                <a:cubicBezTo>
                  <a:pt x="1431074" y="256478"/>
                  <a:pt x="1425030" y="244262"/>
                  <a:pt x="1416205" y="234176"/>
                </a:cubicBezTo>
                <a:cubicBezTo>
                  <a:pt x="1398897" y="214396"/>
                  <a:pt x="1379034" y="197005"/>
                  <a:pt x="1360449" y="178420"/>
                </a:cubicBezTo>
                <a:lnTo>
                  <a:pt x="1315844" y="133815"/>
                </a:lnTo>
                <a:cubicBezTo>
                  <a:pt x="1304693" y="122664"/>
                  <a:pt x="1297351" y="105348"/>
                  <a:pt x="1282390" y="100361"/>
                </a:cubicBezTo>
                <a:lnTo>
                  <a:pt x="1215483" y="78059"/>
                </a:lnTo>
                <a:cubicBezTo>
                  <a:pt x="1204332" y="74342"/>
                  <a:pt x="1191809" y="73427"/>
                  <a:pt x="1182029" y="66907"/>
                </a:cubicBezTo>
                <a:cubicBezTo>
                  <a:pt x="1170878" y="59473"/>
                  <a:pt x="1160823" y="50048"/>
                  <a:pt x="1148576" y="44605"/>
                </a:cubicBezTo>
                <a:cubicBezTo>
                  <a:pt x="1127093" y="35057"/>
                  <a:pt x="1105081" y="24430"/>
                  <a:pt x="1081669" y="22302"/>
                </a:cubicBezTo>
                <a:lnTo>
                  <a:pt x="947854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7A7998-034B-8361-802F-AD7FD354B107}"/>
              </a:ext>
            </a:extLst>
          </p:cNvPr>
          <p:cNvGrpSpPr/>
          <p:nvPr/>
        </p:nvGrpSpPr>
        <p:grpSpPr>
          <a:xfrm>
            <a:off x="6086859" y="2288976"/>
            <a:ext cx="2258952" cy="3612693"/>
            <a:chOff x="6086859" y="2288976"/>
            <a:chExt cx="2258952" cy="36126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44F9E86-0277-B4F6-6745-439A738FBC36}"/>
                    </a:ext>
                  </a:extLst>
                </p:cNvPr>
                <p:cNvSpPr txBox="1"/>
                <p:nvPr/>
              </p:nvSpPr>
              <p:spPr>
                <a:xfrm>
                  <a:off x="6086859" y="2288976"/>
                  <a:ext cx="22589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chemeClr val="tx2"/>
                      </a:solidFill>
                    </a:rPr>
                    <a:t>Further</a:t>
                  </a:r>
                  <a:r>
                    <a:rPr lang="zh-CN" altLang="en-US" dirty="0">
                      <a:solidFill>
                        <a:schemeClr val="tx2"/>
                      </a:solidFill>
                    </a:rPr>
                    <a:t> </a:t>
                  </a:r>
                  <a:r>
                    <a:rPr lang="en-US" altLang="zh-CN" dirty="0">
                      <a:solidFill>
                        <a:schemeClr val="tx2"/>
                      </a:solidFill>
                    </a:rPr>
                    <a:t>decompose</a:t>
                  </a:r>
                  <a:r>
                    <a:rPr lang="zh-CN" altLang="en-US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44F9E86-0277-B4F6-6745-439A738FB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859" y="2288976"/>
                  <a:ext cx="225895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6145" t="-26087" r="-1117" b="-4782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779E1D-55E0-E09E-BE0F-FCDA44FC9ABE}"/>
                </a:ext>
              </a:extLst>
            </p:cNvPr>
            <p:cNvSpPr/>
            <p:nvPr/>
          </p:nvSpPr>
          <p:spPr>
            <a:xfrm>
              <a:off x="7024686" y="286035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A04C94-44EC-3989-6FAE-FEB8A06B4AE4}"/>
                </a:ext>
              </a:extLst>
            </p:cNvPr>
            <p:cNvSpPr/>
            <p:nvPr/>
          </p:nvSpPr>
          <p:spPr>
            <a:xfrm>
              <a:off x="6513693" y="43084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806F99-6511-D41F-6684-A53FACF828EA}"/>
                </a:ext>
              </a:extLst>
            </p:cNvPr>
            <p:cNvSpPr/>
            <p:nvPr/>
          </p:nvSpPr>
          <p:spPr>
            <a:xfrm>
              <a:off x="7478998" y="3718029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D02F6F-B10F-E8E6-455A-7F26DE51A049}"/>
                </a:ext>
              </a:extLst>
            </p:cNvPr>
            <p:cNvCxnSpPr>
              <a:cxnSpLocks/>
              <a:stCxn id="11" idx="3"/>
              <a:endCxn id="12" idx="0"/>
            </p:cNvCxnSpPr>
            <p:nvPr/>
          </p:nvCxnSpPr>
          <p:spPr>
            <a:xfrm flipH="1">
              <a:off x="6817020" y="3378166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A286113-6E1C-D744-7DA1-A15137A3C5F7}"/>
                </a:ext>
              </a:extLst>
            </p:cNvPr>
            <p:cNvCxnSpPr>
              <a:cxnSpLocks/>
              <a:stCxn id="11" idx="5"/>
              <a:endCxn id="14" idx="0"/>
            </p:cNvCxnSpPr>
            <p:nvPr/>
          </p:nvCxnSpPr>
          <p:spPr>
            <a:xfrm>
              <a:off x="7542497" y="3378166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3E9259D-C675-07BB-2552-0FD990B1AEA2}"/>
                </a:ext>
              </a:extLst>
            </p:cNvPr>
            <p:cNvSpPr/>
            <p:nvPr/>
          </p:nvSpPr>
          <p:spPr>
            <a:xfrm>
              <a:off x="7435717" y="5295016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18F456D-197D-48A7-B71F-A78F0BAC55D0}"/>
                </a:ext>
              </a:extLst>
            </p:cNvPr>
            <p:cNvCxnSpPr>
              <a:cxnSpLocks/>
              <a:stCxn id="14" idx="3"/>
              <a:endCxn id="12" idx="6"/>
            </p:cNvCxnSpPr>
            <p:nvPr/>
          </p:nvCxnSpPr>
          <p:spPr>
            <a:xfrm flipH="1">
              <a:off x="7120346" y="4235840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F39DE63-2427-577C-130F-75495BB4B03F}"/>
                </a:ext>
              </a:extLst>
            </p:cNvPr>
            <p:cNvCxnSpPr>
              <a:cxnSpLocks/>
              <a:stCxn id="14" idx="4"/>
              <a:endCxn id="17" idx="0"/>
            </p:cNvCxnSpPr>
            <p:nvPr/>
          </p:nvCxnSpPr>
          <p:spPr>
            <a:xfrm flipH="1">
              <a:off x="7739044" y="4324682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7D1F9B-CAC6-21E9-88C2-7CA10C51E37D}"/>
                </a:ext>
              </a:extLst>
            </p:cNvPr>
            <p:cNvSpPr txBox="1"/>
            <p:nvPr/>
          </p:nvSpPr>
          <p:spPr>
            <a:xfrm>
              <a:off x="6733221" y="3576072"/>
              <a:ext cx="2936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F9FB6E-EFBC-03E5-A920-4B182EB7B687}"/>
                </a:ext>
              </a:extLst>
            </p:cNvPr>
            <p:cNvSpPr txBox="1"/>
            <p:nvPr/>
          </p:nvSpPr>
          <p:spPr>
            <a:xfrm>
              <a:off x="7592209" y="3313119"/>
              <a:ext cx="2936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554C6B-1FEE-136D-B7E3-D3C4C560E7BD}"/>
                </a:ext>
              </a:extLst>
            </p:cNvPr>
            <p:cNvSpPr txBox="1"/>
            <p:nvPr/>
          </p:nvSpPr>
          <p:spPr>
            <a:xfrm>
              <a:off x="7739043" y="4623558"/>
              <a:ext cx="2936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C375D8-27C6-BF1F-02ED-29885875CF0F}"/>
                </a:ext>
              </a:extLst>
            </p:cNvPr>
            <p:cNvSpPr txBox="1"/>
            <p:nvPr/>
          </p:nvSpPr>
          <p:spPr>
            <a:xfrm>
              <a:off x="7181177" y="4152569"/>
              <a:ext cx="2936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C01676-063B-1D2E-31A4-44EF9FCB6B78}"/>
              </a:ext>
            </a:extLst>
          </p:cNvPr>
          <p:cNvCxnSpPr>
            <a:cxnSpLocks/>
          </p:cNvCxnSpPr>
          <p:nvPr/>
        </p:nvCxnSpPr>
        <p:spPr>
          <a:xfrm>
            <a:off x="7234229" y="3895301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202D21-3A9D-6C19-B0BE-D6C00C1A4F0F}"/>
              </a:ext>
            </a:extLst>
          </p:cNvPr>
          <p:cNvCxnSpPr>
            <a:cxnSpLocks/>
          </p:cNvCxnSpPr>
          <p:nvPr/>
        </p:nvCxnSpPr>
        <p:spPr>
          <a:xfrm>
            <a:off x="6288973" y="4498633"/>
            <a:ext cx="1056094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33">
            <a:extLst>
              <a:ext uri="{FF2B5EF4-FFF2-40B4-BE49-F238E27FC236}">
                <a16:creationId xmlns:a16="http://schemas.microsoft.com/office/drawing/2014/main" id="{57494631-1CE1-5456-32FB-7DB9F33CF693}"/>
              </a:ext>
            </a:extLst>
          </p:cNvPr>
          <p:cNvSpPr/>
          <p:nvPr/>
        </p:nvSpPr>
        <p:spPr>
          <a:xfrm>
            <a:off x="6463146" y="2772575"/>
            <a:ext cx="1697093" cy="2227549"/>
          </a:xfrm>
          <a:custGeom>
            <a:avLst/>
            <a:gdLst>
              <a:gd name="connsiteX0" fmla="*/ 767825 w 1697093"/>
              <a:gd name="connsiteY0" fmla="*/ 23533 h 2227549"/>
              <a:gd name="connsiteX1" fmla="*/ 715786 w 1697093"/>
              <a:gd name="connsiteY1" fmla="*/ 16099 h 2227549"/>
              <a:gd name="connsiteX2" fmla="*/ 671181 w 1697093"/>
              <a:gd name="connsiteY2" fmla="*/ 30967 h 2227549"/>
              <a:gd name="connsiteX3" fmla="*/ 648879 w 1697093"/>
              <a:gd name="connsiteY3" fmla="*/ 45835 h 2227549"/>
              <a:gd name="connsiteX4" fmla="*/ 611708 w 1697093"/>
              <a:gd name="connsiteY4" fmla="*/ 83006 h 2227549"/>
              <a:gd name="connsiteX5" fmla="*/ 567103 w 1697093"/>
              <a:gd name="connsiteY5" fmla="*/ 120177 h 2227549"/>
              <a:gd name="connsiteX6" fmla="*/ 552235 w 1697093"/>
              <a:gd name="connsiteY6" fmla="*/ 142479 h 2227549"/>
              <a:gd name="connsiteX7" fmla="*/ 529932 w 1697093"/>
              <a:gd name="connsiteY7" fmla="*/ 164782 h 2227549"/>
              <a:gd name="connsiteX8" fmla="*/ 515064 w 1697093"/>
              <a:gd name="connsiteY8" fmla="*/ 187084 h 2227549"/>
              <a:gd name="connsiteX9" fmla="*/ 492762 w 1697093"/>
              <a:gd name="connsiteY9" fmla="*/ 216821 h 2227549"/>
              <a:gd name="connsiteX10" fmla="*/ 463025 w 1697093"/>
              <a:gd name="connsiteY10" fmla="*/ 261425 h 2227549"/>
              <a:gd name="connsiteX11" fmla="*/ 448157 w 1697093"/>
              <a:gd name="connsiteY11" fmla="*/ 276294 h 2227549"/>
              <a:gd name="connsiteX12" fmla="*/ 410986 w 1697093"/>
              <a:gd name="connsiteY12" fmla="*/ 335767 h 2227549"/>
              <a:gd name="connsiteX13" fmla="*/ 396118 w 1697093"/>
              <a:gd name="connsiteY13" fmla="*/ 358069 h 2227549"/>
              <a:gd name="connsiteX14" fmla="*/ 381249 w 1697093"/>
              <a:gd name="connsiteY14" fmla="*/ 372938 h 2227549"/>
              <a:gd name="connsiteX15" fmla="*/ 358947 w 1697093"/>
              <a:gd name="connsiteY15" fmla="*/ 424977 h 2227549"/>
              <a:gd name="connsiteX16" fmla="*/ 351513 w 1697093"/>
              <a:gd name="connsiteY16" fmla="*/ 447279 h 2227549"/>
              <a:gd name="connsiteX17" fmla="*/ 336645 w 1697093"/>
              <a:gd name="connsiteY17" fmla="*/ 469582 h 2227549"/>
              <a:gd name="connsiteX18" fmla="*/ 314342 w 1697093"/>
              <a:gd name="connsiteY18" fmla="*/ 514186 h 2227549"/>
              <a:gd name="connsiteX19" fmla="*/ 306908 w 1697093"/>
              <a:gd name="connsiteY19" fmla="*/ 536489 h 2227549"/>
              <a:gd name="connsiteX20" fmla="*/ 277171 w 1697093"/>
              <a:gd name="connsiteY20" fmla="*/ 588528 h 2227549"/>
              <a:gd name="connsiteX21" fmla="*/ 254869 w 1697093"/>
              <a:gd name="connsiteY21" fmla="*/ 655435 h 2227549"/>
              <a:gd name="connsiteX22" fmla="*/ 232566 w 1697093"/>
              <a:gd name="connsiteY22" fmla="*/ 692606 h 2227549"/>
              <a:gd name="connsiteX23" fmla="*/ 202830 w 1697093"/>
              <a:gd name="connsiteY23" fmla="*/ 774382 h 2227549"/>
              <a:gd name="connsiteX24" fmla="*/ 180527 w 1697093"/>
              <a:gd name="connsiteY24" fmla="*/ 848723 h 2227549"/>
              <a:gd name="connsiteX25" fmla="*/ 165659 w 1697093"/>
              <a:gd name="connsiteY25" fmla="*/ 893328 h 2227549"/>
              <a:gd name="connsiteX26" fmla="*/ 158225 w 1697093"/>
              <a:gd name="connsiteY26" fmla="*/ 923065 h 2227549"/>
              <a:gd name="connsiteX27" fmla="*/ 150791 w 1697093"/>
              <a:gd name="connsiteY27" fmla="*/ 945367 h 2227549"/>
              <a:gd name="connsiteX28" fmla="*/ 143357 w 1697093"/>
              <a:gd name="connsiteY28" fmla="*/ 982538 h 2227549"/>
              <a:gd name="connsiteX29" fmla="*/ 135923 w 1697093"/>
              <a:gd name="connsiteY29" fmla="*/ 1004840 h 2227549"/>
              <a:gd name="connsiteX30" fmla="*/ 121054 w 1697093"/>
              <a:gd name="connsiteY30" fmla="*/ 1071747 h 2227549"/>
              <a:gd name="connsiteX31" fmla="*/ 106186 w 1697093"/>
              <a:gd name="connsiteY31" fmla="*/ 1123786 h 2227549"/>
              <a:gd name="connsiteX32" fmla="*/ 98752 w 1697093"/>
              <a:gd name="connsiteY32" fmla="*/ 1168391 h 2227549"/>
              <a:gd name="connsiteX33" fmla="*/ 83884 w 1697093"/>
              <a:gd name="connsiteY33" fmla="*/ 1250167 h 2227549"/>
              <a:gd name="connsiteX34" fmla="*/ 76449 w 1697093"/>
              <a:gd name="connsiteY34" fmla="*/ 1302206 h 2227549"/>
              <a:gd name="connsiteX35" fmla="*/ 69015 w 1697093"/>
              <a:gd name="connsiteY35" fmla="*/ 1331943 h 2227549"/>
              <a:gd name="connsiteX36" fmla="*/ 54147 w 1697093"/>
              <a:gd name="connsiteY36" fmla="*/ 1413718 h 2227549"/>
              <a:gd name="connsiteX37" fmla="*/ 46713 w 1697093"/>
              <a:gd name="connsiteY37" fmla="*/ 1443455 h 2227549"/>
              <a:gd name="connsiteX38" fmla="*/ 39279 w 1697093"/>
              <a:gd name="connsiteY38" fmla="*/ 1488060 h 2227549"/>
              <a:gd name="connsiteX39" fmla="*/ 24410 w 1697093"/>
              <a:gd name="connsiteY39" fmla="*/ 1547533 h 2227549"/>
              <a:gd name="connsiteX40" fmla="*/ 9542 w 1697093"/>
              <a:gd name="connsiteY40" fmla="*/ 1599572 h 2227549"/>
              <a:gd name="connsiteX41" fmla="*/ 2108 w 1697093"/>
              <a:gd name="connsiteY41" fmla="*/ 1651611 h 2227549"/>
              <a:gd name="connsiteX42" fmla="*/ 16976 w 1697093"/>
              <a:gd name="connsiteY42" fmla="*/ 1978713 h 2227549"/>
              <a:gd name="connsiteX43" fmla="*/ 31845 w 1697093"/>
              <a:gd name="connsiteY43" fmla="*/ 2023318 h 2227549"/>
              <a:gd name="connsiteX44" fmla="*/ 39279 w 1697093"/>
              <a:gd name="connsiteY44" fmla="*/ 2045621 h 2227549"/>
              <a:gd name="connsiteX45" fmla="*/ 69015 w 1697093"/>
              <a:gd name="connsiteY45" fmla="*/ 2090225 h 2227549"/>
              <a:gd name="connsiteX46" fmla="*/ 83884 w 1697093"/>
              <a:gd name="connsiteY46" fmla="*/ 2112528 h 2227549"/>
              <a:gd name="connsiteX47" fmla="*/ 106186 w 1697093"/>
              <a:gd name="connsiteY47" fmla="*/ 2149699 h 2227549"/>
              <a:gd name="connsiteX48" fmla="*/ 113620 w 1697093"/>
              <a:gd name="connsiteY48" fmla="*/ 2172001 h 2227549"/>
              <a:gd name="connsiteX49" fmla="*/ 135923 w 1697093"/>
              <a:gd name="connsiteY49" fmla="*/ 2186869 h 2227549"/>
              <a:gd name="connsiteX50" fmla="*/ 150791 w 1697093"/>
              <a:gd name="connsiteY50" fmla="*/ 2201738 h 2227549"/>
              <a:gd name="connsiteX51" fmla="*/ 195396 w 1697093"/>
              <a:gd name="connsiteY51" fmla="*/ 2216606 h 2227549"/>
              <a:gd name="connsiteX52" fmla="*/ 217698 w 1697093"/>
              <a:gd name="connsiteY52" fmla="*/ 2224040 h 2227549"/>
              <a:gd name="connsiteX53" fmla="*/ 559669 w 1697093"/>
              <a:gd name="connsiteY53" fmla="*/ 2209172 h 2227549"/>
              <a:gd name="connsiteX54" fmla="*/ 581971 w 1697093"/>
              <a:gd name="connsiteY54" fmla="*/ 2201738 h 2227549"/>
              <a:gd name="connsiteX55" fmla="*/ 626576 w 1697093"/>
              <a:gd name="connsiteY55" fmla="*/ 2164567 h 2227549"/>
              <a:gd name="connsiteX56" fmla="*/ 656313 w 1697093"/>
              <a:gd name="connsiteY56" fmla="*/ 2112528 h 2227549"/>
              <a:gd name="connsiteX57" fmla="*/ 671181 w 1697093"/>
              <a:gd name="connsiteY57" fmla="*/ 2067923 h 2227549"/>
              <a:gd name="connsiteX58" fmla="*/ 686049 w 1697093"/>
              <a:gd name="connsiteY58" fmla="*/ 2038186 h 2227549"/>
              <a:gd name="connsiteX59" fmla="*/ 693484 w 1697093"/>
              <a:gd name="connsiteY59" fmla="*/ 2015884 h 2227549"/>
              <a:gd name="connsiteX60" fmla="*/ 723220 w 1697093"/>
              <a:gd name="connsiteY60" fmla="*/ 1971279 h 2227549"/>
              <a:gd name="connsiteX61" fmla="*/ 738088 w 1697093"/>
              <a:gd name="connsiteY61" fmla="*/ 1948977 h 2227549"/>
              <a:gd name="connsiteX62" fmla="*/ 752957 w 1697093"/>
              <a:gd name="connsiteY62" fmla="*/ 1934108 h 2227549"/>
              <a:gd name="connsiteX63" fmla="*/ 775259 w 1697093"/>
              <a:gd name="connsiteY63" fmla="*/ 1889504 h 2227549"/>
              <a:gd name="connsiteX64" fmla="*/ 790127 w 1697093"/>
              <a:gd name="connsiteY64" fmla="*/ 1874635 h 2227549"/>
              <a:gd name="connsiteX65" fmla="*/ 797562 w 1697093"/>
              <a:gd name="connsiteY65" fmla="*/ 1852333 h 2227549"/>
              <a:gd name="connsiteX66" fmla="*/ 849601 w 1697093"/>
              <a:gd name="connsiteY66" fmla="*/ 1792860 h 2227549"/>
              <a:gd name="connsiteX67" fmla="*/ 864469 w 1697093"/>
              <a:gd name="connsiteY67" fmla="*/ 1777991 h 2227549"/>
              <a:gd name="connsiteX68" fmla="*/ 909074 w 1697093"/>
              <a:gd name="connsiteY68" fmla="*/ 1748255 h 2227549"/>
              <a:gd name="connsiteX69" fmla="*/ 946245 w 1697093"/>
              <a:gd name="connsiteY69" fmla="*/ 1725952 h 2227549"/>
              <a:gd name="connsiteX70" fmla="*/ 968547 w 1697093"/>
              <a:gd name="connsiteY70" fmla="*/ 1711084 h 2227549"/>
              <a:gd name="connsiteX71" fmla="*/ 990849 w 1697093"/>
              <a:gd name="connsiteY71" fmla="*/ 1703650 h 2227549"/>
              <a:gd name="connsiteX72" fmla="*/ 1005718 w 1697093"/>
              <a:gd name="connsiteY72" fmla="*/ 1688782 h 2227549"/>
              <a:gd name="connsiteX73" fmla="*/ 1050323 w 1697093"/>
              <a:gd name="connsiteY73" fmla="*/ 1673913 h 2227549"/>
              <a:gd name="connsiteX74" fmla="*/ 1094927 w 1697093"/>
              <a:gd name="connsiteY74" fmla="*/ 1651611 h 2227549"/>
              <a:gd name="connsiteX75" fmla="*/ 1117230 w 1697093"/>
              <a:gd name="connsiteY75" fmla="*/ 1636743 h 2227549"/>
              <a:gd name="connsiteX76" fmla="*/ 1206440 w 1697093"/>
              <a:gd name="connsiteY76" fmla="*/ 1614440 h 2227549"/>
              <a:gd name="connsiteX77" fmla="*/ 1474069 w 1697093"/>
              <a:gd name="connsiteY77" fmla="*/ 1607006 h 2227549"/>
              <a:gd name="connsiteX78" fmla="*/ 1518674 w 1697093"/>
              <a:gd name="connsiteY78" fmla="*/ 1592138 h 2227549"/>
              <a:gd name="connsiteX79" fmla="*/ 1540976 w 1697093"/>
              <a:gd name="connsiteY79" fmla="*/ 1584704 h 2227549"/>
              <a:gd name="connsiteX80" fmla="*/ 1555845 w 1697093"/>
              <a:gd name="connsiteY80" fmla="*/ 1569835 h 2227549"/>
              <a:gd name="connsiteX81" fmla="*/ 1578147 w 1697093"/>
              <a:gd name="connsiteY81" fmla="*/ 1554967 h 2227549"/>
              <a:gd name="connsiteX82" fmla="*/ 1622752 w 1697093"/>
              <a:gd name="connsiteY82" fmla="*/ 1473191 h 2227549"/>
              <a:gd name="connsiteX83" fmla="*/ 1630186 w 1697093"/>
              <a:gd name="connsiteY83" fmla="*/ 1450889 h 2227549"/>
              <a:gd name="connsiteX84" fmla="*/ 1645054 w 1697093"/>
              <a:gd name="connsiteY84" fmla="*/ 1428586 h 2227549"/>
              <a:gd name="connsiteX85" fmla="*/ 1659923 w 1697093"/>
              <a:gd name="connsiteY85" fmla="*/ 1383982 h 2227549"/>
              <a:gd name="connsiteX86" fmla="*/ 1674791 w 1697093"/>
              <a:gd name="connsiteY86" fmla="*/ 1331943 h 2227549"/>
              <a:gd name="connsiteX87" fmla="*/ 1682225 w 1697093"/>
              <a:gd name="connsiteY87" fmla="*/ 1309640 h 2227549"/>
              <a:gd name="connsiteX88" fmla="*/ 1697093 w 1697093"/>
              <a:gd name="connsiteY88" fmla="*/ 1242733 h 2227549"/>
              <a:gd name="connsiteX89" fmla="*/ 1689659 w 1697093"/>
              <a:gd name="connsiteY89" fmla="*/ 1086616 h 2227549"/>
              <a:gd name="connsiteX90" fmla="*/ 1674791 w 1697093"/>
              <a:gd name="connsiteY90" fmla="*/ 1042011 h 2227549"/>
              <a:gd name="connsiteX91" fmla="*/ 1667357 w 1697093"/>
              <a:gd name="connsiteY91" fmla="*/ 1019708 h 2227549"/>
              <a:gd name="connsiteX92" fmla="*/ 1652488 w 1697093"/>
              <a:gd name="connsiteY92" fmla="*/ 975104 h 2227549"/>
              <a:gd name="connsiteX93" fmla="*/ 1637620 w 1697093"/>
              <a:gd name="connsiteY93" fmla="*/ 960235 h 2227549"/>
              <a:gd name="connsiteX94" fmla="*/ 1607884 w 1697093"/>
              <a:gd name="connsiteY94" fmla="*/ 885894 h 2227549"/>
              <a:gd name="connsiteX95" fmla="*/ 1578147 w 1697093"/>
              <a:gd name="connsiteY95" fmla="*/ 841289 h 2227549"/>
              <a:gd name="connsiteX96" fmla="*/ 1548410 w 1697093"/>
              <a:gd name="connsiteY96" fmla="*/ 789250 h 2227549"/>
              <a:gd name="connsiteX97" fmla="*/ 1540976 w 1697093"/>
              <a:gd name="connsiteY97" fmla="*/ 766947 h 2227549"/>
              <a:gd name="connsiteX98" fmla="*/ 1496371 w 1697093"/>
              <a:gd name="connsiteY98" fmla="*/ 707474 h 2227549"/>
              <a:gd name="connsiteX99" fmla="*/ 1488937 w 1697093"/>
              <a:gd name="connsiteY99" fmla="*/ 685172 h 2227549"/>
              <a:gd name="connsiteX100" fmla="*/ 1451766 w 1697093"/>
              <a:gd name="connsiteY100" fmla="*/ 640567 h 2227549"/>
              <a:gd name="connsiteX101" fmla="*/ 1429464 w 1697093"/>
              <a:gd name="connsiteY101" fmla="*/ 603396 h 2227549"/>
              <a:gd name="connsiteX102" fmla="*/ 1399727 w 1697093"/>
              <a:gd name="connsiteY102" fmla="*/ 558791 h 2227549"/>
              <a:gd name="connsiteX103" fmla="*/ 1392293 w 1697093"/>
              <a:gd name="connsiteY103" fmla="*/ 536489 h 2227549"/>
              <a:gd name="connsiteX104" fmla="*/ 1355123 w 1697093"/>
              <a:gd name="connsiteY104" fmla="*/ 484450 h 2227549"/>
              <a:gd name="connsiteX105" fmla="*/ 1332820 w 1697093"/>
              <a:gd name="connsiteY105" fmla="*/ 439845 h 2227549"/>
              <a:gd name="connsiteX106" fmla="*/ 1317952 w 1697093"/>
              <a:gd name="connsiteY106" fmla="*/ 410108 h 2227549"/>
              <a:gd name="connsiteX107" fmla="*/ 1288215 w 1697093"/>
              <a:gd name="connsiteY107" fmla="*/ 372938 h 2227549"/>
              <a:gd name="connsiteX108" fmla="*/ 1258479 w 1697093"/>
              <a:gd name="connsiteY108" fmla="*/ 328333 h 2227549"/>
              <a:gd name="connsiteX109" fmla="*/ 1184137 w 1697093"/>
              <a:gd name="connsiteY109" fmla="*/ 216821 h 2227549"/>
              <a:gd name="connsiteX110" fmla="*/ 1154401 w 1697093"/>
              <a:gd name="connsiteY110" fmla="*/ 172216 h 2227549"/>
              <a:gd name="connsiteX111" fmla="*/ 1139532 w 1697093"/>
              <a:gd name="connsiteY111" fmla="*/ 157347 h 2227549"/>
              <a:gd name="connsiteX112" fmla="*/ 1117230 w 1697093"/>
              <a:gd name="connsiteY112" fmla="*/ 112743 h 2227549"/>
              <a:gd name="connsiteX113" fmla="*/ 1102362 w 1697093"/>
              <a:gd name="connsiteY113" fmla="*/ 97874 h 2227549"/>
              <a:gd name="connsiteX114" fmla="*/ 1087493 w 1697093"/>
              <a:gd name="connsiteY114" fmla="*/ 75572 h 2227549"/>
              <a:gd name="connsiteX115" fmla="*/ 1065191 w 1697093"/>
              <a:gd name="connsiteY115" fmla="*/ 60704 h 2227549"/>
              <a:gd name="connsiteX116" fmla="*/ 1028020 w 1697093"/>
              <a:gd name="connsiteY116" fmla="*/ 30967 h 2227549"/>
              <a:gd name="connsiteX117" fmla="*/ 998284 w 1697093"/>
              <a:gd name="connsiteY117" fmla="*/ 23533 h 2227549"/>
              <a:gd name="connsiteX118" fmla="*/ 871903 w 1697093"/>
              <a:gd name="connsiteY118" fmla="*/ 16099 h 2227549"/>
              <a:gd name="connsiteX119" fmla="*/ 782693 w 1697093"/>
              <a:gd name="connsiteY119" fmla="*/ 8665 h 2227549"/>
              <a:gd name="connsiteX120" fmla="*/ 767825 w 1697093"/>
              <a:gd name="connsiteY120" fmla="*/ 23533 h 222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697093" h="2227549">
                <a:moveTo>
                  <a:pt x="767825" y="23533"/>
                </a:moveTo>
                <a:cubicBezTo>
                  <a:pt x="756674" y="24772"/>
                  <a:pt x="733257" y="14755"/>
                  <a:pt x="715786" y="16099"/>
                </a:cubicBezTo>
                <a:cubicBezTo>
                  <a:pt x="700160" y="17301"/>
                  <a:pt x="671181" y="30967"/>
                  <a:pt x="671181" y="30967"/>
                </a:cubicBezTo>
                <a:cubicBezTo>
                  <a:pt x="663747" y="35923"/>
                  <a:pt x="655603" y="39952"/>
                  <a:pt x="648879" y="45835"/>
                </a:cubicBezTo>
                <a:cubicBezTo>
                  <a:pt x="635692" y="57374"/>
                  <a:pt x="625726" y="72493"/>
                  <a:pt x="611708" y="83006"/>
                </a:cubicBezTo>
                <a:cubicBezTo>
                  <a:pt x="597243" y="93854"/>
                  <a:pt x="578920" y="105405"/>
                  <a:pt x="567103" y="120177"/>
                </a:cubicBezTo>
                <a:cubicBezTo>
                  <a:pt x="561522" y="127154"/>
                  <a:pt x="557955" y="135615"/>
                  <a:pt x="552235" y="142479"/>
                </a:cubicBezTo>
                <a:cubicBezTo>
                  <a:pt x="545504" y="150556"/>
                  <a:pt x="536663" y="156705"/>
                  <a:pt x="529932" y="164782"/>
                </a:cubicBezTo>
                <a:cubicBezTo>
                  <a:pt x="524212" y="171646"/>
                  <a:pt x="520257" y="179814"/>
                  <a:pt x="515064" y="187084"/>
                </a:cubicBezTo>
                <a:cubicBezTo>
                  <a:pt x="507862" y="197166"/>
                  <a:pt x="499867" y="206671"/>
                  <a:pt x="492762" y="216821"/>
                </a:cubicBezTo>
                <a:cubicBezTo>
                  <a:pt x="482515" y="231460"/>
                  <a:pt x="475660" y="248789"/>
                  <a:pt x="463025" y="261425"/>
                </a:cubicBezTo>
                <a:cubicBezTo>
                  <a:pt x="458069" y="266381"/>
                  <a:pt x="452536" y="270821"/>
                  <a:pt x="448157" y="276294"/>
                </a:cubicBezTo>
                <a:cubicBezTo>
                  <a:pt x="438442" y="288437"/>
                  <a:pt x="416587" y="326806"/>
                  <a:pt x="410986" y="335767"/>
                </a:cubicBezTo>
                <a:cubicBezTo>
                  <a:pt x="406251" y="343344"/>
                  <a:pt x="401699" y="351092"/>
                  <a:pt x="396118" y="358069"/>
                </a:cubicBezTo>
                <a:cubicBezTo>
                  <a:pt x="391739" y="363542"/>
                  <a:pt x="386205" y="367982"/>
                  <a:pt x="381249" y="372938"/>
                </a:cubicBezTo>
                <a:cubicBezTo>
                  <a:pt x="363815" y="425240"/>
                  <a:pt x="386505" y="360673"/>
                  <a:pt x="358947" y="424977"/>
                </a:cubicBezTo>
                <a:cubicBezTo>
                  <a:pt x="355860" y="432180"/>
                  <a:pt x="355017" y="440270"/>
                  <a:pt x="351513" y="447279"/>
                </a:cubicBezTo>
                <a:cubicBezTo>
                  <a:pt x="347517" y="455271"/>
                  <a:pt x="340641" y="461590"/>
                  <a:pt x="336645" y="469582"/>
                </a:cubicBezTo>
                <a:cubicBezTo>
                  <a:pt x="305868" y="531134"/>
                  <a:pt x="356948" y="450277"/>
                  <a:pt x="314342" y="514186"/>
                </a:cubicBezTo>
                <a:cubicBezTo>
                  <a:pt x="311864" y="521620"/>
                  <a:pt x="309995" y="529286"/>
                  <a:pt x="306908" y="536489"/>
                </a:cubicBezTo>
                <a:cubicBezTo>
                  <a:pt x="295590" y="562898"/>
                  <a:pt x="292103" y="566130"/>
                  <a:pt x="277171" y="588528"/>
                </a:cubicBezTo>
                <a:cubicBezTo>
                  <a:pt x="263369" y="671341"/>
                  <a:pt x="281002" y="603168"/>
                  <a:pt x="254869" y="655435"/>
                </a:cubicBezTo>
                <a:cubicBezTo>
                  <a:pt x="235568" y="694037"/>
                  <a:pt x="261608" y="663566"/>
                  <a:pt x="232566" y="692606"/>
                </a:cubicBezTo>
                <a:cubicBezTo>
                  <a:pt x="215531" y="760747"/>
                  <a:pt x="229033" y="735076"/>
                  <a:pt x="202830" y="774382"/>
                </a:cubicBezTo>
                <a:cubicBezTo>
                  <a:pt x="191594" y="819325"/>
                  <a:pt x="198628" y="794422"/>
                  <a:pt x="180527" y="848723"/>
                </a:cubicBezTo>
                <a:lnTo>
                  <a:pt x="165659" y="893328"/>
                </a:lnTo>
                <a:cubicBezTo>
                  <a:pt x="163181" y="903240"/>
                  <a:pt x="161032" y="913241"/>
                  <a:pt x="158225" y="923065"/>
                </a:cubicBezTo>
                <a:cubicBezTo>
                  <a:pt x="156072" y="930600"/>
                  <a:pt x="152692" y="937765"/>
                  <a:pt x="150791" y="945367"/>
                </a:cubicBezTo>
                <a:cubicBezTo>
                  <a:pt x="147726" y="957625"/>
                  <a:pt x="146422" y="970280"/>
                  <a:pt x="143357" y="982538"/>
                </a:cubicBezTo>
                <a:cubicBezTo>
                  <a:pt x="141456" y="990140"/>
                  <a:pt x="137824" y="997238"/>
                  <a:pt x="135923" y="1004840"/>
                </a:cubicBezTo>
                <a:cubicBezTo>
                  <a:pt x="120592" y="1066162"/>
                  <a:pt x="136317" y="1018325"/>
                  <a:pt x="121054" y="1071747"/>
                </a:cubicBezTo>
                <a:cubicBezTo>
                  <a:pt x="111608" y="1104808"/>
                  <a:pt x="113931" y="1085059"/>
                  <a:pt x="106186" y="1123786"/>
                </a:cubicBezTo>
                <a:cubicBezTo>
                  <a:pt x="103230" y="1138567"/>
                  <a:pt x="101448" y="1153561"/>
                  <a:pt x="98752" y="1168391"/>
                </a:cubicBezTo>
                <a:cubicBezTo>
                  <a:pt x="87149" y="1232207"/>
                  <a:pt x="94842" y="1178945"/>
                  <a:pt x="83884" y="1250167"/>
                </a:cubicBezTo>
                <a:cubicBezTo>
                  <a:pt x="81219" y="1267486"/>
                  <a:pt x="79584" y="1284966"/>
                  <a:pt x="76449" y="1302206"/>
                </a:cubicBezTo>
                <a:cubicBezTo>
                  <a:pt x="74621" y="1312259"/>
                  <a:pt x="71019" y="1321924"/>
                  <a:pt x="69015" y="1331943"/>
                </a:cubicBezTo>
                <a:cubicBezTo>
                  <a:pt x="52876" y="1412641"/>
                  <a:pt x="70093" y="1341958"/>
                  <a:pt x="54147" y="1413718"/>
                </a:cubicBezTo>
                <a:cubicBezTo>
                  <a:pt x="51931" y="1423692"/>
                  <a:pt x="48717" y="1433436"/>
                  <a:pt x="46713" y="1443455"/>
                </a:cubicBezTo>
                <a:cubicBezTo>
                  <a:pt x="43757" y="1458236"/>
                  <a:pt x="42437" y="1473321"/>
                  <a:pt x="39279" y="1488060"/>
                </a:cubicBezTo>
                <a:cubicBezTo>
                  <a:pt x="34997" y="1508041"/>
                  <a:pt x="30872" y="1528147"/>
                  <a:pt x="24410" y="1547533"/>
                </a:cubicBezTo>
                <a:cubicBezTo>
                  <a:pt x="18040" y="1566643"/>
                  <a:pt x="13276" y="1579034"/>
                  <a:pt x="9542" y="1599572"/>
                </a:cubicBezTo>
                <a:cubicBezTo>
                  <a:pt x="6408" y="1616812"/>
                  <a:pt x="4586" y="1634265"/>
                  <a:pt x="2108" y="1651611"/>
                </a:cubicBezTo>
                <a:cubicBezTo>
                  <a:pt x="2245" y="1656950"/>
                  <a:pt x="-8422" y="1885591"/>
                  <a:pt x="16976" y="1978713"/>
                </a:cubicBezTo>
                <a:cubicBezTo>
                  <a:pt x="21100" y="1993833"/>
                  <a:pt x="26889" y="2008450"/>
                  <a:pt x="31845" y="2023318"/>
                </a:cubicBezTo>
                <a:cubicBezTo>
                  <a:pt x="34323" y="2030752"/>
                  <a:pt x="34932" y="2039101"/>
                  <a:pt x="39279" y="2045621"/>
                </a:cubicBezTo>
                <a:lnTo>
                  <a:pt x="69015" y="2090225"/>
                </a:lnTo>
                <a:lnTo>
                  <a:pt x="83884" y="2112528"/>
                </a:lnTo>
                <a:cubicBezTo>
                  <a:pt x="104943" y="2175705"/>
                  <a:pt x="75573" y="2098676"/>
                  <a:pt x="106186" y="2149699"/>
                </a:cubicBezTo>
                <a:cubicBezTo>
                  <a:pt x="110218" y="2156418"/>
                  <a:pt x="108725" y="2165882"/>
                  <a:pt x="113620" y="2172001"/>
                </a:cubicBezTo>
                <a:cubicBezTo>
                  <a:pt x="119202" y="2178978"/>
                  <a:pt x="128946" y="2181287"/>
                  <a:pt x="135923" y="2186869"/>
                </a:cubicBezTo>
                <a:cubicBezTo>
                  <a:pt x="141396" y="2191248"/>
                  <a:pt x="144522" y="2198603"/>
                  <a:pt x="150791" y="2201738"/>
                </a:cubicBezTo>
                <a:cubicBezTo>
                  <a:pt x="164809" y="2208747"/>
                  <a:pt x="180528" y="2211650"/>
                  <a:pt x="195396" y="2216606"/>
                </a:cubicBezTo>
                <a:lnTo>
                  <a:pt x="217698" y="2224040"/>
                </a:lnTo>
                <a:cubicBezTo>
                  <a:pt x="358477" y="2220688"/>
                  <a:pt x="446762" y="2241430"/>
                  <a:pt x="559669" y="2209172"/>
                </a:cubicBezTo>
                <a:cubicBezTo>
                  <a:pt x="567204" y="2207019"/>
                  <a:pt x="574537" y="2204216"/>
                  <a:pt x="581971" y="2201738"/>
                </a:cubicBezTo>
                <a:cubicBezTo>
                  <a:pt x="603901" y="2187118"/>
                  <a:pt x="608688" y="2186032"/>
                  <a:pt x="626576" y="2164567"/>
                </a:cubicBezTo>
                <a:cubicBezTo>
                  <a:pt x="636895" y="2152184"/>
                  <a:pt x="650718" y="2126516"/>
                  <a:pt x="656313" y="2112528"/>
                </a:cubicBezTo>
                <a:cubicBezTo>
                  <a:pt x="662134" y="2097976"/>
                  <a:pt x="664172" y="2081941"/>
                  <a:pt x="671181" y="2067923"/>
                </a:cubicBezTo>
                <a:cubicBezTo>
                  <a:pt x="676137" y="2058011"/>
                  <a:pt x="681683" y="2048372"/>
                  <a:pt x="686049" y="2038186"/>
                </a:cubicBezTo>
                <a:cubicBezTo>
                  <a:pt x="689136" y="2030983"/>
                  <a:pt x="689678" y="2022734"/>
                  <a:pt x="693484" y="2015884"/>
                </a:cubicBezTo>
                <a:cubicBezTo>
                  <a:pt x="702162" y="2000263"/>
                  <a:pt x="713308" y="1986147"/>
                  <a:pt x="723220" y="1971279"/>
                </a:cubicBezTo>
                <a:cubicBezTo>
                  <a:pt x="728176" y="1963845"/>
                  <a:pt x="731770" y="1955295"/>
                  <a:pt x="738088" y="1948977"/>
                </a:cubicBezTo>
                <a:cubicBezTo>
                  <a:pt x="743044" y="1944021"/>
                  <a:pt x="748578" y="1939581"/>
                  <a:pt x="752957" y="1934108"/>
                </a:cubicBezTo>
                <a:cubicBezTo>
                  <a:pt x="798070" y="1877717"/>
                  <a:pt x="742286" y="1944461"/>
                  <a:pt x="775259" y="1889504"/>
                </a:cubicBezTo>
                <a:cubicBezTo>
                  <a:pt x="778865" y="1883494"/>
                  <a:pt x="785171" y="1879591"/>
                  <a:pt x="790127" y="1874635"/>
                </a:cubicBezTo>
                <a:cubicBezTo>
                  <a:pt x="792605" y="1867201"/>
                  <a:pt x="794057" y="1859342"/>
                  <a:pt x="797562" y="1852333"/>
                </a:cubicBezTo>
                <a:cubicBezTo>
                  <a:pt x="809858" y="1827741"/>
                  <a:pt x="830216" y="1812245"/>
                  <a:pt x="849601" y="1792860"/>
                </a:cubicBezTo>
                <a:cubicBezTo>
                  <a:pt x="854557" y="1787904"/>
                  <a:pt x="858637" y="1781879"/>
                  <a:pt x="864469" y="1777991"/>
                </a:cubicBezTo>
                <a:cubicBezTo>
                  <a:pt x="879337" y="1768079"/>
                  <a:pt x="896439" y="1760891"/>
                  <a:pt x="909074" y="1748255"/>
                </a:cubicBezTo>
                <a:cubicBezTo>
                  <a:pt x="929483" y="1727845"/>
                  <a:pt x="917293" y="1735602"/>
                  <a:pt x="946245" y="1725952"/>
                </a:cubicBezTo>
                <a:cubicBezTo>
                  <a:pt x="953679" y="1720996"/>
                  <a:pt x="960556" y="1715080"/>
                  <a:pt x="968547" y="1711084"/>
                </a:cubicBezTo>
                <a:cubicBezTo>
                  <a:pt x="975556" y="1707580"/>
                  <a:pt x="984130" y="1707682"/>
                  <a:pt x="990849" y="1703650"/>
                </a:cubicBezTo>
                <a:cubicBezTo>
                  <a:pt x="996859" y="1700044"/>
                  <a:pt x="999449" y="1691917"/>
                  <a:pt x="1005718" y="1688782"/>
                </a:cubicBezTo>
                <a:cubicBezTo>
                  <a:pt x="1019736" y="1681773"/>
                  <a:pt x="1050323" y="1673913"/>
                  <a:pt x="1050323" y="1673913"/>
                </a:cubicBezTo>
                <a:cubicBezTo>
                  <a:pt x="1114233" y="1631307"/>
                  <a:pt x="1033375" y="1682386"/>
                  <a:pt x="1094927" y="1651611"/>
                </a:cubicBezTo>
                <a:cubicBezTo>
                  <a:pt x="1102919" y="1647615"/>
                  <a:pt x="1109065" y="1640372"/>
                  <a:pt x="1117230" y="1636743"/>
                </a:cubicBezTo>
                <a:cubicBezTo>
                  <a:pt x="1140908" y="1626219"/>
                  <a:pt x="1180255" y="1615687"/>
                  <a:pt x="1206440" y="1614440"/>
                </a:cubicBezTo>
                <a:cubicBezTo>
                  <a:pt x="1295583" y="1610195"/>
                  <a:pt x="1384859" y="1609484"/>
                  <a:pt x="1474069" y="1607006"/>
                </a:cubicBezTo>
                <a:lnTo>
                  <a:pt x="1518674" y="1592138"/>
                </a:lnTo>
                <a:lnTo>
                  <a:pt x="1540976" y="1584704"/>
                </a:lnTo>
                <a:cubicBezTo>
                  <a:pt x="1545932" y="1579748"/>
                  <a:pt x="1550372" y="1574214"/>
                  <a:pt x="1555845" y="1569835"/>
                </a:cubicBezTo>
                <a:cubicBezTo>
                  <a:pt x="1562822" y="1564254"/>
                  <a:pt x="1572264" y="1561691"/>
                  <a:pt x="1578147" y="1554967"/>
                </a:cubicBezTo>
                <a:cubicBezTo>
                  <a:pt x="1603433" y="1526068"/>
                  <a:pt x="1610099" y="1506932"/>
                  <a:pt x="1622752" y="1473191"/>
                </a:cubicBezTo>
                <a:cubicBezTo>
                  <a:pt x="1625503" y="1465854"/>
                  <a:pt x="1626682" y="1457898"/>
                  <a:pt x="1630186" y="1450889"/>
                </a:cubicBezTo>
                <a:cubicBezTo>
                  <a:pt x="1634182" y="1442897"/>
                  <a:pt x="1641425" y="1436751"/>
                  <a:pt x="1645054" y="1428586"/>
                </a:cubicBezTo>
                <a:cubicBezTo>
                  <a:pt x="1651419" y="1414264"/>
                  <a:pt x="1654967" y="1398850"/>
                  <a:pt x="1659923" y="1383982"/>
                </a:cubicBezTo>
                <a:cubicBezTo>
                  <a:pt x="1677739" y="1330534"/>
                  <a:pt x="1656132" y="1397250"/>
                  <a:pt x="1674791" y="1331943"/>
                </a:cubicBezTo>
                <a:cubicBezTo>
                  <a:pt x="1676944" y="1324408"/>
                  <a:pt x="1680072" y="1317175"/>
                  <a:pt x="1682225" y="1309640"/>
                </a:cubicBezTo>
                <a:cubicBezTo>
                  <a:pt x="1689225" y="1285141"/>
                  <a:pt x="1691983" y="1268286"/>
                  <a:pt x="1697093" y="1242733"/>
                </a:cubicBezTo>
                <a:cubicBezTo>
                  <a:pt x="1694615" y="1190694"/>
                  <a:pt x="1695412" y="1138395"/>
                  <a:pt x="1689659" y="1086616"/>
                </a:cubicBezTo>
                <a:cubicBezTo>
                  <a:pt x="1687928" y="1071039"/>
                  <a:pt x="1679747" y="1056879"/>
                  <a:pt x="1674791" y="1042011"/>
                </a:cubicBezTo>
                <a:lnTo>
                  <a:pt x="1667357" y="1019708"/>
                </a:lnTo>
                <a:lnTo>
                  <a:pt x="1652488" y="975104"/>
                </a:lnTo>
                <a:lnTo>
                  <a:pt x="1637620" y="960235"/>
                </a:lnTo>
                <a:cubicBezTo>
                  <a:pt x="1626982" y="928321"/>
                  <a:pt x="1624292" y="913240"/>
                  <a:pt x="1607884" y="885894"/>
                </a:cubicBezTo>
                <a:cubicBezTo>
                  <a:pt x="1598690" y="870571"/>
                  <a:pt x="1578147" y="841289"/>
                  <a:pt x="1578147" y="841289"/>
                </a:cubicBezTo>
                <a:cubicBezTo>
                  <a:pt x="1561102" y="790152"/>
                  <a:pt x="1584416" y="852260"/>
                  <a:pt x="1548410" y="789250"/>
                </a:cubicBezTo>
                <a:cubicBezTo>
                  <a:pt x="1544522" y="782446"/>
                  <a:pt x="1544782" y="773797"/>
                  <a:pt x="1540976" y="766947"/>
                </a:cubicBezTo>
                <a:cubicBezTo>
                  <a:pt x="1519962" y="729121"/>
                  <a:pt x="1518929" y="730032"/>
                  <a:pt x="1496371" y="707474"/>
                </a:cubicBezTo>
                <a:cubicBezTo>
                  <a:pt x="1493893" y="700040"/>
                  <a:pt x="1492441" y="692181"/>
                  <a:pt x="1488937" y="685172"/>
                </a:cubicBezTo>
                <a:cubicBezTo>
                  <a:pt x="1478586" y="664469"/>
                  <a:pt x="1468210" y="657010"/>
                  <a:pt x="1451766" y="640567"/>
                </a:cubicBezTo>
                <a:cubicBezTo>
                  <a:pt x="1434510" y="588800"/>
                  <a:pt x="1456675" y="644214"/>
                  <a:pt x="1429464" y="603396"/>
                </a:cubicBezTo>
                <a:cubicBezTo>
                  <a:pt x="1393461" y="549390"/>
                  <a:pt x="1433817" y="592881"/>
                  <a:pt x="1399727" y="558791"/>
                </a:cubicBezTo>
                <a:cubicBezTo>
                  <a:pt x="1397249" y="551357"/>
                  <a:pt x="1395797" y="543498"/>
                  <a:pt x="1392293" y="536489"/>
                </a:cubicBezTo>
                <a:cubicBezTo>
                  <a:pt x="1386856" y="525615"/>
                  <a:pt x="1360178" y="491190"/>
                  <a:pt x="1355123" y="484450"/>
                </a:cubicBezTo>
                <a:cubicBezTo>
                  <a:pt x="1341490" y="443556"/>
                  <a:pt x="1355879" y="480200"/>
                  <a:pt x="1332820" y="439845"/>
                </a:cubicBezTo>
                <a:cubicBezTo>
                  <a:pt x="1327322" y="430223"/>
                  <a:pt x="1323450" y="419730"/>
                  <a:pt x="1317952" y="410108"/>
                </a:cubicBezTo>
                <a:cubicBezTo>
                  <a:pt x="1288843" y="359165"/>
                  <a:pt x="1317524" y="412017"/>
                  <a:pt x="1288215" y="372938"/>
                </a:cubicBezTo>
                <a:cubicBezTo>
                  <a:pt x="1277493" y="358643"/>
                  <a:pt x="1268391" y="343201"/>
                  <a:pt x="1258479" y="328333"/>
                </a:cubicBezTo>
                <a:lnTo>
                  <a:pt x="1184137" y="216821"/>
                </a:lnTo>
                <a:lnTo>
                  <a:pt x="1154401" y="172216"/>
                </a:lnTo>
                <a:lnTo>
                  <a:pt x="1139532" y="157347"/>
                </a:lnTo>
                <a:cubicBezTo>
                  <a:pt x="1131680" y="133791"/>
                  <a:pt x="1133700" y="133331"/>
                  <a:pt x="1117230" y="112743"/>
                </a:cubicBezTo>
                <a:cubicBezTo>
                  <a:pt x="1112852" y="107270"/>
                  <a:pt x="1106741" y="103347"/>
                  <a:pt x="1102362" y="97874"/>
                </a:cubicBezTo>
                <a:cubicBezTo>
                  <a:pt x="1096780" y="90897"/>
                  <a:pt x="1093811" y="81890"/>
                  <a:pt x="1087493" y="75572"/>
                </a:cubicBezTo>
                <a:cubicBezTo>
                  <a:pt x="1081175" y="69254"/>
                  <a:pt x="1072168" y="66285"/>
                  <a:pt x="1065191" y="60704"/>
                </a:cubicBezTo>
                <a:cubicBezTo>
                  <a:pt x="1046742" y="45944"/>
                  <a:pt x="1052667" y="41530"/>
                  <a:pt x="1028020" y="30967"/>
                </a:cubicBezTo>
                <a:cubicBezTo>
                  <a:pt x="1018629" y="26942"/>
                  <a:pt x="1008455" y="24502"/>
                  <a:pt x="998284" y="23533"/>
                </a:cubicBezTo>
                <a:cubicBezTo>
                  <a:pt x="956274" y="19532"/>
                  <a:pt x="914003" y="19002"/>
                  <a:pt x="871903" y="16099"/>
                </a:cubicBezTo>
                <a:cubicBezTo>
                  <a:pt x="842134" y="14046"/>
                  <a:pt x="812430" y="11143"/>
                  <a:pt x="782693" y="8665"/>
                </a:cubicBezTo>
                <a:cubicBezTo>
                  <a:pt x="774151" y="-16963"/>
                  <a:pt x="778976" y="22294"/>
                  <a:pt x="767825" y="2353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4AE5F481-BEAB-856E-4131-EDC0A1743C42}"/>
              </a:ext>
            </a:extLst>
          </p:cNvPr>
          <p:cNvSpPr/>
          <p:nvPr/>
        </p:nvSpPr>
        <p:spPr>
          <a:xfrm>
            <a:off x="6425916" y="4249526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85D70DB8-0268-AA3C-8402-8D6E1B2521AF}"/>
              </a:ext>
            </a:extLst>
          </p:cNvPr>
          <p:cNvSpPr/>
          <p:nvPr/>
        </p:nvSpPr>
        <p:spPr>
          <a:xfrm>
            <a:off x="6434858" y="3712917"/>
            <a:ext cx="1828811" cy="2108803"/>
          </a:xfrm>
          <a:custGeom>
            <a:avLst/>
            <a:gdLst>
              <a:gd name="connsiteX0" fmla="*/ 1471972 w 1828811"/>
              <a:gd name="connsiteY0" fmla="*/ 1222 h 2108803"/>
              <a:gd name="connsiteX1" fmla="*/ 1393913 w 1828811"/>
              <a:gd name="connsiteY1" fmla="*/ 12373 h 2108803"/>
              <a:gd name="connsiteX2" fmla="*/ 1081679 w 1828811"/>
              <a:gd name="connsiteY2" fmla="*/ 23524 h 2108803"/>
              <a:gd name="connsiteX3" fmla="*/ 1014772 w 1828811"/>
              <a:gd name="connsiteY3" fmla="*/ 45827 h 2108803"/>
              <a:gd name="connsiteX4" fmla="*/ 981318 w 1828811"/>
              <a:gd name="connsiteY4" fmla="*/ 56978 h 2108803"/>
              <a:gd name="connsiteX5" fmla="*/ 914411 w 1828811"/>
              <a:gd name="connsiteY5" fmla="*/ 90432 h 2108803"/>
              <a:gd name="connsiteX6" fmla="*/ 858655 w 1828811"/>
              <a:gd name="connsiteY6" fmla="*/ 135037 h 2108803"/>
              <a:gd name="connsiteX7" fmla="*/ 791748 w 1828811"/>
              <a:gd name="connsiteY7" fmla="*/ 179642 h 2108803"/>
              <a:gd name="connsiteX8" fmla="*/ 758294 w 1828811"/>
              <a:gd name="connsiteY8" fmla="*/ 201944 h 2108803"/>
              <a:gd name="connsiteX9" fmla="*/ 735991 w 1828811"/>
              <a:gd name="connsiteY9" fmla="*/ 224246 h 2108803"/>
              <a:gd name="connsiteX10" fmla="*/ 669084 w 1828811"/>
              <a:gd name="connsiteY10" fmla="*/ 268851 h 2108803"/>
              <a:gd name="connsiteX11" fmla="*/ 635631 w 1828811"/>
              <a:gd name="connsiteY11" fmla="*/ 291154 h 2108803"/>
              <a:gd name="connsiteX12" fmla="*/ 602177 w 1828811"/>
              <a:gd name="connsiteY12" fmla="*/ 302305 h 2108803"/>
              <a:gd name="connsiteX13" fmla="*/ 535270 w 1828811"/>
              <a:gd name="connsiteY13" fmla="*/ 346910 h 2108803"/>
              <a:gd name="connsiteX14" fmla="*/ 434909 w 1828811"/>
              <a:gd name="connsiteY14" fmla="*/ 413817 h 2108803"/>
              <a:gd name="connsiteX15" fmla="*/ 401455 w 1828811"/>
              <a:gd name="connsiteY15" fmla="*/ 436120 h 2108803"/>
              <a:gd name="connsiteX16" fmla="*/ 345699 w 1828811"/>
              <a:gd name="connsiteY16" fmla="*/ 469573 h 2108803"/>
              <a:gd name="connsiteX17" fmla="*/ 245338 w 1828811"/>
              <a:gd name="connsiteY17" fmla="*/ 525329 h 2108803"/>
              <a:gd name="connsiteX18" fmla="*/ 223035 w 1828811"/>
              <a:gd name="connsiteY18" fmla="*/ 547632 h 2108803"/>
              <a:gd name="connsiteX19" fmla="*/ 167279 w 1828811"/>
              <a:gd name="connsiteY19" fmla="*/ 592237 h 2108803"/>
              <a:gd name="connsiteX20" fmla="*/ 122674 w 1828811"/>
              <a:gd name="connsiteY20" fmla="*/ 647993 h 2108803"/>
              <a:gd name="connsiteX21" fmla="*/ 66918 w 1828811"/>
              <a:gd name="connsiteY21" fmla="*/ 748354 h 2108803"/>
              <a:gd name="connsiteX22" fmla="*/ 44616 w 1828811"/>
              <a:gd name="connsiteY22" fmla="*/ 781807 h 2108803"/>
              <a:gd name="connsiteX23" fmla="*/ 22313 w 1828811"/>
              <a:gd name="connsiteY23" fmla="*/ 815261 h 2108803"/>
              <a:gd name="connsiteX24" fmla="*/ 11 w 1828811"/>
              <a:gd name="connsiteY24" fmla="*/ 904471 h 2108803"/>
              <a:gd name="connsiteX25" fmla="*/ 22313 w 1828811"/>
              <a:gd name="connsiteY25" fmla="*/ 1082890 h 2108803"/>
              <a:gd name="connsiteX26" fmla="*/ 44616 w 1828811"/>
              <a:gd name="connsiteY26" fmla="*/ 1138646 h 2108803"/>
              <a:gd name="connsiteX27" fmla="*/ 66918 w 1828811"/>
              <a:gd name="connsiteY27" fmla="*/ 1160949 h 2108803"/>
              <a:gd name="connsiteX28" fmla="*/ 89221 w 1828811"/>
              <a:gd name="connsiteY28" fmla="*/ 1205554 h 2108803"/>
              <a:gd name="connsiteX29" fmla="*/ 144977 w 1828811"/>
              <a:gd name="connsiteY29" fmla="*/ 1261310 h 2108803"/>
              <a:gd name="connsiteX30" fmla="*/ 167279 w 1828811"/>
              <a:gd name="connsiteY30" fmla="*/ 1294763 h 2108803"/>
              <a:gd name="connsiteX31" fmla="*/ 234187 w 1828811"/>
              <a:gd name="connsiteY31" fmla="*/ 1339368 h 2108803"/>
              <a:gd name="connsiteX32" fmla="*/ 289943 w 1828811"/>
              <a:gd name="connsiteY32" fmla="*/ 1383973 h 2108803"/>
              <a:gd name="connsiteX33" fmla="*/ 334548 w 1828811"/>
              <a:gd name="connsiteY33" fmla="*/ 1428578 h 2108803"/>
              <a:gd name="connsiteX34" fmla="*/ 356850 w 1828811"/>
              <a:gd name="connsiteY34" fmla="*/ 1450881 h 2108803"/>
              <a:gd name="connsiteX35" fmla="*/ 390304 w 1828811"/>
              <a:gd name="connsiteY35" fmla="*/ 1473183 h 2108803"/>
              <a:gd name="connsiteX36" fmla="*/ 446060 w 1828811"/>
              <a:gd name="connsiteY36" fmla="*/ 1528939 h 2108803"/>
              <a:gd name="connsiteX37" fmla="*/ 524118 w 1828811"/>
              <a:gd name="connsiteY37" fmla="*/ 1606998 h 2108803"/>
              <a:gd name="connsiteX38" fmla="*/ 546421 w 1828811"/>
              <a:gd name="connsiteY38" fmla="*/ 1629300 h 2108803"/>
              <a:gd name="connsiteX39" fmla="*/ 602177 w 1828811"/>
              <a:gd name="connsiteY39" fmla="*/ 1673905 h 2108803"/>
              <a:gd name="connsiteX40" fmla="*/ 724840 w 1828811"/>
              <a:gd name="connsiteY40" fmla="*/ 1785417 h 2108803"/>
              <a:gd name="connsiteX41" fmla="*/ 758294 w 1828811"/>
              <a:gd name="connsiteY41" fmla="*/ 1818871 h 2108803"/>
              <a:gd name="connsiteX42" fmla="*/ 791748 w 1828811"/>
              <a:gd name="connsiteY42" fmla="*/ 1852324 h 2108803"/>
              <a:gd name="connsiteX43" fmla="*/ 825201 w 1828811"/>
              <a:gd name="connsiteY43" fmla="*/ 1896929 h 2108803"/>
              <a:gd name="connsiteX44" fmla="*/ 847504 w 1828811"/>
              <a:gd name="connsiteY44" fmla="*/ 1941534 h 2108803"/>
              <a:gd name="connsiteX45" fmla="*/ 959016 w 1828811"/>
              <a:gd name="connsiteY45" fmla="*/ 2030744 h 2108803"/>
              <a:gd name="connsiteX46" fmla="*/ 992470 w 1828811"/>
              <a:gd name="connsiteY46" fmla="*/ 2041895 h 2108803"/>
              <a:gd name="connsiteX47" fmla="*/ 1014772 w 1828811"/>
              <a:gd name="connsiteY47" fmla="*/ 2064198 h 2108803"/>
              <a:gd name="connsiteX48" fmla="*/ 1081679 w 1828811"/>
              <a:gd name="connsiteY48" fmla="*/ 2086500 h 2108803"/>
              <a:gd name="connsiteX49" fmla="*/ 1226645 w 1828811"/>
              <a:gd name="connsiteY49" fmla="*/ 2108803 h 2108803"/>
              <a:gd name="connsiteX50" fmla="*/ 1661543 w 1828811"/>
              <a:gd name="connsiteY50" fmla="*/ 2097651 h 2108803"/>
              <a:gd name="connsiteX51" fmla="*/ 1739601 w 1828811"/>
              <a:gd name="connsiteY51" fmla="*/ 2008442 h 2108803"/>
              <a:gd name="connsiteX52" fmla="*/ 1773055 w 1828811"/>
              <a:gd name="connsiteY52" fmla="*/ 1963837 h 2108803"/>
              <a:gd name="connsiteX53" fmla="*/ 1795357 w 1828811"/>
              <a:gd name="connsiteY53" fmla="*/ 1885778 h 2108803"/>
              <a:gd name="connsiteX54" fmla="*/ 1806509 w 1828811"/>
              <a:gd name="connsiteY54" fmla="*/ 1818871 h 2108803"/>
              <a:gd name="connsiteX55" fmla="*/ 1828811 w 1828811"/>
              <a:gd name="connsiteY55" fmla="*/ 1685056 h 2108803"/>
              <a:gd name="connsiteX56" fmla="*/ 1817660 w 1828811"/>
              <a:gd name="connsiteY56" fmla="*/ 1038285 h 2108803"/>
              <a:gd name="connsiteX57" fmla="*/ 1806509 w 1828811"/>
              <a:gd name="connsiteY57" fmla="*/ 993681 h 2108803"/>
              <a:gd name="connsiteX58" fmla="*/ 1784206 w 1828811"/>
              <a:gd name="connsiteY58" fmla="*/ 804110 h 2108803"/>
              <a:gd name="connsiteX59" fmla="*/ 1773055 w 1828811"/>
              <a:gd name="connsiteY59" fmla="*/ 659144 h 2108803"/>
              <a:gd name="connsiteX60" fmla="*/ 1739601 w 1828811"/>
              <a:gd name="connsiteY60" fmla="*/ 491876 h 2108803"/>
              <a:gd name="connsiteX61" fmla="*/ 1728450 w 1828811"/>
              <a:gd name="connsiteY61" fmla="*/ 458422 h 2108803"/>
              <a:gd name="connsiteX62" fmla="*/ 1706148 w 1828811"/>
              <a:gd name="connsiteY62" fmla="*/ 369212 h 2108803"/>
              <a:gd name="connsiteX63" fmla="*/ 1694996 w 1828811"/>
              <a:gd name="connsiteY63" fmla="*/ 324607 h 2108803"/>
              <a:gd name="connsiteX64" fmla="*/ 1672694 w 1828811"/>
              <a:gd name="connsiteY64" fmla="*/ 280003 h 2108803"/>
              <a:gd name="connsiteX65" fmla="*/ 1650391 w 1828811"/>
              <a:gd name="connsiteY65" fmla="*/ 213095 h 2108803"/>
              <a:gd name="connsiteX66" fmla="*/ 1639240 w 1828811"/>
              <a:gd name="connsiteY66" fmla="*/ 179642 h 2108803"/>
              <a:gd name="connsiteX67" fmla="*/ 1594635 w 1828811"/>
              <a:gd name="connsiteY67" fmla="*/ 101583 h 2108803"/>
              <a:gd name="connsiteX68" fmla="*/ 1561182 w 1828811"/>
              <a:gd name="connsiteY68" fmla="*/ 68129 h 2108803"/>
              <a:gd name="connsiteX69" fmla="*/ 1494274 w 1828811"/>
              <a:gd name="connsiteY69" fmla="*/ 45827 h 2108803"/>
              <a:gd name="connsiteX70" fmla="*/ 1471972 w 1828811"/>
              <a:gd name="connsiteY70" fmla="*/ 1222 h 210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828811" h="2108803">
                <a:moveTo>
                  <a:pt x="1471972" y="1222"/>
                </a:moveTo>
                <a:cubicBezTo>
                  <a:pt x="1455245" y="-4354"/>
                  <a:pt x="1420154" y="10874"/>
                  <a:pt x="1393913" y="12373"/>
                </a:cubicBezTo>
                <a:cubicBezTo>
                  <a:pt x="1289938" y="18314"/>
                  <a:pt x="1185420" y="14370"/>
                  <a:pt x="1081679" y="23524"/>
                </a:cubicBezTo>
                <a:cubicBezTo>
                  <a:pt x="1058261" y="25590"/>
                  <a:pt x="1037074" y="38393"/>
                  <a:pt x="1014772" y="45827"/>
                </a:cubicBezTo>
                <a:lnTo>
                  <a:pt x="981318" y="56978"/>
                </a:lnTo>
                <a:cubicBezTo>
                  <a:pt x="885461" y="120885"/>
                  <a:pt x="1006734" y="44272"/>
                  <a:pt x="914411" y="90432"/>
                </a:cubicBezTo>
                <a:cubicBezTo>
                  <a:pt x="859830" y="117722"/>
                  <a:pt x="900145" y="103919"/>
                  <a:pt x="858655" y="135037"/>
                </a:cubicBezTo>
                <a:cubicBezTo>
                  <a:pt x="837212" y="151120"/>
                  <a:pt x="814050" y="164774"/>
                  <a:pt x="791748" y="179642"/>
                </a:cubicBezTo>
                <a:cubicBezTo>
                  <a:pt x="780597" y="187076"/>
                  <a:pt x="767771" y="192467"/>
                  <a:pt x="758294" y="201944"/>
                </a:cubicBezTo>
                <a:cubicBezTo>
                  <a:pt x="750860" y="209378"/>
                  <a:pt x="744402" y="217938"/>
                  <a:pt x="735991" y="224246"/>
                </a:cubicBezTo>
                <a:cubicBezTo>
                  <a:pt x="714548" y="240328"/>
                  <a:pt x="691386" y="253983"/>
                  <a:pt x="669084" y="268851"/>
                </a:cubicBezTo>
                <a:cubicBezTo>
                  <a:pt x="657933" y="276285"/>
                  <a:pt x="648345" y="286916"/>
                  <a:pt x="635631" y="291154"/>
                </a:cubicBezTo>
                <a:cubicBezTo>
                  <a:pt x="624480" y="294871"/>
                  <a:pt x="612452" y="296597"/>
                  <a:pt x="602177" y="302305"/>
                </a:cubicBezTo>
                <a:cubicBezTo>
                  <a:pt x="578746" y="315322"/>
                  <a:pt x="557572" y="332042"/>
                  <a:pt x="535270" y="346910"/>
                </a:cubicBezTo>
                <a:lnTo>
                  <a:pt x="434909" y="413817"/>
                </a:lnTo>
                <a:cubicBezTo>
                  <a:pt x="423758" y="421251"/>
                  <a:pt x="410932" y="426643"/>
                  <a:pt x="401455" y="436120"/>
                </a:cubicBezTo>
                <a:cubicBezTo>
                  <a:pt x="370840" y="466733"/>
                  <a:pt x="389126" y="455097"/>
                  <a:pt x="345699" y="469573"/>
                </a:cubicBezTo>
                <a:cubicBezTo>
                  <a:pt x="269011" y="520698"/>
                  <a:pt x="304220" y="505702"/>
                  <a:pt x="245338" y="525329"/>
                </a:cubicBezTo>
                <a:cubicBezTo>
                  <a:pt x="237904" y="532763"/>
                  <a:pt x="231245" y="541064"/>
                  <a:pt x="223035" y="547632"/>
                </a:cubicBezTo>
                <a:cubicBezTo>
                  <a:pt x="190835" y="573392"/>
                  <a:pt x="191213" y="562319"/>
                  <a:pt x="167279" y="592237"/>
                </a:cubicBezTo>
                <a:cubicBezTo>
                  <a:pt x="111010" y="662573"/>
                  <a:pt x="176526" y="594141"/>
                  <a:pt x="122674" y="647993"/>
                </a:cubicBezTo>
                <a:cubicBezTo>
                  <a:pt x="103047" y="706875"/>
                  <a:pt x="118043" y="671666"/>
                  <a:pt x="66918" y="748354"/>
                </a:cubicBezTo>
                <a:lnTo>
                  <a:pt x="44616" y="781807"/>
                </a:lnTo>
                <a:lnTo>
                  <a:pt x="22313" y="815261"/>
                </a:lnTo>
                <a:cubicBezTo>
                  <a:pt x="13514" y="841659"/>
                  <a:pt x="11" y="877559"/>
                  <a:pt x="11" y="904471"/>
                </a:cubicBezTo>
                <a:cubicBezTo>
                  <a:pt x="11" y="992622"/>
                  <a:pt x="-1241" y="1020081"/>
                  <a:pt x="22313" y="1082890"/>
                </a:cubicBezTo>
                <a:cubicBezTo>
                  <a:pt x="29342" y="1101633"/>
                  <a:pt x="34685" y="1121266"/>
                  <a:pt x="44616" y="1138646"/>
                </a:cubicBezTo>
                <a:cubicBezTo>
                  <a:pt x="49832" y="1147774"/>
                  <a:pt x="61086" y="1152201"/>
                  <a:pt x="66918" y="1160949"/>
                </a:cubicBezTo>
                <a:cubicBezTo>
                  <a:pt x="76139" y="1174781"/>
                  <a:pt x="79015" y="1192432"/>
                  <a:pt x="89221" y="1205554"/>
                </a:cubicBezTo>
                <a:cubicBezTo>
                  <a:pt x="105358" y="1226301"/>
                  <a:pt x="130397" y="1239441"/>
                  <a:pt x="144977" y="1261310"/>
                </a:cubicBezTo>
                <a:cubicBezTo>
                  <a:pt x="152411" y="1272461"/>
                  <a:pt x="157193" y="1285938"/>
                  <a:pt x="167279" y="1294763"/>
                </a:cubicBezTo>
                <a:cubicBezTo>
                  <a:pt x="187451" y="1312414"/>
                  <a:pt x="234187" y="1339368"/>
                  <a:pt x="234187" y="1339368"/>
                </a:cubicBezTo>
                <a:cubicBezTo>
                  <a:pt x="288530" y="1420885"/>
                  <a:pt x="221391" y="1335008"/>
                  <a:pt x="289943" y="1383973"/>
                </a:cubicBezTo>
                <a:cubicBezTo>
                  <a:pt x="307053" y="1396195"/>
                  <a:pt x="319680" y="1413710"/>
                  <a:pt x="334548" y="1428578"/>
                </a:cubicBezTo>
                <a:cubicBezTo>
                  <a:pt x="341982" y="1436012"/>
                  <a:pt x="348102" y="1445049"/>
                  <a:pt x="356850" y="1450881"/>
                </a:cubicBezTo>
                <a:lnTo>
                  <a:pt x="390304" y="1473183"/>
                </a:lnTo>
                <a:cubicBezTo>
                  <a:pt x="433256" y="1537613"/>
                  <a:pt x="388239" y="1479378"/>
                  <a:pt x="446060" y="1528939"/>
                </a:cubicBezTo>
                <a:cubicBezTo>
                  <a:pt x="446073" y="1528951"/>
                  <a:pt x="517604" y="1600484"/>
                  <a:pt x="524118" y="1606998"/>
                </a:cubicBezTo>
                <a:cubicBezTo>
                  <a:pt x="531552" y="1614432"/>
                  <a:pt x="537673" y="1623468"/>
                  <a:pt x="546421" y="1629300"/>
                </a:cubicBezTo>
                <a:cubicBezTo>
                  <a:pt x="629134" y="1684445"/>
                  <a:pt x="538616" y="1620938"/>
                  <a:pt x="602177" y="1673905"/>
                </a:cubicBezTo>
                <a:cubicBezTo>
                  <a:pt x="713232" y="1766449"/>
                  <a:pt x="560361" y="1620938"/>
                  <a:pt x="724840" y="1785417"/>
                </a:cubicBezTo>
                <a:lnTo>
                  <a:pt x="758294" y="1818871"/>
                </a:lnTo>
                <a:cubicBezTo>
                  <a:pt x="769445" y="1830022"/>
                  <a:pt x="782286" y="1839708"/>
                  <a:pt x="791748" y="1852324"/>
                </a:cubicBezTo>
                <a:cubicBezTo>
                  <a:pt x="802899" y="1867192"/>
                  <a:pt x="815351" y="1881169"/>
                  <a:pt x="825201" y="1896929"/>
                </a:cubicBezTo>
                <a:cubicBezTo>
                  <a:pt x="834011" y="1911026"/>
                  <a:pt x="837530" y="1928235"/>
                  <a:pt x="847504" y="1941534"/>
                </a:cubicBezTo>
                <a:cubicBezTo>
                  <a:pt x="867806" y="1968603"/>
                  <a:pt x="929755" y="2020991"/>
                  <a:pt x="959016" y="2030744"/>
                </a:cubicBezTo>
                <a:lnTo>
                  <a:pt x="992470" y="2041895"/>
                </a:lnTo>
                <a:cubicBezTo>
                  <a:pt x="999904" y="2049329"/>
                  <a:pt x="1005368" y="2059496"/>
                  <a:pt x="1014772" y="2064198"/>
                </a:cubicBezTo>
                <a:cubicBezTo>
                  <a:pt x="1035799" y="2074711"/>
                  <a:pt x="1058627" y="2081890"/>
                  <a:pt x="1081679" y="2086500"/>
                </a:cubicBezTo>
                <a:cubicBezTo>
                  <a:pt x="1166821" y="2103528"/>
                  <a:pt x="1118628" y="2095300"/>
                  <a:pt x="1226645" y="2108803"/>
                </a:cubicBezTo>
                <a:lnTo>
                  <a:pt x="1661543" y="2097651"/>
                </a:lnTo>
                <a:cubicBezTo>
                  <a:pt x="1687916" y="2094055"/>
                  <a:pt x="1722533" y="2032336"/>
                  <a:pt x="1739601" y="2008442"/>
                </a:cubicBezTo>
                <a:cubicBezTo>
                  <a:pt x="1750404" y="1993318"/>
                  <a:pt x="1761904" y="1978705"/>
                  <a:pt x="1773055" y="1963837"/>
                </a:cubicBezTo>
                <a:cubicBezTo>
                  <a:pt x="1780489" y="1937817"/>
                  <a:pt x="1789272" y="1912146"/>
                  <a:pt x="1795357" y="1885778"/>
                </a:cubicBezTo>
                <a:cubicBezTo>
                  <a:pt x="1800441" y="1863747"/>
                  <a:pt x="1802075" y="1841042"/>
                  <a:pt x="1806509" y="1818871"/>
                </a:cubicBezTo>
                <a:cubicBezTo>
                  <a:pt x="1831066" y="1696090"/>
                  <a:pt x="1803758" y="1885488"/>
                  <a:pt x="1828811" y="1685056"/>
                </a:cubicBezTo>
                <a:cubicBezTo>
                  <a:pt x="1825094" y="1469466"/>
                  <a:pt x="1824612" y="1253795"/>
                  <a:pt x="1817660" y="1038285"/>
                </a:cubicBezTo>
                <a:cubicBezTo>
                  <a:pt x="1817166" y="1022967"/>
                  <a:pt x="1808535" y="1008872"/>
                  <a:pt x="1806509" y="993681"/>
                </a:cubicBezTo>
                <a:cubicBezTo>
                  <a:pt x="1762510" y="663700"/>
                  <a:pt x="1819068" y="1013284"/>
                  <a:pt x="1784206" y="804110"/>
                </a:cubicBezTo>
                <a:cubicBezTo>
                  <a:pt x="1780489" y="755788"/>
                  <a:pt x="1777877" y="707368"/>
                  <a:pt x="1773055" y="659144"/>
                </a:cubicBezTo>
                <a:cubicBezTo>
                  <a:pt x="1766198" y="590576"/>
                  <a:pt x="1758216" y="560130"/>
                  <a:pt x="1739601" y="491876"/>
                </a:cubicBezTo>
                <a:cubicBezTo>
                  <a:pt x="1736508" y="480536"/>
                  <a:pt x="1731543" y="469762"/>
                  <a:pt x="1728450" y="458422"/>
                </a:cubicBezTo>
                <a:cubicBezTo>
                  <a:pt x="1720385" y="428850"/>
                  <a:pt x="1713582" y="398949"/>
                  <a:pt x="1706148" y="369212"/>
                </a:cubicBezTo>
                <a:cubicBezTo>
                  <a:pt x="1702431" y="354344"/>
                  <a:pt x="1701850" y="338315"/>
                  <a:pt x="1694996" y="324607"/>
                </a:cubicBezTo>
                <a:cubicBezTo>
                  <a:pt x="1687562" y="309739"/>
                  <a:pt x="1678868" y="295437"/>
                  <a:pt x="1672694" y="280003"/>
                </a:cubicBezTo>
                <a:cubicBezTo>
                  <a:pt x="1663963" y="258175"/>
                  <a:pt x="1657825" y="235398"/>
                  <a:pt x="1650391" y="213095"/>
                </a:cubicBezTo>
                <a:cubicBezTo>
                  <a:pt x="1646674" y="201944"/>
                  <a:pt x="1644497" y="190155"/>
                  <a:pt x="1639240" y="179642"/>
                </a:cubicBezTo>
                <a:cubicBezTo>
                  <a:pt x="1625605" y="152371"/>
                  <a:pt x="1614339" y="125229"/>
                  <a:pt x="1594635" y="101583"/>
                </a:cubicBezTo>
                <a:cubicBezTo>
                  <a:pt x="1584539" y="89468"/>
                  <a:pt x="1574968" y="75788"/>
                  <a:pt x="1561182" y="68129"/>
                </a:cubicBezTo>
                <a:cubicBezTo>
                  <a:pt x="1540631" y="56712"/>
                  <a:pt x="1516577" y="53261"/>
                  <a:pt x="1494274" y="45827"/>
                </a:cubicBezTo>
                <a:cubicBezTo>
                  <a:pt x="1457294" y="33501"/>
                  <a:pt x="1488699" y="6798"/>
                  <a:pt x="1471972" y="122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A2DB9FC-A283-7ED6-D415-5547A7F92CA1}"/>
              </a:ext>
            </a:extLst>
          </p:cNvPr>
          <p:cNvGrpSpPr/>
          <p:nvPr/>
        </p:nvGrpSpPr>
        <p:grpSpPr>
          <a:xfrm>
            <a:off x="8795825" y="3260395"/>
            <a:ext cx="1971546" cy="1175305"/>
            <a:chOff x="8622424" y="3529378"/>
            <a:chExt cx="1971546" cy="117530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43E2F2F-93F8-70B9-EC1E-0DC1AE982939}"/>
                </a:ext>
              </a:extLst>
            </p:cNvPr>
            <p:cNvSpPr/>
            <p:nvPr/>
          </p:nvSpPr>
          <p:spPr>
            <a:xfrm>
              <a:off x="8622424" y="4195004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1C8144-EA85-34D6-44D8-F9AE83F1448E}"/>
                </a:ext>
              </a:extLst>
            </p:cNvPr>
            <p:cNvGrpSpPr/>
            <p:nvPr/>
          </p:nvGrpSpPr>
          <p:grpSpPr>
            <a:xfrm>
              <a:off x="8965551" y="3877880"/>
              <a:ext cx="598449" cy="307777"/>
              <a:chOff x="1550604" y="3020176"/>
              <a:chExt cx="598449" cy="434647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E5AFD66-114E-9FCD-7D41-A32B2DA8F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FA288ED-F2A8-C880-30DC-2132E5BE9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A4C0A8F-E09D-59FB-58A4-A4BB9AA3BB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7910" y="4449843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D9F41B-4F1B-A4F0-9750-FC235FE37D03}"/>
                    </a:ext>
                  </a:extLst>
                </p:cNvPr>
                <p:cNvSpPr txBox="1"/>
                <p:nvPr/>
              </p:nvSpPr>
              <p:spPr>
                <a:xfrm>
                  <a:off x="10198028" y="4218154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D9F41B-4F1B-A4F0-9750-FC235FE37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028" y="4218154"/>
                  <a:ext cx="39594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 b="-1034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7FD0752-3063-73C8-6CD0-9F28DF5D82C2}"/>
                    </a:ext>
                  </a:extLst>
                </p:cNvPr>
                <p:cNvSpPr txBox="1"/>
                <p:nvPr/>
              </p:nvSpPr>
              <p:spPr>
                <a:xfrm>
                  <a:off x="9369655" y="3529378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7FD0752-3063-73C8-6CD0-9F28DF5D8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9655" y="3529378"/>
                  <a:ext cx="39594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D105E1-535F-2207-1E0E-9E0B075C4FE6}"/>
                    </a:ext>
                  </a:extLst>
                </p:cNvPr>
                <p:cNvSpPr txBox="1"/>
                <p:nvPr/>
              </p:nvSpPr>
              <p:spPr>
                <a:xfrm>
                  <a:off x="8838005" y="3529378"/>
                  <a:ext cx="25487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D105E1-535F-2207-1E0E-9E0B075C4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8005" y="3529378"/>
                  <a:ext cx="25487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3810" r="-2381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CCF151C-144B-EB2D-F277-EF80FA33241B}"/>
                </a:ext>
              </a:extLst>
            </p:cNvPr>
            <p:cNvSpPr txBox="1"/>
            <p:nvPr/>
          </p:nvSpPr>
          <p:spPr>
            <a:xfrm>
              <a:off x="8747470" y="3967834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1AE0C4E-85E4-E7E3-CD13-5082F058BEA8}"/>
                </a:ext>
              </a:extLst>
            </p:cNvPr>
            <p:cNvSpPr txBox="1"/>
            <p:nvPr/>
          </p:nvSpPr>
          <p:spPr>
            <a:xfrm>
              <a:off x="9346469" y="3967834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09FB58E7-1A5D-D97E-F200-B9F6A9900952}"/>
              </a:ext>
            </a:extLst>
          </p:cNvPr>
          <p:cNvSpPr txBox="1"/>
          <p:nvPr/>
        </p:nvSpPr>
        <p:spPr>
          <a:xfrm>
            <a:off x="1122514" y="414721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9F9B5F5-9C6D-910A-3562-4DA69C705E29}"/>
              </a:ext>
            </a:extLst>
          </p:cNvPr>
          <p:cNvGrpSpPr/>
          <p:nvPr/>
        </p:nvGrpSpPr>
        <p:grpSpPr>
          <a:xfrm>
            <a:off x="3832802" y="3242030"/>
            <a:ext cx="1839522" cy="1175305"/>
            <a:chOff x="7185602" y="3242030"/>
            <a:chExt cx="1839522" cy="1175305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45FABB2-5E81-F78A-EDAB-174955DAEA7E}"/>
                </a:ext>
              </a:extLst>
            </p:cNvPr>
            <p:cNvSpPr/>
            <p:nvPr/>
          </p:nvSpPr>
          <p:spPr>
            <a:xfrm>
              <a:off x="7185602" y="3907656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F2D59395-5AAE-D896-E011-21AB91C6036A}"/>
                </a:ext>
              </a:extLst>
            </p:cNvPr>
            <p:cNvGrpSpPr/>
            <p:nvPr/>
          </p:nvGrpSpPr>
          <p:grpSpPr>
            <a:xfrm>
              <a:off x="7528729" y="3590532"/>
              <a:ext cx="598449" cy="307777"/>
              <a:chOff x="1550604" y="3020176"/>
              <a:chExt cx="598449" cy="434647"/>
            </a:xfrm>
          </p:grpSpPr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DFC69F3D-BDB6-0686-6082-AE7515B7D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287F0EEF-C86A-7E07-DB4C-EE6B89D965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C0E89668-FAC9-ECA0-AAC2-563A66DF26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1088" y="4162495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65E0037-EE85-D0B7-CE7D-6337CD6F50BA}"/>
                    </a:ext>
                  </a:extLst>
                </p:cNvPr>
                <p:cNvSpPr txBox="1"/>
                <p:nvPr/>
              </p:nvSpPr>
              <p:spPr>
                <a:xfrm>
                  <a:off x="8761206" y="3930806"/>
                  <a:ext cx="263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65E0037-EE85-D0B7-CE7D-6337CD6F5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206" y="3930806"/>
                  <a:ext cx="26391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1818" r="-31818" b="-3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D9E9A09F-7F27-5200-8F4F-E34BFC49442D}"/>
                    </a:ext>
                  </a:extLst>
                </p:cNvPr>
                <p:cNvSpPr txBox="1"/>
                <p:nvPr/>
              </p:nvSpPr>
              <p:spPr>
                <a:xfrm>
                  <a:off x="7999739" y="3242030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D9E9A09F-7F27-5200-8F4F-E34BFC494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739" y="3242030"/>
                  <a:ext cx="25487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3810" r="-2381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D6898AB1-CD65-7040-2ADC-9B16FFA07796}"/>
                    </a:ext>
                  </a:extLst>
                </p:cNvPr>
                <p:cNvSpPr txBox="1"/>
                <p:nvPr/>
              </p:nvSpPr>
              <p:spPr>
                <a:xfrm>
                  <a:off x="7334277" y="3242030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D6898AB1-CD65-7040-2ADC-9B16FFA07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277" y="3242030"/>
                  <a:ext cx="395942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41DB0EE-641C-1AC8-68B7-5A07E902454B}"/>
                </a:ext>
              </a:extLst>
            </p:cNvPr>
            <p:cNvSpPr txBox="1"/>
            <p:nvPr/>
          </p:nvSpPr>
          <p:spPr>
            <a:xfrm>
              <a:off x="7310648" y="368048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3FF888A-031C-06A7-B509-501475596B82}"/>
                </a:ext>
              </a:extLst>
            </p:cNvPr>
            <p:cNvSpPr txBox="1"/>
            <p:nvPr/>
          </p:nvSpPr>
          <p:spPr>
            <a:xfrm>
              <a:off x="7909647" y="368048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8BB60B-B6E0-23D6-D236-B8D675B6A0AE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8BB60B-B6E0-23D6-D236-B8D675B6A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2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813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BD9A5-F80A-8E82-08CA-18BF086E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7C8012-1BF6-BF71-4BFE-5B02F93C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E2FC8-DEC6-BE3D-AAFF-2D1CE5FE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EC8B2B1-8882-9B9A-936B-7E46CDF1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C1C0E62-BE00-265C-4EE2-E2F4593BA882}"/>
              </a:ext>
            </a:extLst>
          </p:cNvPr>
          <p:cNvSpPr txBox="1"/>
          <p:nvPr/>
        </p:nvSpPr>
        <p:spPr>
          <a:xfrm>
            <a:off x="1361310" y="6048651"/>
            <a:ext cx="9724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Yang,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Congguang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Maciej Ciesielski, and Vigyan Singhal. "BDS: A BDD-based logic optimization system." </a:t>
            </a:r>
            <a:r>
              <a:rPr lang="en-US" sz="11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37th Annual Design Automation Conference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2000.</a:t>
            </a:r>
            <a:r>
              <a:rPr lang="zh-CN" altLang="en-US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27707D0-EAC6-9B7E-61D4-2C8CC1A022D2}"/>
              </a:ext>
            </a:extLst>
          </p:cNvPr>
          <p:cNvGrpSpPr/>
          <p:nvPr/>
        </p:nvGrpSpPr>
        <p:grpSpPr>
          <a:xfrm>
            <a:off x="1364513" y="2499854"/>
            <a:ext cx="2103675" cy="3042787"/>
            <a:chOff x="3790213" y="2499854"/>
            <a:chExt cx="2103675" cy="304278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E0B666B9-18C5-4DDC-8496-EDCE4EEC20A3}"/>
                </a:ext>
              </a:extLst>
            </p:cNvPr>
            <p:cNvSpPr/>
            <p:nvPr/>
          </p:nvSpPr>
          <p:spPr>
            <a:xfrm>
              <a:off x="4525926" y="2499854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1BE6D37-6AA3-4828-F378-B3CE550A9B44}"/>
                </a:ext>
              </a:extLst>
            </p:cNvPr>
            <p:cNvSpPr/>
            <p:nvPr/>
          </p:nvSpPr>
          <p:spPr>
            <a:xfrm>
              <a:off x="4014933" y="394795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844EC83-983D-60D2-52C1-9CC8E90CB008}"/>
                </a:ext>
              </a:extLst>
            </p:cNvPr>
            <p:cNvSpPr/>
            <p:nvPr/>
          </p:nvSpPr>
          <p:spPr>
            <a:xfrm>
              <a:off x="4980238" y="335752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7366ADB-51E9-B752-14DF-DC4B77A099DF}"/>
                </a:ext>
              </a:extLst>
            </p:cNvPr>
            <p:cNvCxnSpPr>
              <a:cxnSpLocks/>
              <a:stCxn id="2" idx="3"/>
              <a:endCxn id="3" idx="0"/>
            </p:cNvCxnSpPr>
            <p:nvPr/>
          </p:nvCxnSpPr>
          <p:spPr>
            <a:xfrm flipH="1">
              <a:off x="4318260" y="3017665"/>
              <a:ext cx="296508" cy="93028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E28BB2E-6096-5522-3CF7-4BCDD1868018}"/>
                </a:ext>
              </a:extLst>
            </p:cNvPr>
            <p:cNvCxnSpPr>
              <a:cxnSpLocks/>
              <a:stCxn id="2" idx="5"/>
              <a:endCxn id="5" idx="0"/>
            </p:cNvCxnSpPr>
            <p:nvPr/>
          </p:nvCxnSpPr>
          <p:spPr>
            <a:xfrm>
              <a:off x="5043737" y="3017665"/>
              <a:ext cx="239828" cy="3398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B444777-4EC3-42EC-1B61-EA41CAA78B39}"/>
                </a:ext>
              </a:extLst>
            </p:cNvPr>
            <p:cNvCxnSpPr>
              <a:cxnSpLocks/>
              <a:stCxn id="3" idx="4"/>
              <a:endCxn id="13" idx="0"/>
            </p:cNvCxnSpPr>
            <p:nvPr/>
          </p:nvCxnSpPr>
          <p:spPr>
            <a:xfrm>
              <a:off x="4318260" y="4554606"/>
              <a:ext cx="113883" cy="38138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C5126BE-9336-2D50-14D5-21DBBEAE642A}"/>
                </a:ext>
              </a:extLst>
            </p:cNvPr>
            <p:cNvSpPr/>
            <p:nvPr/>
          </p:nvSpPr>
          <p:spPr>
            <a:xfrm>
              <a:off x="4128816" y="4935988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AC10F7-9F05-B188-E32D-58E83B5DC375}"/>
                </a:ext>
              </a:extLst>
            </p:cNvPr>
            <p:cNvSpPr/>
            <p:nvPr/>
          </p:nvSpPr>
          <p:spPr>
            <a:xfrm>
              <a:off x="4936957" y="493451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740A3A7-EDF2-706C-87B4-0BDD8505D11D}"/>
                </a:ext>
              </a:extLst>
            </p:cNvPr>
            <p:cNvCxnSpPr>
              <a:cxnSpLocks/>
              <a:stCxn id="3" idx="5"/>
              <a:endCxn id="18" idx="1"/>
            </p:cNvCxnSpPr>
            <p:nvPr/>
          </p:nvCxnSpPr>
          <p:spPr>
            <a:xfrm>
              <a:off x="4532744" y="4465764"/>
              <a:ext cx="493055" cy="55759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0E2E9DC-A40B-AED9-ED25-0189222DE3F0}"/>
                </a:ext>
              </a:extLst>
            </p:cNvPr>
            <p:cNvCxnSpPr>
              <a:cxnSpLocks/>
              <a:stCxn id="5" idx="3"/>
              <a:endCxn id="3" idx="6"/>
            </p:cNvCxnSpPr>
            <p:nvPr/>
          </p:nvCxnSpPr>
          <p:spPr>
            <a:xfrm flipH="1">
              <a:off x="4621586" y="3875339"/>
              <a:ext cx="447494" cy="375941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219CA91-A875-6DF6-AE00-63200017CEBF}"/>
                </a:ext>
              </a:extLst>
            </p:cNvPr>
            <p:cNvCxnSpPr>
              <a:cxnSpLocks/>
              <a:stCxn id="5" idx="4"/>
              <a:endCxn id="18" idx="0"/>
            </p:cNvCxnSpPr>
            <p:nvPr/>
          </p:nvCxnSpPr>
          <p:spPr>
            <a:xfrm flipH="1">
              <a:off x="5240284" y="3964181"/>
              <a:ext cx="43281" cy="97033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137D82-3A22-8DF3-5D15-556A21CB5DD8}"/>
                </a:ext>
              </a:extLst>
            </p:cNvPr>
            <p:cNvSpPr txBox="1"/>
            <p:nvPr/>
          </p:nvSpPr>
          <p:spPr>
            <a:xfrm>
              <a:off x="4234461" y="321557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E3EB94-D200-E0AF-4735-5FD591F38A84}"/>
                </a:ext>
              </a:extLst>
            </p:cNvPr>
            <p:cNvSpPr txBox="1"/>
            <p:nvPr/>
          </p:nvSpPr>
          <p:spPr>
            <a:xfrm>
              <a:off x="5093449" y="295261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FCAE442-C0BE-97DA-8FDA-67B863F1749C}"/>
                </a:ext>
              </a:extLst>
            </p:cNvPr>
            <p:cNvSpPr txBox="1"/>
            <p:nvPr/>
          </p:nvSpPr>
          <p:spPr>
            <a:xfrm>
              <a:off x="5240283" y="426305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1F0A3D-65A6-D558-906D-0B0CA101C0FE}"/>
                </a:ext>
              </a:extLst>
            </p:cNvPr>
            <p:cNvSpPr txBox="1"/>
            <p:nvPr/>
          </p:nvSpPr>
          <p:spPr>
            <a:xfrm>
              <a:off x="4682417" y="3792068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DACDA01-F1F3-6CFB-37E8-729C54194629}"/>
                </a:ext>
              </a:extLst>
            </p:cNvPr>
            <p:cNvSpPr txBox="1"/>
            <p:nvPr/>
          </p:nvSpPr>
          <p:spPr>
            <a:xfrm>
              <a:off x="4070824" y="454055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98989A-17E3-5E50-6143-71E978C0433A}"/>
                </a:ext>
              </a:extLst>
            </p:cNvPr>
            <p:cNvSpPr txBox="1"/>
            <p:nvPr/>
          </p:nvSpPr>
          <p:spPr>
            <a:xfrm>
              <a:off x="4686568" y="447525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CBC3243-C19E-0371-C8AF-529A2B233DB6}"/>
                </a:ext>
              </a:extLst>
            </p:cNvPr>
            <p:cNvCxnSpPr/>
            <p:nvPr/>
          </p:nvCxnSpPr>
          <p:spPr>
            <a:xfrm>
              <a:off x="4762446" y="5151877"/>
              <a:ext cx="1056094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471C5AA-AB9B-9A36-C246-A1F14E4F4A94}"/>
                </a:ext>
              </a:extLst>
            </p:cNvPr>
            <p:cNvCxnSpPr/>
            <p:nvPr/>
          </p:nvCxnSpPr>
          <p:spPr>
            <a:xfrm>
              <a:off x="3790213" y="4371289"/>
              <a:ext cx="1056094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8860812-6C6D-16AE-FC21-08AB95563AC7}"/>
                </a:ext>
              </a:extLst>
            </p:cNvPr>
            <p:cNvSpPr txBox="1"/>
            <p:nvPr/>
          </p:nvSpPr>
          <p:spPr>
            <a:xfrm>
              <a:off x="5596308" y="4819665"/>
              <a:ext cx="297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v</a:t>
              </a:r>
              <a:endParaRPr lang="en-CN" dirty="0">
                <a:solidFill>
                  <a:srgbClr val="C00000"/>
                </a:solidFill>
              </a:endParaRPr>
            </a:p>
          </p:txBody>
        </p:sp>
      </p:grpSp>
      <p:sp>
        <p:nvSpPr>
          <p:cNvPr id="55" name="Freeform 54">
            <a:extLst>
              <a:ext uri="{FF2B5EF4-FFF2-40B4-BE49-F238E27FC236}">
                <a16:creationId xmlns:a16="http://schemas.microsoft.com/office/drawing/2014/main" id="{6725EBE4-9BEE-4D7F-9637-28AA318D01F1}"/>
              </a:ext>
            </a:extLst>
          </p:cNvPr>
          <p:cNvSpPr/>
          <p:nvPr/>
        </p:nvSpPr>
        <p:spPr>
          <a:xfrm>
            <a:off x="1472522" y="3879288"/>
            <a:ext cx="1739591" cy="1843668"/>
          </a:xfrm>
          <a:custGeom>
            <a:avLst/>
            <a:gdLst>
              <a:gd name="connsiteX0" fmla="*/ 193288 w 1739591"/>
              <a:gd name="connsiteY0" fmla="*/ 89210 h 1843668"/>
              <a:gd name="connsiteX1" fmla="*/ 141249 w 1739591"/>
              <a:gd name="connsiteY1" fmla="*/ 133815 h 1843668"/>
              <a:gd name="connsiteX2" fmla="*/ 111513 w 1739591"/>
              <a:gd name="connsiteY2" fmla="*/ 178419 h 1843668"/>
              <a:gd name="connsiteX3" fmla="*/ 66908 w 1739591"/>
              <a:gd name="connsiteY3" fmla="*/ 237893 h 1843668"/>
              <a:gd name="connsiteX4" fmla="*/ 52039 w 1739591"/>
              <a:gd name="connsiteY4" fmla="*/ 282497 h 1843668"/>
              <a:gd name="connsiteX5" fmla="*/ 37171 w 1739591"/>
              <a:gd name="connsiteY5" fmla="*/ 304800 h 1843668"/>
              <a:gd name="connsiteX6" fmla="*/ 22303 w 1739591"/>
              <a:gd name="connsiteY6" fmla="*/ 349405 h 1843668"/>
              <a:gd name="connsiteX7" fmla="*/ 14869 w 1739591"/>
              <a:gd name="connsiteY7" fmla="*/ 371707 h 1843668"/>
              <a:gd name="connsiteX8" fmla="*/ 0 w 1739591"/>
              <a:gd name="connsiteY8" fmla="*/ 475785 h 1843668"/>
              <a:gd name="connsiteX9" fmla="*/ 7434 w 1739591"/>
              <a:gd name="connsiteY9" fmla="*/ 743415 h 1843668"/>
              <a:gd name="connsiteX10" fmla="*/ 14869 w 1739591"/>
              <a:gd name="connsiteY10" fmla="*/ 795454 h 1843668"/>
              <a:gd name="connsiteX11" fmla="*/ 29737 w 1739591"/>
              <a:gd name="connsiteY11" fmla="*/ 899532 h 1843668"/>
              <a:gd name="connsiteX12" fmla="*/ 44605 w 1739591"/>
              <a:gd name="connsiteY12" fmla="*/ 951571 h 1843668"/>
              <a:gd name="connsiteX13" fmla="*/ 52039 w 1739591"/>
              <a:gd name="connsiteY13" fmla="*/ 981307 h 1843668"/>
              <a:gd name="connsiteX14" fmla="*/ 66908 w 1739591"/>
              <a:gd name="connsiteY14" fmla="*/ 1122556 h 1843668"/>
              <a:gd name="connsiteX15" fmla="*/ 81776 w 1739591"/>
              <a:gd name="connsiteY15" fmla="*/ 1271239 h 1843668"/>
              <a:gd name="connsiteX16" fmla="*/ 96644 w 1739591"/>
              <a:gd name="connsiteY16" fmla="*/ 1330712 h 1843668"/>
              <a:gd name="connsiteX17" fmla="*/ 111513 w 1739591"/>
              <a:gd name="connsiteY17" fmla="*/ 1419922 h 1843668"/>
              <a:gd name="connsiteX18" fmla="*/ 126381 w 1739591"/>
              <a:gd name="connsiteY18" fmla="*/ 1449658 h 1843668"/>
              <a:gd name="connsiteX19" fmla="*/ 133815 w 1739591"/>
              <a:gd name="connsiteY19" fmla="*/ 1479395 h 1843668"/>
              <a:gd name="connsiteX20" fmla="*/ 148683 w 1739591"/>
              <a:gd name="connsiteY20" fmla="*/ 1524000 h 1843668"/>
              <a:gd name="connsiteX21" fmla="*/ 156117 w 1739591"/>
              <a:gd name="connsiteY21" fmla="*/ 1553736 h 1843668"/>
              <a:gd name="connsiteX22" fmla="*/ 170986 w 1739591"/>
              <a:gd name="connsiteY22" fmla="*/ 1598341 h 1843668"/>
              <a:gd name="connsiteX23" fmla="*/ 208156 w 1739591"/>
              <a:gd name="connsiteY23" fmla="*/ 1635512 h 1843668"/>
              <a:gd name="connsiteX24" fmla="*/ 230459 w 1739591"/>
              <a:gd name="connsiteY24" fmla="*/ 1665249 h 1843668"/>
              <a:gd name="connsiteX25" fmla="*/ 245327 w 1739591"/>
              <a:gd name="connsiteY25" fmla="*/ 1687551 h 1843668"/>
              <a:gd name="connsiteX26" fmla="*/ 267630 w 1739591"/>
              <a:gd name="connsiteY26" fmla="*/ 1702419 h 1843668"/>
              <a:gd name="connsiteX27" fmla="*/ 319669 w 1739591"/>
              <a:gd name="connsiteY27" fmla="*/ 1724722 h 1843668"/>
              <a:gd name="connsiteX28" fmla="*/ 341971 w 1739591"/>
              <a:gd name="connsiteY28" fmla="*/ 1747024 h 1843668"/>
              <a:gd name="connsiteX29" fmla="*/ 371708 w 1739591"/>
              <a:gd name="connsiteY29" fmla="*/ 1761893 h 1843668"/>
              <a:gd name="connsiteX30" fmla="*/ 416313 w 1739591"/>
              <a:gd name="connsiteY30" fmla="*/ 1776761 h 1843668"/>
              <a:gd name="connsiteX31" fmla="*/ 438615 w 1739591"/>
              <a:gd name="connsiteY31" fmla="*/ 1784195 h 1843668"/>
              <a:gd name="connsiteX32" fmla="*/ 483220 w 1739591"/>
              <a:gd name="connsiteY32" fmla="*/ 1799063 h 1843668"/>
              <a:gd name="connsiteX33" fmla="*/ 512956 w 1739591"/>
              <a:gd name="connsiteY33" fmla="*/ 1806497 h 1843668"/>
              <a:gd name="connsiteX34" fmla="*/ 594732 w 1739591"/>
              <a:gd name="connsiteY34" fmla="*/ 1828800 h 1843668"/>
              <a:gd name="connsiteX35" fmla="*/ 676508 w 1739591"/>
              <a:gd name="connsiteY35" fmla="*/ 1843668 h 1843668"/>
              <a:gd name="connsiteX36" fmla="*/ 1100254 w 1739591"/>
              <a:gd name="connsiteY36" fmla="*/ 1836234 h 1843668"/>
              <a:gd name="connsiteX37" fmla="*/ 1234069 w 1739591"/>
              <a:gd name="connsiteY37" fmla="*/ 1813932 h 1843668"/>
              <a:gd name="connsiteX38" fmla="*/ 1278674 w 1739591"/>
              <a:gd name="connsiteY38" fmla="*/ 1799063 h 1843668"/>
              <a:gd name="connsiteX39" fmla="*/ 1308410 w 1739591"/>
              <a:gd name="connsiteY39" fmla="*/ 1791629 h 1843668"/>
              <a:gd name="connsiteX40" fmla="*/ 1338147 w 1739591"/>
              <a:gd name="connsiteY40" fmla="*/ 1776761 h 1843668"/>
              <a:gd name="connsiteX41" fmla="*/ 1367883 w 1739591"/>
              <a:gd name="connsiteY41" fmla="*/ 1769327 h 1843668"/>
              <a:gd name="connsiteX42" fmla="*/ 1390186 w 1739591"/>
              <a:gd name="connsiteY42" fmla="*/ 1761893 h 1843668"/>
              <a:gd name="connsiteX43" fmla="*/ 1449659 w 1739591"/>
              <a:gd name="connsiteY43" fmla="*/ 1747024 h 1843668"/>
              <a:gd name="connsiteX44" fmla="*/ 1479395 w 1739591"/>
              <a:gd name="connsiteY44" fmla="*/ 1739590 h 1843668"/>
              <a:gd name="connsiteX45" fmla="*/ 1524000 w 1739591"/>
              <a:gd name="connsiteY45" fmla="*/ 1724722 h 1843668"/>
              <a:gd name="connsiteX46" fmla="*/ 1568605 w 1739591"/>
              <a:gd name="connsiteY46" fmla="*/ 1702419 h 1843668"/>
              <a:gd name="connsiteX47" fmla="*/ 1605776 w 1739591"/>
              <a:gd name="connsiteY47" fmla="*/ 1680117 h 1843668"/>
              <a:gd name="connsiteX48" fmla="*/ 1628078 w 1739591"/>
              <a:gd name="connsiteY48" fmla="*/ 1657815 h 1843668"/>
              <a:gd name="connsiteX49" fmla="*/ 1687552 w 1739591"/>
              <a:gd name="connsiteY49" fmla="*/ 1613210 h 1843668"/>
              <a:gd name="connsiteX50" fmla="*/ 1709854 w 1739591"/>
              <a:gd name="connsiteY50" fmla="*/ 1568605 h 1843668"/>
              <a:gd name="connsiteX51" fmla="*/ 1732156 w 1739591"/>
              <a:gd name="connsiteY51" fmla="*/ 1494263 h 1843668"/>
              <a:gd name="connsiteX52" fmla="*/ 1739591 w 1739591"/>
              <a:gd name="connsiteY52" fmla="*/ 1442224 h 1843668"/>
              <a:gd name="connsiteX53" fmla="*/ 1732156 w 1739591"/>
              <a:gd name="connsiteY53" fmla="*/ 1256371 h 1843668"/>
              <a:gd name="connsiteX54" fmla="*/ 1724722 w 1739591"/>
              <a:gd name="connsiteY54" fmla="*/ 1234068 h 1843668"/>
              <a:gd name="connsiteX55" fmla="*/ 1717288 w 1739591"/>
              <a:gd name="connsiteY55" fmla="*/ 1204332 h 1843668"/>
              <a:gd name="connsiteX56" fmla="*/ 1702420 w 1739591"/>
              <a:gd name="connsiteY56" fmla="*/ 1159727 h 1843668"/>
              <a:gd name="connsiteX57" fmla="*/ 1694986 w 1739591"/>
              <a:gd name="connsiteY57" fmla="*/ 1129990 h 1843668"/>
              <a:gd name="connsiteX58" fmla="*/ 1665249 w 1739591"/>
              <a:gd name="connsiteY58" fmla="*/ 1085385 h 1843668"/>
              <a:gd name="connsiteX59" fmla="*/ 1650381 w 1739591"/>
              <a:gd name="connsiteY59" fmla="*/ 1063083 h 1843668"/>
              <a:gd name="connsiteX60" fmla="*/ 1620644 w 1739591"/>
              <a:gd name="connsiteY60" fmla="*/ 1048215 h 1843668"/>
              <a:gd name="connsiteX61" fmla="*/ 1605776 w 1739591"/>
              <a:gd name="connsiteY61" fmla="*/ 1025912 h 1843668"/>
              <a:gd name="connsiteX62" fmla="*/ 1583474 w 1739591"/>
              <a:gd name="connsiteY62" fmla="*/ 1011044 h 1843668"/>
              <a:gd name="connsiteX63" fmla="*/ 1568605 w 1739591"/>
              <a:gd name="connsiteY63" fmla="*/ 996176 h 1843668"/>
              <a:gd name="connsiteX64" fmla="*/ 1546303 w 1739591"/>
              <a:gd name="connsiteY64" fmla="*/ 981307 h 1843668"/>
              <a:gd name="connsiteX65" fmla="*/ 1531434 w 1739591"/>
              <a:gd name="connsiteY65" fmla="*/ 966439 h 1843668"/>
              <a:gd name="connsiteX66" fmla="*/ 1509132 w 1739591"/>
              <a:gd name="connsiteY66" fmla="*/ 951571 h 1843668"/>
              <a:gd name="connsiteX67" fmla="*/ 1471961 w 1739591"/>
              <a:gd name="connsiteY67" fmla="*/ 914400 h 1843668"/>
              <a:gd name="connsiteX68" fmla="*/ 1457093 w 1739591"/>
              <a:gd name="connsiteY68" fmla="*/ 892097 h 1843668"/>
              <a:gd name="connsiteX69" fmla="*/ 1427356 w 1739591"/>
              <a:gd name="connsiteY69" fmla="*/ 869795 h 1843668"/>
              <a:gd name="connsiteX70" fmla="*/ 1390186 w 1739591"/>
              <a:gd name="connsiteY70" fmla="*/ 832624 h 1843668"/>
              <a:gd name="connsiteX71" fmla="*/ 1345581 w 1739591"/>
              <a:gd name="connsiteY71" fmla="*/ 817756 h 1843668"/>
              <a:gd name="connsiteX72" fmla="*/ 1300976 w 1739591"/>
              <a:gd name="connsiteY72" fmla="*/ 795454 h 1843668"/>
              <a:gd name="connsiteX73" fmla="*/ 1263805 w 1739591"/>
              <a:gd name="connsiteY73" fmla="*/ 765717 h 1843668"/>
              <a:gd name="connsiteX74" fmla="*/ 1234069 w 1739591"/>
              <a:gd name="connsiteY74" fmla="*/ 750849 h 1843668"/>
              <a:gd name="connsiteX75" fmla="*/ 1189464 w 1739591"/>
              <a:gd name="connsiteY75" fmla="*/ 728546 h 1843668"/>
              <a:gd name="connsiteX76" fmla="*/ 1174595 w 1739591"/>
              <a:gd name="connsiteY76" fmla="*/ 713678 h 1843668"/>
              <a:gd name="connsiteX77" fmla="*/ 1122556 w 1739591"/>
              <a:gd name="connsiteY77" fmla="*/ 669073 h 1843668"/>
              <a:gd name="connsiteX78" fmla="*/ 1063083 w 1739591"/>
              <a:gd name="connsiteY78" fmla="*/ 579863 h 1843668"/>
              <a:gd name="connsiteX79" fmla="*/ 1048215 w 1739591"/>
              <a:gd name="connsiteY79" fmla="*/ 557561 h 1843668"/>
              <a:gd name="connsiteX80" fmla="*/ 1011044 w 1739591"/>
              <a:gd name="connsiteY80" fmla="*/ 520390 h 1843668"/>
              <a:gd name="connsiteX81" fmla="*/ 996176 w 1739591"/>
              <a:gd name="connsiteY81" fmla="*/ 490654 h 1843668"/>
              <a:gd name="connsiteX82" fmla="*/ 973874 w 1739591"/>
              <a:gd name="connsiteY82" fmla="*/ 475785 h 1843668"/>
              <a:gd name="connsiteX83" fmla="*/ 921834 w 1739591"/>
              <a:gd name="connsiteY83" fmla="*/ 423746 h 1843668"/>
              <a:gd name="connsiteX84" fmla="*/ 899532 w 1739591"/>
              <a:gd name="connsiteY84" fmla="*/ 401444 h 1843668"/>
              <a:gd name="connsiteX85" fmla="*/ 877230 w 1739591"/>
              <a:gd name="connsiteY85" fmla="*/ 379141 h 1843668"/>
              <a:gd name="connsiteX86" fmla="*/ 869795 w 1739591"/>
              <a:gd name="connsiteY86" fmla="*/ 356839 h 1843668"/>
              <a:gd name="connsiteX87" fmla="*/ 847493 w 1739591"/>
              <a:gd name="connsiteY87" fmla="*/ 334536 h 1843668"/>
              <a:gd name="connsiteX88" fmla="*/ 832625 w 1739591"/>
              <a:gd name="connsiteY88" fmla="*/ 312234 h 1843668"/>
              <a:gd name="connsiteX89" fmla="*/ 817756 w 1739591"/>
              <a:gd name="connsiteY89" fmla="*/ 297366 h 1843668"/>
              <a:gd name="connsiteX90" fmla="*/ 788020 w 1739591"/>
              <a:gd name="connsiteY90" fmla="*/ 252761 h 1843668"/>
              <a:gd name="connsiteX91" fmla="*/ 758283 w 1739591"/>
              <a:gd name="connsiteY91" fmla="*/ 208156 h 1843668"/>
              <a:gd name="connsiteX92" fmla="*/ 721113 w 1739591"/>
              <a:gd name="connsiteY92" fmla="*/ 156117 h 1843668"/>
              <a:gd name="connsiteX93" fmla="*/ 698810 w 1739591"/>
              <a:gd name="connsiteY93" fmla="*/ 141249 h 1843668"/>
              <a:gd name="connsiteX94" fmla="*/ 683942 w 1739591"/>
              <a:gd name="connsiteY94" fmla="*/ 126380 h 1843668"/>
              <a:gd name="connsiteX95" fmla="*/ 617034 w 1739591"/>
              <a:gd name="connsiteY95" fmla="*/ 89210 h 1843668"/>
              <a:gd name="connsiteX96" fmla="*/ 579864 w 1739591"/>
              <a:gd name="connsiteY96" fmla="*/ 66907 h 1843668"/>
              <a:gd name="connsiteX97" fmla="*/ 564995 w 1739591"/>
              <a:gd name="connsiteY97" fmla="*/ 52039 h 1843668"/>
              <a:gd name="connsiteX98" fmla="*/ 542693 w 1739591"/>
              <a:gd name="connsiteY98" fmla="*/ 37171 h 1843668"/>
              <a:gd name="connsiteX99" fmla="*/ 527825 w 1739591"/>
              <a:gd name="connsiteY99" fmla="*/ 22302 h 1843668"/>
              <a:gd name="connsiteX100" fmla="*/ 453483 w 1739591"/>
              <a:gd name="connsiteY100" fmla="*/ 0 h 1843668"/>
              <a:gd name="connsiteX101" fmla="*/ 341971 w 1739591"/>
              <a:gd name="connsiteY101" fmla="*/ 14868 h 1843668"/>
              <a:gd name="connsiteX102" fmla="*/ 319669 w 1739591"/>
              <a:gd name="connsiteY102" fmla="*/ 29736 h 1843668"/>
              <a:gd name="connsiteX103" fmla="*/ 304800 w 1739591"/>
              <a:gd name="connsiteY103" fmla="*/ 44605 h 1843668"/>
              <a:gd name="connsiteX104" fmla="*/ 260195 w 1739591"/>
              <a:gd name="connsiteY104" fmla="*/ 59473 h 1843668"/>
              <a:gd name="connsiteX105" fmla="*/ 237893 w 1739591"/>
              <a:gd name="connsiteY105" fmla="*/ 66907 h 1843668"/>
              <a:gd name="connsiteX106" fmla="*/ 193288 w 1739591"/>
              <a:gd name="connsiteY106" fmla="*/ 89210 h 184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9591" h="1843668">
                <a:moveTo>
                  <a:pt x="193288" y="89210"/>
                </a:moveTo>
                <a:cubicBezTo>
                  <a:pt x="175942" y="104078"/>
                  <a:pt x="156687" y="116974"/>
                  <a:pt x="141249" y="133815"/>
                </a:cubicBezTo>
                <a:cubicBezTo>
                  <a:pt x="129174" y="146987"/>
                  <a:pt x="124148" y="165784"/>
                  <a:pt x="111513" y="178419"/>
                </a:cubicBezTo>
                <a:cubicBezTo>
                  <a:pt x="93900" y="196032"/>
                  <a:pt x="75315" y="212672"/>
                  <a:pt x="66908" y="237893"/>
                </a:cubicBezTo>
                <a:cubicBezTo>
                  <a:pt x="61952" y="252761"/>
                  <a:pt x="60732" y="269457"/>
                  <a:pt x="52039" y="282497"/>
                </a:cubicBezTo>
                <a:cubicBezTo>
                  <a:pt x="47083" y="289931"/>
                  <a:pt x="40800" y="296635"/>
                  <a:pt x="37171" y="304800"/>
                </a:cubicBezTo>
                <a:cubicBezTo>
                  <a:pt x="30806" y="319122"/>
                  <a:pt x="27259" y="334537"/>
                  <a:pt x="22303" y="349405"/>
                </a:cubicBezTo>
                <a:cubicBezTo>
                  <a:pt x="19825" y="356839"/>
                  <a:pt x="16406" y="364023"/>
                  <a:pt x="14869" y="371707"/>
                </a:cubicBezTo>
                <a:cubicBezTo>
                  <a:pt x="3033" y="430882"/>
                  <a:pt x="8829" y="396320"/>
                  <a:pt x="0" y="475785"/>
                </a:cubicBezTo>
                <a:cubicBezTo>
                  <a:pt x="2478" y="564995"/>
                  <a:pt x="3287" y="654267"/>
                  <a:pt x="7434" y="743415"/>
                </a:cubicBezTo>
                <a:cubicBezTo>
                  <a:pt x="8248" y="760919"/>
                  <a:pt x="12553" y="778085"/>
                  <a:pt x="14869" y="795454"/>
                </a:cubicBezTo>
                <a:cubicBezTo>
                  <a:pt x="20352" y="836571"/>
                  <a:pt x="21901" y="860354"/>
                  <a:pt x="29737" y="899532"/>
                </a:cubicBezTo>
                <a:cubicBezTo>
                  <a:pt x="37482" y="938259"/>
                  <a:pt x="35159" y="918510"/>
                  <a:pt x="44605" y="951571"/>
                </a:cubicBezTo>
                <a:cubicBezTo>
                  <a:pt x="47412" y="961395"/>
                  <a:pt x="49561" y="971395"/>
                  <a:pt x="52039" y="981307"/>
                </a:cubicBezTo>
                <a:cubicBezTo>
                  <a:pt x="73162" y="1213634"/>
                  <a:pt x="47408" y="940557"/>
                  <a:pt x="66908" y="1122556"/>
                </a:cubicBezTo>
                <a:cubicBezTo>
                  <a:pt x="72214" y="1172081"/>
                  <a:pt x="69696" y="1222918"/>
                  <a:pt x="81776" y="1271239"/>
                </a:cubicBezTo>
                <a:cubicBezTo>
                  <a:pt x="86732" y="1291063"/>
                  <a:pt x="93754" y="1310483"/>
                  <a:pt x="96644" y="1330712"/>
                </a:cubicBezTo>
                <a:cubicBezTo>
                  <a:pt x="98329" y="1342507"/>
                  <a:pt x="106076" y="1403610"/>
                  <a:pt x="111513" y="1419922"/>
                </a:cubicBezTo>
                <a:cubicBezTo>
                  <a:pt x="115018" y="1430435"/>
                  <a:pt x="121425" y="1439746"/>
                  <a:pt x="126381" y="1449658"/>
                </a:cubicBezTo>
                <a:cubicBezTo>
                  <a:pt x="128859" y="1459570"/>
                  <a:pt x="130879" y="1469609"/>
                  <a:pt x="133815" y="1479395"/>
                </a:cubicBezTo>
                <a:cubicBezTo>
                  <a:pt x="138318" y="1494407"/>
                  <a:pt x="144882" y="1508795"/>
                  <a:pt x="148683" y="1524000"/>
                </a:cubicBezTo>
                <a:cubicBezTo>
                  <a:pt x="151161" y="1533912"/>
                  <a:pt x="153181" y="1543950"/>
                  <a:pt x="156117" y="1553736"/>
                </a:cubicBezTo>
                <a:cubicBezTo>
                  <a:pt x="160621" y="1568748"/>
                  <a:pt x="159904" y="1587259"/>
                  <a:pt x="170986" y="1598341"/>
                </a:cubicBezTo>
                <a:cubicBezTo>
                  <a:pt x="183376" y="1610731"/>
                  <a:pt x="197643" y="1621494"/>
                  <a:pt x="208156" y="1635512"/>
                </a:cubicBezTo>
                <a:cubicBezTo>
                  <a:pt x="215590" y="1645424"/>
                  <a:pt x="223257" y="1655166"/>
                  <a:pt x="230459" y="1665249"/>
                </a:cubicBezTo>
                <a:cubicBezTo>
                  <a:pt x="235652" y="1672519"/>
                  <a:pt x="239009" y="1681233"/>
                  <a:pt x="245327" y="1687551"/>
                </a:cubicBezTo>
                <a:cubicBezTo>
                  <a:pt x="251645" y="1693869"/>
                  <a:pt x="259872" y="1697986"/>
                  <a:pt x="267630" y="1702419"/>
                </a:cubicBezTo>
                <a:cubicBezTo>
                  <a:pt x="293357" y="1717120"/>
                  <a:pt x="294644" y="1716381"/>
                  <a:pt x="319669" y="1724722"/>
                </a:cubicBezTo>
                <a:cubicBezTo>
                  <a:pt x="327103" y="1732156"/>
                  <a:pt x="333416" y="1740913"/>
                  <a:pt x="341971" y="1747024"/>
                </a:cubicBezTo>
                <a:cubicBezTo>
                  <a:pt x="350989" y="1753466"/>
                  <a:pt x="361418" y="1757777"/>
                  <a:pt x="371708" y="1761893"/>
                </a:cubicBezTo>
                <a:cubicBezTo>
                  <a:pt x="386260" y="1767714"/>
                  <a:pt x="401445" y="1771805"/>
                  <a:pt x="416313" y="1776761"/>
                </a:cubicBezTo>
                <a:lnTo>
                  <a:pt x="438615" y="1784195"/>
                </a:lnTo>
                <a:lnTo>
                  <a:pt x="483220" y="1799063"/>
                </a:lnTo>
                <a:cubicBezTo>
                  <a:pt x="493132" y="1801541"/>
                  <a:pt x="503132" y="1803690"/>
                  <a:pt x="512956" y="1806497"/>
                </a:cubicBezTo>
                <a:cubicBezTo>
                  <a:pt x="562805" y="1820740"/>
                  <a:pt x="506376" y="1811129"/>
                  <a:pt x="594732" y="1828800"/>
                </a:cubicBezTo>
                <a:cubicBezTo>
                  <a:pt x="646684" y="1839190"/>
                  <a:pt x="619439" y="1834157"/>
                  <a:pt x="676508" y="1843668"/>
                </a:cubicBezTo>
                <a:lnTo>
                  <a:pt x="1100254" y="1836234"/>
                </a:lnTo>
                <a:cubicBezTo>
                  <a:pt x="1125745" y="1835450"/>
                  <a:pt x="1214840" y="1820342"/>
                  <a:pt x="1234069" y="1813932"/>
                </a:cubicBezTo>
                <a:cubicBezTo>
                  <a:pt x="1248937" y="1808976"/>
                  <a:pt x="1263469" y="1802864"/>
                  <a:pt x="1278674" y="1799063"/>
                </a:cubicBezTo>
                <a:cubicBezTo>
                  <a:pt x="1288586" y="1796585"/>
                  <a:pt x="1298843" y="1795216"/>
                  <a:pt x="1308410" y="1791629"/>
                </a:cubicBezTo>
                <a:cubicBezTo>
                  <a:pt x="1318787" y="1787738"/>
                  <a:pt x="1327770" y="1780652"/>
                  <a:pt x="1338147" y="1776761"/>
                </a:cubicBezTo>
                <a:cubicBezTo>
                  <a:pt x="1347714" y="1773174"/>
                  <a:pt x="1358059" y="1772134"/>
                  <a:pt x="1367883" y="1769327"/>
                </a:cubicBezTo>
                <a:cubicBezTo>
                  <a:pt x="1375418" y="1767174"/>
                  <a:pt x="1382626" y="1763955"/>
                  <a:pt x="1390186" y="1761893"/>
                </a:cubicBezTo>
                <a:cubicBezTo>
                  <a:pt x="1409900" y="1756516"/>
                  <a:pt x="1429835" y="1751980"/>
                  <a:pt x="1449659" y="1747024"/>
                </a:cubicBezTo>
                <a:cubicBezTo>
                  <a:pt x="1459571" y="1744546"/>
                  <a:pt x="1469702" y="1742821"/>
                  <a:pt x="1479395" y="1739590"/>
                </a:cubicBezTo>
                <a:cubicBezTo>
                  <a:pt x="1494263" y="1734634"/>
                  <a:pt x="1510959" y="1733415"/>
                  <a:pt x="1524000" y="1724722"/>
                </a:cubicBezTo>
                <a:cubicBezTo>
                  <a:pt x="1552823" y="1705507"/>
                  <a:pt x="1537827" y="1712680"/>
                  <a:pt x="1568605" y="1702419"/>
                </a:cubicBezTo>
                <a:cubicBezTo>
                  <a:pt x="1614916" y="1656111"/>
                  <a:pt x="1547867" y="1718723"/>
                  <a:pt x="1605776" y="1680117"/>
                </a:cubicBezTo>
                <a:cubicBezTo>
                  <a:pt x="1614524" y="1674285"/>
                  <a:pt x="1619779" y="1664270"/>
                  <a:pt x="1628078" y="1657815"/>
                </a:cubicBezTo>
                <a:cubicBezTo>
                  <a:pt x="1703740" y="1598966"/>
                  <a:pt x="1650153" y="1650607"/>
                  <a:pt x="1687552" y="1613210"/>
                </a:cubicBezTo>
                <a:cubicBezTo>
                  <a:pt x="1714663" y="1531873"/>
                  <a:pt x="1671426" y="1655069"/>
                  <a:pt x="1709854" y="1568605"/>
                </a:cubicBezTo>
                <a:cubicBezTo>
                  <a:pt x="1715823" y="1555174"/>
                  <a:pt x="1728829" y="1512562"/>
                  <a:pt x="1732156" y="1494263"/>
                </a:cubicBezTo>
                <a:cubicBezTo>
                  <a:pt x="1735291" y="1477023"/>
                  <a:pt x="1737113" y="1459570"/>
                  <a:pt x="1739591" y="1442224"/>
                </a:cubicBezTo>
                <a:cubicBezTo>
                  <a:pt x="1737113" y="1380273"/>
                  <a:pt x="1736574" y="1318214"/>
                  <a:pt x="1732156" y="1256371"/>
                </a:cubicBezTo>
                <a:cubicBezTo>
                  <a:pt x="1731598" y="1248554"/>
                  <a:pt x="1726875" y="1241603"/>
                  <a:pt x="1724722" y="1234068"/>
                </a:cubicBezTo>
                <a:cubicBezTo>
                  <a:pt x="1721915" y="1224244"/>
                  <a:pt x="1720224" y="1214118"/>
                  <a:pt x="1717288" y="1204332"/>
                </a:cubicBezTo>
                <a:cubicBezTo>
                  <a:pt x="1712785" y="1189320"/>
                  <a:pt x="1706221" y="1174932"/>
                  <a:pt x="1702420" y="1159727"/>
                </a:cubicBezTo>
                <a:cubicBezTo>
                  <a:pt x="1699942" y="1149815"/>
                  <a:pt x="1699555" y="1139129"/>
                  <a:pt x="1694986" y="1129990"/>
                </a:cubicBezTo>
                <a:cubicBezTo>
                  <a:pt x="1686994" y="1114007"/>
                  <a:pt x="1675161" y="1100253"/>
                  <a:pt x="1665249" y="1085385"/>
                </a:cubicBezTo>
                <a:cubicBezTo>
                  <a:pt x="1660293" y="1077951"/>
                  <a:pt x="1658372" y="1067079"/>
                  <a:pt x="1650381" y="1063083"/>
                </a:cubicBezTo>
                <a:lnTo>
                  <a:pt x="1620644" y="1048215"/>
                </a:lnTo>
                <a:cubicBezTo>
                  <a:pt x="1615688" y="1040781"/>
                  <a:pt x="1612094" y="1032230"/>
                  <a:pt x="1605776" y="1025912"/>
                </a:cubicBezTo>
                <a:cubicBezTo>
                  <a:pt x="1599458" y="1019594"/>
                  <a:pt x="1590451" y="1016625"/>
                  <a:pt x="1583474" y="1011044"/>
                </a:cubicBezTo>
                <a:cubicBezTo>
                  <a:pt x="1578001" y="1006666"/>
                  <a:pt x="1574078" y="1000555"/>
                  <a:pt x="1568605" y="996176"/>
                </a:cubicBezTo>
                <a:cubicBezTo>
                  <a:pt x="1561628" y="990594"/>
                  <a:pt x="1553280" y="986889"/>
                  <a:pt x="1546303" y="981307"/>
                </a:cubicBezTo>
                <a:cubicBezTo>
                  <a:pt x="1540830" y="976928"/>
                  <a:pt x="1536907" y="970817"/>
                  <a:pt x="1531434" y="966439"/>
                </a:cubicBezTo>
                <a:cubicBezTo>
                  <a:pt x="1524457" y="960858"/>
                  <a:pt x="1515856" y="957454"/>
                  <a:pt x="1509132" y="951571"/>
                </a:cubicBezTo>
                <a:cubicBezTo>
                  <a:pt x="1495945" y="940032"/>
                  <a:pt x="1481680" y="928980"/>
                  <a:pt x="1471961" y="914400"/>
                </a:cubicBezTo>
                <a:cubicBezTo>
                  <a:pt x="1467005" y="906966"/>
                  <a:pt x="1463411" y="898415"/>
                  <a:pt x="1457093" y="892097"/>
                </a:cubicBezTo>
                <a:cubicBezTo>
                  <a:pt x="1448332" y="883336"/>
                  <a:pt x="1436617" y="878027"/>
                  <a:pt x="1427356" y="869795"/>
                </a:cubicBezTo>
                <a:cubicBezTo>
                  <a:pt x="1414260" y="858154"/>
                  <a:pt x="1406809" y="838165"/>
                  <a:pt x="1390186" y="832624"/>
                </a:cubicBezTo>
                <a:cubicBezTo>
                  <a:pt x="1375318" y="827668"/>
                  <a:pt x="1358622" y="826449"/>
                  <a:pt x="1345581" y="817756"/>
                </a:cubicBezTo>
                <a:cubicBezTo>
                  <a:pt x="1316758" y="798541"/>
                  <a:pt x="1331754" y="805713"/>
                  <a:pt x="1300976" y="795454"/>
                </a:cubicBezTo>
                <a:cubicBezTo>
                  <a:pt x="1284693" y="779170"/>
                  <a:pt x="1285690" y="778223"/>
                  <a:pt x="1263805" y="765717"/>
                </a:cubicBezTo>
                <a:cubicBezTo>
                  <a:pt x="1254183" y="760219"/>
                  <a:pt x="1243691" y="756347"/>
                  <a:pt x="1234069" y="750849"/>
                </a:cubicBezTo>
                <a:cubicBezTo>
                  <a:pt x="1193716" y="727790"/>
                  <a:pt x="1230354" y="742176"/>
                  <a:pt x="1189464" y="728546"/>
                </a:cubicBezTo>
                <a:cubicBezTo>
                  <a:pt x="1184508" y="723590"/>
                  <a:pt x="1180068" y="718056"/>
                  <a:pt x="1174595" y="713678"/>
                </a:cubicBezTo>
                <a:cubicBezTo>
                  <a:pt x="1150575" y="694462"/>
                  <a:pt x="1143006" y="699749"/>
                  <a:pt x="1122556" y="669073"/>
                </a:cubicBezTo>
                <a:lnTo>
                  <a:pt x="1063083" y="579863"/>
                </a:lnTo>
                <a:cubicBezTo>
                  <a:pt x="1058127" y="572429"/>
                  <a:pt x="1054533" y="563879"/>
                  <a:pt x="1048215" y="557561"/>
                </a:cubicBezTo>
                <a:lnTo>
                  <a:pt x="1011044" y="520390"/>
                </a:lnTo>
                <a:cubicBezTo>
                  <a:pt x="1006088" y="510478"/>
                  <a:pt x="1003270" y="499167"/>
                  <a:pt x="996176" y="490654"/>
                </a:cubicBezTo>
                <a:cubicBezTo>
                  <a:pt x="990456" y="483790"/>
                  <a:pt x="980598" y="481669"/>
                  <a:pt x="973874" y="475785"/>
                </a:cubicBezTo>
                <a:cubicBezTo>
                  <a:pt x="973865" y="475777"/>
                  <a:pt x="932245" y="434157"/>
                  <a:pt x="921834" y="423746"/>
                </a:cubicBezTo>
                <a:lnTo>
                  <a:pt x="899532" y="401444"/>
                </a:lnTo>
                <a:lnTo>
                  <a:pt x="877230" y="379141"/>
                </a:lnTo>
                <a:cubicBezTo>
                  <a:pt x="874752" y="371707"/>
                  <a:pt x="874142" y="363359"/>
                  <a:pt x="869795" y="356839"/>
                </a:cubicBezTo>
                <a:cubicBezTo>
                  <a:pt x="863963" y="348091"/>
                  <a:pt x="854223" y="342613"/>
                  <a:pt x="847493" y="334536"/>
                </a:cubicBezTo>
                <a:cubicBezTo>
                  <a:pt x="841773" y="327672"/>
                  <a:pt x="838206" y="319211"/>
                  <a:pt x="832625" y="312234"/>
                </a:cubicBezTo>
                <a:cubicBezTo>
                  <a:pt x="828246" y="306761"/>
                  <a:pt x="821961" y="302973"/>
                  <a:pt x="817756" y="297366"/>
                </a:cubicBezTo>
                <a:cubicBezTo>
                  <a:pt x="807034" y="283071"/>
                  <a:pt x="797932" y="267629"/>
                  <a:pt x="788020" y="252761"/>
                </a:cubicBezTo>
                <a:lnTo>
                  <a:pt x="758283" y="208156"/>
                </a:lnTo>
                <a:cubicBezTo>
                  <a:pt x="749841" y="195494"/>
                  <a:pt x="730333" y="165337"/>
                  <a:pt x="721113" y="156117"/>
                </a:cubicBezTo>
                <a:cubicBezTo>
                  <a:pt x="714795" y="149799"/>
                  <a:pt x="705787" y="146831"/>
                  <a:pt x="698810" y="141249"/>
                </a:cubicBezTo>
                <a:cubicBezTo>
                  <a:pt x="693337" y="136870"/>
                  <a:pt x="689549" y="130585"/>
                  <a:pt x="683942" y="126380"/>
                </a:cubicBezTo>
                <a:cubicBezTo>
                  <a:pt x="643044" y="95706"/>
                  <a:pt x="651805" y="100800"/>
                  <a:pt x="617034" y="89210"/>
                </a:cubicBezTo>
                <a:cubicBezTo>
                  <a:pt x="579366" y="51539"/>
                  <a:pt x="628111" y="95855"/>
                  <a:pt x="579864" y="66907"/>
                </a:cubicBezTo>
                <a:cubicBezTo>
                  <a:pt x="573854" y="63301"/>
                  <a:pt x="570468" y="56417"/>
                  <a:pt x="564995" y="52039"/>
                </a:cubicBezTo>
                <a:cubicBezTo>
                  <a:pt x="558018" y="46458"/>
                  <a:pt x="549670" y="42752"/>
                  <a:pt x="542693" y="37171"/>
                </a:cubicBezTo>
                <a:cubicBezTo>
                  <a:pt x="537220" y="32792"/>
                  <a:pt x="534094" y="25437"/>
                  <a:pt x="527825" y="22302"/>
                </a:cubicBezTo>
                <a:cubicBezTo>
                  <a:pt x="509727" y="13253"/>
                  <a:pt x="474825" y="5335"/>
                  <a:pt x="453483" y="0"/>
                </a:cubicBezTo>
                <a:cubicBezTo>
                  <a:pt x="433555" y="1661"/>
                  <a:pt x="372337" y="-315"/>
                  <a:pt x="341971" y="14868"/>
                </a:cubicBezTo>
                <a:cubicBezTo>
                  <a:pt x="333980" y="18864"/>
                  <a:pt x="326646" y="24155"/>
                  <a:pt x="319669" y="29736"/>
                </a:cubicBezTo>
                <a:cubicBezTo>
                  <a:pt x="314196" y="34115"/>
                  <a:pt x="311069" y="41470"/>
                  <a:pt x="304800" y="44605"/>
                </a:cubicBezTo>
                <a:cubicBezTo>
                  <a:pt x="290782" y="51614"/>
                  <a:pt x="275063" y="54517"/>
                  <a:pt x="260195" y="59473"/>
                </a:cubicBezTo>
                <a:lnTo>
                  <a:pt x="237893" y="66907"/>
                </a:lnTo>
                <a:lnTo>
                  <a:pt x="193288" y="89210"/>
                </a:ln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06F035A9-552A-475E-FCBD-504051E10BCF}"/>
              </a:ext>
            </a:extLst>
          </p:cNvPr>
          <p:cNvSpPr/>
          <p:nvPr/>
        </p:nvSpPr>
        <p:spPr>
          <a:xfrm>
            <a:off x="2469835" y="4876979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0A0BB737-62BB-C87D-9EB7-6C888139B1FE}"/>
              </a:ext>
            </a:extLst>
          </p:cNvPr>
          <p:cNvSpPr/>
          <p:nvPr/>
        </p:nvSpPr>
        <p:spPr>
          <a:xfrm>
            <a:off x="1517127" y="2448214"/>
            <a:ext cx="1717288" cy="3200400"/>
          </a:xfrm>
          <a:custGeom>
            <a:avLst/>
            <a:gdLst>
              <a:gd name="connsiteX0" fmla="*/ 947854 w 1717288"/>
              <a:gd name="connsiteY0" fmla="*/ 0 h 3200400"/>
              <a:gd name="connsiteX1" fmla="*/ 869795 w 1717288"/>
              <a:gd name="connsiteY1" fmla="*/ 11151 h 3200400"/>
              <a:gd name="connsiteX2" fmla="*/ 836342 w 1717288"/>
              <a:gd name="connsiteY2" fmla="*/ 22302 h 3200400"/>
              <a:gd name="connsiteX3" fmla="*/ 791737 w 1717288"/>
              <a:gd name="connsiteY3" fmla="*/ 33454 h 3200400"/>
              <a:gd name="connsiteX4" fmla="*/ 724829 w 1717288"/>
              <a:gd name="connsiteY4" fmla="*/ 55756 h 3200400"/>
              <a:gd name="connsiteX5" fmla="*/ 680225 w 1717288"/>
              <a:gd name="connsiteY5" fmla="*/ 66907 h 3200400"/>
              <a:gd name="connsiteX6" fmla="*/ 613317 w 1717288"/>
              <a:gd name="connsiteY6" fmla="*/ 89210 h 3200400"/>
              <a:gd name="connsiteX7" fmla="*/ 557561 w 1717288"/>
              <a:gd name="connsiteY7" fmla="*/ 133815 h 3200400"/>
              <a:gd name="connsiteX8" fmla="*/ 535259 w 1717288"/>
              <a:gd name="connsiteY8" fmla="*/ 167268 h 3200400"/>
              <a:gd name="connsiteX9" fmla="*/ 512956 w 1717288"/>
              <a:gd name="connsiteY9" fmla="*/ 189571 h 3200400"/>
              <a:gd name="connsiteX10" fmla="*/ 490654 w 1717288"/>
              <a:gd name="connsiteY10" fmla="*/ 223024 h 3200400"/>
              <a:gd name="connsiteX11" fmla="*/ 446049 w 1717288"/>
              <a:gd name="connsiteY11" fmla="*/ 278780 h 3200400"/>
              <a:gd name="connsiteX12" fmla="*/ 345688 w 1717288"/>
              <a:gd name="connsiteY12" fmla="*/ 579863 h 3200400"/>
              <a:gd name="connsiteX13" fmla="*/ 312234 w 1717288"/>
              <a:gd name="connsiteY13" fmla="*/ 680224 h 3200400"/>
              <a:gd name="connsiteX14" fmla="*/ 301083 w 1717288"/>
              <a:gd name="connsiteY14" fmla="*/ 713678 h 3200400"/>
              <a:gd name="connsiteX15" fmla="*/ 278781 w 1717288"/>
              <a:gd name="connsiteY15" fmla="*/ 747132 h 3200400"/>
              <a:gd name="connsiteX16" fmla="*/ 245327 w 1717288"/>
              <a:gd name="connsiteY16" fmla="*/ 847493 h 3200400"/>
              <a:gd name="connsiteX17" fmla="*/ 211873 w 1717288"/>
              <a:gd name="connsiteY17" fmla="*/ 947854 h 3200400"/>
              <a:gd name="connsiteX18" fmla="*/ 200722 w 1717288"/>
              <a:gd name="connsiteY18" fmla="*/ 981307 h 3200400"/>
              <a:gd name="connsiteX19" fmla="*/ 189571 w 1717288"/>
              <a:gd name="connsiteY19" fmla="*/ 1025912 h 3200400"/>
              <a:gd name="connsiteX20" fmla="*/ 167269 w 1717288"/>
              <a:gd name="connsiteY20" fmla="*/ 1159727 h 3200400"/>
              <a:gd name="connsiteX21" fmla="*/ 156117 w 1717288"/>
              <a:gd name="connsiteY21" fmla="*/ 1204332 h 3200400"/>
              <a:gd name="connsiteX22" fmla="*/ 144966 w 1717288"/>
              <a:gd name="connsiteY22" fmla="*/ 1260088 h 3200400"/>
              <a:gd name="connsiteX23" fmla="*/ 122664 w 1717288"/>
              <a:gd name="connsiteY23" fmla="*/ 1326995 h 3200400"/>
              <a:gd name="connsiteX24" fmla="*/ 100361 w 1717288"/>
              <a:gd name="connsiteY24" fmla="*/ 1393902 h 3200400"/>
              <a:gd name="connsiteX25" fmla="*/ 89210 w 1717288"/>
              <a:gd name="connsiteY25" fmla="*/ 1427356 h 3200400"/>
              <a:gd name="connsiteX26" fmla="*/ 78059 w 1717288"/>
              <a:gd name="connsiteY26" fmla="*/ 1471961 h 3200400"/>
              <a:gd name="connsiteX27" fmla="*/ 55756 w 1717288"/>
              <a:gd name="connsiteY27" fmla="*/ 1550020 h 3200400"/>
              <a:gd name="connsiteX28" fmla="*/ 44605 w 1717288"/>
              <a:gd name="connsiteY28" fmla="*/ 1605776 h 3200400"/>
              <a:gd name="connsiteX29" fmla="*/ 11151 w 1717288"/>
              <a:gd name="connsiteY29" fmla="*/ 1706137 h 3200400"/>
              <a:gd name="connsiteX30" fmla="*/ 0 w 1717288"/>
              <a:gd name="connsiteY30" fmla="*/ 1739590 h 3200400"/>
              <a:gd name="connsiteX31" fmla="*/ 11151 w 1717288"/>
              <a:gd name="connsiteY31" fmla="*/ 1996068 h 3200400"/>
              <a:gd name="connsiteX32" fmla="*/ 22303 w 1717288"/>
              <a:gd name="connsiteY32" fmla="*/ 2029522 h 3200400"/>
              <a:gd name="connsiteX33" fmla="*/ 66908 w 1717288"/>
              <a:gd name="connsiteY33" fmla="*/ 2085278 h 3200400"/>
              <a:gd name="connsiteX34" fmla="*/ 89210 w 1717288"/>
              <a:gd name="connsiteY34" fmla="*/ 2118732 h 3200400"/>
              <a:gd name="connsiteX35" fmla="*/ 156117 w 1717288"/>
              <a:gd name="connsiteY35" fmla="*/ 2141034 h 3200400"/>
              <a:gd name="connsiteX36" fmla="*/ 189571 w 1717288"/>
              <a:gd name="connsiteY36" fmla="*/ 2152185 h 3200400"/>
              <a:gd name="connsiteX37" fmla="*/ 211873 w 1717288"/>
              <a:gd name="connsiteY37" fmla="*/ 2174488 h 3200400"/>
              <a:gd name="connsiteX38" fmla="*/ 278781 w 1717288"/>
              <a:gd name="connsiteY38" fmla="*/ 2196790 h 3200400"/>
              <a:gd name="connsiteX39" fmla="*/ 301083 w 1717288"/>
              <a:gd name="connsiteY39" fmla="*/ 2219093 h 3200400"/>
              <a:gd name="connsiteX40" fmla="*/ 367990 w 1717288"/>
              <a:gd name="connsiteY40" fmla="*/ 2241395 h 3200400"/>
              <a:gd name="connsiteX41" fmla="*/ 401444 w 1717288"/>
              <a:gd name="connsiteY41" fmla="*/ 2252546 h 3200400"/>
              <a:gd name="connsiteX42" fmla="*/ 457200 w 1717288"/>
              <a:gd name="connsiteY42" fmla="*/ 2263698 h 3200400"/>
              <a:gd name="connsiteX43" fmla="*/ 524108 w 1717288"/>
              <a:gd name="connsiteY43" fmla="*/ 2286000 h 3200400"/>
              <a:gd name="connsiteX44" fmla="*/ 557561 w 1717288"/>
              <a:gd name="connsiteY44" fmla="*/ 2297151 h 3200400"/>
              <a:gd name="connsiteX45" fmla="*/ 613317 w 1717288"/>
              <a:gd name="connsiteY45" fmla="*/ 2352907 h 3200400"/>
              <a:gd name="connsiteX46" fmla="*/ 635620 w 1717288"/>
              <a:gd name="connsiteY46" fmla="*/ 2375210 h 3200400"/>
              <a:gd name="connsiteX47" fmla="*/ 657922 w 1717288"/>
              <a:gd name="connsiteY47" fmla="*/ 2408663 h 3200400"/>
              <a:gd name="connsiteX48" fmla="*/ 713678 w 1717288"/>
              <a:gd name="connsiteY48" fmla="*/ 2464420 h 3200400"/>
              <a:gd name="connsiteX49" fmla="*/ 735981 w 1717288"/>
              <a:gd name="connsiteY49" fmla="*/ 2486722 h 3200400"/>
              <a:gd name="connsiteX50" fmla="*/ 802888 w 1717288"/>
              <a:gd name="connsiteY50" fmla="*/ 2575932 h 3200400"/>
              <a:gd name="connsiteX51" fmla="*/ 836342 w 1717288"/>
              <a:gd name="connsiteY51" fmla="*/ 2631688 h 3200400"/>
              <a:gd name="connsiteX52" fmla="*/ 847493 w 1717288"/>
              <a:gd name="connsiteY52" fmla="*/ 2665141 h 3200400"/>
              <a:gd name="connsiteX53" fmla="*/ 869795 w 1717288"/>
              <a:gd name="connsiteY53" fmla="*/ 2698595 h 3200400"/>
              <a:gd name="connsiteX54" fmla="*/ 914400 w 1717288"/>
              <a:gd name="connsiteY54" fmla="*/ 2787805 h 3200400"/>
              <a:gd name="connsiteX55" fmla="*/ 936703 w 1717288"/>
              <a:gd name="connsiteY55" fmla="*/ 2854712 h 3200400"/>
              <a:gd name="connsiteX56" fmla="*/ 981308 w 1717288"/>
              <a:gd name="connsiteY56" fmla="*/ 2910468 h 3200400"/>
              <a:gd name="connsiteX57" fmla="*/ 1037064 w 1717288"/>
              <a:gd name="connsiteY57" fmla="*/ 2955073 h 3200400"/>
              <a:gd name="connsiteX58" fmla="*/ 1081669 w 1717288"/>
              <a:gd name="connsiteY58" fmla="*/ 3021980 h 3200400"/>
              <a:gd name="connsiteX59" fmla="*/ 1103971 w 1717288"/>
              <a:gd name="connsiteY59" fmla="*/ 3044283 h 3200400"/>
              <a:gd name="connsiteX60" fmla="*/ 1148576 w 1717288"/>
              <a:gd name="connsiteY60" fmla="*/ 3100039 h 3200400"/>
              <a:gd name="connsiteX61" fmla="*/ 1182029 w 1717288"/>
              <a:gd name="connsiteY61" fmla="*/ 3111190 h 3200400"/>
              <a:gd name="connsiteX62" fmla="*/ 1237786 w 1717288"/>
              <a:gd name="connsiteY62" fmla="*/ 3144644 h 3200400"/>
              <a:gd name="connsiteX63" fmla="*/ 1271239 w 1717288"/>
              <a:gd name="connsiteY63" fmla="*/ 3178098 h 3200400"/>
              <a:gd name="connsiteX64" fmla="*/ 1338147 w 1717288"/>
              <a:gd name="connsiteY64" fmla="*/ 3200400 h 3200400"/>
              <a:gd name="connsiteX65" fmla="*/ 1483112 w 1717288"/>
              <a:gd name="connsiteY65" fmla="*/ 3144644 h 3200400"/>
              <a:gd name="connsiteX66" fmla="*/ 1505415 w 1717288"/>
              <a:gd name="connsiteY66" fmla="*/ 3122341 h 3200400"/>
              <a:gd name="connsiteX67" fmla="*/ 1550020 w 1717288"/>
              <a:gd name="connsiteY67" fmla="*/ 3055434 h 3200400"/>
              <a:gd name="connsiteX68" fmla="*/ 1583473 w 1717288"/>
              <a:gd name="connsiteY68" fmla="*/ 2955073 h 3200400"/>
              <a:gd name="connsiteX69" fmla="*/ 1594625 w 1717288"/>
              <a:gd name="connsiteY69" fmla="*/ 2921620 h 3200400"/>
              <a:gd name="connsiteX70" fmla="*/ 1605776 w 1717288"/>
              <a:gd name="connsiteY70" fmla="*/ 2888166 h 3200400"/>
              <a:gd name="connsiteX71" fmla="*/ 1616927 w 1717288"/>
              <a:gd name="connsiteY71" fmla="*/ 2787805 h 3200400"/>
              <a:gd name="connsiteX72" fmla="*/ 1639229 w 1717288"/>
              <a:gd name="connsiteY72" fmla="*/ 2642839 h 3200400"/>
              <a:gd name="connsiteX73" fmla="*/ 1650381 w 1717288"/>
              <a:gd name="connsiteY73" fmla="*/ 2609385 h 3200400"/>
              <a:gd name="connsiteX74" fmla="*/ 1672683 w 1717288"/>
              <a:gd name="connsiteY74" fmla="*/ 2430966 h 3200400"/>
              <a:gd name="connsiteX75" fmla="*/ 1683834 w 1717288"/>
              <a:gd name="connsiteY75" fmla="*/ 2230244 h 3200400"/>
              <a:gd name="connsiteX76" fmla="*/ 1694986 w 1717288"/>
              <a:gd name="connsiteY76" fmla="*/ 2129883 h 3200400"/>
              <a:gd name="connsiteX77" fmla="*/ 1706137 w 1717288"/>
              <a:gd name="connsiteY77" fmla="*/ 1996068 h 3200400"/>
              <a:gd name="connsiteX78" fmla="*/ 1717288 w 1717288"/>
              <a:gd name="connsiteY78" fmla="*/ 1784195 h 3200400"/>
              <a:gd name="connsiteX79" fmla="*/ 1694986 w 1717288"/>
              <a:gd name="connsiteY79" fmla="*/ 1393902 h 3200400"/>
              <a:gd name="connsiteX80" fmla="*/ 1683834 w 1717288"/>
              <a:gd name="connsiteY80" fmla="*/ 1360449 h 3200400"/>
              <a:gd name="connsiteX81" fmla="*/ 1672683 w 1717288"/>
              <a:gd name="connsiteY81" fmla="*/ 1193180 h 3200400"/>
              <a:gd name="connsiteX82" fmla="*/ 1650381 w 1717288"/>
              <a:gd name="connsiteY82" fmla="*/ 758283 h 3200400"/>
              <a:gd name="connsiteX83" fmla="*/ 1639229 w 1717288"/>
              <a:gd name="connsiteY83" fmla="*/ 702527 h 3200400"/>
              <a:gd name="connsiteX84" fmla="*/ 1628078 w 1717288"/>
              <a:gd name="connsiteY84" fmla="*/ 657922 h 3200400"/>
              <a:gd name="connsiteX85" fmla="*/ 1594625 w 1717288"/>
              <a:gd name="connsiteY85" fmla="*/ 557561 h 3200400"/>
              <a:gd name="connsiteX86" fmla="*/ 1561171 w 1717288"/>
              <a:gd name="connsiteY86" fmla="*/ 457200 h 3200400"/>
              <a:gd name="connsiteX87" fmla="*/ 1550020 w 1717288"/>
              <a:gd name="connsiteY87" fmla="*/ 423746 h 3200400"/>
              <a:gd name="connsiteX88" fmla="*/ 1527717 w 1717288"/>
              <a:gd name="connsiteY88" fmla="*/ 390293 h 3200400"/>
              <a:gd name="connsiteX89" fmla="*/ 1516566 w 1717288"/>
              <a:gd name="connsiteY89" fmla="*/ 345688 h 3200400"/>
              <a:gd name="connsiteX90" fmla="*/ 1438508 w 1717288"/>
              <a:gd name="connsiteY90" fmla="*/ 267629 h 3200400"/>
              <a:gd name="connsiteX91" fmla="*/ 1416205 w 1717288"/>
              <a:gd name="connsiteY91" fmla="*/ 234176 h 3200400"/>
              <a:gd name="connsiteX92" fmla="*/ 1360449 w 1717288"/>
              <a:gd name="connsiteY92" fmla="*/ 178420 h 3200400"/>
              <a:gd name="connsiteX93" fmla="*/ 1315844 w 1717288"/>
              <a:gd name="connsiteY93" fmla="*/ 133815 h 3200400"/>
              <a:gd name="connsiteX94" fmla="*/ 1282390 w 1717288"/>
              <a:gd name="connsiteY94" fmla="*/ 100361 h 3200400"/>
              <a:gd name="connsiteX95" fmla="*/ 1215483 w 1717288"/>
              <a:gd name="connsiteY95" fmla="*/ 78059 h 3200400"/>
              <a:gd name="connsiteX96" fmla="*/ 1182029 w 1717288"/>
              <a:gd name="connsiteY96" fmla="*/ 66907 h 3200400"/>
              <a:gd name="connsiteX97" fmla="*/ 1148576 w 1717288"/>
              <a:gd name="connsiteY97" fmla="*/ 44605 h 3200400"/>
              <a:gd name="connsiteX98" fmla="*/ 1081669 w 1717288"/>
              <a:gd name="connsiteY98" fmla="*/ 22302 h 3200400"/>
              <a:gd name="connsiteX99" fmla="*/ 947854 w 1717288"/>
              <a:gd name="connsiteY99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717288" h="3200400">
                <a:moveTo>
                  <a:pt x="947854" y="0"/>
                </a:moveTo>
                <a:cubicBezTo>
                  <a:pt x="921834" y="3717"/>
                  <a:pt x="895568" y="5996"/>
                  <a:pt x="869795" y="11151"/>
                </a:cubicBezTo>
                <a:cubicBezTo>
                  <a:pt x="858269" y="13456"/>
                  <a:pt x="847644" y="19073"/>
                  <a:pt x="836342" y="22302"/>
                </a:cubicBezTo>
                <a:cubicBezTo>
                  <a:pt x="821606" y="26512"/>
                  <a:pt x="806417" y="29050"/>
                  <a:pt x="791737" y="33454"/>
                </a:cubicBezTo>
                <a:cubicBezTo>
                  <a:pt x="769219" y="40209"/>
                  <a:pt x="747636" y="50054"/>
                  <a:pt x="724829" y="55756"/>
                </a:cubicBezTo>
                <a:cubicBezTo>
                  <a:pt x="709961" y="59473"/>
                  <a:pt x="694904" y="62503"/>
                  <a:pt x="680225" y="66907"/>
                </a:cubicBezTo>
                <a:cubicBezTo>
                  <a:pt x="657707" y="73662"/>
                  <a:pt x="613317" y="89210"/>
                  <a:pt x="613317" y="89210"/>
                </a:cubicBezTo>
                <a:cubicBezTo>
                  <a:pt x="549404" y="185080"/>
                  <a:pt x="634507" y="72258"/>
                  <a:pt x="557561" y="133815"/>
                </a:cubicBezTo>
                <a:cubicBezTo>
                  <a:pt x="547096" y="142187"/>
                  <a:pt x="543631" y="156803"/>
                  <a:pt x="535259" y="167268"/>
                </a:cubicBezTo>
                <a:cubicBezTo>
                  <a:pt x="528691" y="175478"/>
                  <a:pt x="519524" y="181361"/>
                  <a:pt x="512956" y="189571"/>
                </a:cubicBezTo>
                <a:cubicBezTo>
                  <a:pt x="504584" y="200036"/>
                  <a:pt x="499026" y="212559"/>
                  <a:pt x="490654" y="223024"/>
                </a:cubicBezTo>
                <a:cubicBezTo>
                  <a:pt x="427096" y="302471"/>
                  <a:pt x="514690" y="175818"/>
                  <a:pt x="446049" y="278780"/>
                </a:cubicBezTo>
                <a:lnTo>
                  <a:pt x="345688" y="579863"/>
                </a:lnTo>
                <a:lnTo>
                  <a:pt x="312234" y="680224"/>
                </a:lnTo>
                <a:cubicBezTo>
                  <a:pt x="308517" y="691375"/>
                  <a:pt x="307603" y="703898"/>
                  <a:pt x="301083" y="713678"/>
                </a:cubicBezTo>
                <a:cubicBezTo>
                  <a:pt x="293649" y="724829"/>
                  <a:pt x="284224" y="734885"/>
                  <a:pt x="278781" y="747132"/>
                </a:cubicBezTo>
                <a:cubicBezTo>
                  <a:pt x="278774" y="747147"/>
                  <a:pt x="250905" y="830758"/>
                  <a:pt x="245327" y="847493"/>
                </a:cubicBezTo>
                <a:lnTo>
                  <a:pt x="211873" y="947854"/>
                </a:lnTo>
                <a:cubicBezTo>
                  <a:pt x="208156" y="959005"/>
                  <a:pt x="203573" y="969904"/>
                  <a:pt x="200722" y="981307"/>
                </a:cubicBezTo>
                <a:cubicBezTo>
                  <a:pt x="197005" y="996175"/>
                  <a:pt x="192395" y="1010849"/>
                  <a:pt x="189571" y="1025912"/>
                </a:cubicBezTo>
                <a:cubicBezTo>
                  <a:pt x="181238" y="1070358"/>
                  <a:pt x="178237" y="1115857"/>
                  <a:pt x="167269" y="1159727"/>
                </a:cubicBezTo>
                <a:cubicBezTo>
                  <a:pt x="163552" y="1174595"/>
                  <a:pt x="159442" y="1189371"/>
                  <a:pt x="156117" y="1204332"/>
                </a:cubicBezTo>
                <a:cubicBezTo>
                  <a:pt x="152005" y="1222834"/>
                  <a:pt x="149953" y="1241802"/>
                  <a:pt x="144966" y="1260088"/>
                </a:cubicBezTo>
                <a:cubicBezTo>
                  <a:pt x="138781" y="1282768"/>
                  <a:pt x="130098" y="1304693"/>
                  <a:pt x="122664" y="1326995"/>
                </a:cubicBezTo>
                <a:lnTo>
                  <a:pt x="100361" y="1393902"/>
                </a:lnTo>
                <a:cubicBezTo>
                  <a:pt x="96644" y="1405053"/>
                  <a:pt x="92061" y="1415952"/>
                  <a:pt x="89210" y="1427356"/>
                </a:cubicBezTo>
                <a:cubicBezTo>
                  <a:pt x="85493" y="1442224"/>
                  <a:pt x="82269" y="1457225"/>
                  <a:pt x="78059" y="1471961"/>
                </a:cubicBezTo>
                <a:cubicBezTo>
                  <a:pt x="59434" y="1537150"/>
                  <a:pt x="73185" y="1471591"/>
                  <a:pt x="55756" y="1550020"/>
                </a:cubicBezTo>
                <a:cubicBezTo>
                  <a:pt x="51644" y="1568522"/>
                  <a:pt x="49592" y="1587490"/>
                  <a:pt x="44605" y="1605776"/>
                </a:cubicBezTo>
                <a:cubicBezTo>
                  <a:pt x="44595" y="1605814"/>
                  <a:pt x="16733" y="1689392"/>
                  <a:pt x="11151" y="1706137"/>
                </a:cubicBezTo>
                <a:lnTo>
                  <a:pt x="0" y="1739590"/>
                </a:lnTo>
                <a:cubicBezTo>
                  <a:pt x="3717" y="1825083"/>
                  <a:pt x="4588" y="1910747"/>
                  <a:pt x="11151" y="1996068"/>
                </a:cubicBezTo>
                <a:cubicBezTo>
                  <a:pt x="12053" y="2007788"/>
                  <a:pt x="17046" y="2019008"/>
                  <a:pt x="22303" y="2029522"/>
                </a:cubicBezTo>
                <a:cubicBezTo>
                  <a:pt x="45189" y="2075293"/>
                  <a:pt x="39245" y="2050699"/>
                  <a:pt x="66908" y="2085278"/>
                </a:cubicBezTo>
                <a:cubicBezTo>
                  <a:pt x="75280" y="2095743"/>
                  <a:pt x="77845" y="2111629"/>
                  <a:pt x="89210" y="2118732"/>
                </a:cubicBezTo>
                <a:cubicBezTo>
                  <a:pt x="109145" y="2131192"/>
                  <a:pt x="133815" y="2133600"/>
                  <a:pt x="156117" y="2141034"/>
                </a:cubicBezTo>
                <a:lnTo>
                  <a:pt x="189571" y="2152185"/>
                </a:lnTo>
                <a:cubicBezTo>
                  <a:pt x="197005" y="2159619"/>
                  <a:pt x="202469" y="2169786"/>
                  <a:pt x="211873" y="2174488"/>
                </a:cubicBezTo>
                <a:cubicBezTo>
                  <a:pt x="232900" y="2185002"/>
                  <a:pt x="278781" y="2196790"/>
                  <a:pt x="278781" y="2196790"/>
                </a:cubicBezTo>
                <a:cubicBezTo>
                  <a:pt x="286215" y="2204224"/>
                  <a:pt x="291679" y="2214391"/>
                  <a:pt x="301083" y="2219093"/>
                </a:cubicBezTo>
                <a:cubicBezTo>
                  <a:pt x="322110" y="2229606"/>
                  <a:pt x="345688" y="2233961"/>
                  <a:pt x="367990" y="2241395"/>
                </a:cubicBezTo>
                <a:cubicBezTo>
                  <a:pt x="379141" y="2245112"/>
                  <a:pt x="389918" y="2250241"/>
                  <a:pt x="401444" y="2252546"/>
                </a:cubicBezTo>
                <a:cubicBezTo>
                  <a:pt x="420029" y="2256263"/>
                  <a:pt x="438914" y="2258711"/>
                  <a:pt x="457200" y="2263698"/>
                </a:cubicBezTo>
                <a:cubicBezTo>
                  <a:pt x="479881" y="2269884"/>
                  <a:pt x="501805" y="2278566"/>
                  <a:pt x="524108" y="2286000"/>
                </a:cubicBezTo>
                <a:lnTo>
                  <a:pt x="557561" y="2297151"/>
                </a:lnTo>
                <a:lnTo>
                  <a:pt x="613317" y="2352907"/>
                </a:lnTo>
                <a:cubicBezTo>
                  <a:pt x="620751" y="2360341"/>
                  <a:pt x="629788" y="2366462"/>
                  <a:pt x="635620" y="2375210"/>
                </a:cubicBezTo>
                <a:cubicBezTo>
                  <a:pt x="643054" y="2386361"/>
                  <a:pt x="649097" y="2398577"/>
                  <a:pt x="657922" y="2408663"/>
                </a:cubicBezTo>
                <a:cubicBezTo>
                  <a:pt x="675230" y="2428444"/>
                  <a:pt x="695092" y="2445834"/>
                  <a:pt x="713678" y="2464420"/>
                </a:cubicBezTo>
                <a:cubicBezTo>
                  <a:pt x="721112" y="2471854"/>
                  <a:pt x="730149" y="2477974"/>
                  <a:pt x="735981" y="2486722"/>
                </a:cubicBezTo>
                <a:cubicBezTo>
                  <a:pt x="786418" y="2562377"/>
                  <a:pt x="761633" y="2534675"/>
                  <a:pt x="802888" y="2575932"/>
                </a:cubicBezTo>
                <a:cubicBezTo>
                  <a:pt x="834476" y="2670697"/>
                  <a:pt x="790421" y="2555154"/>
                  <a:pt x="836342" y="2631688"/>
                </a:cubicBezTo>
                <a:cubicBezTo>
                  <a:pt x="842390" y="2641767"/>
                  <a:pt x="842236" y="2654628"/>
                  <a:pt x="847493" y="2665141"/>
                </a:cubicBezTo>
                <a:cubicBezTo>
                  <a:pt x="853487" y="2677128"/>
                  <a:pt x="864352" y="2686348"/>
                  <a:pt x="869795" y="2698595"/>
                </a:cubicBezTo>
                <a:cubicBezTo>
                  <a:pt x="910798" y="2790852"/>
                  <a:pt x="868599" y="2742002"/>
                  <a:pt x="914400" y="2787805"/>
                </a:cubicBezTo>
                <a:cubicBezTo>
                  <a:pt x="921834" y="2810107"/>
                  <a:pt x="920080" y="2838088"/>
                  <a:pt x="936703" y="2854712"/>
                </a:cubicBezTo>
                <a:cubicBezTo>
                  <a:pt x="990552" y="2908563"/>
                  <a:pt x="925039" y="2840132"/>
                  <a:pt x="981308" y="2910468"/>
                </a:cubicBezTo>
                <a:cubicBezTo>
                  <a:pt x="999470" y="2933171"/>
                  <a:pt x="1012220" y="2938511"/>
                  <a:pt x="1037064" y="2955073"/>
                </a:cubicBezTo>
                <a:cubicBezTo>
                  <a:pt x="1051932" y="2977375"/>
                  <a:pt x="1062716" y="3003026"/>
                  <a:pt x="1081669" y="3021980"/>
                </a:cubicBezTo>
                <a:cubicBezTo>
                  <a:pt x="1089103" y="3029414"/>
                  <a:pt x="1097403" y="3036073"/>
                  <a:pt x="1103971" y="3044283"/>
                </a:cubicBezTo>
                <a:cubicBezTo>
                  <a:pt x="1117999" y="3061818"/>
                  <a:pt x="1127862" y="3087611"/>
                  <a:pt x="1148576" y="3100039"/>
                </a:cubicBezTo>
                <a:cubicBezTo>
                  <a:pt x="1158655" y="3106086"/>
                  <a:pt x="1170878" y="3107473"/>
                  <a:pt x="1182029" y="3111190"/>
                </a:cubicBezTo>
                <a:cubicBezTo>
                  <a:pt x="1251490" y="3180651"/>
                  <a:pt x="1150927" y="3086738"/>
                  <a:pt x="1237786" y="3144644"/>
                </a:cubicBezTo>
                <a:cubicBezTo>
                  <a:pt x="1250908" y="3153392"/>
                  <a:pt x="1257453" y="3170439"/>
                  <a:pt x="1271239" y="3178098"/>
                </a:cubicBezTo>
                <a:cubicBezTo>
                  <a:pt x="1291790" y="3189515"/>
                  <a:pt x="1338147" y="3200400"/>
                  <a:pt x="1338147" y="3200400"/>
                </a:cubicBezTo>
                <a:cubicBezTo>
                  <a:pt x="1408887" y="3190294"/>
                  <a:pt x="1428859" y="3198897"/>
                  <a:pt x="1483112" y="3144644"/>
                </a:cubicBezTo>
                <a:cubicBezTo>
                  <a:pt x="1490546" y="3137210"/>
                  <a:pt x="1499107" y="3130752"/>
                  <a:pt x="1505415" y="3122341"/>
                </a:cubicBezTo>
                <a:cubicBezTo>
                  <a:pt x="1521498" y="3100898"/>
                  <a:pt x="1550020" y="3055434"/>
                  <a:pt x="1550020" y="3055434"/>
                </a:cubicBezTo>
                <a:lnTo>
                  <a:pt x="1583473" y="2955073"/>
                </a:lnTo>
                <a:lnTo>
                  <a:pt x="1594625" y="2921620"/>
                </a:lnTo>
                <a:lnTo>
                  <a:pt x="1605776" y="2888166"/>
                </a:lnTo>
                <a:cubicBezTo>
                  <a:pt x="1609493" y="2854712"/>
                  <a:pt x="1612994" y="2821234"/>
                  <a:pt x="1616927" y="2787805"/>
                </a:cubicBezTo>
                <a:cubicBezTo>
                  <a:pt x="1622945" y="2736652"/>
                  <a:pt x="1626934" y="2692017"/>
                  <a:pt x="1639229" y="2642839"/>
                </a:cubicBezTo>
                <a:cubicBezTo>
                  <a:pt x="1642080" y="2631435"/>
                  <a:pt x="1646664" y="2620536"/>
                  <a:pt x="1650381" y="2609385"/>
                </a:cubicBezTo>
                <a:cubicBezTo>
                  <a:pt x="1658695" y="2551187"/>
                  <a:pt x="1668359" y="2489344"/>
                  <a:pt x="1672683" y="2430966"/>
                </a:cubicBezTo>
                <a:cubicBezTo>
                  <a:pt x="1677633" y="2364139"/>
                  <a:pt x="1678884" y="2297071"/>
                  <a:pt x="1683834" y="2230244"/>
                </a:cubicBezTo>
                <a:cubicBezTo>
                  <a:pt x="1686321" y="2196676"/>
                  <a:pt x="1691795" y="2163391"/>
                  <a:pt x="1694986" y="2129883"/>
                </a:cubicBezTo>
                <a:cubicBezTo>
                  <a:pt x="1699230" y="2085325"/>
                  <a:pt x="1703255" y="2040735"/>
                  <a:pt x="1706137" y="1996068"/>
                </a:cubicBezTo>
                <a:cubicBezTo>
                  <a:pt x="1710690" y="1925493"/>
                  <a:pt x="1713571" y="1854819"/>
                  <a:pt x="1717288" y="1784195"/>
                </a:cubicBezTo>
                <a:cubicBezTo>
                  <a:pt x="1709854" y="1654097"/>
                  <a:pt x="1705242" y="1523808"/>
                  <a:pt x="1694986" y="1393902"/>
                </a:cubicBezTo>
                <a:cubicBezTo>
                  <a:pt x="1694061" y="1382184"/>
                  <a:pt x="1685132" y="1372131"/>
                  <a:pt x="1683834" y="1360449"/>
                </a:cubicBezTo>
                <a:cubicBezTo>
                  <a:pt x="1677663" y="1304911"/>
                  <a:pt x="1675279" y="1249000"/>
                  <a:pt x="1672683" y="1193180"/>
                </a:cubicBezTo>
                <a:cubicBezTo>
                  <a:pt x="1665594" y="1040763"/>
                  <a:pt x="1668782" y="905484"/>
                  <a:pt x="1650381" y="758283"/>
                </a:cubicBezTo>
                <a:cubicBezTo>
                  <a:pt x="1648030" y="739476"/>
                  <a:pt x="1643341" y="721029"/>
                  <a:pt x="1639229" y="702527"/>
                </a:cubicBezTo>
                <a:cubicBezTo>
                  <a:pt x="1635904" y="687566"/>
                  <a:pt x="1632482" y="672602"/>
                  <a:pt x="1628078" y="657922"/>
                </a:cubicBezTo>
                <a:cubicBezTo>
                  <a:pt x="1617945" y="624146"/>
                  <a:pt x="1605776" y="591015"/>
                  <a:pt x="1594625" y="557561"/>
                </a:cubicBezTo>
                <a:lnTo>
                  <a:pt x="1561171" y="457200"/>
                </a:lnTo>
                <a:cubicBezTo>
                  <a:pt x="1557454" y="446049"/>
                  <a:pt x="1556540" y="433526"/>
                  <a:pt x="1550020" y="423746"/>
                </a:cubicBezTo>
                <a:lnTo>
                  <a:pt x="1527717" y="390293"/>
                </a:lnTo>
                <a:cubicBezTo>
                  <a:pt x="1524000" y="375425"/>
                  <a:pt x="1524689" y="358684"/>
                  <a:pt x="1516566" y="345688"/>
                </a:cubicBezTo>
                <a:cubicBezTo>
                  <a:pt x="1473261" y="276400"/>
                  <a:pt x="1477491" y="326101"/>
                  <a:pt x="1438508" y="267629"/>
                </a:cubicBezTo>
                <a:cubicBezTo>
                  <a:pt x="1431074" y="256478"/>
                  <a:pt x="1425030" y="244262"/>
                  <a:pt x="1416205" y="234176"/>
                </a:cubicBezTo>
                <a:cubicBezTo>
                  <a:pt x="1398897" y="214396"/>
                  <a:pt x="1379034" y="197005"/>
                  <a:pt x="1360449" y="178420"/>
                </a:cubicBezTo>
                <a:lnTo>
                  <a:pt x="1315844" y="133815"/>
                </a:lnTo>
                <a:cubicBezTo>
                  <a:pt x="1304693" y="122664"/>
                  <a:pt x="1297351" y="105348"/>
                  <a:pt x="1282390" y="100361"/>
                </a:cubicBezTo>
                <a:lnTo>
                  <a:pt x="1215483" y="78059"/>
                </a:lnTo>
                <a:cubicBezTo>
                  <a:pt x="1204332" y="74342"/>
                  <a:pt x="1191809" y="73427"/>
                  <a:pt x="1182029" y="66907"/>
                </a:cubicBezTo>
                <a:cubicBezTo>
                  <a:pt x="1170878" y="59473"/>
                  <a:pt x="1160823" y="50048"/>
                  <a:pt x="1148576" y="44605"/>
                </a:cubicBezTo>
                <a:cubicBezTo>
                  <a:pt x="1127093" y="35057"/>
                  <a:pt x="1105081" y="24430"/>
                  <a:pt x="1081669" y="22302"/>
                </a:cubicBezTo>
                <a:lnTo>
                  <a:pt x="947854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760AB6E-34AA-C9FF-F14D-6A51FF6D52CB}"/>
              </a:ext>
            </a:extLst>
          </p:cNvPr>
          <p:cNvSpPr txBox="1"/>
          <p:nvPr/>
        </p:nvSpPr>
        <p:spPr>
          <a:xfrm>
            <a:off x="1122514" y="4147214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D5DDEEF-7B32-7EFF-23C2-F5ED5552F309}"/>
              </a:ext>
            </a:extLst>
          </p:cNvPr>
          <p:cNvGrpSpPr/>
          <p:nvPr/>
        </p:nvGrpSpPr>
        <p:grpSpPr>
          <a:xfrm>
            <a:off x="5434539" y="2590622"/>
            <a:ext cx="1971546" cy="1175305"/>
            <a:chOff x="5434539" y="2590622"/>
            <a:chExt cx="1971546" cy="1175305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5351CCB-38A8-F44E-59E6-20099A8D8168}"/>
                </a:ext>
              </a:extLst>
            </p:cNvPr>
            <p:cNvSpPr/>
            <p:nvPr/>
          </p:nvSpPr>
          <p:spPr>
            <a:xfrm>
              <a:off x="5434539" y="3256248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76E9AA6-70A1-A4BB-7884-34DFCF2F786C}"/>
                </a:ext>
              </a:extLst>
            </p:cNvPr>
            <p:cNvGrpSpPr/>
            <p:nvPr/>
          </p:nvGrpSpPr>
          <p:grpSpPr>
            <a:xfrm>
              <a:off x="5777666" y="2939124"/>
              <a:ext cx="598449" cy="307777"/>
              <a:chOff x="1550604" y="3020176"/>
              <a:chExt cx="598449" cy="43464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B31CB9CE-8DA4-BFA1-7C4D-AE6CAD3A3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41DB50AD-76AD-016A-29A8-5C32F736D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6342B082-9C50-5AE4-4829-0D0DA5BE5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0025" y="3511087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6CBCC67B-3C87-20C4-D8BB-F17E4C785EFC}"/>
                    </a:ext>
                  </a:extLst>
                </p:cNvPr>
                <p:cNvSpPr txBox="1"/>
                <p:nvPr/>
              </p:nvSpPr>
              <p:spPr>
                <a:xfrm>
                  <a:off x="7010143" y="3279398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6CBCC67B-3C87-20C4-D8BB-F17E4C785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143" y="3279398"/>
                  <a:ext cx="39594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5625" r="-1250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E9DACC3-2F5E-7A31-A7D7-7CF115874275}"/>
                    </a:ext>
                  </a:extLst>
                </p:cNvPr>
                <p:cNvSpPr txBox="1"/>
                <p:nvPr/>
              </p:nvSpPr>
              <p:spPr>
                <a:xfrm>
                  <a:off x="6181770" y="2590622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E9DACC3-2F5E-7A31-A7D7-7CF115874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1770" y="2590622"/>
                  <a:ext cx="39594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79642056-A85A-4D5E-F622-F126194DC4EA}"/>
                    </a:ext>
                  </a:extLst>
                </p:cNvPr>
                <p:cNvSpPr txBox="1"/>
                <p:nvPr/>
              </p:nvSpPr>
              <p:spPr>
                <a:xfrm>
                  <a:off x="5650120" y="2590622"/>
                  <a:ext cx="25487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79642056-A85A-4D5E-F622-F126194DC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120" y="2590622"/>
                  <a:ext cx="25487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182" r="-18182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1B8C0CA-DB62-A983-055D-A1C2ABE7EDD8}"/>
                </a:ext>
              </a:extLst>
            </p:cNvPr>
            <p:cNvSpPr txBox="1"/>
            <p:nvPr/>
          </p:nvSpPr>
          <p:spPr>
            <a:xfrm>
              <a:off x="5559585" y="3029078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DC50B50-7239-24A7-A3DE-54AC67C4537F}"/>
                </a:ext>
              </a:extLst>
            </p:cNvPr>
            <p:cNvSpPr txBox="1"/>
            <p:nvPr/>
          </p:nvSpPr>
          <p:spPr>
            <a:xfrm>
              <a:off x="6158584" y="3029078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DD8BDEF-C39D-32DB-319F-AED14E32E460}"/>
              </a:ext>
            </a:extLst>
          </p:cNvPr>
          <p:cNvCxnSpPr>
            <a:cxnSpLocks/>
          </p:cNvCxnSpPr>
          <p:nvPr/>
        </p:nvCxnSpPr>
        <p:spPr>
          <a:xfrm>
            <a:off x="6072282" y="3781968"/>
            <a:ext cx="0" cy="4150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03C47E7-29B0-798C-A6B5-E417F7274D87}"/>
              </a:ext>
            </a:extLst>
          </p:cNvPr>
          <p:cNvGrpSpPr/>
          <p:nvPr/>
        </p:nvGrpSpPr>
        <p:grpSpPr>
          <a:xfrm>
            <a:off x="3832802" y="3242030"/>
            <a:ext cx="1839522" cy="1175305"/>
            <a:chOff x="7185602" y="3242030"/>
            <a:chExt cx="1839522" cy="117530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6C558FC-7BDB-CB09-2E82-8C03C47EF419}"/>
                </a:ext>
              </a:extLst>
            </p:cNvPr>
            <p:cNvSpPr/>
            <p:nvPr/>
          </p:nvSpPr>
          <p:spPr>
            <a:xfrm>
              <a:off x="7185602" y="3907656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MUX</a:t>
              </a:r>
              <a:endParaRPr lang="en-CN" dirty="0"/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E892001-2EA5-1D29-B665-A8E1CEF4A3C5}"/>
                </a:ext>
              </a:extLst>
            </p:cNvPr>
            <p:cNvGrpSpPr/>
            <p:nvPr/>
          </p:nvGrpSpPr>
          <p:grpSpPr>
            <a:xfrm>
              <a:off x="7528729" y="3590532"/>
              <a:ext cx="598449" cy="307777"/>
              <a:chOff x="1550604" y="3020176"/>
              <a:chExt cx="598449" cy="434647"/>
            </a:xfrm>
          </p:grpSpPr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CBCD0A1F-77B9-7E86-2183-4ECF1B383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99AD78FC-1BA9-7EE7-01DB-6D6C51EDB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E7129EC0-BB75-4CFA-DEBA-22E4D9C6D0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1088" y="4162495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CE3FAC6A-DDC2-116F-8950-BF1825AF7699}"/>
                    </a:ext>
                  </a:extLst>
                </p:cNvPr>
                <p:cNvSpPr txBox="1"/>
                <p:nvPr/>
              </p:nvSpPr>
              <p:spPr>
                <a:xfrm>
                  <a:off x="8761206" y="3930806"/>
                  <a:ext cx="263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CE3FAC6A-DDC2-116F-8950-BF1825AF7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206" y="3930806"/>
                  <a:ext cx="26391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1818" r="-31818" b="-3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7C391890-09BB-511D-E947-63FA0C865602}"/>
                    </a:ext>
                  </a:extLst>
                </p:cNvPr>
                <p:cNvSpPr txBox="1"/>
                <p:nvPr/>
              </p:nvSpPr>
              <p:spPr>
                <a:xfrm>
                  <a:off x="7999739" y="3242030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7C391890-09BB-511D-E947-63FA0C8656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739" y="3242030"/>
                  <a:ext cx="254877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3810" r="-2381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C188043A-74A0-8654-F1C5-D1E347341B04}"/>
                    </a:ext>
                  </a:extLst>
                </p:cNvPr>
                <p:cNvSpPr txBox="1"/>
                <p:nvPr/>
              </p:nvSpPr>
              <p:spPr>
                <a:xfrm>
                  <a:off x="7334277" y="3242030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C188043A-74A0-8654-F1C5-D1E347341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277" y="3242030"/>
                  <a:ext cx="39594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1BA95B93-034D-506B-8A7D-4FC17F098D1E}"/>
                </a:ext>
              </a:extLst>
            </p:cNvPr>
            <p:cNvSpPr txBox="1"/>
            <p:nvPr/>
          </p:nvSpPr>
          <p:spPr>
            <a:xfrm>
              <a:off x="7310648" y="368048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58A30CD1-1A3A-8797-E8B2-7CA6F0A25612}"/>
                </a:ext>
              </a:extLst>
            </p:cNvPr>
            <p:cNvSpPr txBox="1"/>
            <p:nvPr/>
          </p:nvSpPr>
          <p:spPr>
            <a:xfrm>
              <a:off x="7909647" y="368048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2195579-925D-8A5A-E7A5-615E8122FCE3}"/>
              </a:ext>
            </a:extLst>
          </p:cNvPr>
          <p:cNvSpPr/>
          <p:nvPr/>
        </p:nvSpPr>
        <p:spPr>
          <a:xfrm>
            <a:off x="5126546" y="3878934"/>
            <a:ext cx="582211" cy="928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7784F4B-7D78-E16F-315C-DB0E0A7A5E8F}"/>
              </a:ext>
            </a:extLst>
          </p:cNvPr>
          <p:cNvCxnSpPr>
            <a:cxnSpLocks/>
          </p:cNvCxnSpPr>
          <p:nvPr/>
        </p:nvCxnSpPr>
        <p:spPr>
          <a:xfrm flipH="1">
            <a:off x="5108288" y="4180940"/>
            <a:ext cx="96399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5899D-6C73-0D85-6FA3-20C8169E583E}"/>
                  </a:ext>
                </a:extLst>
              </p:cNvPr>
              <p:cNvSpPr txBox="1"/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dirty="0"/>
                  <a:t>C</a:t>
                </a:r>
                <a:r>
                  <a:rPr lang="en-CN" dirty="0"/>
                  <a:t>onsider a BDD structure in which two vertices,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cover all paths from the root to either terminal vertex (0 or 1). The BDD can then be decomposed 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CN" i="1" dirty="0"/>
                  <a:t> </a:t>
                </a:r>
                <a:r>
                  <a:rPr lang="en-CN" dirty="0"/>
                  <a:t>, where </a:t>
                </a:r>
                <a:r>
                  <a:rPr lang="en-US" altLang="zh-CN" i="1" dirty="0"/>
                  <a:t>g</a:t>
                </a:r>
                <a:r>
                  <a:rPr lang="en-CN" dirty="0"/>
                  <a:t> and </a:t>
                </a:r>
                <a:r>
                  <a:rPr lang="en-US" altLang="zh-CN" i="1" dirty="0"/>
                  <a:t>h</a:t>
                </a:r>
                <a:r>
                  <a:rPr lang="en-CN" dirty="0"/>
                  <a:t> are the functions rooted at vertices </a:t>
                </a:r>
                <a:r>
                  <a:rPr lang="en-CN" i="1" dirty="0"/>
                  <a:t>u</a:t>
                </a:r>
                <a:r>
                  <a:rPr lang="en-CN" dirty="0"/>
                  <a:t> and </a:t>
                </a:r>
                <a:r>
                  <a:rPr lang="en-CN" i="1" dirty="0"/>
                  <a:t>v</a:t>
                </a:r>
                <a:r>
                  <a:rPr lang="en-CN" dirty="0"/>
                  <a:t>, respectively, and </a:t>
                </a:r>
                <a:r>
                  <a:rPr lang="en-US" altLang="zh-CN" i="1" dirty="0"/>
                  <a:t>f</a:t>
                </a:r>
                <a:r>
                  <a:rPr lang="en-CN" dirty="0"/>
                  <a:t> is obtained from the BDD of </a:t>
                </a:r>
                <a:r>
                  <a:rPr lang="en-CN" i="1" dirty="0"/>
                  <a:t>F</a:t>
                </a:r>
                <a:r>
                  <a:rPr lang="en-CN" dirty="0"/>
                  <a:t> by redirecting vertex </a:t>
                </a:r>
                <a:r>
                  <a:rPr lang="en-CN" i="1" dirty="0"/>
                  <a:t>u</a:t>
                </a:r>
                <a:r>
                  <a:rPr lang="en-CN" dirty="0"/>
                  <a:t> to 1 and vertex </a:t>
                </a:r>
                <a:r>
                  <a:rPr lang="en-CN" i="1" dirty="0"/>
                  <a:t>v</a:t>
                </a:r>
                <a:r>
                  <a:rPr lang="en-CN" dirty="0"/>
                  <a:t> to 0.</a:t>
                </a:r>
                <a:r>
                  <a:rPr lang="en-US" altLang="zh-CN" baseline="30000" dirty="0"/>
                  <a:t>1</a:t>
                </a:r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5899D-6C73-0D85-6FA3-20C8169E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31" y="1068363"/>
                <a:ext cx="9682006" cy="1224759"/>
              </a:xfrm>
              <a:prstGeom prst="rect">
                <a:avLst/>
              </a:prstGeom>
              <a:blipFill>
                <a:blip r:embed="rId11"/>
                <a:stretch>
                  <a:fillRect l="-655" t="-2062" r="-1048" b="-51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176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E65AF-A94B-3151-B05E-55869A8D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60B305-429F-FB55-449B-698D8EEE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u</a:t>
            </a:r>
            <a:r>
              <a:rPr lang="en-US" dirty="0"/>
              <a:t>tline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45FD95-C7C4-2C8A-11C3-31FC279C3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191" y="1135701"/>
            <a:ext cx="10405749" cy="21755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Construct the single-occurrence MUX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Determine when variables are single- or multiple-occurrence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Handle unavoidable multiple-occurrence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Flatten</a:t>
            </a:r>
            <a:r>
              <a:rPr lang="zh-CN" altLang="en-US" sz="20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Loops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462BBE-E9EE-4DAC-57FB-B108BAE3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2BAFEF-79A4-911E-37D2-18D401BD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08839397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30C2-686C-9AE2-1311-3F545518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8A5D56-52C1-00A1-5EC3-5B5E7F8C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F38A1-3142-70A5-D6E2-BAF84887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B69C84A8-B809-A985-4EB9-997D0901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Criterion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65F4BCD-E7F0-114D-9FAF-AFCAE26B0D88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</a:t>
            </a:r>
            <a:r>
              <a:rPr lang="en-US" altLang="zh-CN" b="1" dirty="0"/>
              <a:t>does </a:t>
            </a:r>
            <a:r>
              <a:rPr lang="en-US" b="1" dirty="0"/>
              <a:t>the Algorithm Produce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en-US" b="1" dirty="0"/>
              <a:t>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tree?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5F1E16-2A05-0060-8FB5-86A5AA61792A}"/>
              </a:ext>
            </a:extLst>
          </p:cNvPr>
          <p:cNvSpPr/>
          <p:nvPr/>
        </p:nvSpPr>
        <p:spPr>
          <a:xfrm>
            <a:off x="4891488" y="489831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CDE071-AFF7-D7F8-315B-736CE8FE773A}"/>
              </a:ext>
            </a:extLst>
          </p:cNvPr>
          <p:cNvGrpSpPr/>
          <p:nvPr/>
        </p:nvGrpSpPr>
        <p:grpSpPr>
          <a:xfrm>
            <a:off x="5234615" y="4581193"/>
            <a:ext cx="598449" cy="307777"/>
            <a:chOff x="1550604" y="3020176"/>
            <a:chExt cx="598449" cy="43464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D372E8A-F04D-5AFD-B84F-B498C705C52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28AAA06-4E9E-029D-9E79-59DEA9558BD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846713-EDF3-8952-3E3E-8BBDAB92D1CA}"/>
              </a:ext>
            </a:extLst>
          </p:cNvPr>
          <p:cNvCxnSpPr>
            <a:cxnSpLocks/>
          </p:cNvCxnSpPr>
          <p:nvPr/>
        </p:nvCxnSpPr>
        <p:spPr>
          <a:xfrm flipH="1">
            <a:off x="6166974" y="5153156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FDD607-6A18-D0B8-B1FE-3096820980A4}"/>
                  </a:ext>
                </a:extLst>
              </p:cNvPr>
              <p:cNvSpPr txBox="1"/>
              <p:nvPr/>
            </p:nvSpPr>
            <p:spPr>
              <a:xfrm>
                <a:off x="6571264" y="4926477"/>
                <a:ext cx="1309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FDD607-6A18-D0B8-B1FE-309682098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264" y="4926477"/>
                <a:ext cx="1309076" cy="369332"/>
              </a:xfrm>
              <a:prstGeom prst="rect">
                <a:avLst/>
              </a:prstGeom>
              <a:blipFill>
                <a:blip r:embed="rId3"/>
                <a:stretch>
                  <a:fillRect l="-10577" t="-22581" r="-13462" b="-419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BEADD2-FAA8-97EA-77CD-67D2EE9B7AF9}"/>
                  </a:ext>
                </a:extLst>
              </p:cNvPr>
              <p:cNvSpPr txBox="1"/>
              <p:nvPr/>
            </p:nvSpPr>
            <p:spPr>
              <a:xfrm>
                <a:off x="5535916" y="4166827"/>
                <a:ext cx="1306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BEADD2-FAA8-97EA-77CD-67D2EE9B7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916" y="4166827"/>
                <a:ext cx="1306896" cy="369332"/>
              </a:xfrm>
              <a:prstGeom prst="rect">
                <a:avLst/>
              </a:prstGeom>
              <a:blipFill>
                <a:blip r:embed="rId4"/>
                <a:stretch>
                  <a:fillRect l="-7619" t="-26667" r="-12381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8F9C48-14D3-AD94-5F40-FD9395EF691B}"/>
                  </a:ext>
                </a:extLst>
              </p:cNvPr>
              <p:cNvSpPr txBox="1"/>
              <p:nvPr/>
            </p:nvSpPr>
            <p:spPr>
              <a:xfrm>
                <a:off x="4079600" y="4159665"/>
                <a:ext cx="1322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  <a:endParaRPr lang="en-CN" sz="2400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8F9C48-14D3-AD94-5F40-FD9395EF6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600" y="4159665"/>
                <a:ext cx="1322926" cy="369332"/>
              </a:xfrm>
              <a:prstGeom prst="rect">
                <a:avLst/>
              </a:prstGeom>
              <a:blipFill>
                <a:blip r:embed="rId5"/>
                <a:stretch>
                  <a:fillRect l="-8571" t="-23333" r="-13333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3C6C502-0680-D8D8-D31A-39F3D3FC26F9}"/>
              </a:ext>
            </a:extLst>
          </p:cNvPr>
          <p:cNvSpPr txBox="1"/>
          <p:nvPr/>
        </p:nvSpPr>
        <p:spPr>
          <a:xfrm>
            <a:off x="5016534" y="467114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291447-8B27-F757-2F36-558ACC642C46}"/>
              </a:ext>
            </a:extLst>
          </p:cNvPr>
          <p:cNvSpPr txBox="1"/>
          <p:nvPr/>
        </p:nvSpPr>
        <p:spPr>
          <a:xfrm>
            <a:off x="5615533" y="467114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AE0561-728D-828E-C33A-FF8E74439418}"/>
              </a:ext>
            </a:extLst>
          </p:cNvPr>
          <p:cNvSpPr txBox="1"/>
          <p:nvPr/>
        </p:nvSpPr>
        <p:spPr>
          <a:xfrm>
            <a:off x="3943324" y="1701643"/>
            <a:ext cx="776803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dirty="0"/>
              <a:t>We define three sets </a:t>
            </a:r>
            <a:r>
              <a:rPr lang="en-US" b="1" dirty="0"/>
              <a:t>F</a:t>
            </a:r>
            <a:r>
              <a:rPr lang="en-US" dirty="0"/>
              <a:t>, </a:t>
            </a:r>
            <a:r>
              <a:rPr lang="en-US" b="1" dirty="0"/>
              <a:t>G</a:t>
            </a:r>
            <a:r>
              <a:rPr lang="en-US" dirty="0"/>
              <a:t>, and </a:t>
            </a:r>
            <a:r>
              <a:rPr lang="en-US" b="1" dirty="0"/>
              <a:t>H</a:t>
            </a:r>
            <a:r>
              <a:rPr lang="en-US" dirty="0"/>
              <a:t>, each containing all condition variables in the ranges of sub</a:t>
            </a:r>
            <a:r>
              <a:rPr lang="en-US" altLang="zh-CN" dirty="0"/>
              <a:t>-ROBDD</a:t>
            </a:r>
            <a:r>
              <a:rPr lang="zh-CN" alt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f</a:t>
            </a:r>
            <a:r>
              <a:rPr lang="en-US" dirty="0"/>
              <a:t>, </a:t>
            </a:r>
            <a:r>
              <a:rPr lang="en-US" i="1" dirty="0">
                <a:solidFill>
                  <a:srgbClr val="215CAF"/>
                </a:solidFill>
              </a:rPr>
              <a:t>g</a:t>
            </a:r>
            <a:r>
              <a:rPr lang="en-US" dirty="0"/>
              <a:t>, and </a:t>
            </a:r>
            <a:r>
              <a:rPr lang="en-US" i="1" dirty="0">
                <a:solidFill>
                  <a:srgbClr val="00B050"/>
                </a:solidFill>
              </a:rPr>
              <a:t>h</a:t>
            </a:r>
            <a:r>
              <a:rPr lang="zh-CN" altLang="en-US" dirty="0"/>
              <a:t> </a:t>
            </a:r>
            <a:r>
              <a:rPr lang="en-US" dirty="0"/>
              <a:t>(excluding the terminals), and these variables appear in the inputs of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en-US" dirty="0"/>
              <a:t> sub–MUX tree.</a:t>
            </a:r>
          </a:p>
          <a:p>
            <a:pPr>
              <a:spcBef>
                <a:spcPts val="600"/>
              </a:spcBef>
            </a:pPr>
            <a:r>
              <a:rPr lang="en-US" dirty="0"/>
              <a:t>In the example on the left,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 </a:t>
            </a:r>
            <a:r>
              <a:rPr lang="en-US" dirty="0"/>
              <a:t>= {Root, f1, f2},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 </a:t>
            </a:r>
            <a:r>
              <a:rPr lang="en-US" dirty="0"/>
              <a:t>= {u, g1, g2},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 </a:t>
            </a:r>
            <a:r>
              <a:rPr lang="en-US" dirty="0"/>
              <a:t>= {v, h1, h2}.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3374BED5-5C7B-CE72-92C0-2DBC38B898ED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215BEC0D-0D6D-FA3C-D168-6F7D186BF9F2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1080B610-3BC8-B3C0-DDC4-8CE7AABA1CD0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11B4A01B-9281-BD51-E954-5AD744C18C28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4C1905F4-B2C7-E435-BA0F-0C3A4BB26B4E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266" name="Oval 265">
            <a:extLst>
              <a:ext uri="{FF2B5EF4-FFF2-40B4-BE49-F238E27FC236}">
                <a16:creationId xmlns:a16="http://schemas.microsoft.com/office/drawing/2014/main" id="{AC91E7BA-1533-17F7-66A0-7D9440AF5D01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ED65EC01-6721-7C0F-4C3E-5F514816E9CF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A183C95B-A095-B582-6302-C5072ED14FEB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BD123A97-4C9C-5550-A710-B9F2D8A8BCDD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4C533402-3E8B-0E69-7D84-149A614E0129}"/>
              </a:ext>
            </a:extLst>
          </p:cNvPr>
          <p:cNvCxnSpPr>
            <a:cxnSpLocks/>
            <a:stCxn id="264" idx="5"/>
            <a:endCxn id="269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830BABEF-FD6B-09C7-EFB9-A01E4B08410D}"/>
              </a:ext>
            </a:extLst>
          </p:cNvPr>
          <p:cNvCxnSpPr>
            <a:cxnSpLocks/>
            <a:stCxn id="264" idx="3"/>
            <a:endCxn id="268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328F751E-959F-5363-9B1A-49F273C7090E}"/>
              </a:ext>
            </a:extLst>
          </p:cNvPr>
          <p:cNvCxnSpPr>
            <a:cxnSpLocks/>
            <a:stCxn id="268" idx="3"/>
            <a:endCxn id="266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C219A7F9-62D8-5A17-400A-ECEB7994C30A}"/>
              </a:ext>
            </a:extLst>
          </p:cNvPr>
          <p:cNvCxnSpPr>
            <a:cxnSpLocks/>
            <a:stCxn id="268" idx="5"/>
            <a:endCxn id="267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445EB367-1EFA-8A8C-A3BD-7340E27E6B4F}"/>
              </a:ext>
            </a:extLst>
          </p:cNvPr>
          <p:cNvCxnSpPr>
            <a:cxnSpLocks/>
            <a:stCxn id="269" idx="3"/>
            <a:endCxn id="268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438F73EF-826B-2229-6CF2-850667DA7870}"/>
              </a:ext>
            </a:extLst>
          </p:cNvPr>
          <p:cNvCxnSpPr>
            <a:cxnSpLocks/>
            <a:stCxn id="269" idx="5"/>
            <a:endCxn id="267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Oval 275">
            <a:extLst>
              <a:ext uri="{FF2B5EF4-FFF2-40B4-BE49-F238E27FC236}">
                <a16:creationId xmlns:a16="http://schemas.microsoft.com/office/drawing/2014/main" id="{451AB5FA-994D-3DA1-3D0F-BD2ED830E7F4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6A141A42-FFCB-FE0C-CC7E-C51C7EBC46E1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FB4CF51E-EECC-95EB-3859-3DF67C6D9752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16012851-39E3-54CC-DA61-2583A1B067DD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22DB357D-B2B4-5652-B866-0F455F2F6692}"/>
              </a:ext>
            </a:extLst>
          </p:cNvPr>
          <p:cNvCxnSpPr>
            <a:cxnSpLocks/>
            <a:stCxn id="266" idx="3"/>
            <a:endCxn id="276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007AB22E-9934-E5C0-DFAE-D0524CB2A807}"/>
              </a:ext>
            </a:extLst>
          </p:cNvPr>
          <p:cNvCxnSpPr>
            <a:cxnSpLocks/>
            <a:stCxn id="266" idx="4"/>
            <a:endCxn id="277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CBA32139-CEC8-4975-1330-14DB4D4E131E}"/>
              </a:ext>
            </a:extLst>
          </p:cNvPr>
          <p:cNvCxnSpPr>
            <a:cxnSpLocks/>
            <a:stCxn id="276" idx="4"/>
            <a:endCxn id="26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6E5D83EC-03A6-A224-156A-4D39CD2BC502}"/>
              </a:ext>
            </a:extLst>
          </p:cNvPr>
          <p:cNvCxnSpPr>
            <a:cxnSpLocks/>
            <a:stCxn id="276" idx="5"/>
            <a:endCxn id="26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841D3434-9CE6-CB46-75FB-2601C51FFD30}"/>
              </a:ext>
            </a:extLst>
          </p:cNvPr>
          <p:cNvCxnSpPr>
            <a:cxnSpLocks/>
            <a:stCxn id="277" idx="3"/>
            <a:endCxn id="276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DC7B0D90-00EF-D4CD-A244-30FAD6F851BA}"/>
              </a:ext>
            </a:extLst>
          </p:cNvPr>
          <p:cNvCxnSpPr>
            <a:cxnSpLocks/>
            <a:stCxn id="277" idx="5"/>
            <a:endCxn id="26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15F74804-E77B-A7CF-D25A-E349A64B632C}"/>
              </a:ext>
            </a:extLst>
          </p:cNvPr>
          <p:cNvCxnSpPr>
            <a:cxnSpLocks/>
            <a:stCxn id="267" idx="3"/>
            <a:endCxn id="278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83D3F40A-006B-00B2-35EE-C92D6CA8C02E}"/>
              </a:ext>
            </a:extLst>
          </p:cNvPr>
          <p:cNvCxnSpPr>
            <a:cxnSpLocks/>
            <a:stCxn id="267" idx="4"/>
            <a:endCxn id="279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C7020914-C166-96F4-3FC3-684A548FCDD2}"/>
              </a:ext>
            </a:extLst>
          </p:cNvPr>
          <p:cNvCxnSpPr>
            <a:cxnSpLocks/>
            <a:stCxn id="278" idx="5"/>
            <a:endCxn id="279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335C3559-76F2-545E-B8D2-B717214797A4}"/>
              </a:ext>
            </a:extLst>
          </p:cNvPr>
          <p:cNvCxnSpPr>
            <a:cxnSpLocks/>
            <a:stCxn id="278" idx="3"/>
            <a:endCxn id="26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62E0825C-BE34-65FF-2E75-885E517DBDE6}"/>
              </a:ext>
            </a:extLst>
          </p:cNvPr>
          <p:cNvCxnSpPr>
            <a:cxnSpLocks/>
            <a:stCxn id="279" idx="3"/>
            <a:endCxn id="26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2726F12B-3D17-DB78-BCFD-A6B924338D7E}"/>
              </a:ext>
            </a:extLst>
          </p:cNvPr>
          <p:cNvCxnSpPr>
            <a:cxnSpLocks/>
            <a:stCxn id="279" idx="4"/>
            <a:endCxn id="26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F16E91D0-4D0A-048A-4327-ADA05ED2D208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F16E91D0-4D0A-048A-4327-ADA05ED2D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6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8862659C-189B-E930-2B58-800766CC729F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8862659C-189B-E930-2B58-800766CC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7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FB1911A1-2021-F35D-1EB4-191BE4270089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FB1911A1-2021-F35D-1EB4-191BE427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8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Freeform 294">
            <a:extLst>
              <a:ext uri="{FF2B5EF4-FFF2-40B4-BE49-F238E27FC236}">
                <a16:creationId xmlns:a16="http://schemas.microsoft.com/office/drawing/2014/main" id="{39BF4B03-73D1-0070-E3E0-FF291AB13054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6" name="Freeform 295">
            <a:extLst>
              <a:ext uri="{FF2B5EF4-FFF2-40B4-BE49-F238E27FC236}">
                <a16:creationId xmlns:a16="http://schemas.microsoft.com/office/drawing/2014/main" id="{E608667B-9061-59E9-AAAA-0E6A0AB8ABD0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7" name="Triangle 15">
            <a:extLst>
              <a:ext uri="{FF2B5EF4-FFF2-40B4-BE49-F238E27FC236}">
                <a16:creationId xmlns:a16="http://schemas.microsoft.com/office/drawing/2014/main" id="{81E7EEC5-B42D-64CA-6C9A-64BA0E247C93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184BA13A-2686-40B5-C700-31555FE22702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F0A01DE9-9DE1-554E-0C52-ECE2C147F732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3B9E9AA-513F-C2D9-B2B4-FC7F76716427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DFAEE0B-5E40-CB8D-C6BC-5797BE89FF1C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ED737FC6-885A-CD9D-0A00-D80E17753BB5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3D139D3B-E398-2D80-5D71-71B686D5B6D3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5843513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34" grpId="0"/>
      <p:bldP spid="292" grpId="0"/>
      <p:bldP spid="293" grpId="0"/>
      <p:bldP spid="294" grpId="0"/>
      <p:bldP spid="295" grpId="0" animBg="1"/>
      <p:bldP spid="296" grpId="0" animBg="1"/>
      <p:bldP spid="29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6BCB-729E-A4D4-90E6-6470F0B0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EB3734-DF0F-FC3F-1036-4355339C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67B921-583F-D871-ABB5-9391DF83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2B5864EE-DE1F-A405-DE95-06F03911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Criterion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C1A7331-2308-2104-3294-FB704C7D5BDE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</a:t>
            </a:r>
            <a:r>
              <a:rPr lang="en-US" altLang="zh-CN" b="1" dirty="0"/>
              <a:t>does </a:t>
            </a:r>
            <a:r>
              <a:rPr lang="en-US" b="1" dirty="0"/>
              <a:t>the Algorithm Produce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en-US" b="1" dirty="0"/>
              <a:t>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tree?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3FE563-CCF1-863F-6B84-C645BD2B25E1}"/>
              </a:ext>
            </a:extLst>
          </p:cNvPr>
          <p:cNvSpPr txBox="1"/>
          <p:nvPr/>
        </p:nvSpPr>
        <p:spPr>
          <a:xfrm>
            <a:off x="3943324" y="1701643"/>
            <a:ext cx="776803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dirty="0"/>
              <a:t>We define three sets </a:t>
            </a:r>
            <a:r>
              <a:rPr lang="en-US" b="1" dirty="0"/>
              <a:t>F</a:t>
            </a:r>
            <a:r>
              <a:rPr lang="en-US" dirty="0"/>
              <a:t>, </a:t>
            </a:r>
            <a:r>
              <a:rPr lang="en-US" b="1" dirty="0"/>
              <a:t>G</a:t>
            </a:r>
            <a:r>
              <a:rPr lang="en-US" dirty="0"/>
              <a:t>, and </a:t>
            </a:r>
            <a:r>
              <a:rPr lang="en-US" b="1" dirty="0"/>
              <a:t>H</a:t>
            </a:r>
            <a:r>
              <a:rPr lang="en-US" dirty="0"/>
              <a:t>, each containing all condition variables in the ranges of sub</a:t>
            </a:r>
            <a:r>
              <a:rPr lang="en-US" altLang="zh-CN" dirty="0"/>
              <a:t>-ROBDD</a:t>
            </a:r>
            <a:r>
              <a:rPr lang="zh-CN" alt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f</a:t>
            </a:r>
            <a:r>
              <a:rPr lang="en-US" dirty="0"/>
              <a:t>, </a:t>
            </a:r>
            <a:r>
              <a:rPr lang="en-US" i="1" dirty="0">
                <a:solidFill>
                  <a:srgbClr val="215CAF"/>
                </a:solidFill>
              </a:rPr>
              <a:t>g</a:t>
            </a:r>
            <a:r>
              <a:rPr lang="en-US" dirty="0"/>
              <a:t>, and </a:t>
            </a:r>
            <a:r>
              <a:rPr lang="en-US" i="1" dirty="0">
                <a:solidFill>
                  <a:srgbClr val="00B050"/>
                </a:solidFill>
              </a:rPr>
              <a:t>h</a:t>
            </a:r>
            <a:r>
              <a:rPr lang="zh-CN" altLang="en-US" dirty="0"/>
              <a:t> </a:t>
            </a:r>
            <a:r>
              <a:rPr lang="en-US" dirty="0"/>
              <a:t>(excluding the terminals), and these variables appear in the inputs of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en-US" dirty="0"/>
              <a:t> sub–MUX tree.</a:t>
            </a:r>
          </a:p>
          <a:p>
            <a:pPr>
              <a:spcBef>
                <a:spcPts val="600"/>
              </a:spcBef>
            </a:pPr>
            <a:r>
              <a:rPr lang="en-US" dirty="0"/>
              <a:t>In the example on the left,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 </a:t>
            </a:r>
            <a:r>
              <a:rPr lang="en-US" dirty="0"/>
              <a:t>= {Root, f1, f2},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 </a:t>
            </a:r>
            <a:r>
              <a:rPr lang="en-US" dirty="0"/>
              <a:t>= {u, g1, g2},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 </a:t>
            </a:r>
            <a:r>
              <a:rPr lang="en-US" dirty="0"/>
              <a:t>= {v, h1, h2}.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5D5A85-5CA0-CEFC-90F4-FEE2E42FF86E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79A39A-5460-6D4C-F8FC-335C38018E02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DF01D8-C2B9-63F2-2230-C317485DBD51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A5D2AA7-00AB-4A65-8C02-05E69729EA65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A3D620-3544-E96B-4121-FAF946499B2F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AD2398F5-B7CD-017E-4E75-CB432AA9BC2F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1C506C-F1A9-F6B4-5A81-C6BDC5177679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DA9E59-53DD-E8FB-3D19-EF46E6170D98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624EA1-350A-EE3C-F004-E595A4288419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8170932-8F2C-3DE8-55B2-D7CA0AE91D23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C78F4A-DCBF-A3DF-EBFC-90802B514657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676FF7C-0F07-8238-C83B-B129B13236E0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1CF354-E3E7-EA43-5242-0B71B3A924C9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E52DA56-406D-2E3F-5B85-DBEF7ED768B3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AAB6AF-7855-36FF-F9C7-538E187B3B2C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F59C9AA-9FF3-412A-5514-E1B085985E13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612B6CE-E86E-EEE2-9F1B-0751452AC7C4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DD5C55-545D-F097-D3A0-945EE2486EF8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6CB1627-6BEB-BB01-8F6C-73C3AA9224F4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B0F3754-0070-109F-0143-8592CE5D5D2B}"/>
              </a:ext>
            </a:extLst>
          </p:cNvPr>
          <p:cNvCxnSpPr>
            <a:cxnSpLocks/>
            <a:stCxn id="38" idx="3"/>
            <a:endCxn id="5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B88A16-0E48-9B4F-7EBA-581060AC3FED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AD89EA-2450-E262-B0B8-5B176F56DDA2}"/>
              </a:ext>
            </a:extLst>
          </p:cNvPr>
          <p:cNvCxnSpPr>
            <a:cxnSpLocks/>
            <a:stCxn id="51" idx="4"/>
            <a:endCxn id="1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B5FC453-8300-8EF6-994B-E08E173225A2}"/>
              </a:ext>
            </a:extLst>
          </p:cNvPr>
          <p:cNvCxnSpPr>
            <a:cxnSpLocks/>
            <a:stCxn id="51" idx="5"/>
            <a:endCxn id="1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01EBF57-8562-AA38-67D3-24EDDC8A9459}"/>
              </a:ext>
            </a:extLst>
          </p:cNvPr>
          <p:cNvCxnSpPr>
            <a:cxnSpLocks/>
            <a:stCxn id="52" idx="3"/>
            <a:endCxn id="5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9659FAF-CAD4-26A5-E2C2-43919772D608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C9CE4F2-9317-6ECC-20B6-EA3EE91D2FB5}"/>
              </a:ext>
            </a:extLst>
          </p:cNvPr>
          <p:cNvCxnSpPr>
            <a:cxnSpLocks/>
            <a:stCxn id="39" idx="3"/>
            <a:endCxn id="54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432F87D-D082-990D-807B-A82282BA4BA8}"/>
              </a:ext>
            </a:extLst>
          </p:cNvPr>
          <p:cNvCxnSpPr>
            <a:cxnSpLocks/>
            <a:stCxn id="39" idx="4"/>
            <a:endCxn id="55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0495BD5-C631-4DA1-FBE1-E1F9BFC56519}"/>
              </a:ext>
            </a:extLst>
          </p:cNvPr>
          <p:cNvCxnSpPr>
            <a:cxnSpLocks/>
            <a:stCxn id="54" idx="5"/>
            <a:endCxn id="55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AD02F20-17EF-A844-0590-15D90491633C}"/>
              </a:ext>
            </a:extLst>
          </p:cNvPr>
          <p:cNvCxnSpPr>
            <a:cxnSpLocks/>
            <a:stCxn id="54" idx="3"/>
            <a:endCxn id="1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0682DFF-5397-FCB8-72A6-F66A8BFE529A}"/>
              </a:ext>
            </a:extLst>
          </p:cNvPr>
          <p:cNvCxnSpPr>
            <a:cxnSpLocks/>
            <a:stCxn id="55" idx="3"/>
            <a:endCxn id="1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E5CA028-4243-CED1-2672-75F47A0DD238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B2B260C-E399-6301-1C7B-8E63AA978189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B2B260C-E399-6301-1C7B-8E63AA978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217F63C-6D83-5446-C2F9-75008BCB4548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217F63C-6D83-5446-C2F9-75008BCB4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AA4520A-1E09-1725-9ABB-8055107EA4B0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AA4520A-1E09-1725-9ABB-8055107EA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 141">
            <a:extLst>
              <a:ext uri="{FF2B5EF4-FFF2-40B4-BE49-F238E27FC236}">
                <a16:creationId xmlns:a16="http://schemas.microsoft.com/office/drawing/2014/main" id="{C2876A13-C50B-F2D4-7742-3015D0DF035A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2DDE2537-1786-AECD-41DB-3421C5792D46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Triangle 15">
            <a:extLst>
              <a:ext uri="{FF2B5EF4-FFF2-40B4-BE49-F238E27FC236}">
                <a16:creationId xmlns:a16="http://schemas.microsoft.com/office/drawing/2014/main" id="{4EB765B8-CAAC-D3C9-5A80-20393A715766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CEBC7E6-F0D4-5925-45CF-FA735C73D995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E805E6E-58C2-4754-1958-EC5C416C3BF2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DB173A3-9528-C95C-5CE0-4D312866CF5F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B782413-F7E8-BD84-C504-B0F1CAD11AA3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7E1667D-E52C-BAC5-D1E5-66D80B5921B3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D722255-AD2F-9BD4-BE5F-F5497F4FFFB4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8A2A03-6CC6-72AD-625D-4A428A8F343F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0DC7BB5-CCF2-2056-FE6D-EF3D485E36BA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4CFDAF7-192D-C6FA-C24B-40C51D087688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8A3F590-15CC-637E-9801-A7E9D3274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02AAD20-5CE6-AE60-8CD5-7A040F050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18BDD52-BDD5-99D0-15B5-1E8792A879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A39A153-9C64-F7EE-0D14-80DD566A8FF8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A39A153-9C64-F7EE-0D14-80DD566A8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74F16CB-AC70-BBC0-D176-40151F492516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74F16CB-AC70-BBC0-D176-40151F492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6EEBD68-F026-D5EB-0C6C-457C344EC5E6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6EEBD68-F026-D5EB-0C6C-457C344EC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6BC395C5-1BD8-CD05-FE76-FFBE526627D4}"/>
                  </a:ext>
                </a:extLst>
              </p:cNvPr>
              <p:cNvSpPr txBox="1"/>
              <p:nvPr/>
            </p:nvSpPr>
            <p:spPr>
              <a:xfrm>
                <a:off x="3941968" y="3996655"/>
                <a:ext cx="7768029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Criterion for Single-Occurrence Conditions</a:t>
                </a:r>
                <a:r>
                  <a:rPr lang="en-US" altLang="zh-CN" dirty="0"/>
                  <a:t>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dirty="0"/>
                  <a:t>E</a:t>
                </a:r>
                <a:r>
                  <a:rPr lang="en-US" dirty="0"/>
                  <a:t>very condition variable appears only once in the MUX tree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</a:t>
                </a:r>
                <a:r>
                  <a:rPr lang="en-US" dirty="0"/>
                  <a:t>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if,</a:t>
                </a:r>
                <a:r>
                  <a:rPr lang="en-US" dirty="0"/>
                  <a:t> in every </a:t>
                </a:r>
                <a:r>
                  <a:rPr lang="en-US" altLang="zh-CN" dirty="0"/>
                  <a:t>recursive</a:t>
                </a:r>
                <a:r>
                  <a:rPr lang="en-US" dirty="0"/>
                  <a:t> decomposition</a:t>
                </a:r>
                <a:r>
                  <a:rPr lang="en-US" altLang="zh-CN" dirty="0"/>
                  <a:t>,</a:t>
                </a:r>
                <a:r>
                  <a:rPr lang="en-US" dirty="0"/>
                  <a:t> the sets </a:t>
                </a:r>
                <a:r>
                  <a:rPr lang="en-US" b="1" dirty="0"/>
                  <a:t>F</a:t>
                </a:r>
                <a:r>
                  <a:rPr lang="en-US" dirty="0"/>
                  <a:t>, </a:t>
                </a:r>
                <a:r>
                  <a:rPr lang="en-US" b="1" dirty="0"/>
                  <a:t>G</a:t>
                </a:r>
                <a:r>
                  <a:rPr lang="en-US" dirty="0"/>
                  <a:t>, and </a:t>
                </a:r>
                <a:r>
                  <a:rPr lang="en-US" b="1" dirty="0"/>
                  <a:t>H</a:t>
                </a:r>
                <a:r>
                  <a:rPr lang="en-US" dirty="0"/>
                  <a:t> do not intersect</a:t>
                </a:r>
                <a:r>
                  <a:rPr lang="en-US" altLang="zh-CN" dirty="0"/>
                  <a:t>;</a:t>
                </a:r>
                <a:r>
                  <a:rPr lang="en-US" dirty="0"/>
                  <a:t> that is,</a:t>
                </a:r>
                <a:r>
                  <a:rPr lang="zh-CN" altLang="en-US" dirty="0"/>
                  <a:t> </a:t>
                </a: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F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altLang="zh-CN" b="1" dirty="0"/>
                      <m:t>H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m:rPr>
                        <m:nor/>
                      </m:rPr>
                      <a:rPr lang="en-US" altLang="zh-CN" b="1" dirty="0"/>
                      <m:t>=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6BC395C5-1BD8-CD05-FE76-FFBE5266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968" y="3996655"/>
                <a:ext cx="7768029" cy="1277273"/>
              </a:xfrm>
              <a:prstGeom prst="rect">
                <a:avLst/>
              </a:prstGeom>
              <a:blipFill>
                <a:blip r:embed="rId9"/>
                <a:stretch>
                  <a:fillRect l="-653" t="-1961" b="-58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571475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15FE8-28C7-68FA-3508-36C519F7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F4D48F-A41B-D0CD-5A93-9EFFA85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62EF3-7E2F-0A6F-4A07-5A668BE4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9A42E5D-4D94-43FB-EA88-CAD908FA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Criterion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F547660-EE25-491B-27C3-425CA36A0AD9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</a:t>
            </a:r>
            <a:r>
              <a:rPr lang="en-US" altLang="zh-CN" b="1" dirty="0"/>
              <a:t>does </a:t>
            </a:r>
            <a:r>
              <a:rPr lang="en-US" b="1" dirty="0"/>
              <a:t>the Algorithm Produce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en-US" b="1" dirty="0"/>
              <a:t>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tree?</a:t>
            </a:r>
            <a:endParaRPr lang="en-US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0DCE51-EB17-EA7A-921D-3648DAC5DA29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B4C9FD-508A-7730-A996-00761D9033B5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303C53-89B9-797D-44F1-F308709C35B7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E40F5AC-EE43-02AE-FFA0-719582FC2001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994269-8A29-B081-7CC5-F12ED9378ED2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F96F667B-2863-C5C4-B1EB-D529440C8B2D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ED6C38-D085-6346-FF98-E7C7FAB4CA00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6DA3DA-9C2C-3882-0E46-A50D8262C85E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E5BFE5D-1C2C-4670-3129-CC9A283538A9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AA38B4-AEA4-984F-8D43-1C108A7150D3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83384F7-8345-15A6-E5FB-3623F8F06932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1AE180-C7F3-6E18-B43F-14F97F514455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8BC916-261F-A2BE-FEC1-E378DCE26750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22C6BC-7EC3-5B29-DA31-6014EEA7125C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3047DE7-3E83-23AD-20F9-BF227D3A79BA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8FAC9D25-FE25-7BBF-4528-0A3D18E3319A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CDD942B-9799-B508-F48C-CE62FEA498FA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1FD3371-6C29-7BED-558E-77F98311BF40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002C271-518F-1F89-4A92-2222AF16A830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4B7891C-FDF9-E38E-D454-0FD3F245AA12}"/>
              </a:ext>
            </a:extLst>
          </p:cNvPr>
          <p:cNvCxnSpPr>
            <a:cxnSpLocks/>
            <a:stCxn id="38" idx="3"/>
            <a:endCxn id="5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987213C-BE03-FFBD-BA77-0F98646149B6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7EEC123-AE6C-DB70-55C9-D099CA31A6DE}"/>
              </a:ext>
            </a:extLst>
          </p:cNvPr>
          <p:cNvCxnSpPr>
            <a:cxnSpLocks/>
            <a:stCxn id="51" idx="4"/>
            <a:endCxn id="1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6F1909E-0A0C-9CF6-A759-8810B6EBDC66}"/>
              </a:ext>
            </a:extLst>
          </p:cNvPr>
          <p:cNvCxnSpPr>
            <a:cxnSpLocks/>
            <a:stCxn id="51" idx="5"/>
            <a:endCxn id="1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724B5F9-0E83-978F-2418-229DF1486656}"/>
              </a:ext>
            </a:extLst>
          </p:cNvPr>
          <p:cNvCxnSpPr>
            <a:cxnSpLocks/>
            <a:stCxn id="52" idx="3"/>
            <a:endCxn id="5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7E40A2E-5967-7C72-225D-7AD1A3A0CBEB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579B85E-E341-A173-DAB5-0B4A065CDEA7}"/>
              </a:ext>
            </a:extLst>
          </p:cNvPr>
          <p:cNvCxnSpPr>
            <a:cxnSpLocks/>
            <a:stCxn id="39" idx="3"/>
            <a:endCxn id="54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2EF5876-34D7-7FE3-AD2B-4A98FF50CA8D}"/>
              </a:ext>
            </a:extLst>
          </p:cNvPr>
          <p:cNvCxnSpPr>
            <a:cxnSpLocks/>
            <a:stCxn id="39" idx="4"/>
            <a:endCxn id="55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07ACF60-B316-0FDD-1DC4-C43311AE2ABA}"/>
              </a:ext>
            </a:extLst>
          </p:cNvPr>
          <p:cNvCxnSpPr>
            <a:cxnSpLocks/>
            <a:stCxn id="54" idx="5"/>
            <a:endCxn id="55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64BB156-4BE3-143A-76C5-FDD78090992C}"/>
              </a:ext>
            </a:extLst>
          </p:cNvPr>
          <p:cNvCxnSpPr>
            <a:cxnSpLocks/>
            <a:stCxn id="54" idx="3"/>
            <a:endCxn id="1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16F0A0D-52D7-1F9C-1236-DB7B2A0273E1}"/>
              </a:ext>
            </a:extLst>
          </p:cNvPr>
          <p:cNvCxnSpPr>
            <a:cxnSpLocks/>
            <a:stCxn id="55" idx="3"/>
            <a:endCxn id="1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B7E9375-6788-8E57-79AD-339930F603CA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0CE1268-BDC4-0B7D-4474-3548139A8C78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0D93D07-729C-6C0E-86DC-CF2F78DB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DA6A002-20E4-0749-0DF7-B7D21FE44385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168CC5C-48D5-B5DB-1DFE-15B9CA6CB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F29CEFE-89E5-48ED-0408-B56E21A91725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1021518-B4B1-E098-E424-658B790F9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 141">
            <a:extLst>
              <a:ext uri="{FF2B5EF4-FFF2-40B4-BE49-F238E27FC236}">
                <a16:creationId xmlns:a16="http://schemas.microsoft.com/office/drawing/2014/main" id="{30DC0406-9887-0849-DEAF-B43FDD9E358C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F09359FE-3E8E-DE5E-9C70-835C5E7372A3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Triangle 15">
            <a:extLst>
              <a:ext uri="{FF2B5EF4-FFF2-40B4-BE49-F238E27FC236}">
                <a16:creationId xmlns:a16="http://schemas.microsoft.com/office/drawing/2014/main" id="{2C7909EE-23F0-63A3-1B74-135ACF711EA8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E70589-956F-83BA-5948-FE8BD0E15154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7A87CBD-39FA-5900-0D78-B91C4DDFC0E9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41FBA0A-6439-F21C-97C8-566FC79EF36D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8667DD6-ABC2-3C90-B72D-554D787DE9BF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09DAEFE-752D-17E4-09BB-9F8E553BD084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C9A7B3E-9B04-ADB4-A8AD-BE5EB0FDA6BA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675D39-DFCE-155E-78EF-22BFC21753B4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456CF8-E451-616E-026A-B584F6F5F3E9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08BAD9A-F2FF-D6E8-D00D-5C61F0E429FD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D245578-B171-7052-0EFA-FC607334D3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FBC99B1-5233-3949-403B-6FF96682B3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FB50086-1F89-8689-23C0-F303552DE4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46B0931-37A4-7709-81FD-725145D16CB5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B29044-B068-1588-249A-09B2662BF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CF3162A-EC11-9092-F48A-513336C3827C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243E5E9-9863-E12E-509B-3AA2B77A5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DF44069-8A14-5D41-362B-C89AD2BAA5A3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CDAFE4D-AC56-E913-8709-8CE583055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9955438-A6AF-DF44-6507-4A4B3C9DEE8A}"/>
              </a:ext>
            </a:extLst>
          </p:cNvPr>
          <p:cNvSpPr/>
          <p:nvPr/>
        </p:nvSpPr>
        <p:spPr>
          <a:xfrm>
            <a:off x="5562486" y="3751995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BE788A-61A1-67BB-6382-BD923A716F12}"/>
              </a:ext>
            </a:extLst>
          </p:cNvPr>
          <p:cNvGrpSpPr/>
          <p:nvPr/>
        </p:nvGrpSpPr>
        <p:grpSpPr>
          <a:xfrm>
            <a:off x="5806149" y="3526797"/>
            <a:ext cx="424973" cy="218560"/>
            <a:chOff x="1550604" y="3020176"/>
            <a:chExt cx="598449" cy="43464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D75324B-2B57-EC1A-D674-0D8D814A3A8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76C34E-2339-D28A-81EE-34F01B60A99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D1E18F-6063-8850-DC2D-0B30C18A9B0D}"/>
              </a:ext>
            </a:extLst>
          </p:cNvPr>
          <p:cNvCxnSpPr>
            <a:cxnSpLocks/>
          </p:cNvCxnSpPr>
          <p:nvPr/>
        </p:nvCxnSpPr>
        <p:spPr>
          <a:xfrm flipH="1">
            <a:off x="6468239" y="3932962"/>
            <a:ext cx="324447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A323C49-47AB-A2C7-BDE4-061D9C7C5F3D}"/>
              </a:ext>
            </a:extLst>
          </p:cNvPr>
          <p:cNvSpPr txBox="1"/>
          <p:nvPr/>
        </p:nvSpPr>
        <p:spPr>
          <a:xfrm>
            <a:off x="6020110" y="3232546"/>
            <a:ext cx="9112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{v, h1, h2}</a:t>
            </a:r>
            <a:endParaRPr lang="en-CN" sz="1600" i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E83415-15CC-35B3-A641-DEA64FDCB32B}"/>
              </a:ext>
            </a:extLst>
          </p:cNvPr>
          <p:cNvSpPr txBox="1"/>
          <p:nvPr/>
        </p:nvSpPr>
        <p:spPr>
          <a:xfrm>
            <a:off x="4985945" y="3227460"/>
            <a:ext cx="93775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{u, g1, g2}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0C47F-5DF9-6791-0DD6-C11F4469C77E}"/>
              </a:ext>
            </a:extLst>
          </p:cNvPr>
          <p:cNvSpPr txBox="1"/>
          <p:nvPr/>
        </p:nvSpPr>
        <p:spPr>
          <a:xfrm>
            <a:off x="5595864" y="35352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8561DF-18FE-CEEF-CC89-0285E925511E}"/>
              </a:ext>
            </a:extLst>
          </p:cNvPr>
          <p:cNvSpPr txBox="1"/>
          <p:nvPr/>
        </p:nvSpPr>
        <p:spPr>
          <a:xfrm>
            <a:off x="6021228" y="35352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E992E4-2DF0-D33E-D0F5-437A4C00777F}"/>
                  </a:ext>
                </a:extLst>
              </p:cNvPr>
              <p:cNvSpPr txBox="1"/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b="1" dirty="0"/>
                  <a:t>Check:</a:t>
                </a:r>
                <a:r>
                  <a:rPr lang="zh-CN" altLang="en-US" b="1" dirty="0"/>
                  <a:t> </a:t>
                </a: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F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altLang="zh-CN" b="1" dirty="0"/>
                      <m:t>H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m:rPr>
                        <m:nor/>
                      </m:rPr>
                      <a:rPr lang="en-US" altLang="zh-CN" b="1" dirty="0"/>
                      <m:t>=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E992E4-2DF0-D33E-D0F5-437A4C007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blipFill>
                <a:blip r:embed="rId9"/>
                <a:stretch>
                  <a:fillRect l="-653" t="-6667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TextBox 174">
            <a:extLst>
              <a:ext uri="{FF2B5EF4-FFF2-40B4-BE49-F238E27FC236}">
                <a16:creationId xmlns:a16="http://schemas.microsoft.com/office/drawing/2014/main" id="{4320B2B7-C553-3F45-30A5-3A763A45652F}"/>
              </a:ext>
            </a:extLst>
          </p:cNvPr>
          <p:cNvSpPr txBox="1"/>
          <p:nvPr/>
        </p:nvSpPr>
        <p:spPr>
          <a:xfrm>
            <a:off x="3943324" y="2227820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Single-occurrence:</a:t>
            </a:r>
            <a:endParaRPr lang="en-CN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9AA21EC-1E5D-9386-6E98-E927128393FF}"/>
              </a:ext>
            </a:extLst>
          </p:cNvPr>
          <p:cNvSpPr txBox="1"/>
          <p:nvPr/>
        </p:nvSpPr>
        <p:spPr>
          <a:xfrm>
            <a:off x="3943324" y="43431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Multiple-occurrence:</a:t>
            </a:r>
            <a:endParaRPr lang="en-CN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BC61E4B-8ECB-8F04-EBC7-90953D117895}"/>
              </a:ext>
            </a:extLst>
          </p:cNvPr>
          <p:cNvSpPr txBox="1"/>
          <p:nvPr/>
        </p:nvSpPr>
        <p:spPr>
          <a:xfrm>
            <a:off x="6840832" y="3788556"/>
            <a:ext cx="114454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{Root</a:t>
            </a:r>
            <a:r>
              <a:rPr lang="en-US" altLang="zh-CN" sz="1600" dirty="0">
                <a:solidFill>
                  <a:srgbClr val="FF0000"/>
                </a:solidFill>
              </a:rPr>
              <a:t>,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f1,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f2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  <a:endParaRPr lang="en-CN" sz="1600" i="1" dirty="0">
              <a:solidFill>
                <a:srgbClr val="FF0000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E21F036-1929-4E52-7F3A-865885CECDFC}"/>
              </a:ext>
            </a:extLst>
          </p:cNvPr>
          <p:cNvSpPr/>
          <p:nvPr/>
        </p:nvSpPr>
        <p:spPr>
          <a:xfrm>
            <a:off x="5562486" y="6099915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86457AB-FF35-5483-CB62-2FD36131E258}"/>
              </a:ext>
            </a:extLst>
          </p:cNvPr>
          <p:cNvGrpSpPr/>
          <p:nvPr/>
        </p:nvGrpSpPr>
        <p:grpSpPr>
          <a:xfrm>
            <a:off x="5806149" y="5874717"/>
            <a:ext cx="424973" cy="218560"/>
            <a:chOff x="1550604" y="3020176"/>
            <a:chExt cx="598449" cy="434647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65612A05-0216-43F1-6779-F98F2F79E9E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A911528C-3AD7-DDCB-65B4-FD2FD5E0B9D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7BD1DAD-E885-85CD-3E94-1CC2CB5B6585}"/>
              </a:ext>
            </a:extLst>
          </p:cNvPr>
          <p:cNvCxnSpPr>
            <a:cxnSpLocks/>
          </p:cNvCxnSpPr>
          <p:nvPr/>
        </p:nvCxnSpPr>
        <p:spPr>
          <a:xfrm flipH="1">
            <a:off x="6468239" y="6280882"/>
            <a:ext cx="324447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4CD6862-7665-26F1-89EF-B3D745673EDF}"/>
              </a:ext>
            </a:extLst>
          </p:cNvPr>
          <p:cNvSpPr txBox="1"/>
          <p:nvPr/>
        </p:nvSpPr>
        <p:spPr>
          <a:xfrm>
            <a:off x="6020110" y="5580466"/>
            <a:ext cx="9112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{v, h1, h2}</a:t>
            </a:r>
            <a:endParaRPr lang="en-CN" sz="1600" i="1" dirty="0">
              <a:solidFill>
                <a:srgbClr val="00B050"/>
              </a:solidFill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B6BB05C-B7C5-DEF6-9F94-149CDA84444A}"/>
              </a:ext>
            </a:extLst>
          </p:cNvPr>
          <p:cNvSpPr txBox="1"/>
          <p:nvPr/>
        </p:nvSpPr>
        <p:spPr>
          <a:xfrm>
            <a:off x="4985945" y="5575380"/>
            <a:ext cx="93775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{u, g1, g2}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6D72DCB-8644-23B6-BA9B-2FED43869599}"/>
              </a:ext>
            </a:extLst>
          </p:cNvPr>
          <p:cNvSpPr txBox="1"/>
          <p:nvPr/>
        </p:nvSpPr>
        <p:spPr>
          <a:xfrm>
            <a:off x="5595864" y="588317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5245A124-AFA3-78EA-B556-7170B7BEEE45}"/>
              </a:ext>
            </a:extLst>
          </p:cNvPr>
          <p:cNvSpPr txBox="1"/>
          <p:nvPr/>
        </p:nvSpPr>
        <p:spPr>
          <a:xfrm>
            <a:off x="6021228" y="588317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855B8D6-EF68-57FF-0374-76FAB8457FE3}"/>
              </a:ext>
            </a:extLst>
          </p:cNvPr>
          <p:cNvSpPr txBox="1"/>
          <p:nvPr/>
        </p:nvSpPr>
        <p:spPr>
          <a:xfrm>
            <a:off x="6840832" y="6136476"/>
            <a:ext cx="114454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{Root</a:t>
            </a:r>
            <a:r>
              <a:rPr lang="en-US" altLang="zh-CN" sz="1600" dirty="0">
                <a:solidFill>
                  <a:srgbClr val="FF0000"/>
                </a:solidFill>
              </a:rPr>
              <a:t>,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f1,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f2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  <a:endParaRPr lang="en-CN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248439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ED93-BA26-159A-B65C-3F934E3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C3484-8747-6132-55C5-617E0EA2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54CCA-9218-FE6A-9E11-C5CD6C9C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3B15D3F1-FEEE-A77B-E071-037F8DD8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Criterion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342F8A5-FE16-F873-FB6C-9E5454792332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</a:t>
            </a:r>
            <a:r>
              <a:rPr lang="en-US" altLang="zh-CN" b="1" dirty="0"/>
              <a:t>does </a:t>
            </a:r>
            <a:r>
              <a:rPr lang="en-US" b="1" dirty="0"/>
              <a:t>the Algorithm Produce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en-US" b="1" dirty="0"/>
              <a:t>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tree?</a:t>
            </a:r>
            <a:endParaRPr lang="en-US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700C69-41D1-9258-A4A4-45E99ABF4E08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3B4B69-DDAD-AEF0-BE09-65D7F9ADF4B0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691F00-DF95-C144-BBCE-E98AC9C7EB40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1B4EEF0-CD1D-E81B-42C2-643E5636875E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D67401-0713-8046-5E18-1F5FDD971910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051BF2-0A77-FC28-C3A6-953FBD0F5282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732759-7DB1-1F85-A680-27454C06C87D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4DF4E5C-0DDA-5A19-95D5-387045F35564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465451-D28A-DA9E-6160-EA177330EDC8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C4EAFC-EA16-FCCE-880E-F85891560D6C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1985106-CA8A-684E-FE6E-0D29024FBCE4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447DB5-30A7-BCB3-7094-0CB0BD704224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CD6BD0-DF48-1AED-6EB5-02667CF1B3F2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EF885D9-34EF-28F4-4517-AA8A99C23A0E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D2BEFB-3DF8-E536-58C2-3D04CE5C23B6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D6165CF-1EC1-B891-2FC3-5065139AD9BA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799D66C-773E-4134-7547-47D906BF96DC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F0D6F12-129F-4EC4-D999-E79A97FCE36C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60EDEF4-4141-E12C-CF3C-7D4AC6DDD4EF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7DED30A-E747-F85A-6C6B-C840D4F118E7}"/>
              </a:ext>
            </a:extLst>
          </p:cNvPr>
          <p:cNvCxnSpPr>
            <a:cxnSpLocks/>
            <a:stCxn id="38" idx="3"/>
            <a:endCxn id="5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2722D88-8B47-4375-8C56-B2F44803A049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B2C2EDA-45CC-8AED-7FFC-4A8A501E8498}"/>
              </a:ext>
            </a:extLst>
          </p:cNvPr>
          <p:cNvCxnSpPr>
            <a:cxnSpLocks/>
            <a:stCxn id="51" idx="4"/>
            <a:endCxn id="1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696A67F-432F-86DD-A5C2-E10ECDE65D3E}"/>
              </a:ext>
            </a:extLst>
          </p:cNvPr>
          <p:cNvCxnSpPr>
            <a:cxnSpLocks/>
            <a:stCxn id="51" idx="5"/>
            <a:endCxn id="1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FC9CFC-A0DA-6BF1-56A1-1731C6E34163}"/>
              </a:ext>
            </a:extLst>
          </p:cNvPr>
          <p:cNvCxnSpPr>
            <a:cxnSpLocks/>
            <a:stCxn id="52" idx="3"/>
            <a:endCxn id="5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3257A60-4EA9-7798-C474-095BFEFD62F7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4BFC46B-AC7D-4377-57A5-5FD3B01334B8}"/>
              </a:ext>
            </a:extLst>
          </p:cNvPr>
          <p:cNvCxnSpPr>
            <a:cxnSpLocks/>
            <a:stCxn id="39" idx="3"/>
            <a:endCxn id="54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1E97380-E522-2132-0B9E-86AD71F26E21}"/>
              </a:ext>
            </a:extLst>
          </p:cNvPr>
          <p:cNvCxnSpPr>
            <a:cxnSpLocks/>
            <a:stCxn id="39" idx="4"/>
            <a:endCxn id="55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5BDF9A7-831A-3AA6-08C9-F8039A33E54B}"/>
              </a:ext>
            </a:extLst>
          </p:cNvPr>
          <p:cNvCxnSpPr>
            <a:cxnSpLocks/>
            <a:stCxn id="54" idx="5"/>
            <a:endCxn id="55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B1B3B03-7242-855C-AD66-65F22DAD8A39}"/>
              </a:ext>
            </a:extLst>
          </p:cNvPr>
          <p:cNvCxnSpPr>
            <a:cxnSpLocks/>
            <a:stCxn id="54" idx="3"/>
            <a:endCxn id="1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F19459A-FCC6-7385-3BB0-3D60822A7229}"/>
              </a:ext>
            </a:extLst>
          </p:cNvPr>
          <p:cNvCxnSpPr>
            <a:cxnSpLocks/>
            <a:stCxn id="55" idx="3"/>
            <a:endCxn id="1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F62FBDE-B9CF-A7EB-7D39-3EDA63D6263C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4BA6C88-0654-402D-2919-034E20FF26B2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0D93D07-729C-6C0E-86DC-CF2F78DB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7BA5D75-132C-F0FA-BE92-4ECF7AF9FE01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168CC5C-48D5-B5DB-1DFE-15B9CA6CB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0A28751-7076-DB43-3ABB-550C8EDA7772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1021518-B4B1-E098-E424-658B790F9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 141">
            <a:extLst>
              <a:ext uri="{FF2B5EF4-FFF2-40B4-BE49-F238E27FC236}">
                <a16:creationId xmlns:a16="http://schemas.microsoft.com/office/drawing/2014/main" id="{CD57A42C-757F-3458-79ED-7AF98707C49E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60B880E7-ACA7-4F34-1787-DB0B2AFCAEFD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Triangle 15">
            <a:extLst>
              <a:ext uri="{FF2B5EF4-FFF2-40B4-BE49-F238E27FC236}">
                <a16:creationId xmlns:a16="http://schemas.microsoft.com/office/drawing/2014/main" id="{F91C47FD-FAE1-ECC7-6463-D4D7498A5B65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828A9D0-60B5-005E-0E72-1E82FDAD4693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E5E2914-38FA-F07B-353E-4710F788F727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57284FD-2A12-E30A-EB7D-0ECC3E456BA1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5D577B-A098-349C-E8AD-777BC9667813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72ABFAB-3FD6-184C-68F5-382E0967B81E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0212492-062C-AAFF-599C-12366E5AB5C9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E97D12-B810-43C4-98E8-9CDB5283665F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78D19C2-D21A-57BE-A9D1-7AEF7A0A78E1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0BB211-F67B-DF6C-5AA7-574EB043C380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FDF6F51-3947-3563-E78C-42915E1125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AAAF307-9201-9E8A-8A07-6B8F1A249F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3447B79-8F36-2E23-7C1C-9BFA0069C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46C178C-22C8-818B-7F95-B84DD3EBB5F6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B29044-B068-1588-249A-09B2662BF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27E9F8F-CEAE-29AB-A7F4-6EA0FCC8E8CF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243E5E9-9863-E12E-509B-3AA2B77A5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3281FFB-60A5-F38F-08E8-7CF37BF0F78F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CDAFE4D-AC56-E913-8709-8CE583055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8DBA3-CC35-0DB7-DC6D-931C44774F7C}"/>
              </a:ext>
            </a:extLst>
          </p:cNvPr>
          <p:cNvSpPr/>
          <p:nvPr/>
        </p:nvSpPr>
        <p:spPr>
          <a:xfrm>
            <a:off x="5562486" y="3751995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941D87-2606-6F7F-F9AD-A5B8CFC0F62F}"/>
              </a:ext>
            </a:extLst>
          </p:cNvPr>
          <p:cNvGrpSpPr/>
          <p:nvPr/>
        </p:nvGrpSpPr>
        <p:grpSpPr>
          <a:xfrm>
            <a:off x="5806149" y="3526797"/>
            <a:ext cx="424973" cy="218560"/>
            <a:chOff x="1550604" y="3020176"/>
            <a:chExt cx="598449" cy="43464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D03261C-CC8A-E0CD-D24E-48812A87C91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96F294-49AC-17CF-EEA6-0208B10F6EC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5E4B51B-1FA9-716A-42CC-44346DA7EDFB}"/>
              </a:ext>
            </a:extLst>
          </p:cNvPr>
          <p:cNvCxnSpPr>
            <a:cxnSpLocks/>
          </p:cNvCxnSpPr>
          <p:nvPr/>
        </p:nvCxnSpPr>
        <p:spPr>
          <a:xfrm flipH="1">
            <a:off x="6468239" y="3932962"/>
            <a:ext cx="109435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60D84B1-A3C8-F4C4-9E2E-0F2F177F49F3}"/>
              </a:ext>
            </a:extLst>
          </p:cNvPr>
          <p:cNvSpPr txBox="1"/>
          <p:nvPr/>
        </p:nvSpPr>
        <p:spPr>
          <a:xfrm>
            <a:off x="6020110" y="3232546"/>
            <a:ext cx="9112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{v, h1, h2}</a:t>
            </a:r>
            <a:endParaRPr lang="en-CN" sz="1600" i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A27279-B5BA-FD57-75A6-56A016101261}"/>
              </a:ext>
            </a:extLst>
          </p:cNvPr>
          <p:cNvSpPr txBox="1"/>
          <p:nvPr/>
        </p:nvSpPr>
        <p:spPr>
          <a:xfrm>
            <a:off x="4985945" y="3227460"/>
            <a:ext cx="93775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{u, g1, g2}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0C8EB7-DC06-E2F2-13A1-D4DA8AB1B9F1}"/>
              </a:ext>
            </a:extLst>
          </p:cNvPr>
          <p:cNvSpPr txBox="1"/>
          <p:nvPr/>
        </p:nvSpPr>
        <p:spPr>
          <a:xfrm>
            <a:off x="5595864" y="35352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4B3557-1583-A264-A09D-E7BC0C7F682B}"/>
              </a:ext>
            </a:extLst>
          </p:cNvPr>
          <p:cNvSpPr txBox="1"/>
          <p:nvPr/>
        </p:nvSpPr>
        <p:spPr>
          <a:xfrm>
            <a:off x="6021228" y="35352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ADB933-81B5-B59A-4554-B74B0C8D826D}"/>
              </a:ext>
            </a:extLst>
          </p:cNvPr>
          <p:cNvSpPr/>
          <p:nvPr/>
        </p:nvSpPr>
        <p:spPr>
          <a:xfrm>
            <a:off x="7109721" y="3346736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77A793-F2DC-3F95-32E1-45EA59A15214}"/>
              </a:ext>
            </a:extLst>
          </p:cNvPr>
          <p:cNvCxnSpPr>
            <a:cxnSpLocks/>
          </p:cNvCxnSpPr>
          <p:nvPr/>
        </p:nvCxnSpPr>
        <p:spPr>
          <a:xfrm>
            <a:off x="7562597" y="3715596"/>
            <a:ext cx="0" cy="22591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A4B2D52-7862-386B-7F68-E74D0B458EAF}"/>
              </a:ext>
            </a:extLst>
          </p:cNvPr>
          <p:cNvGrpSpPr/>
          <p:nvPr/>
        </p:nvGrpSpPr>
        <p:grpSpPr>
          <a:xfrm>
            <a:off x="7370485" y="3128860"/>
            <a:ext cx="424973" cy="218560"/>
            <a:chOff x="1550604" y="3020176"/>
            <a:chExt cx="598449" cy="434647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D25FA5D-9DF6-08C9-15D0-0E068CDF7E63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8B03A95-04E4-6643-18B4-313C6E8D127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CBA6BCD-A7F9-6E10-B881-0CD016AED570}"/>
              </a:ext>
            </a:extLst>
          </p:cNvPr>
          <p:cNvSpPr txBox="1"/>
          <p:nvPr/>
        </p:nvSpPr>
        <p:spPr>
          <a:xfrm>
            <a:off x="7160201" y="313731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181277-8830-4F72-B2DE-CBFBE428573C}"/>
              </a:ext>
            </a:extLst>
          </p:cNvPr>
          <p:cNvSpPr txBox="1"/>
          <p:nvPr/>
        </p:nvSpPr>
        <p:spPr>
          <a:xfrm>
            <a:off x="7585563" y="313731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6D2912-9EE1-5097-CB62-EE9B825FA0C5}"/>
              </a:ext>
            </a:extLst>
          </p:cNvPr>
          <p:cNvSpPr txBox="1"/>
          <p:nvPr/>
        </p:nvSpPr>
        <p:spPr>
          <a:xfrm>
            <a:off x="7218148" y="2858951"/>
            <a:ext cx="30938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{f2}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69E46CA-7612-3AFC-9806-B1EA45C774C4}"/>
                  </a:ext>
                </a:extLst>
              </p:cNvPr>
              <p:cNvSpPr txBox="1"/>
              <p:nvPr/>
            </p:nvSpPr>
            <p:spPr>
              <a:xfrm>
                <a:off x="7713017" y="2861709"/>
                <a:ext cx="1859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CN" sz="16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69E46CA-7612-3AFC-9806-B1EA45C77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017" y="2861709"/>
                <a:ext cx="185948" cy="246221"/>
              </a:xfrm>
              <a:prstGeom prst="rect">
                <a:avLst/>
              </a:prstGeom>
              <a:blipFill>
                <a:blip r:embed="rId9"/>
                <a:stretch>
                  <a:fillRect l="-25000" r="-1875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C6F050-6745-DD10-1736-2300BE6CF9BD}"/>
              </a:ext>
            </a:extLst>
          </p:cNvPr>
          <p:cNvCxnSpPr>
            <a:cxnSpLocks/>
          </p:cNvCxnSpPr>
          <p:nvPr/>
        </p:nvCxnSpPr>
        <p:spPr>
          <a:xfrm flipH="1">
            <a:off x="8012599" y="3526481"/>
            <a:ext cx="25619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1FCC2F-8E6D-8ED8-D13F-307046B97D58}"/>
                  </a:ext>
                </a:extLst>
              </p:cNvPr>
              <p:cNvSpPr txBox="1"/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b="1" dirty="0"/>
                  <a:t>Check:</a:t>
                </a:r>
                <a:r>
                  <a:rPr lang="zh-CN" altLang="en-US" b="1" dirty="0"/>
                  <a:t> </a:t>
                </a: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F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altLang="zh-CN" b="1" dirty="0"/>
                      <m:t>H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m:rPr>
                        <m:nor/>
                      </m:rPr>
                      <a:rPr lang="en-US" altLang="zh-CN" b="1" dirty="0"/>
                      <m:t>=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1FCC2F-8E6D-8ED8-D13F-307046B97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blipFill>
                <a:blip r:embed="rId10"/>
                <a:stretch>
                  <a:fillRect l="-653" t="-6667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37780EC-941C-BCA8-93AC-C2F6D5DB4B27}"/>
              </a:ext>
            </a:extLst>
          </p:cNvPr>
          <p:cNvGrpSpPr/>
          <p:nvPr/>
        </p:nvGrpSpPr>
        <p:grpSpPr>
          <a:xfrm>
            <a:off x="4979641" y="5178871"/>
            <a:ext cx="4017787" cy="1273306"/>
            <a:chOff x="4841754" y="3523267"/>
            <a:chExt cx="5576433" cy="1767267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4DD8412-61CA-DD12-E7DF-A8F9C8439F55}"/>
                </a:ext>
              </a:extLst>
            </p:cNvPr>
            <p:cNvSpPr/>
            <p:nvPr/>
          </p:nvSpPr>
          <p:spPr>
            <a:xfrm>
              <a:off x="5653642" y="4780855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949CA196-82F7-6791-8C12-BF593EB3A134}"/>
                </a:ext>
              </a:extLst>
            </p:cNvPr>
            <p:cNvGrpSpPr/>
            <p:nvPr/>
          </p:nvGrpSpPr>
          <p:grpSpPr>
            <a:xfrm>
              <a:off x="5996769" y="4463731"/>
              <a:ext cx="598449" cy="307777"/>
              <a:chOff x="1550604" y="3020176"/>
              <a:chExt cx="598449" cy="434647"/>
            </a:xfrm>
          </p:grpSpPr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96C1D8AA-57B3-9324-80EB-0B552194FC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10995494-37E8-3410-DA00-7D55937C60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24A8D5C6-4A4E-DEAE-CE15-65BCDFDF37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9128" y="5035694"/>
              <a:ext cx="1541081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DFB7235-4C58-A542-4E41-E652EE799543}"/>
                </a:ext>
              </a:extLst>
            </p:cNvPr>
            <p:cNvSpPr txBox="1"/>
            <p:nvPr/>
          </p:nvSpPr>
          <p:spPr>
            <a:xfrm>
              <a:off x="9529037" y="4247649"/>
              <a:ext cx="889150" cy="3836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{Root}</a:t>
              </a:r>
              <a:endParaRPr lang="en-CN" sz="1600" i="1" dirty="0">
                <a:solidFill>
                  <a:srgbClr val="FF0000"/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07CF11DD-00D9-554C-30A9-C27E1801890A}"/>
                </a:ext>
              </a:extLst>
            </p:cNvPr>
            <p:cNvSpPr txBox="1"/>
            <p:nvPr/>
          </p:nvSpPr>
          <p:spPr>
            <a:xfrm>
              <a:off x="6298071" y="4049364"/>
              <a:ext cx="1419842" cy="3836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{v, h1, h2}</a:t>
              </a:r>
              <a:endParaRPr lang="en-CN" sz="1600" i="1" dirty="0">
                <a:solidFill>
                  <a:srgbClr val="00B050"/>
                </a:solidFill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FE80A8C-4D29-5907-18CA-61071C226FE5}"/>
                </a:ext>
              </a:extLst>
            </p:cNvPr>
            <p:cNvSpPr txBox="1"/>
            <p:nvPr/>
          </p:nvSpPr>
          <p:spPr>
            <a:xfrm>
              <a:off x="4841754" y="4042203"/>
              <a:ext cx="1461103" cy="3836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{u, g1, g2}</a:t>
              </a:r>
              <a:endParaRPr lang="en-CN" sz="1600" i="1" dirty="0">
                <a:solidFill>
                  <a:schemeClr val="accent1"/>
                </a:solidFill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1E23D4B-F432-9617-33E8-57C855BF436F}"/>
                </a:ext>
              </a:extLst>
            </p:cNvPr>
            <p:cNvSpPr txBox="1"/>
            <p:nvPr/>
          </p:nvSpPr>
          <p:spPr>
            <a:xfrm>
              <a:off x="5696623" y="4451102"/>
              <a:ext cx="413504" cy="4101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EFA6F61-0004-59F4-D9FF-323A952C7094}"/>
                </a:ext>
              </a:extLst>
            </p:cNvPr>
            <p:cNvSpPr txBox="1"/>
            <p:nvPr/>
          </p:nvSpPr>
          <p:spPr>
            <a:xfrm>
              <a:off x="6295621" y="4451102"/>
              <a:ext cx="413504" cy="4101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58BB4BC-4911-B570-DF7F-93C40F3D5483}"/>
                </a:ext>
              </a:extLst>
            </p:cNvPr>
            <p:cNvSpPr/>
            <p:nvPr/>
          </p:nvSpPr>
          <p:spPr>
            <a:xfrm>
              <a:off x="7832466" y="4210168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1646D915-FB5E-A3B6-DE60-C9FFCC9A1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952" y="4465007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8B6BB7E3-1476-A78F-B7AB-7FD3E2E7FFB0}"/>
                </a:ext>
              </a:extLst>
            </p:cNvPr>
            <p:cNvCxnSpPr>
              <a:cxnSpLocks/>
            </p:cNvCxnSpPr>
            <p:nvPr/>
          </p:nvCxnSpPr>
          <p:spPr>
            <a:xfrm>
              <a:off x="8470209" y="4729598"/>
              <a:ext cx="0" cy="31812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2BBB594-9EC5-5789-0F8D-8950360FA85E}"/>
                </a:ext>
              </a:extLst>
            </p:cNvPr>
            <p:cNvGrpSpPr/>
            <p:nvPr/>
          </p:nvGrpSpPr>
          <p:grpSpPr>
            <a:xfrm>
              <a:off x="8199675" y="3903353"/>
              <a:ext cx="598449" cy="307777"/>
              <a:chOff x="1550604" y="3020176"/>
              <a:chExt cx="598449" cy="434647"/>
            </a:xfrm>
          </p:grpSpPr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B92C9425-FB94-D6A6-35F8-87EC8D318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C5E07620-E597-6896-B201-465812DD24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A12E343-8AA3-0810-98D3-5AB2A16A2739}"/>
                </a:ext>
              </a:extLst>
            </p:cNvPr>
            <p:cNvSpPr txBox="1"/>
            <p:nvPr/>
          </p:nvSpPr>
          <p:spPr>
            <a:xfrm>
              <a:off x="7899529" y="3890726"/>
              <a:ext cx="413504" cy="4101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2E9170E9-7B14-AB16-390C-1F4363B5664B}"/>
                </a:ext>
              </a:extLst>
            </p:cNvPr>
            <p:cNvSpPr txBox="1"/>
            <p:nvPr/>
          </p:nvSpPr>
          <p:spPr>
            <a:xfrm>
              <a:off x="8498527" y="3890726"/>
              <a:ext cx="413504" cy="4101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9164937-5C4E-EF2A-5C35-89ED605D48F5}"/>
                </a:ext>
              </a:extLst>
            </p:cNvPr>
            <p:cNvSpPr txBox="1"/>
            <p:nvPr/>
          </p:nvSpPr>
          <p:spPr>
            <a:xfrm>
              <a:off x="7968842" y="3523267"/>
              <a:ext cx="482040" cy="3836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{</a:t>
              </a:r>
              <a:r>
                <a:rPr lang="en-US" altLang="zh-CN" sz="1600" dirty="0">
                  <a:solidFill>
                    <a:schemeClr val="accent1"/>
                  </a:solidFill>
                </a:rPr>
                <a:t>f2</a:t>
              </a:r>
              <a:r>
                <a:rPr lang="en-US" sz="1600" dirty="0">
                  <a:solidFill>
                    <a:schemeClr val="accent1"/>
                  </a:solidFill>
                </a:rPr>
                <a:t>}</a:t>
              </a:r>
              <a:endParaRPr lang="en-CN" sz="1600" i="1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36F3137-77A4-C2AF-7A1B-419B8DE2BE5B}"/>
                    </a:ext>
                  </a:extLst>
                </p:cNvPr>
                <p:cNvSpPr txBox="1"/>
                <p:nvPr/>
              </p:nvSpPr>
              <p:spPr>
                <a:xfrm>
                  <a:off x="8430508" y="3527151"/>
                  <a:ext cx="1019025" cy="3836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00B050"/>
                            </a:solidFill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altLang="zh-CN" sz="1600" b="0" i="0" dirty="0" smtClean="0">
                            <a:solidFill>
                              <a:srgbClr val="00B05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00B050"/>
                            </a:solidFill>
                          </a:rPr>
                          <m:t>1, </m:t>
                        </m:r>
                        <m:r>
                          <m:rPr>
                            <m:nor/>
                          </m:rPr>
                          <a:rPr lang="en-US" altLang="zh-CN" sz="1600" b="0" i="0" dirty="0" smtClean="0">
                            <a:solidFill>
                              <a:srgbClr val="00B05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00B050"/>
                            </a:solidFill>
                          </a:rPr>
                          <m:t>2}</m:t>
                        </m:r>
                      </m:oMath>
                    </m:oMathPara>
                  </a14:m>
                  <a:endParaRPr lang="en-CN" sz="16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AD2D88FE-8DFA-CF3C-DB61-F686FBDD1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0508" y="3527151"/>
                  <a:ext cx="1019025" cy="383633"/>
                </a:xfrm>
                <a:prstGeom prst="rect">
                  <a:avLst/>
                </a:prstGeom>
                <a:blipFill>
                  <a:blip r:embed="rId11"/>
                  <a:stretch>
                    <a:fillRect l="-9434" t="-9524" r="-9434" b="-3809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2D12FCBA-1A37-393E-C637-E92780BA06AD}"/>
              </a:ext>
            </a:extLst>
          </p:cNvPr>
          <p:cNvSpPr txBox="1"/>
          <p:nvPr/>
        </p:nvSpPr>
        <p:spPr>
          <a:xfrm>
            <a:off x="8303851" y="3384287"/>
            <a:ext cx="8576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{Root</a:t>
            </a:r>
            <a:r>
              <a:rPr lang="en-US" altLang="zh-CN" sz="1600" dirty="0">
                <a:solidFill>
                  <a:srgbClr val="FF0000"/>
                </a:solidFill>
              </a:rPr>
              <a:t>,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f1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  <a:endParaRPr lang="en-CN" sz="1600" i="1" dirty="0">
              <a:solidFill>
                <a:srgbClr val="FF0000"/>
              </a:solidFill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CA0A70D7-A731-60FB-3E4B-E06E6DE60786}"/>
              </a:ext>
            </a:extLst>
          </p:cNvPr>
          <p:cNvSpPr/>
          <p:nvPr/>
        </p:nvSpPr>
        <p:spPr>
          <a:xfrm>
            <a:off x="7160201" y="5087549"/>
            <a:ext cx="425362" cy="41629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EE8E4008-9496-30C4-F955-E21A01C786D8}"/>
              </a:ext>
            </a:extLst>
          </p:cNvPr>
          <p:cNvSpPr/>
          <p:nvPr/>
        </p:nvSpPr>
        <p:spPr>
          <a:xfrm>
            <a:off x="7898965" y="5092083"/>
            <a:ext cx="425362" cy="41629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AE6722-BC34-613F-7AD2-C89C6E30B764}"/>
              </a:ext>
            </a:extLst>
          </p:cNvPr>
          <p:cNvSpPr txBox="1"/>
          <p:nvPr/>
        </p:nvSpPr>
        <p:spPr>
          <a:xfrm>
            <a:off x="3943324" y="2227820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Single-occurrence:</a:t>
            </a:r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D77101-7260-9A8B-1ABF-0F7658D1225E}"/>
              </a:ext>
            </a:extLst>
          </p:cNvPr>
          <p:cNvSpPr txBox="1"/>
          <p:nvPr/>
        </p:nvSpPr>
        <p:spPr>
          <a:xfrm>
            <a:off x="3943324" y="43431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Multiple-occurrence: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0996817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3406-D180-FEA5-CA67-6978A08C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ACFB12-ED0D-332F-EC9D-A181CC6A1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ABB0A-E928-0B7D-6CC1-DBDAC34E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E6D306A-7511-99C7-ECA2-BCE8A88D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Criterion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59BB196-1736-AE5E-8855-F8C8FCB1BE36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</a:t>
            </a:r>
            <a:r>
              <a:rPr lang="en-US" altLang="zh-CN" b="1" dirty="0"/>
              <a:t>does </a:t>
            </a:r>
            <a:r>
              <a:rPr lang="en-US" b="1" dirty="0"/>
              <a:t>the Algorithm Produce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en-US" b="1" dirty="0"/>
              <a:t>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tree?</a:t>
            </a:r>
            <a:endParaRPr lang="en-US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7D66A8-6429-8A10-7649-999A3F9D5808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9A11D2-FD8E-A00C-11AD-A2DF959388E6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195CFA-5422-0F4B-3F84-92EA079F7AC0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8235344-F88E-FF53-0A5A-504C696E0AC9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169804-395B-7089-A664-25B155EC1036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3604955D-A808-7A31-A2E3-B573CFC65DFF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F19D411-A49E-B579-CCD7-71C634C95848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9F357FC-912A-493B-AA33-E5F48A0CCD89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1FD4941-BE7B-91BE-0F45-6A5A5A732F18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A325DFC-34F3-3732-D83A-61D70D46A98C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D4C724B-6F19-AAF0-D82C-04B37C5F8F92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8612E9A-2E7C-46BC-FF90-4BD37A2B6F80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7DF7712-1DEE-FAE9-3FC7-E23CE320E029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090AD2-CA28-BD51-0283-60AF0F2C6778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6A15158-DAF1-8E1D-D344-9284BD0AEB6D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C2CD95A-B395-164B-3640-1FF3B9DCC0E7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FB1C650-F7F5-AD17-37F9-6D748E78ADED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9BDD6EF-A376-FE4F-F5F4-2056F70EFFD1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3FAC2C5-05E4-89AE-52B4-D9482E5C8944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248966-11B9-C13C-39AE-4CC3504A6287}"/>
              </a:ext>
            </a:extLst>
          </p:cNvPr>
          <p:cNvCxnSpPr>
            <a:cxnSpLocks/>
            <a:stCxn id="38" idx="3"/>
            <a:endCxn id="5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37B9009-DBA1-AD7A-A758-DCBA1EB796CE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A4A1E81-CF4A-B9D6-59EC-01BB6F57CBB9}"/>
              </a:ext>
            </a:extLst>
          </p:cNvPr>
          <p:cNvCxnSpPr>
            <a:cxnSpLocks/>
            <a:stCxn id="51" idx="4"/>
            <a:endCxn id="1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2444B6A-141B-F518-F512-B8256468D418}"/>
              </a:ext>
            </a:extLst>
          </p:cNvPr>
          <p:cNvCxnSpPr>
            <a:cxnSpLocks/>
            <a:stCxn id="51" idx="5"/>
            <a:endCxn id="1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5F1943-8F45-8D06-8E2E-CD6DE3DAF293}"/>
              </a:ext>
            </a:extLst>
          </p:cNvPr>
          <p:cNvCxnSpPr>
            <a:cxnSpLocks/>
            <a:stCxn id="52" idx="3"/>
            <a:endCxn id="5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3F12BEC-3301-B7E9-365D-7380DD88B38B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2D8330F-B5A2-90F0-A0A6-89CDD1F8E8E0}"/>
              </a:ext>
            </a:extLst>
          </p:cNvPr>
          <p:cNvCxnSpPr>
            <a:cxnSpLocks/>
            <a:stCxn id="39" idx="3"/>
            <a:endCxn id="54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F4E04BD-D455-79DC-D3ED-EC57E0648360}"/>
              </a:ext>
            </a:extLst>
          </p:cNvPr>
          <p:cNvCxnSpPr>
            <a:cxnSpLocks/>
            <a:stCxn id="39" idx="4"/>
            <a:endCxn id="55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FF75B4A-9D28-545F-3755-4B6131A57AD3}"/>
              </a:ext>
            </a:extLst>
          </p:cNvPr>
          <p:cNvCxnSpPr>
            <a:cxnSpLocks/>
            <a:stCxn id="54" idx="5"/>
            <a:endCxn id="55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C6C71D8-042A-DAE9-00F4-C1550F46D1ED}"/>
              </a:ext>
            </a:extLst>
          </p:cNvPr>
          <p:cNvCxnSpPr>
            <a:cxnSpLocks/>
            <a:stCxn id="54" idx="3"/>
            <a:endCxn id="1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3F1BEB3-913E-8BE4-AC47-3EADF3D55FC3}"/>
              </a:ext>
            </a:extLst>
          </p:cNvPr>
          <p:cNvCxnSpPr>
            <a:cxnSpLocks/>
            <a:stCxn id="55" idx="3"/>
            <a:endCxn id="1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96F471D-C818-0115-65FD-23758496831B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6C27A61-2A09-5E93-51A4-D9831D788C86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0D93D07-729C-6C0E-86DC-CF2F78DB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C120F5A-9055-BD98-762E-5A0A2318925C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168CC5C-48D5-B5DB-1DFE-15B9CA6CB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D6A7408-694A-FFD4-F580-23FEB7C86333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1021518-B4B1-E098-E424-658B790F9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 141">
            <a:extLst>
              <a:ext uri="{FF2B5EF4-FFF2-40B4-BE49-F238E27FC236}">
                <a16:creationId xmlns:a16="http://schemas.microsoft.com/office/drawing/2014/main" id="{B1A24D9B-22D8-023D-58D6-C310B3CCE058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7DE51B96-7C4B-68F0-3DFF-73585EF5C95A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Triangle 15">
            <a:extLst>
              <a:ext uri="{FF2B5EF4-FFF2-40B4-BE49-F238E27FC236}">
                <a16:creationId xmlns:a16="http://schemas.microsoft.com/office/drawing/2014/main" id="{11B6E54D-F198-5EC7-27B0-6E27663D41A6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7EC3FA9-E12E-49D7-6E86-349545214141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CE99C1F-6503-6FF2-F6AB-EC6297D4A692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51D7E90-7F93-DA3F-17EA-E36D542CACC4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1FE669A-8FCC-907C-B522-5659717C854A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4A75EF5-05F5-D2CC-EDC6-408A891E27F9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F9C2D75-E878-B357-0B7F-2C3F0EC7A75F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395EF95-D335-FE32-98E9-4F68F5DB333A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39C28D-E315-7B7D-CE4B-DB57D1BCD167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898D41-AB9B-503D-0639-E2A5C735B537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472C939-DFB5-5557-1156-D3DD2D33B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134E37-482A-8EF5-3FFE-7BA9DA7174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8B9E440-8351-3FC2-375B-8DA863115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F66A69B-F318-1131-ADC2-B0BD5AA2924C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B29044-B068-1588-249A-09B2662BF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CD0C54-552A-E901-D7BB-7A76DDF7FA7B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243E5E9-9863-E12E-509B-3AA2B77A5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F113C7-FF4F-FA11-8217-3A545FF7F235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CDAFE4D-AC56-E913-8709-8CE583055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B102B-C1E7-D228-5254-70D132CF200A}"/>
              </a:ext>
            </a:extLst>
          </p:cNvPr>
          <p:cNvSpPr/>
          <p:nvPr/>
        </p:nvSpPr>
        <p:spPr>
          <a:xfrm>
            <a:off x="5562486" y="3751995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5940F3-224F-4C44-1FEB-94E26525FCDE}"/>
              </a:ext>
            </a:extLst>
          </p:cNvPr>
          <p:cNvGrpSpPr/>
          <p:nvPr/>
        </p:nvGrpSpPr>
        <p:grpSpPr>
          <a:xfrm>
            <a:off x="5806149" y="3526797"/>
            <a:ext cx="424973" cy="218560"/>
            <a:chOff x="1550604" y="3020176"/>
            <a:chExt cx="598449" cy="43464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7760734-526E-E795-E524-239CDC5905D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C1B3197-84CE-3249-B345-B34FBE7848C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1149D9-35D5-E6DF-E93C-5D22413CF40B}"/>
              </a:ext>
            </a:extLst>
          </p:cNvPr>
          <p:cNvCxnSpPr>
            <a:cxnSpLocks/>
          </p:cNvCxnSpPr>
          <p:nvPr/>
        </p:nvCxnSpPr>
        <p:spPr>
          <a:xfrm flipH="1">
            <a:off x="6468239" y="3932962"/>
            <a:ext cx="109435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A32187-EE67-C1E3-F439-05EF1821F06C}"/>
              </a:ext>
            </a:extLst>
          </p:cNvPr>
          <p:cNvSpPr txBox="1"/>
          <p:nvPr/>
        </p:nvSpPr>
        <p:spPr>
          <a:xfrm>
            <a:off x="6020110" y="3232546"/>
            <a:ext cx="9112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{v, h1, h2}</a:t>
            </a:r>
            <a:endParaRPr lang="en-CN" sz="1600" i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BF606-1308-8557-829B-A96A0CCD03D5}"/>
              </a:ext>
            </a:extLst>
          </p:cNvPr>
          <p:cNvSpPr txBox="1"/>
          <p:nvPr/>
        </p:nvSpPr>
        <p:spPr>
          <a:xfrm>
            <a:off x="4985945" y="3227460"/>
            <a:ext cx="93775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{u, g1, g2}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CED971-97AD-A4A8-6446-514B2D885FC4}"/>
              </a:ext>
            </a:extLst>
          </p:cNvPr>
          <p:cNvSpPr txBox="1"/>
          <p:nvPr/>
        </p:nvSpPr>
        <p:spPr>
          <a:xfrm>
            <a:off x="5595864" y="35352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675D9E-99A5-2686-AC27-45B030BEF498}"/>
              </a:ext>
            </a:extLst>
          </p:cNvPr>
          <p:cNvSpPr txBox="1"/>
          <p:nvPr/>
        </p:nvSpPr>
        <p:spPr>
          <a:xfrm>
            <a:off x="6021228" y="35352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5F980-6502-7FC7-7B35-D7C92DB72C85}"/>
              </a:ext>
            </a:extLst>
          </p:cNvPr>
          <p:cNvSpPr/>
          <p:nvPr/>
        </p:nvSpPr>
        <p:spPr>
          <a:xfrm>
            <a:off x="7109721" y="3346736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AC2C07-7C4D-2400-D108-4926268CE1D6}"/>
              </a:ext>
            </a:extLst>
          </p:cNvPr>
          <p:cNvCxnSpPr>
            <a:cxnSpLocks/>
          </p:cNvCxnSpPr>
          <p:nvPr/>
        </p:nvCxnSpPr>
        <p:spPr>
          <a:xfrm>
            <a:off x="7562598" y="3715596"/>
            <a:ext cx="0" cy="22591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DFF005D-0B8C-40C3-C800-D228947515DD}"/>
              </a:ext>
            </a:extLst>
          </p:cNvPr>
          <p:cNvGrpSpPr/>
          <p:nvPr/>
        </p:nvGrpSpPr>
        <p:grpSpPr>
          <a:xfrm>
            <a:off x="7370485" y="3128860"/>
            <a:ext cx="424973" cy="218560"/>
            <a:chOff x="1550604" y="3020176"/>
            <a:chExt cx="598449" cy="434647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6771D65-DF39-0412-E894-C8D25FC01A9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E63967C-5088-0100-4096-6B175196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6B896E1-0CDB-F6B8-E73B-C8C0547AC55C}"/>
              </a:ext>
            </a:extLst>
          </p:cNvPr>
          <p:cNvSpPr txBox="1"/>
          <p:nvPr/>
        </p:nvSpPr>
        <p:spPr>
          <a:xfrm>
            <a:off x="7160201" y="313731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22554E-6906-06D1-302C-C7D07139013A}"/>
              </a:ext>
            </a:extLst>
          </p:cNvPr>
          <p:cNvSpPr txBox="1"/>
          <p:nvPr/>
        </p:nvSpPr>
        <p:spPr>
          <a:xfrm>
            <a:off x="7585564" y="313731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730535-6564-F7B4-7884-6935900D7302}"/>
              </a:ext>
            </a:extLst>
          </p:cNvPr>
          <p:cNvCxnSpPr>
            <a:cxnSpLocks/>
          </p:cNvCxnSpPr>
          <p:nvPr/>
        </p:nvCxnSpPr>
        <p:spPr>
          <a:xfrm flipH="1">
            <a:off x="8012599" y="3526481"/>
            <a:ext cx="785967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9367720-4557-E760-D1BE-6DDE2061C1AD}"/>
              </a:ext>
            </a:extLst>
          </p:cNvPr>
          <p:cNvSpPr/>
          <p:nvPr/>
        </p:nvSpPr>
        <p:spPr>
          <a:xfrm>
            <a:off x="8345690" y="2940255"/>
            <a:ext cx="905753" cy="361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E4A3D8-C328-FBBE-174D-28511E886701}"/>
              </a:ext>
            </a:extLst>
          </p:cNvPr>
          <p:cNvCxnSpPr>
            <a:cxnSpLocks/>
          </p:cNvCxnSpPr>
          <p:nvPr/>
        </p:nvCxnSpPr>
        <p:spPr>
          <a:xfrm flipH="1">
            <a:off x="9251443" y="3121222"/>
            <a:ext cx="23971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2C00B07-690E-CF69-B265-62CA5107C2DF}"/>
              </a:ext>
            </a:extLst>
          </p:cNvPr>
          <p:cNvCxnSpPr>
            <a:cxnSpLocks/>
          </p:cNvCxnSpPr>
          <p:nvPr/>
        </p:nvCxnSpPr>
        <p:spPr>
          <a:xfrm>
            <a:off x="8798566" y="3309115"/>
            <a:ext cx="0" cy="22591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FB01BEA-93FB-7AC7-FF02-A3A4641B5077}"/>
              </a:ext>
            </a:extLst>
          </p:cNvPr>
          <p:cNvGrpSpPr/>
          <p:nvPr/>
        </p:nvGrpSpPr>
        <p:grpSpPr>
          <a:xfrm>
            <a:off x="8606454" y="2722378"/>
            <a:ext cx="424973" cy="218560"/>
            <a:chOff x="1550604" y="3020176"/>
            <a:chExt cx="598449" cy="434647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287FEA7-7A4D-F670-7CFF-01D6247E149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50DB3CC1-F5AB-0EE7-7562-5A48CCC976B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C7FDBAF8-2877-02AE-BDBF-E9D94F6F7D48}"/>
              </a:ext>
            </a:extLst>
          </p:cNvPr>
          <p:cNvSpPr txBox="1"/>
          <p:nvPr/>
        </p:nvSpPr>
        <p:spPr>
          <a:xfrm>
            <a:off x="8396169" y="273083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A47C5B4-0C61-B0EA-0DE2-4CAD3F120190}"/>
              </a:ext>
            </a:extLst>
          </p:cNvPr>
          <p:cNvSpPr txBox="1"/>
          <p:nvPr/>
        </p:nvSpPr>
        <p:spPr>
          <a:xfrm>
            <a:off x="8821533" y="273083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F464034-F73B-FFDA-5FE1-F740BD89216B}"/>
                  </a:ext>
                </a:extLst>
              </p:cNvPr>
              <p:cNvSpPr txBox="1"/>
              <p:nvPr/>
            </p:nvSpPr>
            <p:spPr>
              <a:xfrm>
                <a:off x="8518937" y="2452470"/>
                <a:ext cx="1859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CN" sz="1600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F464034-F73B-FFDA-5FE1-F740BD892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937" y="2452470"/>
                <a:ext cx="185948" cy="246221"/>
              </a:xfrm>
              <a:prstGeom prst="rect">
                <a:avLst/>
              </a:prstGeom>
              <a:blipFill>
                <a:blip r:embed="rId9"/>
                <a:stretch>
                  <a:fillRect l="-25000" r="-25000" b="-190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B339AB06-FB19-63E3-39FA-5203B8B99377}"/>
              </a:ext>
            </a:extLst>
          </p:cNvPr>
          <p:cNvSpPr txBox="1"/>
          <p:nvPr/>
        </p:nvSpPr>
        <p:spPr>
          <a:xfrm>
            <a:off x="8897228" y="2455228"/>
            <a:ext cx="30938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{f1}</a:t>
            </a:r>
            <a:endParaRPr lang="en-CN" sz="1600" dirty="0">
              <a:solidFill>
                <a:srgbClr val="00B05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FF4AF5D-27EE-27F8-D2CD-FB95C6661ED2}"/>
              </a:ext>
            </a:extLst>
          </p:cNvPr>
          <p:cNvSpPr txBox="1"/>
          <p:nvPr/>
        </p:nvSpPr>
        <p:spPr>
          <a:xfrm>
            <a:off x="9524108" y="2982833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{</a:t>
            </a:r>
            <a:r>
              <a:rPr lang="en-US" sz="1600" dirty="0">
                <a:solidFill>
                  <a:srgbClr val="FF0000"/>
                </a:solidFill>
              </a:rPr>
              <a:t>Root</a:t>
            </a:r>
            <a:r>
              <a:rPr lang="en-US" altLang="zh-CN" sz="1600" dirty="0">
                <a:solidFill>
                  <a:srgbClr val="FF0000"/>
                </a:solidFill>
              </a:rPr>
              <a:t>}</a:t>
            </a:r>
            <a:endParaRPr lang="en-CN" sz="16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BAA6EA-1C8A-7329-CC7A-4B66FC29CBE0}"/>
                  </a:ext>
                </a:extLst>
              </p:cNvPr>
              <p:cNvSpPr txBox="1"/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b="1" dirty="0"/>
                  <a:t>Check:</a:t>
                </a:r>
                <a:r>
                  <a:rPr lang="zh-CN" altLang="en-US" b="1" dirty="0"/>
                  <a:t> </a:t>
                </a: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F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altLang="zh-CN" b="1" dirty="0"/>
                      <m:t>H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m:rPr>
                        <m:nor/>
                      </m:rPr>
                      <a:rPr lang="en-US" altLang="zh-CN" b="1" dirty="0"/>
                      <m:t>=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BAA6EA-1C8A-7329-CC7A-4B66FC29C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blipFill>
                <a:blip r:embed="rId10"/>
                <a:stretch>
                  <a:fillRect l="-653" t="-6667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BC3700C2-2DEA-FDDD-F8C6-E52AB8C7F845}"/>
              </a:ext>
            </a:extLst>
          </p:cNvPr>
          <p:cNvSpPr/>
          <p:nvPr/>
        </p:nvSpPr>
        <p:spPr>
          <a:xfrm>
            <a:off x="5564602" y="6098018"/>
            <a:ext cx="918980" cy="367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11C4D8B-77FA-F30E-5F4D-1BA852562B0D}"/>
              </a:ext>
            </a:extLst>
          </p:cNvPr>
          <p:cNvGrpSpPr/>
          <p:nvPr/>
        </p:nvGrpSpPr>
        <p:grpSpPr>
          <a:xfrm>
            <a:off x="5811822" y="5869532"/>
            <a:ext cx="431179" cy="221752"/>
            <a:chOff x="1550604" y="3020176"/>
            <a:chExt cx="598449" cy="434647"/>
          </a:xfrm>
        </p:grpSpPr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B3CF50E8-42CE-20FF-1367-F9482EC15F8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8ABB1235-0891-EECB-D887-1852CA36458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F49B6030-FAF3-D55D-C59F-7FA280703328}"/>
              </a:ext>
            </a:extLst>
          </p:cNvPr>
          <p:cNvCxnSpPr>
            <a:cxnSpLocks/>
          </p:cNvCxnSpPr>
          <p:nvPr/>
        </p:nvCxnSpPr>
        <p:spPr>
          <a:xfrm flipH="1">
            <a:off x="6483582" y="6281628"/>
            <a:ext cx="111034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653C5CB2-EB52-7A93-4395-BA8922CBEC0C}"/>
              </a:ext>
            </a:extLst>
          </p:cNvPr>
          <p:cNvSpPr txBox="1"/>
          <p:nvPr/>
        </p:nvSpPr>
        <p:spPr>
          <a:xfrm>
            <a:off x="8356801" y="5713846"/>
            <a:ext cx="640627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{Root}</a:t>
            </a:r>
            <a:endParaRPr lang="en-CN" sz="1600" i="1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7313791-9DD6-085D-8F55-B45AE7F7F8EC}"/>
              </a:ext>
            </a:extLst>
          </p:cNvPr>
          <p:cNvSpPr txBox="1"/>
          <p:nvPr/>
        </p:nvSpPr>
        <p:spPr>
          <a:xfrm>
            <a:off x="6028909" y="5570983"/>
            <a:ext cx="1022988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{v, h1, h2}</a:t>
            </a:r>
            <a:endParaRPr lang="en-CN" sz="1600" i="1" dirty="0">
              <a:solidFill>
                <a:srgbClr val="00B05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8A37043-033D-78E5-9BFE-BFA6AF939BE3}"/>
              </a:ext>
            </a:extLst>
          </p:cNvPr>
          <p:cNvSpPr txBox="1"/>
          <p:nvPr/>
        </p:nvSpPr>
        <p:spPr>
          <a:xfrm>
            <a:off x="4979641" y="5565823"/>
            <a:ext cx="1052716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{u, g1, g2}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153E219-F74A-A147-957F-3591941E1BD7}"/>
              </a:ext>
            </a:extLst>
          </p:cNvPr>
          <p:cNvSpPr txBox="1"/>
          <p:nvPr/>
        </p:nvSpPr>
        <p:spPr>
          <a:xfrm>
            <a:off x="5595569" y="5860433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958940D-ACE9-A645-BC06-7947329BD393}"/>
              </a:ext>
            </a:extLst>
          </p:cNvPr>
          <p:cNvSpPr txBox="1"/>
          <p:nvPr/>
        </p:nvSpPr>
        <p:spPr>
          <a:xfrm>
            <a:off x="6027144" y="5860433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4372170-859B-858E-284D-0CE857E8813F}"/>
              </a:ext>
            </a:extLst>
          </p:cNvPr>
          <p:cNvSpPr/>
          <p:nvPr/>
        </p:nvSpPr>
        <p:spPr>
          <a:xfrm>
            <a:off x="7134431" y="5686841"/>
            <a:ext cx="918980" cy="367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560AB-A203-3A0C-D790-3E3C76234055}"/>
              </a:ext>
            </a:extLst>
          </p:cNvPr>
          <p:cNvCxnSpPr>
            <a:cxnSpLocks/>
          </p:cNvCxnSpPr>
          <p:nvPr/>
        </p:nvCxnSpPr>
        <p:spPr>
          <a:xfrm flipH="1">
            <a:off x="8053411" y="5870451"/>
            <a:ext cx="24321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05C611D-1A06-8A08-C7A9-305307A8E244}"/>
              </a:ext>
            </a:extLst>
          </p:cNvPr>
          <p:cNvCxnSpPr>
            <a:cxnSpLocks/>
          </p:cNvCxnSpPr>
          <p:nvPr/>
        </p:nvCxnSpPr>
        <p:spPr>
          <a:xfrm>
            <a:off x="7593921" y="6061088"/>
            <a:ext cx="0" cy="22920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EB9D4CE-A42E-0AD9-E667-22613460CD33}"/>
              </a:ext>
            </a:extLst>
          </p:cNvPr>
          <p:cNvGrpSpPr/>
          <p:nvPr/>
        </p:nvGrpSpPr>
        <p:grpSpPr>
          <a:xfrm>
            <a:off x="7399003" y="5465783"/>
            <a:ext cx="431179" cy="221752"/>
            <a:chOff x="1550604" y="3020176"/>
            <a:chExt cx="598449" cy="434647"/>
          </a:xfrm>
        </p:grpSpPr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D95C12E6-B843-3309-8A9C-1A34F047103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810FC73E-B351-25F7-89C1-B83E5B5C5DE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E98D654A-471B-4054-C8D8-D318F3CB9E2E}"/>
              </a:ext>
            </a:extLst>
          </p:cNvPr>
          <p:cNvSpPr txBox="1"/>
          <p:nvPr/>
        </p:nvSpPr>
        <p:spPr>
          <a:xfrm>
            <a:off x="7182750" y="5456685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97B645C-6B49-9ACF-69A4-806B94476B6B}"/>
              </a:ext>
            </a:extLst>
          </p:cNvPr>
          <p:cNvSpPr txBox="1"/>
          <p:nvPr/>
        </p:nvSpPr>
        <p:spPr>
          <a:xfrm>
            <a:off x="7614324" y="5456685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A8D7243-019B-AD82-37E0-B2D1B8A93584}"/>
              </a:ext>
            </a:extLst>
          </p:cNvPr>
          <p:cNvSpPr txBox="1"/>
          <p:nvPr/>
        </p:nvSpPr>
        <p:spPr>
          <a:xfrm>
            <a:off x="7232689" y="5191933"/>
            <a:ext cx="347307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</a:t>
            </a:r>
            <a:r>
              <a:rPr lang="en-US" altLang="zh-CN" sz="1600" dirty="0">
                <a:solidFill>
                  <a:schemeClr val="accent1"/>
                </a:solidFill>
              </a:rPr>
              <a:t>f2</a:t>
            </a:r>
            <a:r>
              <a:rPr lang="en-US" sz="1600" dirty="0">
                <a:solidFill>
                  <a:schemeClr val="accent1"/>
                </a:solidFill>
              </a:rPr>
              <a:t>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3A3FB82-A3AB-56EE-46A6-B3EFC89A62AC}"/>
              </a:ext>
            </a:extLst>
          </p:cNvPr>
          <p:cNvSpPr txBox="1"/>
          <p:nvPr/>
        </p:nvSpPr>
        <p:spPr>
          <a:xfrm>
            <a:off x="3943324" y="2227820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Single-occurrence:</a:t>
            </a:r>
            <a:endParaRPr lang="en-CN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501888B-EEF1-8DBC-174C-47A01B662122}"/>
              </a:ext>
            </a:extLst>
          </p:cNvPr>
          <p:cNvSpPr txBox="1"/>
          <p:nvPr/>
        </p:nvSpPr>
        <p:spPr>
          <a:xfrm>
            <a:off x="3943324" y="43431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Multiple-occurrence:</a:t>
            </a:r>
            <a:endParaRPr lang="en-CN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3290D70-2A23-0CAF-207D-2522AB22F41C}"/>
              </a:ext>
            </a:extLst>
          </p:cNvPr>
          <p:cNvSpPr txBox="1"/>
          <p:nvPr/>
        </p:nvSpPr>
        <p:spPr>
          <a:xfrm>
            <a:off x="7218148" y="2858951"/>
            <a:ext cx="30938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{f2}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68822746-D1A0-7F48-CB4F-2231BDD71B35}"/>
                  </a:ext>
                </a:extLst>
              </p:cNvPr>
              <p:cNvSpPr txBox="1"/>
              <p:nvPr/>
            </p:nvSpPr>
            <p:spPr>
              <a:xfrm>
                <a:off x="7713017" y="2861709"/>
                <a:ext cx="1859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CN" sz="16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68822746-D1A0-7F48-CB4F-2231BDD71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017" y="2861709"/>
                <a:ext cx="185948" cy="246221"/>
              </a:xfrm>
              <a:prstGeom prst="rect">
                <a:avLst/>
              </a:prstGeom>
              <a:blipFill>
                <a:blip r:embed="rId11"/>
                <a:stretch>
                  <a:fillRect l="-25000" r="-1875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7B030A0A-2EF3-3F67-6D05-081C6F0D7F8F}"/>
              </a:ext>
            </a:extLst>
          </p:cNvPr>
          <p:cNvSpPr txBox="1"/>
          <p:nvPr/>
        </p:nvSpPr>
        <p:spPr>
          <a:xfrm>
            <a:off x="8843384" y="5138545"/>
            <a:ext cx="30938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{</a:t>
            </a:r>
            <a:r>
              <a:rPr lang="en-US" altLang="zh-CN" sz="1600" dirty="0">
                <a:solidFill>
                  <a:srgbClr val="FF0000"/>
                </a:solidFill>
              </a:rPr>
              <a:t>f1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  <a:endParaRPr lang="en-CN" sz="1600" i="1" dirty="0">
              <a:solidFill>
                <a:srgbClr val="FF0000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68088B9-11B0-898D-6827-4D2BB6F34F84}"/>
              </a:ext>
            </a:extLst>
          </p:cNvPr>
          <p:cNvSpPr/>
          <p:nvPr/>
        </p:nvSpPr>
        <p:spPr>
          <a:xfrm>
            <a:off x="7660203" y="5085414"/>
            <a:ext cx="918980" cy="367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AD2DD0AD-01DE-8BB2-D741-9E6A3A0000F9}"/>
              </a:ext>
            </a:extLst>
          </p:cNvPr>
          <p:cNvCxnSpPr>
            <a:cxnSpLocks/>
          </p:cNvCxnSpPr>
          <p:nvPr/>
        </p:nvCxnSpPr>
        <p:spPr>
          <a:xfrm flipH="1">
            <a:off x="8579183" y="5269024"/>
            <a:ext cx="24321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65CA1D6-5EFA-3A3E-09BF-8542238EAC57}"/>
              </a:ext>
            </a:extLst>
          </p:cNvPr>
          <p:cNvGrpSpPr/>
          <p:nvPr/>
        </p:nvGrpSpPr>
        <p:grpSpPr>
          <a:xfrm>
            <a:off x="7924775" y="4864356"/>
            <a:ext cx="431179" cy="221752"/>
            <a:chOff x="1550604" y="3020176"/>
            <a:chExt cx="598449" cy="434647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347FA4A4-1AB5-715B-AC3A-A4D7A9A1A7D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9FC20B7D-CED0-0B8C-7106-F3647E89649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4482115-9CF7-F00A-1001-B287DD9F9BBB}"/>
              </a:ext>
            </a:extLst>
          </p:cNvPr>
          <p:cNvSpPr txBox="1"/>
          <p:nvPr/>
        </p:nvSpPr>
        <p:spPr>
          <a:xfrm>
            <a:off x="7708522" y="4855258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3BE07C9-F8AA-7031-F4C7-C7B80306C1C4}"/>
              </a:ext>
            </a:extLst>
          </p:cNvPr>
          <p:cNvSpPr txBox="1"/>
          <p:nvPr/>
        </p:nvSpPr>
        <p:spPr>
          <a:xfrm>
            <a:off x="8140096" y="4855258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51E892C-8A4D-7203-9259-AA9918DAEEA2}"/>
              </a:ext>
            </a:extLst>
          </p:cNvPr>
          <p:cNvSpPr txBox="1"/>
          <p:nvPr/>
        </p:nvSpPr>
        <p:spPr>
          <a:xfrm>
            <a:off x="7758461" y="4590506"/>
            <a:ext cx="347307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</a:t>
            </a:r>
            <a:r>
              <a:rPr lang="en-US" altLang="zh-CN" sz="1600" dirty="0">
                <a:solidFill>
                  <a:schemeClr val="accent1"/>
                </a:solidFill>
              </a:rPr>
              <a:t>f2</a:t>
            </a:r>
            <a:r>
              <a:rPr lang="en-US" sz="1600" dirty="0">
                <a:solidFill>
                  <a:schemeClr val="accent1"/>
                </a:solidFill>
              </a:rPr>
              <a:t>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30AA2-7AA8-991E-3125-BEB953AA2F7F}"/>
                  </a:ext>
                </a:extLst>
              </p:cNvPr>
              <p:cNvSpPr txBox="1"/>
              <p:nvPr/>
            </p:nvSpPr>
            <p:spPr>
              <a:xfrm>
                <a:off x="8260908" y="4593304"/>
                <a:ext cx="1859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CN" sz="16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30AA2-7AA8-991E-3125-BEB953AA2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908" y="4593304"/>
                <a:ext cx="185948" cy="246221"/>
              </a:xfrm>
              <a:prstGeom prst="rect">
                <a:avLst/>
              </a:prstGeom>
              <a:blipFill>
                <a:blip r:embed="rId12"/>
                <a:stretch>
                  <a:fillRect l="-25000" r="-25000" b="-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918705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8421-AB4B-2474-193F-2A13A14C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A17C55-5842-7426-1346-CC888A79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1AD379-3E02-4E97-3A3B-0433F5B5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45A3D00-93FD-1869-2A3F-80734A025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Criterion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270817E-34BD-CEF8-0968-E2F1B4422F14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</a:t>
            </a:r>
            <a:r>
              <a:rPr lang="en-US" altLang="zh-CN" b="1" dirty="0"/>
              <a:t>does </a:t>
            </a:r>
            <a:r>
              <a:rPr lang="en-US" b="1" dirty="0"/>
              <a:t>the Algorithm Produce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en-US" b="1" dirty="0"/>
              <a:t>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tree?</a:t>
            </a:r>
            <a:endParaRPr lang="en-US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C7AD8A-A118-7D02-47E0-215B5179E158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8D8487-668C-583D-415B-46545B1762D7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FE77A9-645C-9EAB-E2BE-E1FE8342F598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764FA3-713B-E187-87AD-5DC4E3D912C5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956829-32F5-33DC-8DD1-4E3464C2EBDD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915A3300-F45B-F510-5F71-80A733AE08BB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AE959D3-E07E-E108-D5BA-F89198AB3604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9CB8FC2-7067-B387-F271-64E2D3AA1770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9EC33F8-2DDE-9ADC-783E-890F57CF2274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335D38-ED25-272A-4027-726CC8DEBADE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58ED2DA-6338-BA80-36DF-85645981319E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5A22E2-E3AB-B100-E047-4D70325551B4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D8763BF-C9AC-DF42-B43F-9B25D67B4CBB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357C04-05EE-D596-7132-7F910DC02B1F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ECA82E-2362-561A-0FA0-3BB448151622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EF8DFF3-CDDE-37C7-A08B-DCEFE233E417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847E58C-E7D3-A383-143F-767694DEBA09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EC6EBBF-EBA7-851E-DD9B-BDE4A3852F9C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5A20E08-C076-C7C3-135A-4119A1E730BE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C354CCC-D3D4-52CE-2311-D77E8C9987A0}"/>
              </a:ext>
            </a:extLst>
          </p:cNvPr>
          <p:cNvCxnSpPr>
            <a:cxnSpLocks/>
            <a:stCxn id="38" idx="3"/>
            <a:endCxn id="5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6A46DF-C96C-B07B-F59D-B11226DC4F06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E397EB6-20BB-5F44-4293-8E56D5BA2966}"/>
              </a:ext>
            </a:extLst>
          </p:cNvPr>
          <p:cNvCxnSpPr>
            <a:cxnSpLocks/>
            <a:stCxn id="51" idx="4"/>
            <a:endCxn id="1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EF36E43-240B-17C0-818C-57D22833AED8}"/>
              </a:ext>
            </a:extLst>
          </p:cNvPr>
          <p:cNvCxnSpPr>
            <a:cxnSpLocks/>
            <a:stCxn id="51" idx="5"/>
            <a:endCxn id="1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269E216-CE08-EA70-91D5-C80E47E7D068}"/>
              </a:ext>
            </a:extLst>
          </p:cNvPr>
          <p:cNvCxnSpPr>
            <a:cxnSpLocks/>
            <a:stCxn id="52" idx="3"/>
            <a:endCxn id="5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BB7A411-75EE-9A1C-B3FD-D39A023A2A93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6192302-7340-1E6D-04B6-2EB0CCE1935E}"/>
              </a:ext>
            </a:extLst>
          </p:cNvPr>
          <p:cNvCxnSpPr>
            <a:cxnSpLocks/>
            <a:stCxn id="39" idx="3"/>
            <a:endCxn id="54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E0C12DB-A3C5-6FB4-351C-A1B32C0C595E}"/>
              </a:ext>
            </a:extLst>
          </p:cNvPr>
          <p:cNvCxnSpPr>
            <a:cxnSpLocks/>
            <a:stCxn id="39" idx="4"/>
            <a:endCxn id="55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6E65F32-ACCD-3EB8-E305-3E3C2B8EFDF5}"/>
              </a:ext>
            </a:extLst>
          </p:cNvPr>
          <p:cNvCxnSpPr>
            <a:cxnSpLocks/>
            <a:stCxn id="54" idx="5"/>
            <a:endCxn id="55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6041679-6506-2BB1-DECE-E844462810B2}"/>
              </a:ext>
            </a:extLst>
          </p:cNvPr>
          <p:cNvCxnSpPr>
            <a:cxnSpLocks/>
            <a:stCxn id="54" idx="3"/>
            <a:endCxn id="1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4E60459-A0E8-D72A-CBCC-7BAA5FC1AB84}"/>
              </a:ext>
            </a:extLst>
          </p:cNvPr>
          <p:cNvCxnSpPr>
            <a:cxnSpLocks/>
            <a:stCxn id="55" idx="3"/>
            <a:endCxn id="1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98325A9-61D5-5F48-50D9-B1172F0BECBF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73BC767-D2BD-C3BB-3670-367C52B7EEF2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0D93D07-729C-6C0E-86DC-CF2F78DB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BEE4F1B-57C3-EB77-7836-C80075B2AF23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168CC5C-48D5-B5DB-1DFE-15B9CA6CB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92FCE45-8C79-7988-23B6-C8BADFA4A533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1021518-B4B1-E098-E424-658B790F9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 141">
            <a:extLst>
              <a:ext uri="{FF2B5EF4-FFF2-40B4-BE49-F238E27FC236}">
                <a16:creationId xmlns:a16="http://schemas.microsoft.com/office/drawing/2014/main" id="{BB1D2066-541F-B362-DF06-B69618AE8686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730F2C43-5527-DF55-69EC-F9164DDD2DF4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Triangle 15">
            <a:extLst>
              <a:ext uri="{FF2B5EF4-FFF2-40B4-BE49-F238E27FC236}">
                <a16:creationId xmlns:a16="http://schemas.microsoft.com/office/drawing/2014/main" id="{5E42DCF8-22F5-776B-3DBE-A8DBD2017D8C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A04CEE3-B34F-F17B-62AE-BD350FFC3CD0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F35D214-44C8-9BE9-D212-CC03B87A6F24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453AEB6-5388-CB20-8768-6A1025E8015A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368F926-9989-5DB8-F28C-001631338AE9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8FDDB75-3AF1-B95F-E62E-1F2A29FA865D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B37D809-8868-3575-647B-41014867C138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982BF6-3029-923E-B881-C8CB9D515C35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1E588A-6511-1E22-1BD8-0014069B7170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753AA5-01AF-1983-5376-EDA2D698DB41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75DF54A-EB3E-37AB-50BA-78BC1241A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9367915-58C5-AA7E-75EA-5743D4ADB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501DDE3-3B42-031D-30F4-2903B5910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2AEE4B8-37B2-E34D-47EA-7EA4CD667D81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B29044-B068-1588-249A-09B2662BF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A3F4E16-D8B8-A1B0-BFDD-4BAB54251864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243E5E9-9863-E12E-509B-3AA2B77A5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0843D01-0419-B46E-FB7F-E17C3B090435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CDAFE4D-AC56-E913-8709-8CE583055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E185CF-A4CB-4184-A2D4-1D23ED4C518C}"/>
              </a:ext>
            </a:extLst>
          </p:cNvPr>
          <p:cNvGrpSpPr/>
          <p:nvPr/>
        </p:nvGrpSpPr>
        <p:grpSpPr>
          <a:xfrm>
            <a:off x="4985945" y="2452470"/>
            <a:ext cx="4970974" cy="1661460"/>
            <a:chOff x="3941969" y="3932738"/>
            <a:chExt cx="7000150" cy="23396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563309-DA6C-DA44-2A7F-0D04DDB1B341}"/>
                </a:ext>
              </a:extLst>
            </p:cNvPr>
            <p:cNvSpPr/>
            <p:nvPr/>
          </p:nvSpPr>
          <p:spPr>
            <a:xfrm>
              <a:off x="4753857" y="5762735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86C8B89-5F97-AC88-C48C-E9ECCE11010B}"/>
                </a:ext>
              </a:extLst>
            </p:cNvPr>
            <p:cNvGrpSpPr/>
            <p:nvPr/>
          </p:nvGrpSpPr>
          <p:grpSpPr>
            <a:xfrm>
              <a:off x="5096984" y="5445611"/>
              <a:ext cx="598449" cy="307777"/>
              <a:chOff x="1550604" y="3020176"/>
              <a:chExt cx="598449" cy="434647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3186E9E-8DE1-B233-D149-0E36A23B05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F9E049A-22D0-0324-2773-EDE5C01072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8C30C8D-06ED-E6FA-D320-6948A94BC4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9343" y="6017574"/>
              <a:ext cx="1541081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58B3BD-974B-2FBB-30A2-1CF114018BF1}"/>
                </a:ext>
              </a:extLst>
            </p:cNvPr>
            <p:cNvSpPr txBox="1"/>
            <p:nvPr/>
          </p:nvSpPr>
          <p:spPr>
            <a:xfrm>
              <a:off x="5398285" y="5031245"/>
              <a:ext cx="1283262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{v, h1, h2}</a:t>
              </a:r>
              <a:endParaRPr lang="en-CN" sz="1600" i="1" dirty="0">
                <a:solidFill>
                  <a:srgbClr val="00B05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D79ED2-12DC-A828-CDB7-3C4EFF7835CC}"/>
                </a:ext>
              </a:extLst>
            </p:cNvPr>
            <p:cNvSpPr txBox="1"/>
            <p:nvPr/>
          </p:nvSpPr>
          <p:spPr>
            <a:xfrm>
              <a:off x="3941969" y="5024083"/>
              <a:ext cx="1320554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{u, g1, g2}</a:t>
              </a:r>
              <a:endParaRPr lang="en-CN" sz="1600" i="1" dirty="0">
                <a:solidFill>
                  <a:schemeClr val="accent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0D51E5-1A60-853A-0592-DFADB11F3D35}"/>
                </a:ext>
              </a:extLst>
            </p:cNvPr>
            <p:cNvSpPr txBox="1"/>
            <p:nvPr/>
          </p:nvSpPr>
          <p:spPr>
            <a:xfrm>
              <a:off x="4800860" y="5457522"/>
              <a:ext cx="393233" cy="39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8E971C-0FAA-3117-A58A-591BFD0B98BD}"/>
                </a:ext>
              </a:extLst>
            </p:cNvPr>
            <p:cNvSpPr txBox="1"/>
            <p:nvPr/>
          </p:nvSpPr>
          <p:spPr>
            <a:xfrm>
              <a:off x="5399860" y="5457522"/>
              <a:ext cx="393233" cy="39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3D9FB7D-447D-51E6-C144-3567DAED7E4F}"/>
                </a:ext>
              </a:extLst>
            </p:cNvPr>
            <p:cNvSpPr/>
            <p:nvPr/>
          </p:nvSpPr>
          <p:spPr>
            <a:xfrm>
              <a:off x="6932681" y="5192048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AACF33A-052D-7BFA-DE31-2BA893482D6C}"/>
                </a:ext>
              </a:extLst>
            </p:cNvPr>
            <p:cNvCxnSpPr>
              <a:cxnSpLocks/>
            </p:cNvCxnSpPr>
            <p:nvPr/>
          </p:nvCxnSpPr>
          <p:spPr>
            <a:xfrm>
              <a:off x="7570424" y="5711478"/>
              <a:ext cx="0" cy="31812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7BD2C0E-0F13-B8E4-36AC-838D7F183C86}"/>
                </a:ext>
              </a:extLst>
            </p:cNvPr>
            <p:cNvGrpSpPr/>
            <p:nvPr/>
          </p:nvGrpSpPr>
          <p:grpSpPr>
            <a:xfrm>
              <a:off x="7299890" y="4885233"/>
              <a:ext cx="598449" cy="307777"/>
              <a:chOff x="1550604" y="3020176"/>
              <a:chExt cx="598449" cy="434647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7E420A2-1957-4CCA-1DD5-4877EC451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FCE6EB3-522B-A3C4-358A-EF018A0634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A9CAA65-C12B-C5E4-A7C6-938C21F57C4E}"/>
                </a:ext>
              </a:extLst>
            </p:cNvPr>
            <p:cNvSpPr txBox="1"/>
            <p:nvPr/>
          </p:nvSpPr>
          <p:spPr>
            <a:xfrm>
              <a:off x="7003767" y="4897144"/>
              <a:ext cx="393233" cy="39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E1B556-4287-6B5E-39D7-06A04C7C6BB9}"/>
                </a:ext>
              </a:extLst>
            </p:cNvPr>
            <p:cNvSpPr txBox="1"/>
            <p:nvPr/>
          </p:nvSpPr>
          <p:spPr>
            <a:xfrm>
              <a:off x="7602765" y="4897144"/>
              <a:ext cx="393233" cy="39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21C6F3D-10BF-5E94-74BE-3699BE3DC97D}"/>
                </a:ext>
              </a:extLst>
            </p:cNvPr>
            <p:cNvSpPr txBox="1"/>
            <p:nvPr/>
          </p:nvSpPr>
          <p:spPr>
            <a:xfrm>
              <a:off x="7177345" y="4505147"/>
              <a:ext cx="241538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1"/>
                  </a:solidFill>
                </a:rPr>
                <a:t>f2</a:t>
              </a:r>
              <a:endParaRPr lang="en-CN" sz="1600" i="1" dirty="0">
                <a:solidFill>
                  <a:schemeClr val="accent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21F98C4-1D68-8EF5-3B89-38C1FA3F634F}"/>
                </a:ext>
              </a:extLst>
            </p:cNvPr>
            <p:cNvSpPr txBox="1"/>
            <p:nvPr/>
          </p:nvSpPr>
          <p:spPr>
            <a:xfrm>
              <a:off x="7819037" y="4509030"/>
              <a:ext cx="160273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>
                  <a:solidFill>
                    <a:srgbClr val="00B050"/>
                  </a:solidFill>
                </a:rPr>
                <a:t>0</a:t>
              </a:r>
              <a:endParaRPr lang="en-CN" sz="1600" dirty="0">
                <a:solidFill>
                  <a:srgbClr val="00B05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A764547-A57E-B9E6-83A2-F066A1675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4118" y="5445165"/>
              <a:ext cx="1106803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4BBC32-AAE7-4AB8-CD26-BCF860502875}"/>
                </a:ext>
              </a:extLst>
            </p:cNvPr>
            <p:cNvSpPr/>
            <p:nvPr/>
          </p:nvSpPr>
          <p:spPr>
            <a:xfrm>
              <a:off x="8673178" y="4619639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MUX</a:t>
              </a:r>
              <a:endParaRPr lang="en-CN" sz="160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2E36477-265B-4571-8EF8-8A0187A1D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48664" y="4874478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06B97B1-57FA-54A7-F7B2-EBED57F4608B}"/>
                </a:ext>
              </a:extLst>
            </p:cNvPr>
            <p:cNvCxnSpPr>
              <a:cxnSpLocks/>
            </p:cNvCxnSpPr>
            <p:nvPr/>
          </p:nvCxnSpPr>
          <p:spPr>
            <a:xfrm>
              <a:off x="9310921" y="5139069"/>
              <a:ext cx="0" cy="31812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FA82FCD-95F8-8B2E-6629-F456B9B83EE7}"/>
                </a:ext>
              </a:extLst>
            </p:cNvPr>
            <p:cNvGrpSpPr/>
            <p:nvPr/>
          </p:nvGrpSpPr>
          <p:grpSpPr>
            <a:xfrm>
              <a:off x="9040387" y="4312824"/>
              <a:ext cx="598449" cy="307777"/>
              <a:chOff x="1550604" y="3020176"/>
              <a:chExt cx="598449" cy="434647"/>
            </a:xfrm>
          </p:grpSpPr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92127702-986E-B1BF-5599-5E6DA036D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90ECD78-8115-F28D-AC5F-428F4EA05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C9092ED-0889-67AF-F42F-87733ED7C2E3}"/>
                </a:ext>
              </a:extLst>
            </p:cNvPr>
            <p:cNvSpPr txBox="1"/>
            <p:nvPr/>
          </p:nvSpPr>
          <p:spPr>
            <a:xfrm>
              <a:off x="8744263" y="4324736"/>
              <a:ext cx="393233" cy="39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T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E858204-43F3-52CF-7DD7-10A739F2DF22}"/>
                </a:ext>
              </a:extLst>
            </p:cNvPr>
            <p:cNvSpPr txBox="1"/>
            <p:nvPr/>
          </p:nvSpPr>
          <p:spPr>
            <a:xfrm>
              <a:off x="9343263" y="4324736"/>
              <a:ext cx="393233" cy="39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F</a:t>
              </a:r>
              <a:endParaRPr lang="en-CN" sz="1200" dirty="0">
                <a:solidFill>
                  <a:schemeClr val="tx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D75D7A4-AE54-3E10-A51B-43F136CA96A0}"/>
                </a:ext>
              </a:extLst>
            </p:cNvPr>
            <p:cNvSpPr txBox="1"/>
            <p:nvPr/>
          </p:nvSpPr>
          <p:spPr>
            <a:xfrm>
              <a:off x="8953936" y="3932738"/>
              <a:ext cx="160273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1"/>
                  </a:solidFill>
                </a:rPr>
                <a:t>1</a:t>
              </a:r>
              <a:endParaRPr lang="en-CN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34897C4-254D-6D05-1D32-5FC21F21E8EB}"/>
                </a:ext>
              </a:extLst>
            </p:cNvPr>
            <p:cNvSpPr txBox="1"/>
            <p:nvPr/>
          </p:nvSpPr>
          <p:spPr>
            <a:xfrm>
              <a:off x="9523438" y="3936622"/>
              <a:ext cx="241538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>
                  <a:solidFill>
                    <a:srgbClr val="00B050"/>
                  </a:solidFill>
                </a:rPr>
                <a:t>f1</a:t>
              </a:r>
              <a:endParaRPr lang="en-CN" sz="1600" dirty="0">
                <a:solidFill>
                  <a:srgbClr val="00B050"/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02634B1-3113-85C0-34FA-3D25C12CC319}"/>
                </a:ext>
              </a:extLst>
            </p:cNvPr>
            <p:cNvSpPr txBox="1"/>
            <p:nvPr/>
          </p:nvSpPr>
          <p:spPr>
            <a:xfrm>
              <a:off x="10332632" y="4716388"/>
              <a:ext cx="609487" cy="3467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Root</a:t>
              </a:r>
              <a:endParaRPr lang="en-CN" sz="1600" i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A4AF00-4FF9-753F-D377-09915C4AD19A}"/>
                  </a:ext>
                </a:extLst>
              </p:cNvPr>
              <p:cNvSpPr txBox="1"/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r>
                  <a:rPr lang="en-US" altLang="zh-CN" b="1" dirty="0"/>
                  <a:t>Check:</a:t>
                </a:r>
                <a:r>
                  <a:rPr lang="zh-CN" altLang="en-US" b="1" dirty="0"/>
                  <a:t> </a:t>
                </a: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F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altLang="zh-CN" b="1" dirty="0"/>
                      <m:t>H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m:rPr>
                        <m:nor/>
                      </m:rPr>
                      <a:rPr lang="en-US" altLang="zh-CN" b="1" dirty="0"/>
                      <m:t>=</m:t>
                    </m:r>
                    <m:r>
                      <m:rPr>
                        <m:nor/>
                      </m:rPr>
                      <a:rPr lang="zh-CN" altLang="en-US" b="1" dirty="0"/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A4AF00-4FF9-753F-D377-09915C4AD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687788"/>
                <a:ext cx="7768030" cy="369332"/>
              </a:xfrm>
              <a:prstGeom prst="rect">
                <a:avLst/>
              </a:prstGeom>
              <a:blipFill>
                <a:blip r:embed="rId9"/>
                <a:stretch>
                  <a:fillRect l="-653" t="-6667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TextBox 176">
            <a:extLst>
              <a:ext uri="{FF2B5EF4-FFF2-40B4-BE49-F238E27FC236}">
                <a16:creationId xmlns:a16="http://schemas.microsoft.com/office/drawing/2014/main" id="{AB2FDDA1-BCE9-CBF2-DF47-83D0ADBE55B5}"/>
              </a:ext>
            </a:extLst>
          </p:cNvPr>
          <p:cNvSpPr txBox="1"/>
          <p:nvPr/>
        </p:nvSpPr>
        <p:spPr>
          <a:xfrm>
            <a:off x="3943324" y="2227820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Single-occurrence:</a:t>
            </a:r>
            <a:endParaRPr lang="en-CN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7DE6908-DD2A-3140-CA9F-3545CE5395CD}"/>
              </a:ext>
            </a:extLst>
          </p:cNvPr>
          <p:cNvSpPr txBox="1"/>
          <p:nvPr/>
        </p:nvSpPr>
        <p:spPr>
          <a:xfrm>
            <a:off x="3943324" y="43431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Multiple-occurrence:</a:t>
            </a:r>
            <a:endParaRPr lang="en-CN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77643A7-EDD4-32C2-1226-7EA68348E9E2}"/>
              </a:ext>
            </a:extLst>
          </p:cNvPr>
          <p:cNvSpPr/>
          <p:nvPr/>
        </p:nvSpPr>
        <p:spPr>
          <a:xfrm>
            <a:off x="5564602" y="6098018"/>
            <a:ext cx="918980" cy="367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2EE4C09-A393-184D-F2E7-93339FC2BF37}"/>
              </a:ext>
            </a:extLst>
          </p:cNvPr>
          <p:cNvGrpSpPr/>
          <p:nvPr/>
        </p:nvGrpSpPr>
        <p:grpSpPr>
          <a:xfrm>
            <a:off x="5811822" y="5869532"/>
            <a:ext cx="431179" cy="221752"/>
            <a:chOff x="1550604" y="3020176"/>
            <a:chExt cx="598449" cy="434647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F5DF7294-64DD-307E-8AC1-6FECD409271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3F419630-3DFD-542B-3090-F64A6971D9C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C2DF7AB-A678-DA27-4EEA-94A65BA72A3A}"/>
              </a:ext>
            </a:extLst>
          </p:cNvPr>
          <p:cNvCxnSpPr>
            <a:cxnSpLocks/>
          </p:cNvCxnSpPr>
          <p:nvPr/>
        </p:nvCxnSpPr>
        <p:spPr>
          <a:xfrm flipH="1">
            <a:off x="6483582" y="6281628"/>
            <a:ext cx="111034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1728E94F-A55B-AE3A-0D53-83773C51B49E}"/>
              </a:ext>
            </a:extLst>
          </p:cNvPr>
          <p:cNvSpPr txBox="1"/>
          <p:nvPr/>
        </p:nvSpPr>
        <p:spPr>
          <a:xfrm>
            <a:off x="8330675" y="5713846"/>
            <a:ext cx="43281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Root</a:t>
            </a:r>
            <a:endParaRPr lang="en-CN" sz="1600" i="1" dirty="0">
              <a:solidFill>
                <a:srgbClr val="FF0000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7ECB3E3-A0C6-0BDC-2F0C-5F188D71B985}"/>
              </a:ext>
            </a:extLst>
          </p:cNvPr>
          <p:cNvSpPr txBox="1"/>
          <p:nvPr/>
        </p:nvSpPr>
        <p:spPr>
          <a:xfrm>
            <a:off x="6028909" y="5570983"/>
            <a:ext cx="1022988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{v, h1, h2}</a:t>
            </a:r>
            <a:endParaRPr lang="en-CN" sz="1600" i="1" dirty="0">
              <a:solidFill>
                <a:srgbClr val="00B05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35B0A74-1049-6324-6ACD-41D6C5D38BBA}"/>
              </a:ext>
            </a:extLst>
          </p:cNvPr>
          <p:cNvSpPr txBox="1"/>
          <p:nvPr/>
        </p:nvSpPr>
        <p:spPr>
          <a:xfrm>
            <a:off x="4979641" y="5565823"/>
            <a:ext cx="1052716" cy="2764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{u, g1, g2}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55650E6-61C1-2A7B-A145-2A68C6D8D649}"/>
              </a:ext>
            </a:extLst>
          </p:cNvPr>
          <p:cNvSpPr txBox="1"/>
          <p:nvPr/>
        </p:nvSpPr>
        <p:spPr>
          <a:xfrm>
            <a:off x="5595569" y="5860433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4D54174-C64D-B184-5056-3954BFF78ACB}"/>
              </a:ext>
            </a:extLst>
          </p:cNvPr>
          <p:cNvSpPr txBox="1"/>
          <p:nvPr/>
        </p:nvSpPr>
        <p:spPr>
          <a:xfrm>
            <a:off x="6027144" y="5860433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582F3B8-E2F2-27F3-6842-D8F2153C03A3}"/>
              </a:ext>
            </a:extLst>
          </p:cNvPr>
          <p:cNvSpPr/>
          <p:nvPr/>
        </p:nvSpPr>
        <p:spPr>
          <a:xfrm>
            <a:off x="7134431" y="5686841"/>
            <a:ext cx="918980" cy="367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822E37C5-D5FD-1643-5039-5A812E9FA2BD}"/>
              </a:ext>
            </a:extLst>
          </p:cNvPr>
          <p:cNvCxnSpPr>
            <a:cxnSpLocks/>
          </p:cNvCxnSpPr>
          <p:nvPr/>
        </p:nvCxnSpPr>
        <p:spPr>
          <a:xfrm flipH="1">
            <a:off x="8053411" y="5870451"/>
            <a:ext cx="24321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E7E7FAB9-DB36-8848-F962-56E8C7A1E354}"/>
              </a:ext>
            </a:extLst>
          </p:cNvPr>
          <p:cNvCxnSpPr>
            <a:cxnSpLocks/>
          </p:cNvCxnSpPr>
          <p:nvPr/>
        </p:nvCxnSpPr>
        <p:spPr>
          <a:xfrm>
            <a:off x="7593921" y="6061088"/>
            <a:ext cx="0" cy="22920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FDD7649-928E-142F-4415-74DAFDDAB757}"/>
              </a:ext>
            </a:extLst>
          </p:cNvPr>
          <p:cNvGrpSpPr/>
          <p:nvPr/>
        </p:nvGrpSpPr>
        <p:grpSpPr>
          <a:xfrm>
            <a:off x="7399003" y="5465783"/>
            <a:ext cx="431179" cy="221752"/>
            <a:chOff x="1550604" y="3020176"/>
            <a:chExt cx="598449" cy="434647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5E4E3470-CF38-B265-77D2-7874DE3A72A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8E997988-200C-E5A3-EEF6-CAE52C8FB86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59FF07C3-17C7-B807-C690-39ECB6F87D2A}"/>
              </a:ext>
            </a:extLst>
          </p:cNvPr>
          <p:cNvSpPr txBox="1"/>
          <p:nvPr/>
        </p:nvSpPr>
        <p:spPr>
          <a:xfrm>
            <a:off x="7182750" y="5456685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C68F76B-8180-D2D6-5359-DD4AF3AC9DD7}"/>
              </a:ext>
            </a:extLst>
          </p:cNvPr>
          <p:cNvSpPr txBox="1"/>
          <p:nvPr/>
        </p:nvSpPr>
        <p:spPr>
          <a:xfrm>
            <a:off x="7614324" y="5456685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5A5B355-1708-4CB5-79B5-88365662C6AF}"/>
              </a:ext>
            </a:extLst>
          </p:cNvPr>
          <p:cNvSpPr txBox="1"/>
          <p:nvPr/>
        </p:nvSpPr>
        <p:spPr>
          <a:xfrm>
            <a:off x="7324130" y="5191933"/>
            <a:ext cx="1715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f2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6311B65-E344-8782-7347-5027AF917E18}"/>
              </a:ext>
            </a:extLst>
          </p:cNvPr>
          <p:cNvSpPr txBox="1"/>
          <p:nvPr/>
        </p:nvSpPr>
        <p:spPr>
          <a:xfrm>
            <a:off x="8869510" y="5151608"/>
            <a:ext cx="1715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f1</a:t>
            </a:r>
            <a:endParaRPr lang="en-CN" sz="1600" i="1" dirty="0">
              <a:solidFill>
                <a:srgbClr val="FF0000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0C2B875D-5CA4-3AB2-D854-9A0C34691DE8}"/>
              </a:ext>
            </a:extLst>
          </p:cNvPr>
          <p:cNvSpPr/>
          <p:nvPr/>
        </p:nvSpPr>
        <p:spPr>
          <a:xfrm>
            <a:off x="7660203" y="5085414"/>
            <a:ext cx="918980" cy="367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MUX</a:t>
            </a:r>
            <a:endParaRPr lang="en-CN" sz="1600" dirty="0"/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86B23924-7A50-3840-EC4E-78D8330627DE}"/>
              </a:ext>
            </a:extLst>
          </p:cNvPr>
          <p:cNvCxnSpPr>
            <a:cxnSpLocks/>
          </p:cNvCxnSpPr>
          <p:nvPr/>
        </p:nvCxnSpPr>
        <p:spPr>
          <a:xfrm flipH="1">
            <a:off x="8579183" y="5269024"/>
            <a:ext cx="24321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DBEF8843-EF11-FA55-715D-31F874BF4F2D}"/>
              </a:ext>
            </a:extLst>
          </p:cNvPr>
          <p:cNvGrpSpPr/>
          <p:nvPr/>
        </p:nvGrpSpPr>
        <p:grpSpPr>
          <a:xfrm>
            <a:off x="7924775" y="4864356"/>
            <a:ext cx="431179" cy="221752"/>
            <a:chOff x="1550604" y="3020176"/>
            <a:chExt cx="598449" cy="434647"/>
          </a:xfrm>
        </p:grpSpPr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97F3DB1B-F876-5D67-5087-728941608BC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0EF4BEB5-7FAA-7F94-C51D-054C348BFC3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8DFD5884-B3B7-5CC6-4B3D-3FDCABAF5D23}"/>
              </a:ext>
            </a:extLst>
          </p:cNvPr>
          <p:cNvSpPr txBox="1"/>
          <p:nvPr/>
        </p:nvSpPr>
        <p:spPr>
          <a:xfrm>
            <a:off x="7708522" y="4855258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6047054-413C-CFE1-EC1C-C901CAEEFE61}"/>
              </a:ext>
            </a:extLst>
          </p:cNvPr>
          <p:cNvSpPr txBox="1"/>
          <p:nvPr/>
        </p:nvSpPr>
        <p:spPr>
          <a:xfrm>
            <a:off x="8140096" y="4855258"/>
            <a:ext cx="297927" cy="295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7E2420-1642-7253-76A5-0B91737515C4}"/>
              </a:ext>
            </a:extLst>
          </p:cNvPr>
          <p:cNvSpPr txBox="1"/>
          <p:nvPr/>
        </p:nvSpPr>
        <p:spPr>
          <a:xfrm>
            <a:off x="7836839" y="4590506"/>
            <a:ext cx="1715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f2</a:t>
            </a:r>
            <a:endParaRPr lang="en-CN" sz="1600" i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42D04A33-4AA0-AC5B-8989-31B206E58BA5}"/>
                  </a:ext>
                </a:extLst>
              </p:cNvPr>
              <p:cNvSpPr txBox="1"/>
              <p:nvPr/>
            </p:nvSpPr>
            <p:spPr>
              <a:xfrm>
                <a:off x="8260908" y="4593304"/>
                <a:ext cx="17152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16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42D04A33-4AA0-AC5B-8989-31B206E58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908" y="4593304"/>
                <a:ext cx="171522" cy="246221"/>
              </a:xfrm>
              <a:prstGeom prst="rect">
                <a:avLst/>
              </a:prstGeom>
              <a:blipFill>
                <a:blip r:embed="rId10"/>
                <a:stretch>
                  <a:fillRect l="-21429" r="-28571" b="-95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612807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9A14B-D8CA-E572-1315-AB89FC28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071A6C-BB4B-C387-274C-E2D67BA3A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C6018F-6337-6549-A7C7-37132E9B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ACB7C5CF-317C-027E-EAC4-8686B28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  <a:endParaRPr lang="en-US" u="sng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FF02604-F9B8-D120-8A99-F14C767F4DFD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Our Algorithm Generates a Single-Occurrence MUX Tree Whenever Possible</a:t>
            </a:r>
            <a:r>
              <a:rPr lang="en-US" altLang="zh-CN" b="1" dirty="0"/>
              <a:t>.</a:t>
            </a:r>
            <a:endParaRPr lang="en-US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10F2D5-F6A2-2412-5277-CA6A590DC983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0611DC-C0D3-F9CA-2CA0-C516A869C685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D51955-792F-68E8-2C92-B2E45CA4B038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18B803-2B12-8CA8-B644-604671BBEE18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8E1CB4-9B06-389A-64B1-EA0248B0F59A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AFA5D3F7-54A8-9E42-10D6-F313563F4485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416316-5BBE-7C98-B34C-F653E7724BB5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B49048C-B321-0348-3862-F382E2324744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5DBB1B-5BA5-F64E-7FA3-86C43FD12DBE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FE420D-9114-E972-4AE8-040EC879752E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96B1C52-1ABD-8766-7560-C380B9E8204B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FDA32E-98C3-9F23-AF74-B11FB8CD7616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D5E36B-E668-EEE9-BED1-6F6ED07DCEE2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77ADCC-51F0-386A-B9CF-02BFFE03BAE6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1AB6E2-B31E-2F60-E706-F4FC1B193E47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8F687642-D887-964A-A0C5-F1C10FE1087A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C52B3EC-9AC4-E738-B708-B7A16CA6616E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ABC10E9-9E32-2312-B7C2-130804A06F2D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09026A5-E8E9-D89F-9CE6-CCDBFF7B6C1C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D18A9BC-C1B4-AB72-9569-80A244E843AD}"/>
              </a:ext>
            </a:extLst>
          </p:cNvPr>
          <p:cNvCxnSpPr>
            <a:cxnSpLocks/>
            <a:stCxn id="38" idx="3"/>
            <a:endCxn id="5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A8365C-8939-DBBA-9923-4BDBB8C02892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DE3EFE1-20FF-82A5-4273-A86C230AA1A6}"/>
              </a:ext>
            </a:extLst>
          </p:cNvPr>
          <p:cNvCxnSpPr>
            <a:cxnSpLocks/>
            <a:stCxn id="51" idx="4"/>
            <a:endCxn id="11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A02D13F-6430-CD69-FAA9-7D93EEA7935D}"/>
              </a:ext>
            </a:extLst>
          </p:cNvPr>
          <p:cNvCxnSpPr>
            <a:cxnSpLocks/>
            <a:stCxn id="51" idx="5"/>
            <a:endCxn id="12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0F819D0-944D-1D44-1752-F6F8C27F3580}"/>
              </a:ext>
            </a:extLst>
          </p:cNvPr>
          <p:cNvCxnSpPr>
            <a:cxnSpLocks/>
            <a:stCxn id="52" idx="3"/>
            <a:endCxn id="5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BB3D108-5986-3B7E-E635-04118B811534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4B04543-7880-9CA0-5942-5369964119AE}"/>
              </a:ext>
            </a:extLst>
          </p:cNvPr>
          <p:cNvCxnSpPr>
            <a:cxnSpLocks/>
            <a:stCxn id="39" idx="3"/>
            <a:endCxn id="54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9857116-A9F7-8D41-E69D-B5A1D5E36905}"/>
              </a:ext>
            </a:extLst>
          </p:cNvPr>
          <p:cNvCxnSpPr>
            <a:cxnSpLocks/>
            <a:stCxn id="39" idx="4"/>
            <a:endCxn id="55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9A11EBA-8E79-56BB-3AF0-96D3C904A822}"/>
              </a:ext>
            </a:extLst>
          </p:cNvPr>
          <p:cNvCxnSpPr>
            <a:cxnSpLocks/>
            <a:stCxn id="54" idx="5"/>
            <a:endCxn id="55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E689C00-1EB9-E96E-0FF2-48AC169F7806}"/>
              </a:ext>
            </a:extLst>
          </p:cNvPr>
          <p:cNvCxnSpPr>
            <a:cxnSpLocks/>
            <a:stCxn id="54" idx="3"/>
            <a:endCxn id="11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15970B1-86AF-8C36-6212-0BF4B43A3488}"/>
              </a:ext>
            </a:extLst>
          </p:cNvPr>
          <p:cNvCxnSpPr>
            <a:cxnSpLocks/>
            <a:stCxn id="55" idx="3"/>
            <a:endCxn id="11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FC37848-E983-DEA7-50A8-89383A06FACA}"/>
              </a:ext>
            </a:extLst>
          </p:cNvPr>
          <p:cNvCxnSpPr>
            <a:cxnSpLocks/>
            <a:stCxn id="55" idx="4"/>
            <a:endCxn id="12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F6CFEA5-9A1E-773F-3FFE-63EB975364EB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F6CFEA5-9A1E-773F-3FFE-63EB97536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AC639CE-B4BC-AA42-8440-BF2F313C918C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AC639CE-B4BC-AA42-8440-BF2F313C9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5E5B076-1499-0BE3-964F-9641AD0E327A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5E5B076-1499-0BE3-964F-9641AD0E3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 141">
            <a:extLst>
              <a:ext uri="{FF2B5EF4-FFF2-40B4-BE49-F238E27FC236}">
                <a16:creationId xmlns:a16="http://schemas.microsoft.com/office/drawing/2014/main" id="{7BE1BD9C-71AB-F72E-D1CF-12DD9A43CF6A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A3F58BE4-C059-2339-DD1B-ADA9EF510378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7" name="Triangle 15">
            <a:extLst>
              <a:ext uri="{FF2B5EF4-FFF2-40B4-BE49-F238E27FC236}">
                <a16:creationId xmlns:a16="http://schemas.microsoft.com/office/drawing/2014/main" id="{2334172A-46BB-8051-0A44-2397260EFEBC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8AFA87C-06CD-7EAC-54EA-CD93720C7637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158779C-5896-2448-12A9-D48898B36332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DD37804-874E-7E92-951A-18A0DA9775B1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10CECBA-C04C-5DC1-D8EA-C40375945F23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F4F90D9-89F0-9039-423E-FD1E92F59237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DC3C93C-AE6B-64D9-174C-308847E25FEF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68F906-DC82-EBA2-6E1E-FFAB0D2AC34F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15ACA11-CC83-B005-D2E3-AAAE648849DE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54EE95-786B-09EB-3CD2-CD144BC42AA1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3825FCD-6470-AD83-C1DD-A84A665CDF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9DB4390-2B4F-BB0E-F673-2B37F1B5B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C062CB9-3780-0A0F-75D0-ABB17774C2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576D203-85CE-099F-7006-C758CE753B2B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576D203-85CE-099F-7006-C758CE753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521EF35-0FAF-284A-DBF1-2E0F981D096C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521EF35-0FAF-284A-DBF1-2E0F981D0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3E1941B-8863-F404-D6FD-9BC4B58DDD2F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3E1941B-8863-F404-D6FD-9BC4B58DD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16101393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51F6-D874-A1E9-48FD-7F56BED2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99EEA5-B6F7-E85B-D3BD-21CCE2E8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45D4DD-F951-D378-8FE3-D7F32EC9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39</a:t>
            </a:fld>
            <a:endParaRPr lang="de-CH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A34300-D7A0-D4F6-553F-543FB4F4F8F4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E6055E-E5F2-2DE3-2D2C-CC3B50541AD6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1BCCF1-9D69-A780-0F2A-57046CF035CF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C12A4E-E2C7-B6F0-B1E7-B145D6221911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9B2841-7009-F481-A4CB-02AFA25C529B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0C314721-E9A0-C80B-4D9A-90562E46DEF3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8C7931-6711-92BA-7E16-872861A0FB3E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3A0A59-3F1E-04F9-5C8B-F91B6BCCAEAA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216C250-46D7-A503-982D-58BCF6937DE2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27F876-191A-3FB0-305B-E9822A045DAF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56FDA6-B369-1E6E-7C08-6AA2938EF96F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3ED463-3AE3-DC5E-36EE-F05654BEA19C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03FB87-1E37-42C2-B748-789E0B1CE0ED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66FAD4-5074-E6C9-1D17-9F3D3E75F362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2EF3C3-CF31-2C1E-90F7-C9828B14B48A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7739DB6E-FD59-0478-EF43-1A9DF0C21B36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C2CD4B0-39F0-8C3B-D708-00531B25C557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80815D-C809-3BEB-08B4-67BFB0882862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F4287C4-67AD-DC36-D9BE-03DA35F48F49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06C6B43-71CE-06AD-B422-E96032FAEAA4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1FA3BBD-CB76-DB63-72E3-628EDC95FF6A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1FA3BBD-CB76-DB63-72E3-628EDC95F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8BAE47B-7CE2-4FC2-C50F-89203A18C666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8BAE47B-7CE2-4FC2-C50F-89203A18C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4D5A970A-096A-5669-35EA-5CC448C16511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FD6F0E2-55DB-5153-9076-C58A03493898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4CCF3E7-76F6-E292-2A7E-8A7B5CD1029C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774E31-7CBA-4176-9349-81D35D8EB7E4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51B15D-84CB-79C2-9455-CEC30AB5E4C8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60D7DCF-A083-6CC9-9493-D328933934E2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09BEE15-E22B-068C-524E-B2E395F98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8EAD172-F26A-10B9-FD54-6A9DE7A041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F7D70FD-06C0-2B67-0A04-D339F29D0F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80E3BA-7982-41EE-7554-8DF6F333BFAF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80E3BA-7982-41EE-7554-8DF6F333B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856043-84D2-FAE2-6F8F-511450144F9F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856043-84D2-FAE2-6F8F-511450144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A97C0B-674A-D847-E1C2-5598BDF92CE1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A97C0B-674A-D847-E1C2-5598BDF92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A196C691-A918-287C-DE26-2680B8DAD915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CE2A81D-886F-AD0F-FE25-D3B84CDAD2B1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4C4518-0B82-1C0A-F380-54F655A50787}"/>
              </a:ext>
            </a:extLst>
          </p:cNvPr>
          <p:cNvSpPr txBox="1"/>
          <p:nvPr/>
        </p:nvSpPr>
        <p:spPr>
          <a:xfrm>
            <a:off x="3930071" y="2175898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 </a:t>
            </a:r>
            <a:r>
              <a:rPr lang="en-US" dirty="0"/>
              <a:t>= {Root, f1, f2},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 </a:t>
            </a:r>
            <a:r>
              <a:rPr lang="en-US" dirty="0"/>
              <a:t>= {u, 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 </a:t>
            </a:r>
            <a:r>
              <a:rPr lang="en-US" dirty="0"/>
              <a:t>= {v,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c1</a:t>
            </a:r>
            <a:r>
              <a:rPr lang="en-US" dirty="0"/>
              <a:t>}.</a:t>
            </a:r>
            <a:endParaRPr lang="en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D77E64-3F7F-91E0-C98D-C40CF464E98B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52A14123-B54D-2C3D-A2F8-D03AF2DEE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CA0032-50AD-73C6-C1A4-7BA2B429D8FD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CA0032-50AD-73C6-C1A4-7BA2B429D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8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riangle 15">
            <a:extLst>
              <a:ext uri="{FF2B5EF4-FFF2-40B4-BE49-F238E27FC236}">
                <a16:creationId xmlns:a16="http://schemas.microsoft.com/office/drawing/2014/main" id="{4B9FC7EB-7671-747D-4647-75068D355805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FFA08C-C8AB-534B-1AB5-25DEB8B38747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</p:spTree>
    <p:extLst>
      <p:ext uri="{BB962C8B-B14F-4D97-AF65-F5344CB8AC3E}">
        <p14:creationId xmlns:p14="http://schemas.microsoft.com/office/powerpoint/2010/main" val="1359736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4E48-E92A-1881-ECF1-484F0BD7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73181-4EC9-DACC-264F-C7C500D7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B39C97-811F-54AC-EFF5-F0C9EA12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40</a:t>
            </a:fld>
            <a:endParaRPr lang="de-CH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BD455C-9FBF-D708-6236-9746BAB91069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EBB0F8-40EF-6CB7-4378-335C4967DED6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AD327FB-A2BE-0216-F966-0CB7997AFC6C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673B87B-CB81-AAAD-69A7-042BC085D6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428C0AF-BDCF-E732-275F-AB5FE1E640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928CA29-6939-A71F-07A7-6E3C8618EE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18804E2-DDBC-0E3A-7A44-C873E5BDDB65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80E3BA-7982-41EE-7554-8DF6F333B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E78514F-EB70-5135-C834-1111D23DB05F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856043-84D2-FAE2-6F8F-511450144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C7ABDE9-55A0-6B14-5A77-F9330687999E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A97C0B-674A-D847-E1C2-5598BDF92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A673DEF-7144-8DC6-DEAC-A10DD5E4DD1F}"/>
              </a:ext>
            </a:extLst>
          </p:cNvPr>
          <p:cNvSpPr txBox="1"/>
          <p:nvPr/>
        </p:nvSpPr>
        <p:spPr>
          <a:xfrm>
            <a:off x="3930071" y="2175898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 </a:t>
            </a:r>
            <a:r>
              <a:rPr lang="en-US" dirty="0"/>
              <a:t>= {Root, f1, f2},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 </a:t>
            </a:r>
            <a:r>
              <a:rPr lang="en-US" dirty="0"/>
              <a:t>= {u, 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d1</a:t>
            </a:r>
            <a:r>
              <a:rPr lang="en-US" dirty="0"/>
              <a:t>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 </a:t>
            </a:r>
            <a:r>
              <a:rPr lang="en-US" dirty="0"/>
              <a:t>= {v,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c1,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d1</a:t>
            </a:r>
            <a:r>
              <a:rPr lang="en-US" dirty="0"/>
              <a:t>}.</a:t>
            </a:r>
            <a:endParaRPr lang="en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BD929E-C035-07B5-E38B-A57ED1683198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4AF61593-71FF-7F47-4BDA-C5E062C2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  <a:endParaRPr lang="en-US" u="sng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66B8DE-8B3A-34AF-A51C-CBC8D0155AE5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9AAF0F-7BEF-A374-CF4B-08A1D0D9E0AA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8ED83C-D111-EDA7-B384-8392EC7FEA99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E251AD2-CCE2-7171-91DD-F8723E6C338E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C9B25E-2153-E4EC-E61B-6CCFB2E82A64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B67F6EC5-A926-AD44-398C-D2D6E8669620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C86452-F047-4C4C-24C6-ACCA70087272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D41581E-80CD-AC30-DDAF-35690FEAF727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1A13A0-44EA-3785-EFBE-00CC8018AE31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52226B-46DE-1F15-A674-F347695993BA}"/>
              </a:ext>
            </a:extLst>
          </p:cNvPr>
          <p:cNvCxnSpPr>
            <a:cxnSpLocks/>
            <a:stCxn id="24" idx="5"/>
            <a:endCxn id="29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92542B-5602-13AC-E19B-D42D1615CC76}"/>
              </a:ext>
            </a:extLst>
          </p:cNvPr>
          <p:cNvCxnSpPr>
            <a:cxnSpLocks/>
            <a:stCxn id="24" idx="3"/>
            <a:endCxn id="28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62B114-1F34-7FD9-3E8A-586B217CC11B}"/>
              </a:ext>
            </a:extLst>
          </p:cNvPr>
          <p:cNvCxnSpPr>
            <a:cxnSpLocks/>
            <a:stCxn id="28" idx="3"/>
            <a:endCxn id="26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0E05F6-A879-754C-DD89-AD45A9451F8B}"/>
              </a:ext>
            </a:extLst>
          </p:cNvPr>
          <p:cNvCxnSpPr>
            <a:cxnSpLocks/>
            <a:stCxn id="28" idx="5"/>
            <a:endCxn id="27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F34FEF-1231-4966-51A4-ED3E829B9A57}"/>
              </a:ext>
            </a:extLst>
          </p:cNvPr>
          <p:cNvCxnSpPr>
            <a:cxnSpLocks/>
            <a:stCxn id="29" idx="3"/>
            <a:endCxn id="28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328DC5-BB01-F186-E7D4-889A74AFA499}"/>
              </a:ext>
            </a:extLst>
          </p:cNvPr>
          <p:cNvCxnSpPr>
            <a:cxnSpLocks/>
            <a:stCxn id="29" idx="5"/>
            <a:endCxn id="27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41621EE5-EAE3-96B5-E0C7-190C275D3249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43373C-587A-9133-D4E4-E5447413E626}"/>
              </a:ext>
            </a:extLst>
          </p:cNvPr>
          <p:cNvCxnSpPr>
            <a:cxnSpLocks/>
            <a:stCxn id="26" idx="4"/>
            <a:endCxn id="43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E091B5-1A2C-71B8-F29E-4337AA6AE527}"/>
              </a:ext>
            </a:extLst>
          </p:cNvPr>
          <p:cNvCxnSpPr>
            <a:cxnSpLocks/>
            <a:stCxn id="43" idx="3"/>
            <a:endCxn id="15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5086EC0-16B2-2486-820E-A98CCAC37031}"/>
              </a:ext>
            </a:extLst>
          </p:cNvPr>
          <p:cNvCxnSpPr>
            <a:cxnSpLocks/>
            <a:stCxn id="43" idx="5"/>
            <a:endCxn id="21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D8D716C-0DD9-A29B-A8A0-B750574E4DED}"/>
              </a:ext>
            </a:extLst>
          </p:cNvPr>
          <p:cNvCxnSpPr>
            <a:cxnSpLocks/>
            <a:stCxn id="27" idx="3"/>
            <a:endCxn id="43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895AF3-572E-09E8-10CC-E9BCD9F7F04B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895AF3-572E-09E8-10CC-E9BCD9F7F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8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892F958-ABAF-7888-D81E-2B7F72817202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892F958-ABAF-7888-D81E-2B7F72817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9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1DE58173-3967-2E5F-8F86-23EA43CCAFAE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691D6C-A3D5-58AE-F645-79966A32A8D0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75933668-E892-BE8A-6E37-831197AF8656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F4DC4FFC-04E9-BAA7-905E-7D710BC55E07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9B5096-5539-40A2-8F10-74FE77010987}"/>
              </a:ext>
            </a:extLst>
          </p:cNvPr>
          <p:cNvSpPr txBox="1"/>
          <p:nvPr/>
        </p:nvSpPr>
        <p:spPr>
          <a:xfrm>
            <a:off x="2322777" y="4399431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E32A4C5-4DCC-794A-598A-982D7E23AA6A}"/>
              </a:ext>
            </a:extLst>
          </p:cNvPr>
          <p:cNvSpPr/>
          <p:nvPr/>
        </p:nvSpPr>
        <p:spPr>
          <a:xfrm>
            <a:off x="2371638" y="4419130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E6F497F-012A-3F0D-E4BA-47803E823D2B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8BE3FF9-6BFE-5EB5-0607-25E402F1F665}"/>
              </a:ext>
            </a:extLst>
          </p:cNvPr>
          <p:cNvCxnSpPr>
            <a:cxnSpLocks/>
            <a:stCxn id="26" idx="5"/>
            <a:endCxn id="129" idx="1"/>
          </p:cNvCxnSpPr>
          <p:nvPr/>
        </p:nvCxnSpPr>
        <p:spPr>
          <a:xfrm>
            <a:off x="1679870" y="4069047"/>
            <a:ext cx="739373" cy="39768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D2E2A16-0604-634D-7117-642E9554E3F2}"/>
              </a:ext>
            </a:extLst>
          </p:cNvPr>
          <p:cNvCxnSpPr>
            <a:cxnSpLocks/>
            <a:stCxn id="27" idx="4"/>
            <a:endCxn id="129" idx="7"/>
          </p:cNvCxnSpPr>
          <p:nvPr/>
        </p:nvCxnSpPr>
        <p:spPr>
          <a:xfrm flipH="1">
            <a:off x="2649101" y="4157888"/>
            <a:ext cx="357934" cy="308847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B8B3A36-3ABA-9D9F-283E-C0902A59E2A8}"/>
              </a:ext>
            </a:extLst>
          </p:cNvPr>
          <p:cNvCxnSpPr>
            <a:cxnSpLocks/>
            <a:stCxn id="129" idx="3"/>
            <a:endCxn id="15" idx="7"/>
          </p:cNvCxnSpPr>
          <p:nvPr/>
        </p:nvCxnSpPr>
        <p:spPr>
          <a:xfrm flipH="1">
            <a:off x="1850809" y="4696593"/>
            <a:ext cx="568434" cy="71140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061CA28-AEA8-E8E4-FA18-84266EC2D5E6}"/>
              </a:ext>
            </a:extLst>
          </p:cNvPr>
          <p:cNvCxnSpPr>
            <a:cxnSpLocks/>
            <a:stCxn id="129" idx="5"/>
            <a:endCxn id="21" idx="0"/>
          </p:cNvCxnSpPr>
          <p:nvPr/>
        </p:nvCxnSpPr>
        <p:spPr>
          <a:xfrm>
            <a:off x="2649101" y="4696593"/>
            <a:ext cx="250677" cy="622561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290E66E-E644-3B98-13BD-38EA7574FAF2}"/>
              </a:ext>
            </a:extLst>
          </p:cNvPr>
          <p:cNvCxnSpPr>
            <a:cxnSpLocks/>
          </p:cNvCxnSpPr>
          <p:nvPr/>
        </p:nvCxnSpPr>
        <p:spPr>
          <a:xfrm flipV="1">
            <a:off x="2235877" y="4581664"/>
            <a:ext cx="771157" cy="112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7966241-D5F2-3C05-7198-A87009789FAE}"/>
              </a:ext>
            </a:extLst>
          </p:cNvPr>
          <p:cNvCxnSpPr>
            <a:cxnSpLocks/>
          </p:cNvCxnSpPr>
          <p:nvPr/>
        </p:nvCxnSpPr>
        <p:spPr>
          <a:xfrm flipV="1">
            <a:off x="1646015" y="4546725"/>
            <a:ext cx="632562" cy="1181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029EE2D6-2620-5314-5F42-419FEA9E2CA9}"/>
              </a:ext>
            </a:extLst>
          </p:cNvPr>
          <p:cNvSpPr txBox="1"/>
          <p:nvPr/>
        </p:nvSpPr>
        <p:spPr>
          <a:xfrm>
            <a:off x="1390764" y="4323831"/>
            <a:ext cx="3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8B7AC93-0258-4443-76C5-F8DA2BE2AF70}"/>
              </a:ext>
            </a:extLst>
          </p:cNvPr>
          <p:cNvSpPr txBox="1"/>
          <p:nvPr/>
        </p:nvSpPr>
        <p:spPr>
          <a:xfrm>
            <a:off x="2922961" y="4319540"/>
            <a:ext cx="29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v</a:t>
            </a:r>
            <a:endParaRPr lang="en-CN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D7DAF5B-B41F-2FEC-901A-CD6947C5F292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D7DAF5B-B41F-2FEC-901A-CD6947C5F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10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riangle 15">
            <a:extLst>
              <a:ext uri="{FF2B5EF4-FFF2-40B4-BE49-F238E27FC236}">
                <a16:creationId xmlns:a16="http://schemas.microsoft.com/office/drawing/2014/main" id="{DD93B036-188A-7B83-74D8-5355A81CEABD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289A8D1-AE17-7F22-2048-D2D28E17616C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</p:spTree>
    <p:extLst>
      <p:ext uri="{BB962C8B-B14F-4D97-AF65-F5344CB8AC3E}">
        <p14:creationId xmlns:p14="http://schemas.microsoft.com/office/powerpoint/2010/main" val="325951185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5CE8-BAE7-5843-7BB7-E7D656D8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8B80BF-3AB5-2486-1174-BF61B044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449298-C0B6-8C72-D014-46EDB9EB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41</a:t>
            </a:fld>
            <a:endParaRPr lang="de-CH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875192-2576-EAF6-AC76-DB76E3A82BFB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34F67F-C736-13F2-B3B6-99EFA1E535DD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AF80890-F4F6-24F3-9219-DD2ED31DBD22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1A64BFE-F0F8-2FC1-37E5-A0DD00E60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3DE81A5-E923-5849-EAFC-91B5A406C6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358D03C-CE2F-BDD2-7560-BAAAB1A7C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A800E6A-B9CC-6371-E759-8817FFD08D15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80E3BA-7982-41EE-7554-8DF6F333B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6F925AF-3924-3614-9E79-DC16E21ABCC9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856043-84D2-FAE2-6F8F-511450144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76B1FDF-9839-0E9D-54DD-0B2EBC882C4B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A97C0B-674A-D847-E1C2-5598BDF92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3416E2F-C6E0-312B-A29E-08D46B090AFD}"/>
              </a:ext>
            </a:extLst>
          </p:cNvPr>
          <p:cNvSpPr txBox="1"/>
          <p:nvPr/>
        </p:nvSpPr>
        <p:spPr>
          <a:xfrm>
            <a:off x="3930071" y="2175898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 </a:t>
            </a:r>
            <a:r>
              <a:rPr lang="en-US" dirty="0"/>
              <a:t>= {Root, f1, f2},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 </a:t>
            </a:r>
            <a:r>
              <a:rPr lang="en-US" dirty="0"/>
              <a:t>= {u, 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d1</a:t>
            </a:r>
            <a:r>
              <a:rPr lang="en-US" dirty="0"/>
              <a:t>},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 </a:t>
            </a:r>
            <a:r>
              <a:rPr lang="en-US" dirty="0"/>
              <a:t>= {v,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c1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d2</a:t>
            </a:r>
            <a:r>
              <a:rPr lang="en-US" dirty="0"/>
              <a:t>}.</a:t>
            </a:r>
            <a:endParaRPr lang="en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609AD0-B54A-E018-A0E7-623A91F84938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F567F1B2-08B5-1CDF-F17E-29C3F17B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  <a:endParaRPr lang="en-US" u="sn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4B8480-1760-C7D0-3050-0DA64FCD0EC5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AEC4EC-C05F-A2B5-B599-A232C0C49FFF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BC1FA2-D002-4730-6A18-E666268BB2ED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E3DB406-A704-989A-D109-B5F9B7203CAC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3B28C7-D906-E55D-A37E-601A0D62B1F3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177E8943-9824-06DD-BDAE-80C3519072A6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2CE897-FE95-BEE3-DC29-BB0B76040CBF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FD79E1-29CB-8D5A-183F-E5612B4B810D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FF9F4D7-C22B-52BE-D2D9-095912AE0BCD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6E78CE2-425E-C7F1-C999-DF915B185FB4}"/>
              </a:ext>
            </a:extLst>
          </p:cNvPr>
          <p:cNvCxnSpPr>
            <a:cxnSpLocks/>
            <a:stCxn id="17" idx="5"/>
            <a:endCxn id="39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4CF580-C58F-8C7B-7ECE-B04F6FA0457B}"/>
              </a:ext>
            </a:extLst>
          </p:cNvPr>
          <p:cNvCxnSpPr>
            <a:cxnSpLocks/>
            <a:stCxn id="17" idx="3"/>
            <a:endCxn id="38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E68ACF-05E8-975B-A30E-B167E09D4FDE}"/>
              </a:ext>
            </a:extLst>
          </p:cNvPr>
          <p:cNvCxnSpPr>
            <a:cxnSpLocks/>
            <a:stCxn id="38" idx="3"/>
            <a:endCxn id="33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86B54A-AC25-392A-D309-FA335840A0AB}"/>
              </a:ext>
            </a:extLst>
          </p:cNvPr>
          <p:cNvCxnSpPr>
            <a:cxnSpLocks/>
            <a:stCxn id="38" idx="5"/>
            <a:endCxn id="34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92268AE-DFAC-F3C0-DF98-5ACD3FEF36E3}"/>
              </a:ext>
            </a:extLst>
          </p:cNvPr>
          <p:cNvCxnSpPr>
            <a:cxnSpLocks/>
            <a:stCxn id="39" idx="3"/>
            <a:endCxn id="38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194238-EF41-D9AF-106E-57C106D76A9A}"/>
              </a:ext>
            </a:extLst>
          </p:cNvPr>
          <p:cNvCxnSpPr>
            <a:cxnSpLocks/>
            <a:stCxn id="39" idx="5"/>
            <a:endCxn id="34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3F4C4969-C91B-5547-2B49-EADDFC94793A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1BBB98-FF42-9F62-4126-D57393A47594}"/>
              </a:ext>
            </a:extLst>
          </p:cNvPr>
          <p:cNvCxnSpPr>
            <a:cxnSpLocks/>
            <a:stCxn id="33" idx="4"/>
            <a:endCxn id="48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003D2C2-372A-A4EB-5B32-EE8675FCEC65}"/>
              </a:ext>
            </a:extLst>
          </p:cNvPr>
          <p:cNvCxnSpPr>
            <a:cxnSpLocks/>
            <a:stCxn id="48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CAE6991-4329-BC73-DF89-5325203FBC72}"/>
              </a:ext>
            </a:extLst>
          </p:cNvPr>
          <p:cNvCxnSpPr>
            <a:cxnSpLocks/>
            <a:stCxn id="48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E51589A-8FD3-8FFE-EFE4-11CA3B4D72C8}"/>
              </a:ext>
            </a:extLst>
          </p:cNvPr>
          <p:cNvCxnSpPr>
            <a:cxnSpLocks/>
            <a:stCxn id="34" idx="3"/>
            <a:endCxn id="48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EC07A3B-545E-2F67-1DA5-CFC4842DE16C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EC07A3B-545E-2F67-1DA5-CFC4842DE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8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213769A-E3E3-2F97-6FF7-9ED86A6F83F2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213769A-E3E3-2F97-6FF7-9ED86A6F8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9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873B8B71-F706-A655-894E-A91BF5D9F5A6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97AB682-E670-D0EE-5473-DE89B8AEC6AE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141" name="Freeform 140">
            <a:extLst>
              <a:ext uri="{FF2B5EF4-FFF2-40B4-BE49-F238E27FC236}">
                <a16:creationId xmlns:a16="http://schemas.microsoft.com/office/drawing/2014/main" id="{297B1520-987B-FAE0-7A3F-FB9BF1715D9A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142" name="Freeform 141">
            <a:extLst>
              <a:ext uri="{FF2B5EF4-FFF2-40B4-BE49-F238E27FC236}">
                <a16:creationId xmlns:a16="http://schemas.microsoft.com/office/drawing/2014/main" id="{7381AAA0-9D9D-B0F8-66F9-468DD6190DD8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16521E7-92EE-5F82-8863-5D9F8F63FA4A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8FD1844-C9BF-551A-121A-25942E36BC9C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9951BFB-BA5E-43EA-EC6A-D72A0FDE9C99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9D085BA-E77C-8A10-A5C8-94CE1ED6667C}"/>
              </a:ext>
            </a:extLst>
          </p:cNvPr>
          <p:cNvCxnSpPr>
            <a:cxnSpLocks/>
            <a:stCxn id="33" idx="4"/>
            <a:endCxn id="152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99A89F2-506A-26D3-9B79-716F46F74C31}"/>
              </a:ext>
            </a:extLst>
          </p:cNvPr>
          <p:cNvCxnSpPr>
            <a:cxnSpLocks/>
            <a:stCxn id="34" idx="4"/>
            <a:endCxn id="146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A25C3A6-E039-CEBE-33E7-D37E0C273789}"/>
              </a:ext>
            </a:extLst>
          </p:cNvPr>
          <p:cNvCxnSpPr>
            <a:cxnSpLocks/>
            <a:stCxn id="146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CBA336C-9F30-AC54-E06A-57960A5D5A97}"/>
              </a:ext>
            </a:extLst>
          </p:cNvPr>
          <p:cNvCxnSpPr>
            <a:cxnSpLocks/>
            <a:stCxn id="146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A7E65C1-060F-A494-852E-86F626E552E0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2926E21-A454-A439-1F63-9DA411E258F1}"/>
              </a:ext>
            </a:extLst>
          </p:cNvPr>
          <p:cNvCxnSpPr>
            <a:cxnSpLocks/>
            <a:stCxn id="152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D846FCE-EBDB-B2C4-72DA-3FAD9046EF96}"/>
              </a:ext>
            </a:extLst>
          </p:cNvPr>
          <p:cNvCxnSpPr>
            <a:cxnSpLocks/>
            <a:stCxn id="152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96F9DBF0-5159-B3A1-46E2-33926E1A687D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6211B2B-41BF-E2AA-38F2-225BB6EE0C52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6211B2B-41BF-E2AA-38F2-225BB6EE0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10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Triangle 15">
            <a:extLst>
              <a:ext uri="{FF2B5EF4-FFF2-40B4-BE49-F238E27FC236}">
                <a16:creationId xmlns:a16="http://schemas.microsoft.com/office/drawing/2014/main" id="{44B5B1C1-FB10-D502-2349-587E410BA8DE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CD16293-3588-4C0C-846A-3FE01493AAF3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</p:spTree>
    <p:extLst>
      <p:ext uri="{BB962C8B-B14F-4D97-AF65-F5344CB8AC3E}">
        <p14:creationId xmlns:p14="http://schemas.microsoft.com/office/powerpoint/2010/main" val="3911273617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10C7-823D-0217-1471-E928CA92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B738D-792D-1C0A-7EC7-84119694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A7C8AC-2DD8-9E7A-1D07-3A7B6F2D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634D6FA-5745-DCD7-0E3E-DDC2C0A4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566D0A-6F38-63FE-394F-834E43C310E5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15BA05-A535-8FF6-D230-02ED176CD6FC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08D7D12-4665-A598-CE17-792326F5EEB7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871BA-39F3-FC23-C9A7-2CA72045507E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9C2EB5-038C-A9D7-91A0-0CD68F5B1AC7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EEBAF71C-25D3-1EC8-F31A-CCC2D6211BBC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11495F3-FBE8-0711-1986-9258A6DCCC07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6AC0DD6-26A8-C833-D095-93BF8CCEA4C2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0ABD0DB-8622-C945-87B0-B8A5BA07A5CD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C91B564-5D0D-84A7-4EAB-1D3A7AD66A22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D0622D-8B2E-B21B-EA0A-97EB7B83A27C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EC182D1-1017-3B08-B82B-94481F5B3A9A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37D331-C639-6B39-9A98-BC49846963F7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1F43D3-E223-CCCC-1B24-EC06A496D1A1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8B93DFB-CAFA-F954-CBC6-D56BEE0892D5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F0D44A98-FD5F-0D1C-77C0-8BCC809061D0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77D0F14-D775-B48E-DE23-366AC39DF74E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B7F72E2-892D-5095-4F4B-1CF6782009C7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1A143BD-DA6C-C261-E28E-C8F51DD7A3BF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7C27758-F433-FFED-5B6B-8C6B79F26645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0FC4FDB-C650-66CE-D05C-05B2AA2BDE04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79782872-A86B-EA7D-5DDE-B82304C833D8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0D535F06-2C27-D133-0245-1CC0842B3A19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B09DA1B-3EA5-0860-139C-97FC8DFBFC63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A034FA-4369-FFE4-33CB-4B90CC4ECBF1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925F83E-6C50-87E3-128F-F27C1CD84B03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AD2F265-2AD4-AA7E-6F06-B30297161678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7FD4BF4C-345D-9D08-B3E1-25F913B4BA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168FE17-298D-BD11-EEFF-8A7389362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491C8B9-9326-576A-5FB3-90A88A92B5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8EA9C5D-C6DA-438F-B147-B4D2005CAD7D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CA735B-5CAC-3B92-C9B9-B52F0836BFF4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6052C8B-6987-A5CE-912F-0B7FFA0255F2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1EB77F2E-72AC-7116-6677-46C2953498F7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DA8F6D9-9D06-7C8C-236D-D93D0F7B8798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0BC6E-623E-3E49-137D-5B8EEFCBC4EE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8581B8-4B7D-2CE8-F48A-911F9171C9A1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9AFB9-6E9D-C2CD-729C-338BE8C539F5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515A97-C85D-260B-3AAE-12B844A2064A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CB861E-B95C-8AAA-7162-8FD571C37B0B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6DA8E1-EE72-CA3F-1843-32942F21C8EF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1F4C57-2108-F590-CE28-2F6A3E314A1E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0938955-D7A1-896C-7E40-8C10274CAB5B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F10F85-0CF3-CFFE-D588-916290AFC95C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23E0B2D-9A9C-B71E-EF62-DEA6778AA913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96B98F9-6E36-E1AF-E30B-233D622201C3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6C33DC-8E7A-9758-F8C5-5CD3B299E710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159399-6439-698D-16CA-81204DCC1A5E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9D1519A-CF0F-0198-89EC-142BFA844A7B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3AB4D74-B6DD-4100-77C1-9EAFA8F08BDB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D7ADEF38-27A4-E225-30D6-A682CD7084D3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D6FE90B-565A-EC46-6D1B-B9B236D02B87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411946B-26B6-BCF4-4912-71DEFB0E0B2D}"/>
              </a:ext>
            </a:extLst>
          </p:cNvPr>
          <p:cNvCxnSpPr>
            <a:cxnSpLocks/>
          </p:cNvCxnSpPr>
          <p:nvPr/>
        </p:nvCxnSpPr>
        <p:spPr>
          <a:xfrm>
            <a:off x="5779030" y="4654270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CA8FF36E-51CD-5F34-6662-C49F1223DF27}"/>
              </a:ext>
            </a:extLst>
          </p:cNvPr>
          <p:cNvSpPr txBox="1"/>
          <p:nvPr/>
        </p:nvSpPr>
        <p:spPr>
          <a:xfrm>
            <a:off x="5453176" y="50017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9F0D2F1-6515-3795-6BB4-76E588BD6BE2}"/>
              </a:ext>
            </a:extLst>
          </p:cNvPr>
          <p:cNvSpPr txBox="1"/>
          <p:nvPr/>
        </p:nvSpPr>
        <p:spPr>
          <a:xfrm>
            <a:off x="6772411" y="42700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A7353BF-D567-D0E4-B1E4-4EB90DBBB994}"/>
              </a:ext>
            </a:extLst>
          </p:cNvPr>
          <p:cNvSpPr/>
          <p:nvPr/>
        </p:nvSpPr>
        <p:spPr>
          <a:xfrm>
            <a:off x="7762210" y="414459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8F530-31EB-0B5B-2911-BBFD883A873C}"/>
              </a:ext>
            </a:extLst>
          </p:cNvPr>
          <p:cNvCxnSpPr>
            <a:cxnSpLocks/>
          </p:cNvCxnSpPr>
          <p:nvPr/>
        </p:nvCxnSpPr>
        <p:spPr>
          <a:xfrm>
            <a:off x="8105337" y="382318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1FDBE6F-C507-5DBF-4EF6-5F9B21BAB0A2}"/>
              </a:ext>
            </a:extLst>
          </p:cNvPr>
          <p:cNvCxnSpPr>
            <a:cxnSpLocks/>
          </p:cNvCxnSpPr>
          <p:nvPr/>
        </p:nvCxnSpPr>
        <p:spPr>
          <a:xfrm>
            <a:off x="8703786" y="382190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8E7BF36-3829-1C53-A815-5B7AC24BFF64}"/>
              </a:ext>
            </a:extLst>
          </p:cNvPr>
          <p:cNvCxnSpPr>
            <a:cxnSpLocks/>
          </p:cNvCxnSpPr>
          <p:nvPr/>
        </p:nvCxnSpPr>
        <p:spPr>
          <a:xfrm flipH="1">
            <a:off x="9037696" y="439386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E81D5086-6889-3783-037F-A3068D4ECDBB}"/>
              </a:ext>
            </a:extLst>
          </p:cNvPr>
          <p:cNvSpPr txBox="1"/>
          <p:nvPr/>
        </p:nvSpPr>
        <p:spPr>
          <a:xfrm>
            <a:off x="7887256" y="39118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B63D4FB-4CEA-99C7-C957-CAE3DA6285DB}"/>
              </a:ext>
            </a:extLst>
          </p:cNvPr>
          <p:cNvSpPr txBox="1"/>
          <p:nvPr/>
        </p:nvSpPr>
        <p:spPr>
          <a:xfrm>
            <a:off x="8486255" y="391185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396BDDC2-A72C-FEDF-F1CC-F57EB0A5358C}"/>
              </a:ext>
            </a:extLst>
          </p:cNvPr>
          <p:cNvCxnSpPr>
            <a:cxnSpLocks/>
          </p:cNvCxnSpPr>
          <p:nvPr/>
        </p:nvCxnSpPr>
        <p:spPr>
          <a:xfrm>
            <a:off x="8409227" y="4669180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6A16EB89-3DE8-156C-4513-84E0AA3375D2}"/>
              </a:ext>
            </a:extLst>
          </p:cNvPr>
          <p:cNvSpPr txBox="1"/>
          <p:nvPr/>
        </p:nvSpPr>
        <p:spPr>
          <a:xfrm>
            <a:off x="8083373" y="50166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41071EE-EE80-5B00-F1B9-75B05BCD2BFE}"/>
              </a:ext>
            </a:extLst>
          </p:cNvPr>
          <p:cNvSpPr txBox="1"/>
          <p:nvPr/>
        </p:nvSpPr>
        <p:spPr>
          <a:xfrm>
            <a:off x="9402608" y="42849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822213-E27F-5782-7025-162E37EC2183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822213-E27F-5782-7025-162E37EC2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E9AB714C-5CBB-1A73-C053-DC4BCE2CA312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FF578F-F11C-52E5-3665-B02082B321BB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026AE0-91D9-5C1C-D4F2-44381C97E01A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0A9350-4571-A10F-F680-02D77858DDCC}"/>
                  </a:ext>
                </a:extLst>
              </p:cNvPr>
              <p:cNvSpPr txBox="1"/>
              <p:nvPr/>
            </p:nvSpPr>
            <p:spPr>
              <a:xfrm>
                <a:off x="10396845" y="300697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0A9350-4571-A10F-F680-02D77858D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845" y="3006974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2500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4CED9E6-457D-C350-1A93-4702C8DB0EE0}"/>
              </a:ext>
            </a:extLst>
          </p:cNvPr>
          <p:cNvSpPr/>
          <p:nvPr/>
        </p:nvSpPr>
        <p:spPr>
          <a:xfrm>
            <a:off x="8345222" y="3508074"/>
            <a:ext cx="764332" cy="305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743C87-1CE5-D854-5487-7D0962527673}"/>
              </a:ext>
            </a:extLst>
          </p:cNvPr>
          <p:cNvSpPr/>
          <p:nvPr/>
        </p:nvSpPr>
        <p:spPr>
          <a:xfrm>
            <a:off x="9255657" y="3079401"/>
            <a:ext cx="764332" cy="305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A38AED-A7DD-5388-488C-A622578BEF16}"/>
              </a:ext>
            </a:extLst>
          </p:cNvPr>
          <p:cNvCxnSpPr>
            <a:cxnSpLocks/>
          </p:cNvCxnSpPr>
          <p:nvPr/>
        </p:nvCxnSpPr>
        <p:spPr>
          <a:xfrm flipH="1">
            <a:off x="9109554" y="3677378"/>
            <a:ext cx="539818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34608F-B0B1-8F28-E00D-CE53A9B7DEA8}"/>
              </a:ext>
            </a:extLst>
          </p:cNvPr>
          <p:cNvCxnSpPr>
            <a:cxnSpLocks/>
          </p:cNvCxnSpPr>
          <p:nvPr/>
        </p:nvCxnSpPr>
        <p:spPr>
          <a:xfrm>
            <a:off x="9649372" y="3402764"/>
            <a:ext cx="0" cy="27461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6A478A1-5B65-320F-3C5D-1506D8F8D365}"/>
              </a:ext>
            </a:extLst>
          </p:cNvPr>
          <p:cNvCxnSpPr>
            <a:cxnSpLocks/>
          </p:cNvCxnSpPr>
          <p:nvPr/>
        </p:nvCxnSpPr>
        <p:spPr>
          <a:xfrm flipH="1">
            <a:off x="10032719" y="3225821"/>
            <a:ext cx="351396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7437F556-859D-A6B4-8D7A-B4495B606345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dirty="0"/>
              <a:t>ata input selected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r>
              <a:rPr lang="en-US" altLang="zh-CN" i="1" dirty="0"/>
              <a:t>c</a:t>
            </a:r>
            <a:r>
              <a:rPr lang="en-US" i="1" dirty="0"/>
              <a:t>1</a:t>
            </a:r>
            <a:r>
              <a:rPr lang="en-US" dirty="0"/>
              <a:t> is consumed first.</a:t>
            </a:r>
          </a:p>
        </p:txBody>
      </p:sp>
    </p:spTree>
    <p:extLst>
      <p:ext uri="{BB962C8B-B14F-4D97-AF65-F5344CB8AC3E}">
        <p14:creationId xmlns:p14="http://schemas.microsoft.com/office/powerpoint/2010/main" val="1106434003"/>
      </p:ext>
    </p:extLst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B6B8-84D7-A92B-668A-6498D4CA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8C0C5E-6F48-390A-C3DF-9EAB977C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D44E65-86D6-0D25-3A67-87D43EC0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5296A07-549A-88A8-9B57-B8907A7B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1B0DE0-3678-AB19-3A37-E5D2F8EA786A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1F504F-6B0B-367F-C7F5-6207378B2EC6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846CA9-D46C-A20D-A235-D332AC42A291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E7F7802-F0B3-ABA6-145E-412F0E960782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979B2F-5D0B-5D96-EC98-987BC5DBA2A6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3A6972AB-7033-EC70-D5C2-3F53EBE96346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BF3AF2-E3DD-C4F9-CB9B-FF984564991C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16DAA97-E3E9-6EC8-09F6-68C681A6DD29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ADDED8B-5885-492E-E98C-183A66AB501C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13F1C4-DA71-FD7B-4CF5-891E002F0B32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760D68E-E3D8-327B-2AA9-FCD8DAF3C9B0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77947F4-D9C8-DBEB-DAF1-A4A89BE41A30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AEF654A-44C2-2224-6A25-565E8F611846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0D72361-A702-7CC5-B698-9967012B74E6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66842B-5C88-81CC-B653-207098BB269B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388DEC2-26AD-A891-2F87-3AD3105AE3BF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B4DCD2F-C1FE-109E-37BD-A79C8B81AE79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F85B381-BEBA-80F8-AB03-4F162B9E10F5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413B8A4-8D78-B886-41F7-89166479A292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0309EDF-5265-A220-B17D-9A2DBA192DE6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7D8E539-86C3-F882-4B32-E1B7E20A2758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A34B953-FD0F-F80C-C208-FAF07B73FFC8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A8130078-B60B-A5C3-0048-054BC3F916A0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4463F56-5BC8-B8A3-ABB7-88F76CAF5B25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3ADE03-BE85-DB93-3182-2B4BCE166ABB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00EF7E5-8F9C-2976-9E94-EEA273EA078B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47A7EA-F367-34D6-4552-AEF96DA93436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AAA0B9A-C933-46A5-33DF-1B0B30A5B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3DAA141-1B54-677B-59C7-D56FB659D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AC2797D-015E-56C4-CBF1-85A555016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B0648B2-02BB-6D2A-BA76-46A6E03746FB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F5B4D6-251E-59BC-20CB-A481A4FBDDE9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92D3A70-B359-563F-8168-6B860C227591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9D3B773C-C56C-C66D-EB2F-D89C3C58BD0D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E174D655-FD93-464F-CBB1-C2729898327E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E6B238-E915-5D04-5B5F-240BC83C89CE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00A3E0D-E198-DC57-94A7-3D02FBE49D05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C143E-9ECC-D320-C22A-30EDEE10DE7B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6454A-ACDC-4096-3BB9-937BC1A0D41E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6D1C42-DBB0-D881-5681-47E4884BCDD4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96CAFBF-367C-1C8F-65D3-1C366FE2103D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E21D92-93CD-4FB7-08AE-1B703680D0B8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A41C97-3F51-2AD3-81B4-DA4C425203CA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62A36A-9564-42B5-DC3B-89A8A3D4A910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63A4E76-F20B-01F4-1539-DB94287D8084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2672D87-ECE2-3045-A807-02C1B6141B4B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36FD4B-D2F7-3589-CA74-8003DD06E29A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EFFA287-8665-534C-2B43-80F06E0395AD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615CAC2-4617-C53A-C49F-6DDCD0FDCC2B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FB036C5-67A1-4D84-27DE-6FD650FDC779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BFED4C5-28DC-92D8-DC1D-62F0CBE50FDE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5DAF75CA-4711-9539-73FE-A55D4BA380F6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AFE6F79-A41E-AD82-9E63-4067FE12B898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133BC2D-CC3E-63FC-6F7B-59692905D5DD}"/>
              </a:ext>
            </a:extLst>
          </p:cNvPr>
          <p:cNvCxnSpPr>
            <a:cxnSpLocks/>
          </p:cNvCxnSpPr>
          <p:nvPr/>
        </p:nvCxnSpPr>
        <p:spPr>
          <a:xfrm>
            <a:off x="5779030" y="4654270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7F7E5E69-22CD-43B6-B070-79B30D328A87}"/>
              </a:ext>
            </a:extLst>
          </p:cNvPr>
          <p:cNvSpPr txBox="1"/>
          <p:nvPr/>
        </p:nvSpPr>
        <p:spPr>
          <a:xfrm>
            <a:off x="5453176" y="50017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4FE019-C163-0B66-985B-ABA6A68AD6A0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4FE019-C163-0B66-985B-ABA6A68AD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F362051D-55F3-CCEE-39F6-9E2B1B062EEC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CDC7C0-766B-9FC0-9400-05387715AE9C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3A4F21-F375-2714-E337-9BC942331644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8B3F4B7-F98C-D478-00BB-8BCB6371AB92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immediate dominator </a:t>
            </a:r>
            <a:r>
              <a:rPr lang="en-US" altLang="zh-CN" dirty="0"/>
              <a:t>lies</a:t>
            </a:r>
            <a:r>
              <a:rPr lang="en-US" dirty="0"/>
              <a:t> in the </a:t>
            </a:r>
            <a:r>
              <a:rPr lang="en-US" altLang="zh-CN" dirty="0"/>
              <a:t>select</a:t>
            </a:r>
            <a:r>
              <a:rPr lang="en-US" dirty="0"/>
              <a:t>-subtree.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E05215-9496-9F0D-357B-1757CF91044E}"/>
              </a:ext>
            </a:extLst>
          </p:cNvPr>
          <p:cNvSpPr txBox="1"/>
          <p:nvPr/>
        </p:nvSpPr>
        <p:spPr>
          <a:xfrm>
            <a:off x="7158803" y="412968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IDom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…}</a:t>
            </a:r>
            <a:endParaRPr lang="en-CN" dirty="0"/>
          </a:p>
        </p:txBody>
      </p:sp>
      <p:sp>
        <p:nvSpPr>
          <p:cNvPr id="129" name="Cloud 128">
            <a:extLst>
              <a:ext uri="{FF2B5EF4-FFF2-40B4-BE49-F238E27FC236}">
                <a16:creationId xmlns:a16="http://schemas.microsoft.com/office/drawing/2014/main" id="{57A08D04-B1CC-29F0-E257-F190EAE8C53C}"/>
              </a:ext>
            </a:extLst>
          </p:cNvPr>
          <p:cNvSpPr/>
          <p:nvPr/>
        </p:nvSpPr>
        <p:spPr>
          <a:xfrm>
            <a:off x="6811789" y="37764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B090AA-1DC4-0D4D-110F-3B353F907E11}"/>
              </a:ext>
            </a:extLst>
          </p:cNvPr>
          <p:cNvSpPr txBox="1"/>
          <p:nvPr/>
        </p:nvSpPr>
        <p:spPr>
          <a:xfrm>
            <a:off x="7067066" y="3532355"/>
            <a:ext cx="5963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400" i="1" dirty="0">
                <a:solidFill>
                  <a:schemeClr val="tx2"/>
                </a:solidFill>
              </a:rPr>
              <a:t>subtree</a:t>
            </a:r>
            <a:endParaRPr lang="en-CN" sz="1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19847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BDB7-4A28-5357-A040-0FDD6D16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A2354A-09A1-22A8-258B-3399B3F9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F5512A-9A70-9E48-6CDE-99D1CD7F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DC959C5-5A77-3F68-4117-EAD2A2D8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5F00D9-F0C4-3906-6185-68EAAA05EDE0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F9CA6E-AE17-A463-7459-D75CC899D1BB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91D054-7090-73B3-3020-21839974F329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31B53C-4682-1C34-206E-A1C5C240412D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D7D774-64D1-A59C-93D3-D4C24730E63D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D4E8D5EF-D099-E7EF-50A9-E732B806CDC3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A2BF1DE-DDE0-49B1-A2F0-498160A9CEF1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9B68822-8B08-7A0C-8CD4-0725B11ECF53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150425C-BE63-8116-7142-6607E920292A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E7DA5F-F2A1-52A0-5CA1-1ED0FA16D4C5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BADC37-3637-8ECE-2B7D-028B38C6797B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11BD37-20FF-6E22-ADCA-AFB4C2628ACB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F05828A-30F2-41EF-217F-6FE4C64CF739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619CA1-F08A-5BE1-DA0B-91A7CEA7E87C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8CEF9B2-52C5-7E98-D492-09F049F72C89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7ED8393-773E-79FC-0B1F-F6A2D90E899A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88354D-E566-0663-54D1-3CF6431B8105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5B9C548-1F02-6E59-96A6-82D22CF471DA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523D751-8936-C5DF-C47C-FBCD7A3E60C1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E51430B-AB5C-4A19-9383-44CA3BD4DFFD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BA7CC994-7082-CB6F-73FF-9CD6C4F6CF5E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AC1F7A3-1085-6DB7-568E-A97FCEFF8D2F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2DE72B27-1B56-65E1-C0E3-5324C7016F36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072F2B2-EC6F-41E5-ACA7-4E70A7311A64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DFE243-C4F3-A02F-B66D-C28EEAAFBF1D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C27915-0BF9-2540-C0D2-780D2A3A8F07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9E30AC5-9E7B-3A45-75FC-535F69612278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BC30C62-47CC-3EFE-A9D0-03201D391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E3ED2F3-F5B8-2020-4160-13333CD7B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5B83738-AE43-D0B5-C111-3B3A4BF321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2EDA0F-A6B2-D8D5-6766-3FC4928726E9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38EBDF0-36DC-B2D2-3423-A91F61EA3D5B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91423BB-BFCF-FAB6-C308-AB7A453350DD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969395BE-18EA-B2A3-8D89-6755050C5CA7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951892A-005B-E97D-B0A6-9CCC2ECA37EE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9255C9-1B9D-EF2C-CDA3-7A703080EB53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33E49DA-4DAC-C602-F9DB-3DE0B9E40754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80A76-73E9-4B71-E245-A1B9445A5EDA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EFC81F-32EE-BBA9-DAB6-BD31B6514CDB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377106-2735-C039-7EB4-FBE27DAE4E18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C20D4D-D6B1-4900-2430-B4AE748EB69D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BC4FF4-5D1D-54C1-5E32-B603DF9EED1D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47A31C5-F832-31B9-9461-B1253CE83355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8D7B9C-CE4D-B997-0299-66E6DECEA730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96ECB56-3F42-D67D-8ACC-680FCBE3E95B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D15583A-5A98-CD07-303D-1A032DBA6AAD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02531A-F658-0A59-FB9A-C8BBE2EFE4BC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1B4BD66-C593-7F1A-E55D-A11179F15E2C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D379A8-EB78-4F9C-A69E-131F0E845D5E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4976E5B-7AA2-1702-C64F-989C7DF26406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9551B6B-54A8-A1E7-2E15-DB64613BC709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4DBA324-89A7-49E0-4420-9AB1903437D1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81D8701-677E-1B72-9349-2365EE9148A6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E9F65EF-1140-1B43-001E-91448AB5D9F3}"/>
              </a:ext>
            </a:extLst>
          </p:cNvPr>
          <p:cNvCxnSpPr>
            <a:cxnSpLocks/>
          </p:cNvCxnSpPr>
          <p:nvPr/>
        </p:nvCxnSpPr>
        <p:spPr>
          <a:xfrm>
            <a:off x="5779030" y="4654270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80DB9C37-3FCB-F4DB-6AF2-E6752254EE07}"/>
              </a:ext>
            </a:extLst>
          </p:cNvPr>
          <p:cNvSpPr txBox="1"/>
          <p:nvPr/>
        </p:nvSpPr>
        <p:spPr>
          <a:xfrm>
            <a:off x="5453176" y="50017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EA1193-C926-351A-8A6D-2AF2CBA11C5E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4FE019-C163-0B66-985B-ABA6A68AD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0EFC7086-3B9F-90A1-F77E-F08558B3FA02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FDAD54-0E67-633A-D076-AB61A33D8065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732284-CC85-B92E-C000-63D9BFA656FD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249B808-E9D4-4AC6-9EE0-E8EEDD8302FD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immediate dominator </a:t>
            </a:r>
            <a:r>
              <a:rPr lang="en-US" altLang="zh-CN" dirty="0"/>
              <a:t>lies</a:t>
            </a:r>
            <a:r>
              <a:rPr lang="en-US" dirty="0"/>
              <a:t> in the </a:t>
            </a:r>
            <a:r>
              <a:rPr lang="en-US" altLang="zh-CN" dirty="0"/>
              <a:t>select</a:t>
            </a:r>
            <a:r>
              <a:rPr lang="en-US" dirty="0"/>
              <a:t>-subtree.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4A6AE3-8208-97E4-B10C-65EFBD22C14A}"/>
              </a:ext>
            </a:extLst>
          </p:cNvPr>
          <p:cNvSpPr txBox="1"/>
          <p:nvPr/>
        </p:nvSpPr>
        <p:spPr>
          <a:xfrm>
            <a:off x="7158803" y="412968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Root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…}</a:t>
            </a:r>
            <a:endParaRPr lang="en-CN" dirty="0"/>
          </a:p>
        </p:txBody>
      </p:sp>
      <p:sp>
        <p:nvSpPr>
          <p:cNvPr id="129" name="Cloud 128">
            <a:extLst>
              <a:ext uri="{FF2B5EF4-FFF2-40B4-BE49-F238E27FC236}">
                <a16:creationId xmlns:a16="http://schemas.microsoft.com/office/drawing/2014/main" id="{F79A7B43-8718-FA6A-A788-8CBBEC868D52}"/>
              </a:ext>
            </a:extLst>
          </p:cNvPr>
          <p:cNvSpPr/>
          <p:nvPr/>
        </p:nvSpPr>
        <p:spPr>
          <a:xfrm>
            <a:off x="6811789" y="37764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D5B348-BD73-4D19-1B05-A768E99AFEEF}"/>
              </a:ext>
            </a:extLst>
          </p:cNvPr>
          <p:cNvSpPr txBox="1"/>
          <p:nvPr/>
        </p:nvSpPr>
        <p:spPr>
          <a:xfrm>
            <a:off x="7067066" y="3532355"/>
            <a:ext cx="5963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400" i="1" dirty="0">
                <a:solidFill>
                  <a:schemeClr val="tx2"/>
                </a:solidFill>
              </a:rPr>
              <a:t>subtree</a:t>
            </a:r>
            <a:endParaRPr lang="en-CN" sz="1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584923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8DCC-7545-B10F-7A98-6DA0B0B3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7FA990-6402-CAF9-0369-B4BA8972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D9A1F-0FD1-88E0-60D6-6C040C13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0EA259D9-4ADD-4978-1227-C09C8FD4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7BF20A-DEA1-87DE-56CA-0DA8CE445D66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6776BD-3534-68E0-13C4-FD0289848F2C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56A34E-27DC-696A-984B-BB30FE6D1DEB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CB81AD6-EF69-876B-6844-2498DADCB1DF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5574BF-B80C-87AE-52AF-531D3E4E99B6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4A9E78AE-A3FD-CDAF-400D-2A02893624D4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566348-20B4-0ABC-D5E4-7C5B9A24CB0E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C420569-59DF-0646-4A98-5D44A2EBF1E1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37FBB8B-3B13-09E7-1681-8F9C2548ECDA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016F3BC-C495-0B48-93CB-05E937621F3E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24A9D9-95D6-D11C-51F6-F4DF691D23DE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D3BD3B-25D3-0A74-CA2C-75A479D62CFD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9D9A07-71FB-EF9C-9210-1BDC08B75E42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07CC5F1-5526-8286-076D-64E1D1801923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1680AA-60A6-DA8A-DFBC-A4C042876577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45F18F4-7A3E-1328-E308-C2BCCF9229F9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E535DF5-37D4-964A-4085-0E8E70A0F3F6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893634-6D5C-1281-29B3-A2369517B7ED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56B6F10-D370-0C03-F54D-1D1EB7315495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58151FC-A6E1-DDC6-171B-A5E17E268224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BEF682A2-831E-2D36-CFE9-8117A29771C2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1F0118B-338A-ACB7-849E-100C318AA5EE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AA15F6C9-2B03-D0B7-9DA9-EAD2AD91013F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31DFA01-5080-13F4-68D2-66CE4C473751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6A7FB6-7518-4F27-A620-E078172EBC28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CD8DD4D-7D2B-1739-CDCC-56BACF8D3130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48B59E-833D-8EC0-C175-CD3349987E51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E6967D0-A047-3B74-0F90-35C4869B8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7C1E8FC-51F3-0717-C6C9-6E62CC999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3DF1F32-F98D-F205-0765-EBDDFDB05F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11D2D80-DC8B-E322-6B88-9A0E3F250781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72CC1D4-FEC4-E4AC-89A3-FFC07D4452F6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280DB26-3BED-C3DD-824D-A10DD567D8DA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72618636-9D78-2893-A957-E1DD358E9D6F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B6E7155F-5FBD-D1F9-B7AA-B10C6BF4E83E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0CB44-182F-EA3D-F595-3A4CB026EA39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5551DB-DCA1-9701-0715-C9712898D660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2A8C72-EE5C-A37B-25B3-1957B8CBC964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419C4C-7DFC-BEAE-3C85-5349ED846B9C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A1CBFD-295F-59D9-5264-C739E241F3BF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CD50A6-5180-71B6-41AE-5054804E865D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F5D962-E79F-D403-56CA-5505BF588D6E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B37968A-66C1-04E2-DD89-CC936283D086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FCA5D3-0F2E-4EDD-532E-AA19852C1AD2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2C786A-077C-D8DE-DFFC-ECFDC61021B6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4C5826B-58B0-6F49-6981-E6E0827C39D1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3DE03F-D563-F355-3431-775B807CB058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DF41C21-3F57-1E77-EFBD-9546288C639B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17D2121-3864-2886-2841-A1FA71D54071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2F766B3-2149-8EA5-C89D-27EE335E93AD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B70FDEA-24AC-4A10-E37A-810D43F2F395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658A6598-BBC7-3390-C0C3-521DCF76230F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7DA7B5B-6E00-F49D-050C-E3E76E5A7E51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1423936-8650-8733-5490-749DAD2B26C8}"/>
              </a:ext>
            </a:extLst>
          </p:cNvPr>
          <p:cNvCxnSpPr>
            <a:cxnSpLocks/>
          </p:cNvCxnSpPr>
          <p:nvPr/>
        </p:nvCxnSpPr>
        <p:spPr>
          <a:xfrm>
            <a:off x="5779030" y="4654270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ECFEB00-A1FB-6A61-2C50-EE7A5EECC3C2}"/>
              </a:ext>
            </a:extLst>
          </p:cNvPr>
          <p:cNvSpPr txBox="1"/>
          <p:nvPr/>
        </p:nvSpPr>
        <p:spPr>
          <a:xfrm>
            <a:off x="5453176" y="50017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6358E4-937B-6E67-0F08-A28B88505FAB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6358E4-937B-6E67-0F08-A28B88505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333AF3A5-EC87-7D43-E4F3-7B2D6284B664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5C2F99-1414-BE9D-0FD8-44B1201D595D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0A313D-9A7B-71DB-356E-612737E54083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8E4C04A-CD85-1160-F401-2BF229123DC9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/>
              <a:t>d</a:t>
            </a:r>
            <a:r>
              <a:rPr lang="en-US" i="1" dirty="0"/>
              <a:t>1</a:t>
            </a:r>
            <a:r>
              <a:rPr lang="en-US" dirty="0"/>
              <a:t> and </a:t>
            </a:r>
            <a:r>
              <a:rPr lang="en-US" altLang="zh-CN" i="1" dirty="0"/>
              <a:t>d</a:t>
            </a:r>
            <a:r>
              <a:rPr lang="en-US" i="1" dirty="0"/>
              <a:t>2</a:t>
            </a:r>
            <a:r>
              <a:rPr lang="en-US" dirty="0"/>
              <a:t> will contend for the other input.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89AE10-587F-FA71-2E67-F0A1610AA578}"/>
                  </a:ext>
                </a:extLst>
              </p:cNvPr>
              <p:cNvSpPr txBox="1"/>
              <p:nvPr/>
            </p:nvSpPr>
            <p:spPr>
              <a:xfrm>
                <a:off x="4442468" y="3458492"/>
                <a:ext cx="1361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zh-CN" alt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2?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89AE10-587F-FA71-2E67-F0A1610AA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468" y="3458492"/>
                <a:ext cx="1361270" cy="369332"/>
              </a:xfrm>
              <a:prstGeom prst="rect">
                <a:avLst/>
              </a:prstGeom>
              <a:blipFill>
                <a:blip r:embed="rId10"/>
                <a:stretch>
                  <a:fillRect l="-4630" t="-6667" r="-4630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EA78D2E-28FB-9030-59E3-896FC1EF430E}"/>
              </a:ext>
            </a:extLst>
          </p:cNvPr>
          <p:cNvSpPr txBox="1"/>
          <p:nvPr/>
        </p:nvSpPr>
        <p:spPr>
          <a:xfrm>
            <a:off x="7158803" y="412968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Root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…}</a:t>
            </a:r>
            <a:endParaRPr lang="en-CN" dirty="0"/>
          </a:p>
        </p:txBody>
      </p:sp>
      <p:sp>
        <p:nvSpPr>
          <p:cNvPr id="35" name="Cloud 34">
            <a:extLst>
              <a:ext uri="{FF2B5EF4-FFF2-40B4-BE49-F238E27FC236}">
                <a16:creationId xmlns:a16="http://schemas.microsoft.com/office/drawing/2014/main" id="{9A5F01F1-FDCF-3FF9-2ECE-1738C5CE6B84}"/>
              </a:ext>
            </a:extLst>
          </p:cNvPr>
          <p:cNvSpPr/>
          <p:nvPr/>
        </p:nvSpPr>
        <p:spPr>
          <a:xfrm>
            <a:off x="6811789" y="37764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A3F2D-D78F-8549-E721-78969D658FCA}"/>
              </a:ext>
            </a:extLst>
          </p:cNvPr>
          <p:cNvSpPr txBox="1"/>
          <p:nvPr/>
        </p:nvSpPr>
        <p:spPr>
          <a:xfrm>
            <a:off x="7067066" y="3532355"/>
            <a:ext cx="5963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400" i="1" dirty="0">
                <a:solidFill>
                  <a:schemeClr val="tx2"/>
                </a:solidFill>
              </a:rPr>
              <a:t>subtree</a:t>
            </a:r>
            <a:endParaRPr lang="en-CN" sz="1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811877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3F5B-9237-6C6A-32B5-2558CCF6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322109-5EB9-2DEF-166C-3132444D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FDBD5E-D6FA-E337-06C5-C47CDDB9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85ACA30-6E18-37BB-34AB-24479F75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9DF084-70EF-ADA2-E428-781DD29FFAF7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F49162-5223-0987-E265-5CAAB97B4BC4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03BE3D-906B-32E5-B116-5387493D19B1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4500B9-4072-580D-3732-6D031EEBFFB0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4D74B2-4FA0-2EFF-447A-A3A94F6E5A50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6653692F-5D9C-6A06-DA23-8B65D2BC3B3A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AFF0507-222B-9C03-0D75-400F3811FC12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7671E3-EC74-BD39-0B71-CAC191F1B141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78BFE5A-2AD7-9B20-6B3A-C871E52FDB89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78B375-E169-DE30-E8C6-A887A39D1752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505A87-BFF5-5AC3-B82F-50F7306103E3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999BBA5-7BEA-0C00-0308-8001B66569DA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95899BB-38E7-417F-B8D8-BEEECF40677E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45221AA-2B81-972B-7749-CFF68334B912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407761-059F-634F-3D58-87CD3ECC3E93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491A5BEE-F0D5-1481-1CC0-3FFC637F1C7C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4E790E9-4FB2-7CEB-1226-BDCE8FE11232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08C597-7DD7-DEA2-CBB3-7FAD2BE15268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D04E536-6335-B35D-6C83-A9E01C0BB3DF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489C291-9142-B5DB-564A-0A199ECA0B6F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C4D3FBA-6801-B48C-0B31-68C02B18E1AA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B30AED6-E2F8-BE71-CDA5-C01F3A6D9B5D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0F9C13B2-976D-B05A-8D2A-B78F573427C8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D2A62F8-C658-01E3-5252-EA15B3DDA098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AABCA3-6041-0525-D205-0AE8B7F04764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FA68D8-E897-A113-BAE7-218F2BF19348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13F660-E07F-37EB-2DF7-636537E5E2FE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7A65B3AF-2579-232B-6ED0-8372376C6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2743B5E-AA57-7171-0C3D-F2BC92A49A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E8723E4-5BDA-BBE5-FF8E-C48E38C868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030F25B-FFA3-8D84-3DC4-90374AE0ADEF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33D9A20-E190-1C66-1133-27F4C584ECC3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02E94F-F18E-71DD-1B44-B42439B75C5D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650C9090-A785-E542-E074-636B0CF79330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11F49E9E-246F-0AF2-DCD6-CB4220AAF0BD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645A80-CEA0-B1D7-5D0B-4556E553B7FD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EE084D-025C-8DBD-1A65-ABC0B0A862CB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DE5446-02B8-453E-C240-C08361A78563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D75B45-E6AC-B0A4-AF75-A6C2F7F917A4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6AB94D-342B-1D47-105A-952316980644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13D36C-FF3B-6BF8-82D8-938FBC009EFF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2EBCE80-D4F8-3D8C-384D-95516DE8470F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937DCE-4FCF-965A-0EB8-4FAF014649C6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94AC74-E4AD-3E82-3625-D2BDE1E114C7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D04E22A-A3F6-35DB-0327-6FAFBC1B5763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93D1B93-76A1-87DA-DEA6-CC5691DB298A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3E15BC-A333-C436-C8CD-E6E80FB73A1A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91215E0-7D19-B470-A765-6683D827DE2B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7C2A84-C5A7-C4E5-E722-503585AB9B22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4CACF72-7D80-4564-C85C-A79CA451B111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5E1DD61-0147-43A1-80D7-72F6A87B5D21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56AFCBCF-9979-E783-F33C-C248098EF946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AC55545-3114-AD15-1B1E-1B88AFF4AE4A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9598943-B302-C4B7-158E-19D9132BA8E4}"/>
              </a:ext>
            </a:extLst>
          </p:cNvPr>
          <p:cNvCxnSpPr>
            <a:cxnSpLocks/>
          </p:cNvCxnSpPr>
          <p:nvPr/>
        </p:nvCxnSpPr>
        <p:spPr>
          <a:xfrm>
            <a:off x="5779030" y="4654270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1CD4B1F2-C72F-8D30-9008-D6EEB31AA358}"/>
              </a:ext>
            </a:extLst>
          </p:cNvPr>
          <p:cNvSpPr txBox="1"/>
          <p:nvPr/>
        </p:nvSpPr>
        <p:spPr>
          <a:xfrm>
            <a:off x="5453176" y="50017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CF869D-BE25-43C1-B6CB-2695C648540C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CF869D-BE25-43C1-B6CB-2695C648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B2F047C3-99BC-85FC-6053-4F3AF3E9ECD1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6944A-36F8-99FB-5F2F-76CFDA2A6986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176A5E-C9BD-6B2B-D9FD-2FD80379600F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A9F06E8-15A9-B4DB-DACE-79A5350F4CD4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/>
              <a:t>d</a:t>
            </a:r>
            <a:r>
              <a:rPr lang="en-US" i="1" dirty="0"/>
              <a:t>1</a:t>
            </a:r>
            <a:r>
              <a:rPr lang="en-US" dirty="0"/>
              <a:t> and </a:t>
            </a:r>
            <a:r>
              <a:rPr lang="en-US" altLang="zh-CN" i="1" dirty="0"/>
              <a:t>d</a:t>
            </a:r>
            <a:r>
              <a:rPr lang="en-US" i="1" dirty="0"/>
              <a:t>2</a:t>
            </a:r>
            <a:r>
              <a:rPr lang="en-US" dirty="0"/>
              <a:t> will contend for the other input.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20BE94-9A8C-5701-CDF2-4CFA33F2090F}"/>
                  </a:ext>
                </a:extLst>
              </p:cNvPr>
              <p:cNvSpPr txBox="1"/>
              <p:nvPr/>
            </p:nvSpPr>
            <p:spPr>
              <a:xfrm>
                <a:off x="5247140" y="3458492"/>
                <a:ext cx="4328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20BE94-9A8C-5701-CDF2-4CFA33F20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40" y="3458492"/>
                <a:ext cx="432811" cy="369332"/>
              </a:xfrm>
              <a:prstGeom prst="rect">
                <a:avLst/>
              </a:prstGeom>
              <a:blipFill>
                <a:blip r:embed="rId10"/>
                <a:stretch>
                  <a:fillRect l="-14286" r="-14286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8A23502-FE56-18E7-5F10-2BD00466A516}"/>
              </a:ext>
            </a:extLst>
          </p:cNvPr>
          <p:cNvSpPr txBox="1"/>
          <p:nvPr/>
        </p:nvSpPr>
        <p:spPr>
          <a:xfrm>
            <a:off x="7158803" y="412968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Root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…}</a:t>
            </a:r>
            <a:endParaRPr lang="en-CN" dirty="0"/>
          </a:p>
        </p:txBody>
      </p:sp>
      <p:sp>
        <p:nvSpPr>
          <p:cNvPr id="35" name="Cloud 34">
            <a:extLst>
              <a:ext uri="{FF2B5EF4-FFF2-40B4-BE49-F238E27FC236}">
                <a16:creationId xmlns:a16="http://schemas.microsoft.com/office/drawing/2014/main" id="{A9C9C104-EA80-9DAB-29A9-8DE2B0CC9299}"/>
              </a:ext>
            </a:extLst>
          </p:cNvPr>
          <p:cNvSpPr/>
          <p:nvPr/>
        </p:nvSpPr>
        <p:spPr>
          <a:xfrm>
            <a:off x="6811789" y="37764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DB4B3A-349E-F0E4-EDFD-A7518B584F00}"/>
              </a:ext>
            </a:extLst>
          </p:cNvPr>
          <p:cNvSpPr txBox="1"/>
          <p:nvPr/>
        </p:nvSpPr>
        <p:spPr>
          <a:xfrm>
            <a:off x="7067066" y="3532355"/>
            <a:ext cx="5963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400" i="1" dirty="0">
                <a:solidFill>
                  <a:schemeClr val="tx2"/>
                </a:solidFill>
              </a:rPr>
              <a:t>subtree</a:t>
            </a:r>
            <a:endParaRPr lang="en-CN" sz="1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740250"/>
      </p:ext>
    </p:extLst>
  </p:cSld>
  <p:clrMapOvr>
    <a:masterClrMapping/>
  </p:clrMapOvr>
  <p:transition spd="slow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50B5-28C3-4216-C19C-79BCB3D6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100939-F309-0CBA-B09D-2BF37EA0A8D6}"/>
              </a:ext>
            </a:extLst>
          </p:cNvPr>
          <p:cNvCxnSpPr>
            <a:cxnSpLocks/>
          </p:cNvCxnSpPr>
          <p:nvPr/>
        </p:nvCxnSpPr>
        <p:spPr>
          <a:xfrm flipH="1">
            <a:off x="5206689" y="6080778"/>
            <a:ext cx="56863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DAA52E-ED9F-CF1E-ADCF-2993E8E1D59E}"/>
              </a:ext>
            </a:extLst>
          </p:cNvPr>
          <p:cNvCxnSpPr>
            <a:cxnSpLocks/>
          </p:cNvCxnSpPr>
          <p:nvPr/>
        </p:nvCxnSpPr>
        <p:spPr>
          <a:xfrm>
            <a:off x="4219946" y="5622480"/>
            <a:ext cx="1" cy="1917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C0376A-C2CB-8272-73A0-0042515AC9DB}"/>
              </a:ext>
            </a:extLst>
          </p:cNvPr>
          <p:cNvCxnSpPr>
            <a:cxnSpLocks/>
          </p:cNvCxnSpPr>
          <p:nvPr/>
        </p:nvCxnSpPr>
        <p:spPr>
          <a:xfrm flipH="1">
            <a:off x="4864183" y="5622812"/>
            <a:ext cx="1826" cy="19138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F55A7E98-F9F7-C61F-5ECB-C087C7624D36}"/>
              </a:ext>
            </a:extLst>
          </p:cNvPr>
          <p:cNvSpPr txBox="1"/>
          <p:nvPr/>
        </p:nvSpPr>
        <p:spPr>
          <a:xfrm>
            <a:off x="4004400" y="560638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62B5C79-86FC-8282-E769-27307A453C2D}"/>
              </a:ext>
            </a:extLst>
          </p:cNvPr>
          <p:cNvSpPr txBox="1"/>
          <p:nvPr/>
        </p:nvSpPr>
        <p:spPr>
          <a:xfrm>
            <a:off x="4642309" y="560638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797BE6D-AB52-59C1-7342-4370C4570572}"/>
              </a:ext>
            </a:extLst>
          </p:cNvPr>
          <p:cNvCxnSpPr>
            <a:cxnSpLocks/>
          </p:cNvCxnSpPr>
          <p:nvPr/>
        </p:nvCxnSpPr>
        <p:spPr>
          <a:xfrm>
            <a:off x="4557929" y="6343295"/>
            <a:ext cx="0" cy="17914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0625C87D-18B7-75FD-F926-182B49044333}"/>
              </a:ext>
            </a:extLst>
          </p:cNvPr>
          <p:cNvSpPr txBox="1"/>
          <p:nvPr/>
        </p:nvSpPr>
        <p:spPr>
          <a:xfrm>
            <a:off x="4232075" y="64325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02E79E-75F6-ADA8-A3E6-1A8D362D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226DA4-A45B-533C-01C0-107BC333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24C6C7A5-CAC1-4E03-A4A0-F95B1329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AF1DE1-6B90-7CBB-8AFE-FF33ECA092B6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A516CF-1B82-46E0-A463-1BAA277CADF5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6FA5F9-BEFC-063A-9409-94967A4A48CE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088786-2EB3-BDD8-FEFF-E12F9C394C00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3616CB-B454-0353-4AA5-8CDB552D78F2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94FAE914-6ABD-58A9-C87F-0CE69B54C6E1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364784-D79A-84D8-3C52-FB945B9682A0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776343E-4BEA-3B6C-B0DC-D1DD3AD72B8A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01C75E-18FC-CCFC-4279-5619EE6E893E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952CA1E-7524-435D-BCB1-14D55F62519A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CB97BB1-CDB3-0478-89EC-EF70B8B6683A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A512AA-6331-F8C7-5C54-7F51FC3AFB2C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392CC92-3A0A-C8B5-05CD-E934136939E3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B4F6052-D885-2F15-86FE-903AE90593C8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F9B9DBF-B9AF-2D82-B6E8-65668C263073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CE1FF914-BF92-33CD-9D76-8C03EB3AED4C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636511E-FB0B-67B3-1FC6-0B5BEC95E2D4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91C7DD3-061B-C630-FD12-716BC95046EF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A2EEB45-AAA5-F14B-A261-6002634F5BC6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A4E30418-3B9C-4E59-F624-ADCCBB465576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E1C451FB-9316-0092-7EAD-7674CFFD5D55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5E889B-5D71-80D8-1ADE-ACDFDEECF2E5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8618D6F6-02BD-3D10-CB20-6EF35348446A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95CFAAD-3113-2D5B-2658-967696C278BC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97793A-43F6-9EFF-EE66-7B02A2363DA5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822E773-07EC-C99E-3597-DFB419685499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527275A-881B-5E9D-7404-47C8D727EF80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DFBE0CF-C05C-B0DA-25EC-42BFE31C4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936A351-577D-C521-B97C-383018B06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05038FD-6E51-5137-42CC-326775740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C3A7EE1-A0D9-6BB0-D9DA-5D102BD9BE88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F06BD79-269B-E0EA-28F8-D3E7999B836F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E67802E-6099-5C7E-9FC7-113DB5CA0A5F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2B22916D-33AA-595E-C8B3-9A707DCE2D64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6CFBBD68-552C-8A06-5352-FF6A8E78ED3F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7066A-C340-8A78-985C-FFB07E6EA319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3C1B0AD-F929-C53A-83CA-ADA0A3ADE2AA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F8FF6-DDAE-1592-AE55-17BFFB9FA550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4323E9-E0C4-CB85-CBB2-4D7C145AE542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B05C2B-4A5E-3140-750B-10405F261399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2F55A3-3CC8-00E8-8934-7102F8CB7659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828FF6-BE33-4DE6-47B0-5E398AE74272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1611DCA-E7EE-AA13-49CA-6CD6E6A5BA4C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7CF7DE-8BED-03DE-EE60-50D99A716158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B67A2B5-68A7-56B4-60F4-33877BBD3490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98BE235-FB73-708A-3731-45D61494DD0B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B0DE8A-ED77-FDBF-947F-68D92FBA05E6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CE664A-40C5-10A5-8258-BA13EC7285D4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0503C3E-D388-0CA9-9BBB-44C68B826841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5A2247F-460E-64E3-F82B-69D546A2809A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DBB58FC-1180-A3DF-D058-B09C0A9FEB5D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BDBE830D-B3FB-1E94-2723-B3C5931EB98D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BE4651E-5D99-8371-4AE9-3AF4E5341A1A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628123-6D8A-648B-971E-8EA4181F1A59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628123-6D8A-648B-971E-8EA4181F1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3F109BA0-864B-E563-91D5-070FDFCC3A46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FD6040-EAC2-76A4-2343-69785FDF007E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628F71-4898-0E4A-0396-48C113492157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C6ED4F9-8C4C-CE5E-600D-23560FBD02FE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/>
              <a:t>d</a:t>
            </a:r>
            <a:r>
              <a:rPr lang="en-US" i="1" dirty="0"/>
              <a:t>1</a:t>
            </a:r>
            <a:r>
              <a:rPr lang="en-US" dirty="0"/>
              <a:t> and </a:t>
            </a:r>
            <a:r>
              <a:rPr lang="en-US" altLang="zh-CN" i="1" dirty="0"/>
              <a:t>d</a:t>
            </a:r>
            <a:r>
              <a:rPr lang="en-US" i="1" dirty="0"/>
              <a:t>2</a:t>
            </a:r>
            <a:r>
              <a:rPr lang="en-US" dirty="0"/>
              <a:t> will contend for the other input.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CC0B82-4A4A-D64F-495E-204932723057}"/>
                  </a:ext>
                </a:extLst>
              </p:cNvPr>
              <p:cNvSpPr txBox="1"/>
              <p:nvPr/>
            </p:nvSpPr>
            <p:spPr>
              <a:xfrm>
                <a:off x="5247140" y="3458492"/>
                <a:ext cx="4328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CC0B82-4A4A-D64F-495E-204932723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40" y="3458492"/>
                <a:ext cx="432811" cy="369332"/>
              </a:xfrm>
              <a:prstGeom prst="rect">
                <a:avLst/>
              </a:prstGeom>
              <a:blipFill>
                <a:blip r:embed="rId10"/>
                <a:stretch>
                  <a:fillRect l="-14286" r="-14286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E19E31-4B5E-7FB8-8BC7-F5677F4F1AC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768400" y="4639360"/>
            <a:ext cx="1356" cy="14414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D222301-38AF-02B0-C8BE-F84F2BD8DBBF}"/>
              </a:ext>
            </a:extLst>
          </p:cNvPr>
          <p:cNvSpPr/>
          <p:nvPr/>
        </p:nvSpPr>
        <p:spPr>
          <a:xfrm>
            <a:off x="3915478" y="582593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6EBF3E-689E-71E1-08DC-E7341C6BD9EF}"/>
                  </a:ext>
                </a:extLst>
              </p:cNvPr>
              <p:cNvSpPr txBox="1"/>
              <p:nvPr/>
            </p:nvSpPr>
            <p:spPr>
              <a:xfrm>
                <a:off x="3988990" y="5177103"/>
                <a:ext cx="4328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6EBF3E-689E-71E1-08DC-E7341C6BD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990" y="5177103"/>
                <a:ext cx="432811" cy="369332"/>
              </a:xfrm>
              <a:prstGeom prst="rect">
                <a:avLst/>
              </a:prstGeom>
              <a:blipFill>
                <a:blip r:embed="rId11"/>
                <a:stretch>
                  <a:fillRect l="-14286" r="-17143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48CE615-70D9-5A8B-801C-DDE9212B776D}"/>
                  </a:ext>
                </a:extLst>
              </p:cNvPr>
              <p:cNvSpPr txBox="1"/>
              <p:nvPr/>
            </p:nvSpPr>
            <p:spPr>
              <a:xfrm>
                <a:off x="4633396" y="5175364"/>
                <a:ext cx="4328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48CE615-70D9-5A8B-801C-DDE9212B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396" y="5175364"/>
                <a:ext cx="432811" cy="369332"/>
              </a:xfrm>
              <a:prstGeom prst="rect">
                <a:avLst/>
              </a:prstGeom>
              <a:blipFill>
                <a:blip r:embed="rId11"/>
                <a:stretch>
                  <a:fillRect l="-14286" r="-17143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8AC44619-A3FD-AEB3-D7E5-238B1CF66318}"/>
              </a:ext>
            </a:extLst>
          </p:cNvPr>
          <p:cNvSpPr/>
          <p:nvPr/>
        </p:nvSpPr>
        <p:spPr>
          <a:xfrm>
            <a:off x="3754950" y="4654270"/>
            <a:ext cx="2895439" cy="2084166"/>
          </a:xfrm>
          <a:prstGeom prst="rect">
            <a:avLst/>
          </a:prstGeom>
          <a:solidFill>
            <a:schemeClr val="bg2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02C7B2-67FA-CDA7-6963-8AEB75D367B1}"/>
              </a:ext>
            </a:extLst>
          </p:cNvPr>
          <p:cNvSpPr txBox="1"/>
          <p:nvPr/>
        </p:nvSpPr>
        <p:spPr>
          <a:xfrm>
            <a:off x="7158803" y="412968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Root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…}</a:t>
            </a:r>
            <a:endParaRPr lang="en-CN" dirty="0"/>
          </a:p>
        </p:txBody>
      </p:sp>
      <p:sp>
        <p:nvSpPr>
          <p:cNvPr id="131" name="Cloud 130">
            <a:extLst>
              <a:ext uri="{FF2B5EF4-FFF2-40B4-BE49-F238E27FC236}">
                <a16:creationId xmlns:a16="http://schemas.microsoft.com/office/drawing/2014/main" id="{A8A88891-D319-2ACF-10F5-4DD64FE90BB6}"/>
              </a:ext>
            </a:extLst>
          </p:cNvPr>
          <p:cNvSpPr/>
          <p:nvPr/>
        </p:nvSpPr>
        <p:spPr>
          <a:xfrm>
            <a:off x="6811789" y="37764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DEA026B-89DA-C7D3-A515-275ED4C0ACF9}"/>
              </a:ext>
            </a:extLst>
          </p:cNvPr>
          <p:cNvSpPr txBox="1"/>
          <p:nvPr/>
        </p:nvSpPr>
        <p:spPr>
          <a:xfrm>
            <a:off x="7067066" y="3532355"/>
            <a:ext cx="5963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400" i="1" dirty="0">
                <a:solidFill>
                  <a:schemeClr val="tx2"/>
                </a:solidFill>
              </a:rPr>
              <a:t>subtree</a:t>
            </a:r>
            <a:endParaRPr lang="en-CN" sz="1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401322"/>
      </p:ext>
    </p:extLst>
  </p:cSld>
  <p:clrMapOvr>
    <a:masterClrMapping/>
  </p:clrMapOvr>
  <p:transition spd="slow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D66D8-91B8-7805-2D4F-A9D5D6DA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731EF-22E4-9C9F-9CCA-99315615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u</a:t>
            </a:r>
            <a:r>
              <a:rPr lang="en-US" dirty="0"/>
              <a:t>tline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7FA12-DF70-05C3-92EA-1CA7C7E65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191" y="1135701"/>
            <a:ext cx="10405749" cy="21755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Construct the single-occurrence MUX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Determine when variables are single- or multiple-occurrence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Handle unavoidable multiple-occurrence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Flatten</a:t>
            </a:r>
            <a:r>
              <a:rPr lang="zh-CN" altLang="en-US" sz="20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Loops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93FE60-62A0-9617-B74A-2ABE081F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AC47EB-3D49-5C44-4F39-990C84E3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182362079"/>
      </p:ext>
    </p:extLst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D6D30-0895-1702-D2A4-30906D48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F0F176-C9CC-71C3-145A-0C09241B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DB902C-48DF-6BFD-C082-73E69566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3D82897-F8CB-12C2-7D24-5FED232E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607D4FF-0F33-1484-C199-7C1B86D4C0DF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If multiple occurrences are unavoidable, additional suppression is required.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6E64A5-3D55-DAE7-C9FD-235B96D6CA89}"/>
              </a:ext>
            </a:extLst>
          </p:cNvPr>
          <p:cNvGrpSpPr/>
          <p:nvPr/>
        </p:nvGrpSpPr>
        <p:grpSpPr>
          <a:xfrm>
            <a:off x="410570" y="1702250"/>
            <a:ext cx="3034120" cy="4197761"/>
            <a:chOff x="410570" y="1702250"/>
            <a:chExt cx="3034120" cy="419776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808AE89-7946-5677-A1FD-356E2FE6CBD5}"/>
                </a:ext>
              </a:extLst>
            </p:cNvPr>
            <p:cNvSpPr/>
            <p:nvPr/>
          </p:nvSpPr>
          <p:spPr>
            <a:xfrm>
              <a:off x="1519684" y="170225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BB0</a:t>
              </a:r>
              <a:endParaRPr lang="en-CN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B569595-8E06-6AA7-94F7-DEEED807527D}"/>
                </a:ext>
              </a:extLst>
            </p:cNvPr>
            <p:cNvSpPr/>
            <p:nvPr/>
          </p:nvSpPr>
          <p:spPr>
            <a:xfrm>
              <a:off x="2528113" y="2446174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BB2</a:t>
              </a:r>
              <a:endParaRPr lang="en-CN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9281D81-8030-558E-CCDA-6A14166D8789}"/>
                </a:ext>
              </a:extLst>
            </p:cNvPr>
            <p:cNvSpPr/>
            <p:nvPr/>
          </p:nvSpPr>
          <p:spPr>
            <a:xfrm>
              <a:off x="784091" y="284094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BB1</a:t>
              </a:r>
              <a:endParaRPr lang="en-CN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5655B47-244C-5DA3-F0AD-C8F00F69BD8C}"/>
                </a:ext>
              </a:extLst>
            </p:cNvPr>
            <p:cNvSpPr/>
            <p:nvPr/>
          </p:nvSpPr>
          <p:spPr>
            <a:xfrm>
              <a:off x="1781145" y="3582362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BB3</a:t>
              </a:r>
              <a:endParaRPr lang="en-CN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E7F05E4-9C8A-452C-0C58-A5466224C2D8}"/>
                </a:ext>
              </a:extLst>
            </p:cNvPr>
            <p:cNvSpPr/>
            <p:nvPr/>
          </p:nvSpPr>
          <p:spPr>
            <a:xfrm>
              <a:off x="834129" y="4371662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BB4</a:t>
              </a:r>
              <a:endParaRPr lang="en-CN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4CFF81F-B0F3-A459-082A-14384EE6D8CF}"/>
                </a:ext>
              </a:extLst>
            </p:cNvPr>
            <p:cNvCxnSpPr>
              <a:stCxn id="58" idx="2"/>
              <a:endCxn id="60" idx="0"/>
            </p:cNvCxnSpPr>
            <p:nvPr/>
          </p:nvCxnSpPr>
          <p:spPr>
            <a:xfrm flipH="1">
              <a:off x="1200260" y="2194619"/>
              <a:ext cx="735593" cy="646321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37A6AC1-6FFC-0609-94E1-E639AECACC15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>
              <a:off x="1935853" y="2194619"/>
              <a:ext cx="592260" cy="251555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DB930968-D41F-FDE9-115B-3D7F8F8B9911}"/>
                </a:ext>
              </a:extLst>
            </p:cNvPr>
            <p:cNvCxnSpPr>
              <a:cxnSpLocks/>
              <a:stCxn id="60" idx="2"/>
              <a:endCxn id="62" idx="0"/>
            </p:cNvCxnSpPr>
            <p:nvPr/>
          </p:nvCxnSpPr>
          <p:spPr>
            <a:xfrm>
              <a:off x="1200260" y="3333309"/>
              <a:ext cx="50038" cy="1038353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5695822-20A0-E76B-B192-611F654BF28C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>
              <a:off x="1200260" y="3333309"/>
              <a:ext cx="598469" cy="285407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3E87AD11-82B5-3334-8E98-D211ED70E8DD}"/>
                </a:ext>
              </a:extLst>
            </p:cNvPr>
            <p:cNvCxnSpPr>
              <a:cxnSpLocks/>
              <a:endCxn id="61" idx="0"/>
            </p:cNvCxnSpPr>
            <p:nvPr/>
          </p:nvCxnSpPr>
          <p:spPr>
            <a:xfrm flipH="1">
              <a:off x="2197314" y="2923889"/>
              <a:ext cx="764552" cy="658473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2A86EF3E-B1A2-FB28-C083-FCDCD0C2C64B}"/>
                </a:ext>
              </a:extLst>
            </p:cNvPr>
            <p:cNvCxnSpPr>
              <a:cxnSpLocks/>
              <a:endCxn id="153" idx="0"/>
            </p:cNvCxnSpPr>
            <p:nvPr/>
          </p:nvCxnSpPr>
          <p:spPr>
            <a:xfrm>
              <a:off x="2979451" y="2947336"/>
              <a:ext cx="0" cy="1313738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246BE4E2-3543-B47B-CF64-8D93D0580C89}"/>
                </a:ext>
              </a:extLst>
            </p:cNvPr>
            <p:cNvCxnSpPr>
              <a:cxnSpLocks/>
              <a:stCxn id="153" idx="2"/>
              <a:endCxn id="154" idx="0"/>
            </p:cNvCxnSpPr>
            <p:nvPr/>
          </p:nvCxnSpPr>
          <p:spPr>
            <a:xfrm flipH="1">
              <a:off x="2067678" y="4753443"/>
              <a:ext cx="911773" cy="654199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BA324857-A64C-8156-4474-FC01EDFDEAC2}"/>
                    </a:ext>
                  </a:extLst>
                </p:cNvPr>
                <p:cNvSpPr txBox="1"/>
                <p:nvPr/>
              </p:nvSpPr>
              <p:spPr>
                <a:xfrm>
                  <a:off x="2298191" y="2059711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BA324857-A64C-8156-4474-FC01EDFDE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8191" y="2059711"/>
                  <a:ext cx="470000" cy="3699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45D99706-6CA4-3E58-1C3A-2278ACB2A8D4}"/>
                    </a:ext>
                  </a:extLst>
                </p:cNvPr>
                <p:cNvSpPr txBox="1"/>
                <p:nvPr/>
              </p:nvSpPr>
              <p:spPr>
                <a:xfrm>
                  <a:off x="1167480" y="2203708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45D99706-6CA4-3E58-1C3A-2278ACB2A8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480" y="2203708"/>
                  <a:ext cx="4700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5D902FFC-4B72-938A-C610-E4C4301717D5}"/>
                    </a:ext>
                  </a:extLst>
                </p:cNvPr>
                <p:cNvSpPr txBox="1"/>
                <p:nvPr/>
              </p:nvSpPr>
              <p:spPr>
                <a:xfrm>
                  <a:off x="2961866" y="2996527"/>
                  <a:ext cx="48282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5D902FFC-4B72-938A-C610-E4C430171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1866" y="2996527"/>
                  <a:ext cx="482824" cy="3699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DCF9A32-C169-4EFE-7F44-5DAA5C2B29F7}"/>
                    </a:ext>
                  </a:extLst>
                </p:cNvPr>
                <p:cNvSpPr txBox="1"/>
                <p:nvPr/>
              </p:nvSpPr>
              <p:spPr>
                <a:xfrm>
                  <a:off x="2183125" y="2902458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DCF9A32-C169-4EFE-7F44-5DAA5C2B2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3125" y="2902458"/>
                  <a:ext cx="48282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C496228A-8E80-844F-057A-EB18283ED9D7}"/>
                    </a:ext>
                  </a:extLst>
                </p:cNvPr>
                <p:cNvSpPr txBox="1"/>
                <p:nvPr/>
              </p:nvSpPr>
              <p:spPr>
                <a:xfrm>
                  <a:off x="1559825" y="3183695"/>
                  <a:ext cx="48282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C496228A-8E80-844F-057A-EB18283ED9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825" y="3183695"/>
                  <a:ext cx="482824" cy="36990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4EF0988C-611A-1BA8-CAF0-60F2BB6CA758}"/>
                    </a:ext>
                  </a:extLst>
                </p:cNvPr>
                <p:cNvSpPr txBox="1"/>
                <p:nvPr/>
              </p:nvSpPr>
              <p:spPr>
                <a:xfrm>
                  <a:off x="780298" y="3457983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4EF0988C-611A-1BA8-CAF0-60F2BB6CA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98" y="3457983"/>
                  <a:ext cx="48282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994F34C-8627-C36D-351F-983DE1C65F86}"/>
                </a:ext>
              </a:extLst>
            </p:cNvPr>
            <p:cNvSpPr txBox="1"/>
            <p:nvPr/>
          </p:nvSpPr>
          <p:spPr>
            <a:xfrm>
              <a:off x="2348349" y="1718853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9EDEBC9-9E92-BDDD-2FBB-CEDB4A7DBB1E}"/>
                </a:ext>
              </a:extLst>
            </p:cNvPr>
            <p:cNvSpPr txBox="1"/>
            <p:nvPr/>
          </p:nvSpPr>
          <p:spPr>
            <a:xfrm>
              <a:off x="410570" y="4852778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X</a:t>
              </a:r>
              <a:endParaRPr lang="en-CN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8AC2934-11AB-5753-B8C1-DD4CB145E467}"/>
                </a:ext>
              </a:extLst>
            </p:cNvPr>
            <p:cNvSpPr/>
            <p:nvPr/>
          </p:nvSpPr>
          <p:spPr>
            <a:xfrm>
              <a:off x="2563282" y="4261074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BB5</a:t>
              </a:r>
              <a:endParaRPr lang="en-CN" dirty="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9E8A16F-D8C7-DC88-BB24-D3E9D9A0E0BC}"/>
                </a:ext>
              </a:extLst>
            </p:cNvPr>
            <p:cNvSpPr/>
            <p:nvPr/>
          </p:nvSpPr>
          <p:spPr>
            <a:xfrm>
              <a:off x="1651509" y="5407642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BB6</a:t>
              </a:r>
              <a:endParaRPr lang="en-CN" dirty="0"/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471CE0A4-85DC-6586-EAA5-5685E23F8DFE}"/>
                </a:ext>
              </a:extLst>
            </p:cNvPr>
            <p:cNvCxnSpPr>
              <a:cxnSpLocks/>
              <a:stCxn id="62" idx="2"/>
              <a:endCxn id="154" idx="0"/>
            </p:cNvCxnSpPr>
            <p:nvPr/>
          </p:nvCxnSpPr>
          <p:spPr>
            <a:xfrm>
              <a:off x="1250298" y="4864031"/>
              <a:ext cx="817380" cy="543611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D0B4CB56-F1DC-0720-B4E9-579B49805DDC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>
              <a:off x="1611115" y="4074731"/>
              <a:ext cx="586199" cy="287842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24DAF776-52EE-D5FA-983B-73D2F0004BBA}"/>
                </a:ext>
              </a:extLst>
            </p:cNvPr>
            <p:cNvCxnSpPr>
              <a:cxnSpLocks/>
              <a:stCxn id="61" idx="2"/>
              <a:endCxn id="153" idx="1"/>
            </p:cNvCxnSpPr>
            <p:nvPr/>
          </p:nvCxnSpPr>
          <p:spPr>
            <a:xfrm>
              <a:off x="2197314" y="4074731"/>
              <a:ext cx="365968" cy="432528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01FB0D0-78E5-74AD-541C-2E63EACAAE70}"/>
                    </a:ext>
                  </a:extLst>
                </p:cNvPr>
                <p:cNvSpPr txBox="1"/>
                <p:nvPr/>
              </p:nvSpPr>
              <p:spPr>
                <a:xfrm>
                  <a:off x="1973216" y="4206280"/>
                  <a:ext cx="48282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01FB0D0-78E5-74AD-541C-2E63EACAA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3216" y="4206280"/>
                  <a:ext cx="482824" cy="36990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F89EA113-891C-AFFF-BF60-1D4840376F44}"/>
                    </a:ext>
                  </a:extLst>
                </p:cNvPr>
                <p:cNvSpPr txBox="1"/>
                <p:nvPr/>
              </p:nvSpPr>
              <p:spPr>
                <a:xfrm>
                  <a:off x="1377455" y="3957537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F89EA113-891C-AFFF-BF60-1D4840376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455" y="3957537"/>
                  <a:ext cx="48282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1656DC-D2E7-4740-81FF-67E21D1CEC91}"/>
              </a:ext>
            </a:extLst>
          </p:cNvPr>
          <p:cNvGrpSpPr/>
          <p:nvPr/>
        </p:nvGrpSpPr>
        <p:grpSpPr>
          <a:xfrm>
            <a:off x="4125003" y="1813045"/>
            <a:ext cx="7072191" cy="3774121"/>
            <a:chOff x="4125003" y="1813045"/>
            <a:chExt cx="7072191" cy="377412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065EBBB-02A1-80F2-35E7-DBA0049F17A9}"/>
                </a:ext>
              </a:extLst>
            </p:cNvPr>
            <p:cNvSpPr/>
            <p:nvPr/>
          </p:nvSpPr>
          <p:spPr>
            <a:xfrm>
              <a:off x="4885790" y="181304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C4B2986-AFB0-EA07-9F88-69A7B101E0E9}"/>
                </a:ext>
              </a:extLst>
            </p:cNvPr>
            <p:cNvSpPr/>
            <p:nvPr/>
          </p:nvSpPr>
          <p:spPr>
            <a:xfrm>
              <a:off x="4185354" y="2776865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D7925D4-C1B8-1793-BD3B-361177CC598B}"/>
                </a:ext>
              </a:extLst>
            </p:cNvPr>
            <p:cNvSpPr/>
            <p:nvPr/>
          </p:nvSpPr>
          <p:spPr>
            <a:xfrm>
              <a:off x="5643429" y="2704430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c2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A294A7D-3F64-03F7-116E-E63B8C48CF8B}"/>
                </a:ext>
              </a:extLst>
            </p:cNvPr>
            <p:cNvCxnSpPr>
              <a:cxnSpLocks/>
              <a:stCxn id="2" idx="3"/>
              <a:endCxn id="3" idx="0"/>
            </p:cNvCxnSpPr>
            <p:nvPr/>
          </p:nvCxnSpPr>
          <p:spPr>
            <a:xfrm flipH="1">
              <a:off x="4488681" y="2330856"/>
              <a:ext cx="485951" cy="446009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443A223-49D8-0F2F-B6FD-A0F08D5F85DA}"/>
                </a:ext>
              </a:extLst>
            </p:cNvPr>
            <p:cNvCxnSpPr>
              <a:cxnSpLocks/>
              <a:stCxn id="2" idx="5"/>
              <a:endCxn id="5" idx="0"/>
            </p:cNvCxnSpPr>
            <p:nvPr/>
          </p:nvCxnSpPr>
          <p:spPr>
            <a:xfrm>
              <a:off x="5403601" y="2330856"/>
              <a:ext cx="543155" cy="373574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BA549E2-0C08-2ABF-DC49-B2C2E1F3B89F}"/>
                </a:ext>
              </a:extLst>
            </p:cNvPr>
            <p:cNvCxnSpPr>
              <a:cxnSpLocks/>
              <a:stCxn id="3" idx="4"/>
              <a:endCxn id="10" idx="0"/>
            </p:cNvCxnSpPr>
            <p:nvPr/>
          </p:nvCxnSpPr>
          <p:spPr>
            <a:xfrm flipH="1">
              <a:off x="4428330" y="3383518"/>
              <a:ext cx="60351" cy="1596995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F29C42-AFFB-8F5F-24CB-88E4D83C561A}"/>
                </a:ext>
              </a:extLst>
            </p:cNvPr>
            <p:cNvSpPr/>
            <p:nvPr/>
          </p:nvSpPr>
          <p:spPr>
            <a:xfrm>
              <a:off x="4125003" y="498051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1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F92ACF1-2248-28EA-04C3-241203738973}"/>
                </a:ext>
              </a:extLst>
            </p:cNvPr>
            <p:cNvSpPr/>
            <p:nvPr/>
          </p:nvSpPr>
          <p:spPr>
            <a:xfrm>
              <a:off x="5786022" y="4968632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0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2AC694-1A25-8315-BAB9-DE3E75251904}"/>
                </a:ext>
              </a:extLst>
            </p:cNvPr>
            <p:cNvCxnSpPr>
              <a:cxnSpLocks/>
              <a:stCxn id="5" idx="3"/>
              <a:endCxn id="44" idx="7"/>
            </p:cNvCxnSpPr>
            <p:nvPr/>
          </p:nvCxnSpPr>
          <p:spPr>
            <a:xfrm flipH="1">
              <a:off x="5432203" y="3222241"/>
              <a:ext cx="300068" cy="596737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94555B-7599-4461-A61E-6CA4F0FBF9F4}"/>
                </a:ext>
              </a:extLst>
            </p:cNvPr>
            <p:cNvCxnSpPr>
              <a:cxnSpLocks/>
              <a:stCxn id="5" idx="4"/>
              <a:endCxn id="11" idx="0"/>
            </p:cNvCxnSpPr>
            <p:nvPr/>
          </p:nvCxnSpPr>
          <p:spPr>
            <a:xfrm>
              <a:off x="5946756" y="3311083"/>
              <a:ext cx="142593" cy="1657549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B5FE7E-EE67-29CA-4E59-3A9D56C44454}"/>
                </a:ext>
              </a:extLst>
            </p:cNvPr>
            <p:cNvSpPr txBox="1"/>
            <p:nvPr/>
          </p:nvSpPr>
          <p:spPr>
            <a:xfrm>
              <a:off x="4524471" y="2315200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2F101D-5337-734F-9661-8AAEAA5DD317}"/>
                </a:ext>
              </a:extLst>
            </p:cNvPr>
            <p:cNvSpPr txBox="1"/>
            <p:nvPr/>
          </p:nvSpPr>
          <p:spPr>
            <a:xfrm>
              <a:off x="5567191" y="225842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1DD9A4-7854-F887-DE63-5BD71A1BE6BE}"/>
                </a:ext>
              </a:extLst>
            </p:cNvPr>
            <p:cNvSpPr txBox="1"/>
            <p:nvPr/>
          </p:nvSpPr>
          <p:spPr>
            <a:xfrm>
              <a:off x="5362477" y="3317849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16FBFC-6C9F-6EF1-18BF-6B6EE702A4E5}"/>
                </a:ext>
              </a:extLst>
            </p:cNvPr>
            <p:cNvSpPr txBox="1"/>
            <p:nvPr/>
          </p:nvSpPr>
          <p:spPr>
            <a:xfrm>
              <a:off x="5965709" y="3832080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912FFA-B8EB-7717-D4B6-0CABEFED9E5A}"/>
                </a:ext>
              </a:extLst>
            </p:cNvPr>
            <p:cNvSpPr txBox="1"/>
            <p:nvPr/>
          </p:nvSpPr>
          <p:spPr>
            <a:xfrm>
              <a:off x="4195010" y="387016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20D01D-5E37-351F-57A2-BD1500E8121B}"/>
                </a:ext>
              </a:extLst>
            </p:cNvPr>
            <p:cNvSpPr txBox="1"/>
            <p:nvPr/>
          </p:nvSpPr>
          <p:spPr>
            <a:xfrm>
              <a:off x="5538548" y="4335811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89064DF-DE97-F6DF-A15D-DB75320C23F7}"/>
                </a:ext>
              </a:extLst>
            </p:cNvPr>
            <p:cNvSpPr/>
            <p:nvPr/>
          </p:nvSpPr>
          <p:spPr>
            <a:xfrm>
              <a:off x="4914392" y="3730136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c3</a:t>
              </a:r>
              <a:endParaRPr lang="en-CN" dirty="0">
                <a:solidFill>
                  <a:schemeClr val="tx2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84EA258-EB20-D7C6-40EE-A1628C87B0B5}"/>
                </a:ext>
              </a:extLst>
            </p:cNvPr>
            <p:cNvCxnSpPr>
              <a:cxnSpLocks/>
              <a:stCxn id="3" idx="5"/>
              <a:endCxn id="44" idx="1"/>
            </p:cNvCxnSpPr>
            <p:nvPr/>
          </p:nvCxnSpPr>
          <p:spPr>
            <a:xfrm>
              <a:off x="4703165" y="3294676"/>
              <a:ext cx="300069" cy="52430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A1A592D-3910-7D23-6FF2-9FBAD81114DB}"/>
                </a:ext>
              </a:extLst>
            </p:cNvPr>
            <p:cNvCxnSpPr>
              <a:cxnSpLocks/>
              <a:stCxn id="44" idx="3"/>
              <a:endCxn id="10" idx="7"/>
            </p:cNvCxnSpPr>
            <p:nvPr/>
          </p:nvCxnSpPr>
          <p:spPr>
            <a:xfrm flipH="1">
              <a:off x="4642814" y="4247947"/>
              <a:ext cx="360420" cy="82140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BEA7644-EEDD-C41C-B677-8C4828BA18D1}"/>
                </a:ext>
              </a:extLst>
            </p:cNvPr>
            <p:cNvCxnSpPr>
              <a:cxnSpLocks/>
              <a:stCxn id="44" idx="5"/>
              <a:endCxn id="11" idx="1"/>
            </p:cNvCxnSpPr>
            <p:nvPr/>
          </p:nvCxnSpPr>
          <p:spPr>
            <a:xfrm>
              <a:off x="5432203" y="4247947"/>
              <a:ext cx="442661" cy="809527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EB18FB2-81ED-9E97-F51D-3A233A20736C}"/>
                </a:ext>
              </a:extLst>
            </p:cNvPr>
            <p:cNvSpPr txBox="1"/>
            <p:nvPr/>
          </p:nvSpPr>
          <p:spPr>
            <a:xfrm>
              <a:off x="4645044" y="4344933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1A1C38E-7192-95DC-4F91-BC7B74588298}"/>
                </a:ext>
              </a:extLst>
            </p:cNvPr>
            <p:cNvSpPr txBox="1"/>
            <p:nvPr/>
          </p:nvSpPr>
          <p:spPr>
            <a:xfrm>
              <a:off x="4801664" y="3325017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</a:t>
              </a:r>
              <a:endParaRPr lang="en-CN" sz="1400" dirty="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86D748EF-3B9B-B7EB-43C7-C39358450295}"/>
                </a:ext>
              </a:extLst>
            </p:cNvPr>
            <p:cNvSpPr/>
            <p:nvPr/>
          </p:nvSpPr>
          <p:spPr>
            <a:xfrm>
              <a:off x="8529588" y="4271288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8C4518E-C27E-0929-9104-EC6C89A68B62}"/>
                </a:ext>
              </a:extLst>
            </p:cNvPr>
            <p:cNvGrpSpPr/>
            <p:nvPr/>
          </p:nvGrpSpPr>
          <p:grpSpPr>
            <a:xfrm>
              <a:off x="8872715" y="3954164"/>
              <a:ext cx="598449" cy="307777"/>
              <a:chOff x="1550604" y="3020176"/>
              <a:chExt cx="598449" cy="434647"/>
            </a:xfrm>
          </p:grpSpPr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EEE79BED-AC16-06A2-690E-52B8C05A39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BB32203F-50A5-58CE-4E02-127DA94107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378D8494-8778-7E09-B1EB-FCEE6C0DC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05074" y="4526127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83B29B3C-D4F9-06D0-ADF6-EF0BF6657A19}"/>
                    </a:ext>
                  </a:extLst>
                </p:cNvPr>
                <p:cNvSpPr txBox="1"/>
                <p:nvPr/>
              </p:nvSpPr>
              <p:spPr>
                <a:xfrm>
                  <a:off x="10105192" y="4294438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83B29B3C-D4F9-06D0-ADF6-EF0BF6657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5192" y="4294438"/>
                  <a:ext cx="395942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2121" r="-12121" b="-645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F52615C-27B2-EE88-889D-F6AC8AE1F97C}"/>
                </a:ext>
              </a:extLst>
            </p:cNvPr>
            <p:cNvSpPr txBox="1"/>
            <p:nvPr/>
          </p:nvSpPr>
          <p:spPr>
            <a:xfrm>
              <a:off x="8654634" y="4044118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7129184-D0CB-421F-9088-C874ACD1A21E}"/>
                </a:ext>
              </a:extLst>
            </p:cNvPr>
            <p:cNvSpPr txBox="1"/>
            <p:nvPr/>
          </p:nvSpPr>
          <p:spPr>
            <a:xfrm>
              <a:off x="9253633" y="4044118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DCA49D5A-1404-CB14-38B0-42A08F5AA684}"/>
                </a:ext>
              </a:extLst>
            </p:cNvPr>
            <p:cNvSpPr/>
            <p:nvPr/>
          </p:nvSpPr>
          <p:spPr>
            <a:xfrm>
              <a:off x="9225648" y="3437101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4D3A808-EA20-66D3-7D8C-F2F54833774E}"/>
                </a:ext>
              </a:extLst>
            </p:cNvPr>
            <p:cNvGrpSpPr/>
            <p:nvPr/>
          </p:nvGrpSpPr>
          <p:grpSpPr>
            <a:xfrm>
              <a:off x="9568775" y="3119977"/>
              <a:ext cx="598449" cy="307777"/>
              <a:chOff x="1550604" y="3020176"/>
              <a:chExt cx="598449" cy="434647"/>
            </a:xfrm>
          </p:grpSpPr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3AD06176-1E74-456F-4E5E-C12C1AEEB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CDF5B870-6127-171B-DC8D-1D06F1248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443ED985-1436-62A6-40A4-55A404921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1134" y="3691940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BFAA900A-C98E-C1B8-D5A2-D84D5E4F5B03}"/>
                    </a:ext>
                  </a:extLst>
                </p:cNvPr>
                <p:cNvSpPr txBox="1"/>
                <p:nvPr/>
              </p:nvSpPr>
              <p:spPr>
                <a:xfrm>
                  <a:off x="10801252" y="3460251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BFAA900A-C98E-C1B8-D5A2-D84D5E4F5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1252" y="3460251"/>
                  <a:ext cx="39594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3C6430F7-7A0C-1930-5D71-57C836524A4D}"/>
                    </a:ext>
                  </a:extLst>
                </p:cNvPr>
                <p:cNvSpPr txBox="1"/>
                <p:nvPr/>
              </p:nvSpPr>
              <p:spPr>
                <a:xfrm>
                  <a:off x="10039785" y="2764919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3C6430F7-7A0C-1930-5D71-57C836524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9785" y="2764919"/>
                  <a:ext cx="254877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3810" r="-23810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682867ED-764B-C305-A122-7996F49C383E}"/>
                    </a:ext>
                  </a:extLst>
                </p:cNvPr>
                <p:cNvSpPr txBox="1"/>
                <p:nvPr/>
              </p:nvSpPr>
              <p:spPr>
                <a:xfrm>
                  <a:off x="9374323" y="2771475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682867ED-764B-C305-A122-7996F49C3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4323" y="2771475"/>
                  <a:ext cx="395942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CE6A1D13-427F-1764-4FDB-C4BF09F79FAE}"/>
                </a:ext>
              </a:extLst>
            </p:cNvPr>
            <p:cNvSpPr txBox="1"/>
            <p:nvPr/>
          </p:nvSpPr>
          <p:spPr>
            <a:xfrm>
              <a:off x="9350694" y="320993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783AFF23-D2E3-ED1D-E5AC-345668F29B84}"/>
                </a:ext>
              </a:extLst>
            </p:cNvPr>
            <p:cNvSpPr txBox="1"/>
            <p:nvPr/>
          </p:nvSpPr>
          <p:spPr>
            <a:xfrm>
              <a:off x="9949693" y="320993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ED53C59-B796-01E5-B575-A032B282373B}"/>
                </a:ext>
              </a:extLst>
            </p:cNvPr>
            <p:cNvSpPr/>
            <p:nvPr/>
          </p:nvSpPr>
          <p:spPr>
            <a:xfrm flipH="1">
              <a:off x="7797564" y="3434033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49094FC7-DA4F-3132-1220-E15502A8A372}"/>
                </a:ext>
              </a:extLst>
            </p:cNvPr>
            <p:cNvGrpSpPr/>
            <p:nvPr/>
          </p:nvGrpSpPr>
          <p:grpSpPr>
            <a:xfrm flipH="1">
              <a:off x="8131474" y="3116909"/>
              <a:ext cx="598449" cy="307777"/>
              <a:chOff x="1550604" y="3020176"/>
              <a:chExt cx="598449" cy="434647"/>
            </a:xfrm>
          </p:grpSpPr>
          <p:cxnSp>
            <p:nvCxnSpPr>
              <p:cNvPr id="203" name="Straight Arrow Connector 202">
                <a:extLst>
                  <a:ext uri="{FF2B5EF4-FFF2-40B4-BE49-F238E27FC236}">
                    <a16:creationId xmlns:a16="http://schemas.microsoft.com/office/drawing/2014/main" id="{6EEEF665-BC84-EA4A-4887-A31985C080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59E1FFAA-F249-C05E-795B-D372A03DE9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86B93C39-F9E7-F4F2-304F-FCD7CC973586}"/>
                </a:ext>
              </a:extLst>
            </p:cNvPr>
            <p:cNvCxnSpPr>
              <a:cxnSpLocks/>
            </p:cNvCxnSpPr>
            <p:nvPr/>
          </p:nvCxnSpPr>
          <p:spPr>
            <a:xfrm>
              <a:off x="7488536" y="3688872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6006FE78-3658-EA54-8D4D-53F685728CE2}"/>
                    </a:ext>
                  </a:extLst>
                </p:cNvPr>
                <p:cNvSpPr txBox="1"/>
                <p:nvPr/>
              </p:nvSpPr>
              <p:spPr>
                <a:xfrm flipH="1">
                  <a:off x="7101504" y="3457183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6006FE78-3658-EA54-8D4D-53F685728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101504" y="3457183"/>
                  <a:ext cx="395942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0F5C241-2F76-CBB8-172C-FAFF76AACF4C}"/>
                    </a:ext>
                  </a:extLst>
                </p:cNvPr>
                <p:cNvSpPr txBox="1"/>
                <p:nvPr/>
              </p:nvSpPr>
              <p:spPr>
                <a:xfrm flipH="1">
                  <a:off x="8004036" y="2761851"/>
                  <a:ext cx="25487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0F5C241-2F76-CBB8-172C-FAFF76AAC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004036" y="2761851"/>
                  <a:ext cx="254878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3810" r="-2381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FD9BFCBE-17CA-3508-344A-4C988277853C}"/>
                    </a:ext>
                  </a:extLst>
                </p:cNvPr>
                <p:cNvSpPr txBox="1"/>
                <p:nvPr/>
              </p:nvSpPr>
              <p:spPr>
                <a:xfrm flipH="1">
                  <a:off x="8528433" y="2768407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FD9BFCBE-17CA-3508-344A-4C9882778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528433" y="2768407"/>
                  <a:ext cx="395942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645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60EA2761-D30D-041F-6B4E-D8E38F0E2A80}"/>
                </a:ext>
              </a:extLst>
            </p:cNvPr>
            <p:cNvSpPr txBox="1"/>
            <p:nvPr/>
          </p:nvSpPr>
          <p:spPr>
            <a:xfrm flipH="1">
              <a:off x="8510631" y="3206863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9A5CAFB-7D5E-A635-697D-3B73728192BD}"/>
                </a:ext>
              </a:extLst>
            </p:cNvPr>
            <p:cNvSpPr txBox="1"/>
            <p:nvPr/>
          </p:nvSpPr>
          <p:spPr>
            <a:xfrm flipH="1">
              <a:off x="7911632" y="3206863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841898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D796-E617-5C60-E9EE-BC949CCE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1A0E8C-9659-8EFB-6799-56661E98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40E7D-F63E-F1B6-E5DA-42779882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B182F402-CE64-3062-0574-922330FC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9D09D5D-CC6A-76CC-A5E4-BCC77DA04253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If multiple occurrences are unavoidable, additional suppression is required.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292FEC-217F-FBDB-31D3-75ACA387FD25}"/>
              </a:ext>
            </a:extLst>
          </p:cNvPr>
          <p:cNvSpPr/>
          <p:nvPr/>
        </p:nvSpPr>
        <p:spPr>
          <a:xfrm>
            <a:off x="1519684" y="170225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0D7284F-BD8D-7B2D-7093-CA48B50179C4}"/>
              </a:ext>
            </a:extLst>
          </p:cNvPr>
          <p:cNvSpPr/>
          <p:nvPr/>
        </p:nvSpPr>
        <p:spPr>
          <a:xfrm>
            <a:off x="2528113" y="24461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3E4C352-CD9B-9ADE-2969-12B07DC01BA2}"/>
              </a:ext>
            </a:extLst>
          </p:cNvPr>
          <p:cNvSpPr/>
          <p:nvPr/>
        </p:nvSpPr>
        <p:spPr>
          <a:xfrm>
            <a:off x="784091" y="284094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C94D2A-EF49-2D17-D4AA-8E565FF341AA}"/>
              </a:ext>
            </a:extLst>
          </p:cNvPr>
          <p:cNvSpPr/>
          <p:nvPr/>
        </p:nvSpPr>
        <p:spPr>
          <a:xfrm>
            <a:off x="1781145" y="35823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1A932A5-D78E-9C70-6DA0-22FD1EC20297}"/>
              </a:ext>
            </a:extLst>
          </p:cNvPr>
          <p:cNvSpPr/>
          <p:nvPr/>
        </p:nvSpPr>
        <p:spPr>
          <a:xfrm>
            <a:off x="834129" y="43716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09A3722-466A-9A93-A7C2-DC36BA6D47B6}"/>
              </a:ext>
            </a:extLst>
          </p:cNvPr>
          <p:cNvCxnSpPr>
            <a:stCxn id="58" idx="2"/>
            <a:endCxn id="60" idx="0"/>
          </p:cNvCxnSpPr>
          <p:nvPr/>
        </p:nvCxnSpPr>
        <p:spPr>
          <a:xfrm flipH="1">
            <a:off x="1200260" y="2194619"/>
            <a:ext cx="735593" cy="646321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36CDEBD-0157-B7CB-8E1A-6538A22F44AB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935853" y="2194619"/>
            <a:ext cx="592260" cy="251555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CB561EF-411D-ECF4-283A-0752EA082DB3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1200260" y="3333309"/>
            <a:ext cx="50038" cy="1038353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0C6795B-6AFE-9C32-BABB-B82BDE77845B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1200260" y="3333309"/>
            <a:ext cx="598469" cy="28540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648ECEF-2CE0-74C8-B9D0-D2B2CAE6101B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2197314" y="2923889"/>
            <a:ext cx="764552" cy="65847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20090EC-346C-88C5-2234-0035931C3893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979451" y="2947336"/>
            <a:ext cx="0" cy="131373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947D404-4949-EB70-EF20-B44BD85C29B8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2067678" y="4753443"/>
            <a:ext cx="911773" cy="65419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DA36436-521B-D6C2-EF35-F42BC6042A58}"/>
                  </a:ext>
                </a:extLst>
              </p:cNvPr>
              <p:cNvSpPr txBox="1"/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A324857-A64C-8156-4474-FC01EDFD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2B14D7C-0FB5-F1AF-86C0-21EF16065A20}"/>
                  </a:ext>
                </a:extLst>
              </p:cNvPr>
              <p:cNvSpPr txBox="1"/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5D99706-6CA4-3E58-1C3A-2278ACB2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B22823D-6582-41A1-0451-008FFE037843}"/>
                  </a:ext>
                </a:extLst>
              </p:cNvPr>
              <p:cNvSpPr txBox="1"/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902FFC-4B72-938A-C610-E4C430171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F31DC1D-F329-2025-410D-ACD4004B139F}"/>
                  </a:ext>
                </a:extLst>
              </p:cNvPr>
              <p:cNvSpPr txBox="1"/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ADCF9A32-C169-4EFE-7F44-5DAA5C2B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4A7F1DE-A872-81DD-6A61-353EEE7F3A2F}"/>
                  </a:ext>
                </a:extLst>
              </p:cNvPr>
              <p:cNvSpPr txBox="1"/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496228A-8E80-844F-057A-EB18283ED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3618D3B-6741-7E5F-5496-AA8265DBB27F}"/>
                  </a:ext>
                </a:extLst>
              </p:cNvPr>
              <p:cNvSpPr txBox="1"/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EF0988C-611A-1BA8-CAF0-60F2BB6C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F871EAAD-989E-4DE5-82E3-6EFF7BEB83AD}"/>
              </a:ext>
            </a:extLst>
          </p:cNvPr>
          <p:cNvSpPr txBox="1"/>
          <p:nvPr/>
        </p:nvSpPr>
        <p:spPr>
          <a:xfrm>
            <a:off x="2348349" y="171885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6C7AB3F-59B6-A9AF-29AB-CD122A247BEB}"/>
              </a:ext>
            </a:extLst>
          </p:cNvPr>
          <p:cNvSpPr txBox="1"/>
          <p:nvPr/>
        </p:nvSpPr>
        <p:spPr>
          <a:xfrm>
            <a:off x="410570" y="485277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22996C4-45E6-706F-5044-64B8E498DBF3}"/>
              </a:ext>
            </a:extLst>
          </p:cNvPr>
          <p:cNvSpPr/>
          <p:nvPr/>
        </p:nvSpPr>
        <p:spPr>
          <a:xfrm>
            <a:off x="2563282" y="42610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BB5</a:t>
            </a:r>
            <a:endParaRPr lang="en-CN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2316A57-BC4C-B90C-ADD1-12A3E3C56FBB}"/>
              </a:ext>
            </a:extLst>
          </p:cNvPr>
          <p:cNvSpPr/>
          <p:nvPr/>
        </p:nvSpPr>
        <p:spPr>
          <a:xfrm>
            <a:off x="1651509" y="540764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BB6</a:t>
            </a:r>
            <a:endParaRPr lang="en-CN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B90440BA-CEDA-C929-5050-AAA94893C64F}"/>
              </a:ext>
            </a:extLst>
          </p:cNvPr>
          <p:cNvCxnSpPr>
            <a:cxnSpLocks/>
            <a:stCxn id="62" idx="2"/>
            <a:endCxn id="154" idx="0"/>
          </p:cNvCxnSpPr>
          <p:nvPr/>
        </p:nvCxnSpPr>
        <p:spPr>
          <a:xfrm>
            <a:off x="1250298" y="4864031"/>
            <a:ext cx="817380" cy="5436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C53D1F6-E4E7-2B0B-D5E4-D574CB41FC3E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1611115" y="4074731"/>
            <a:ext cx="586199" cy="2878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D5D35A7-7A2C-8285-1441-56B029AC3D0F}"/>
              </a:ext>
            </a:extLst>
          </p:cNvPr>
          <p:cNvCxnSpPr>
            <a:cxnSpLocks/>
            <a:stCxn id="61" idx="2"/>
            <a:endCxn id="153" idx="1"/>
          </p:cNvCxnSpPr>
          <p:nvPr/>
        </p:nvCxnSpPr>
        <p:spPr>
          <a:xfrm>
            <a:off x="2197314" y="4074731"/>
            <a:ext cx="365968" cy="43252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80A688C-7659-5D56-562F-35987CD119B4}"/>
                  </a:ext>
                </a:extLst>
              </p:cNvPr>
              <p:cNvSpPr txBox="1"/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01FB0D0-78E5-74AD-541C-2E63EACAA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3DE39B0-C0C7-9610-5E27-9622178992C3}"/>
                  </a:ext>
                </a:extLst>
              </p:cNvPr>
              <p:cNvSpPr txBox="1"/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89EA113-891C-AFFF-BF60-1D484037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Rectangle 173">
            <a:extLst>
              <a:ext uri="{FF2B5EF4-FFF2-40B4-BE49-F238E27FC236}">
                <a16:creationId xmlns:a16="http://schemas.microsoft.com/office/drawing/2014/main" id="{10F54542-5D90-A240-E652-074E35B2A757}"/>
              </a:ext>
            </a:extLst>
          </p:cNvPr>
          <p:cNvSpPr/>
          <p:nvPr/>
        </p:nvSpPr>
        <p:spPr>
          <a:xfrm>
            <a:off x="5720519" y="562707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00AFC48-C92F-10C7-9A08-0D374B689801}"/>
              </a:ext>
            </a:extLst>
          </p:cNvPr>
          <p:cNvGrpSpPr/>
          <p:nvPr/>
        </p:nvGrpSpPr>
        <p:grpSpPr>
          <a:xfrm>
            <a:off x="6063646" y="5309952"/>
            <a:ext cx="598449" cy="307777"/>
            <a:chOff x="1550604" y="3020176"/>
            <a:chExt cx="598449" cy="43464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A47FDD9F-0D76-5364-A5C4-22D4ABFD997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8E86CC72-70CA-D9B8-CAEF-455E3ACB852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D643FEE9-A9A5-255F-7517-44BB7075B22F}"/>
              </a:ext>
            </a:extLst>
          </p:cNvPr>
          <p:cNvCxnSpPr>
            <a:cxnSpLocks/>
          </p:cNvCxnSpPr>
          <p:nvPr/>
        </p:nvCxnSpPr>
        <p:spPr>
          <a:xfrm flipH="1">
            <a:off x="6996005" y="5881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71B9F633-8ED9-CFE9-5714-4A91BCED7678}"/>
                  </a:ext>
                </a:extLst>
              </p:cNvPr>
              <p:cNvSpPr txBox="1"/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71B9F633-8ED9-CFE9-5714-4A91BCED7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291A5223-068C-6439-C691-CF243D813CE1}"/>
              </a:ext>
            </a:extLst>
          </p:cNvPr>
          <p:cNvSpPr txBox="1"/>
          <p:nvPr/>
        </p:nvSpPr>
        <p:spPr>
          <a:xfrm>
            <a:off x="5845565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0C11B28-D1D0-4EF3-2837-8C7895FE39E1}"/>
              </a:ext>
            </a:extLst>
          </p:cNvPr>
          <p:cNvSpPr txBox="1"/>
          <p:nvPr/>
        </p:nvSpPr>
        <p:spPr>
          <a:xfrm>
            <a:off x="6444564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BCC9E7E-C497-E3D9-20A8-2450658E92E9}"/>
              </a:ext>
            </a:extLst>
          </p:cNvPr>
          <p:cNvSpPr/>
          <p:nvPr/>
        </p:nvSpPr>
        <p:spPr>
          <a:xfrm>
            <a:off x="6416579" y="479288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B17720A-30CB-33E6-6766-9EBE5D437BD6}"/>
              </a:ext>
            </a:extLst>
          </p:cNvPr>
          <p:cNvGrpSpPr/>
          <p:nvPr/>
        </p:nvGrpSpPr>
        <p:grpSpPr>
          <a:xfrm>
            <a:off x="6759706" y="4475765"/>
            <a:ext cx="598449" cy="307777"/>
            <a:chOff x="1550604" y="3020176"/>
            <a:chExt cx="598449" cy="434647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599C288B-9F86-6D55-34E1-8B562EA1C0D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99632108-CDD6-5604-2CBD-547BA60E20D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2BC7FD1-8471-F44A-86FA-9694AF2DF3EF}"/>
              </a:ext>
            </a:extLst>
          </p:cNvPr>
          <p:cNvCxnSpPr>
            <a:cxnSpLocks/>
          </p:cNvCxnSpPr>
          <p:nvPr/>
        </p:nvCxnSpPr>
        <p:spPr>
          <a:xfrm flipH="1">
            <a:off x="7692065" y="504772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5594784E-C196-14DA-0E17-EC0113842254}"/>
                  </a:ext>
                </a:extLst>
              </p:cNvPr>
              <p:cNvSpPr txBox="1"/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5594784E-C196-14DA-0E17-EC0113842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D133931-0998-43F3-487C-DA03546CB1FF}"/>
                  </a:ext>
                </a:extLst>
              </p:cNvPr>
              <p:cNvSpPr txBox="1"/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D133931-0998-43F3-487C-DA03546CB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A372473C-1B60-886A-A68D-4AE909175386}"/>
                  </a:ext>
                </a:extLst>
              </p:cNvPr>
              <p:cNvSpPr txBox="1"/>
              <p:nvPr/>
            </p:nvSpPr>
            <p:spPr>
              <a:xfrm>
                <a:off x="6565254" y="4127263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A372473C-1B60-886A-A68D-4AE909175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254" y="4127263"/>
                <a:ext cx="395942" cy="369332"/>
              </a:xfrm>
              <a:prstGeom prst="rect">
                <a:avLst/>
              </a:prstGeom>
              <a:blipFill>
                <a:blip r:embed="rId14"/>
                <a:stretch>
                  <a:fillRect l="-12121" r="-12121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0730C28A-B0F0-193D-938D-4AA23929EB64}"/>
              </a:ext>
            </a:extLst>
          </p:cNvPr>
          <p:cNvSpPr txBox="1"/>
          <p:nvPr/>
        </p:nvSpPr>
        <p:spPr>
          <a:xfrm>
            <a:off x="6541625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9ABA7E5-899F-A660-670D-8790C57ED92C}"/>
              </a:ext>
            </a:extLst>
          </p:cNvPr>
          <p:cNvSpPr txBox="1"/>
          <p:nvPr/>
        </p:nvSpPr>
        <p:spPr>
          <a:xfrm>
            <a:off x="7140624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CDA1D48-A1CD-D007-882B-29007F7CB08B}"/>
              </a:ext>
            </a:extLst>
          </p:cNvPr>
          <p:cNvSpPr/>
          <p:nvPr/>
        </p:nvSpPr>
        <p:spPr>
          <a:xfrm flipH="1">
            <a:off x="4988495" y="478982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7932302-01BE-86EB-DD16-B9F067739B9B}"/>
              </a:ext>
            </a:extLst>
          </p:cNvPr>
          <p:cNvGrpSpPr/>
          <p:nvPr/>
        </p:nvGrpSpPr>
        <p:grpSpPr>
          <a:xfrm flipH="1">
            <a:off x="5322405" y="4472697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FDEC0091-DF33-4841-6F4F-A2472F3FA72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E616B27-CE93-17F7-FDD9-69E7E851A54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BD7BED2C-0D35-8E6E-E434-5C7E1DBDB257}"/>
              </a:ext>
            </a:extLst>
          </p:cNvPr>
          <p:cNvCxnSpPr>
            <a:cxnSpLocks/>
          </p:cNvCxnSpPr>
          <p:nvPr/>
        </p:nvCxnSpPr>
        <p:spPr>
          <a:xfrm>
            <a:off x="4679467" y="50446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A71D518-E21B-B015-5A2C-AAC4B0E9F2AA}"/>
                  </a:ext>
                </a:extLst>
              </p:cNvPr>
              <p:cNvSpPr txBox="1"/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A71D518-E21B-B015-5A2C-AAC4B0E9F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blipFill>
                <a:blip r:embed="rId15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D7FAE6A0-EA16-BFB8-81E3-A3F730CF9E21}"/>
                  </a:ext>
                </a:extLst>
              </p:cNvPr>
              <p:cNvSpPr txBox="1"/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D7FAE6A0-EA16-BFB8-81E3-A3F730CF9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blipFill>
                <a:blip r:embed="rId16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2D7431E-B39E-5216-D950-608D9E4D729B}"/>
                  </a:ext>
                </a:extLst>
              </p:cNvPr>
              <p:cNvSpPr txBox="1"/>
              <p:nvPr/>
            </p:nvSpPr>
            <p:spPr>
              <a:xfrm flipH="1">
                <a:off x="5719364" y="4124195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2D7431E-B39E-5216-D950-608D9E4D7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19364" y="4124195"/>
                <a:ext cx="395942" cy="369332"/>
              </a:xfrm>
              <a:prstGeom prst="rect">
                <a:avLst/>
              </a:prstGeom>
              <a:blipFill>
                <a:blip r:embed="rId17"/>
                <a:stretch>
                  <a:fillRect l="-1562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90DC83DE-01CA-185A-EA68-40F681A2BC0B}"/>
              </a:ext>
            </a:extLst>
          </p:cNvPr>
          <p:cNvSpPr txBox="1"/>
          <p:nvPr/>
        </p:nvSpPr>
        <p:spPr>
          <a:xfrm flipH="1">
            <a:off x="5701562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638F348-0B2F-667A-1EAF-DFE41104E68A}"/>
              </a:ext>
            </a:extLst>
          </p:cNvPr>
          <p:cNvSpPr txBox="1"/>
          <p:nvPr/>
        </p:nvSpPr>
        <p:spPr>
          <a:xfrm flipH="1">
            <a:off x="5102563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D5536E85-CD9E-6F3F-68E7-5483FA95DD2B}"/>
              </a:ext>
            </a:extLst>
          </p:cNvPr>
          <p:cNvSpPr/>
          <p:nvPr/>
        </p:nvSpPr>
        <p:spPr>
          <a:xfrm>
            <a:off x="4712537" y="3108170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28C038-33D1-3AEA-A1D8-E26ED7EAD89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5515566" y="2797645"/>
            <a:ext cx="0" cy="310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C38B806-418D-0F4C-E2AE-3C1F6ED69547}"/>
              </a:ext>
            </a:extLst>
          </p:cNvPr>
          <p:cNvCxnSpPr>
            <a:cxnSpLocks/>
          </p:cNvCxnSpPr>
          <p:nvPr/>
        </p:nvCxnSpPr>
        <p:spPr>
          <a:xfrm>
            <a:off x="5930048" y="3546488"/>
            <a:ext cx="0" cy="5793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6D0F96-FB1A-7903-888E-944589E6FEDE}"/>
              </a:ext>
            </a:extLst>
          </p:cNvPr>
          <p:cNvCxnSpPr>
            <a:cxnSpLocks/>
          </p:cNvCxnSpPr>
          <p:nvPr/>
        </p:nvCxnSpPr>
        <p:spPr>
          <a:xfrm>
            <a:off x="5080174" y="3542316"/>
            <a:ext cx="0" cy="34531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89D76C-0A4D-5F69-07A5-0B4B6AC46CC2}"/>
              </a:ext>
            </a:extLst>
          </p:cNvPr>
          <p:cNvCxnSpPr>
            <a:cxnSpLocks/>
          </p:cNvCxnSpPr>
          <p:nvPr/>
        </p:nvCxnSpPr>
        <p:spPr>
          <a:xfrm flipH="1">
            <a:off x="6143164" y="331095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54FC84-7F23-6CB2-6038-2A31E27A6050}"/>
              </a:ext>
            </a:extLst>
          </p:cNvPr>
          <p:cNvCxnSpPr>
            <a:cxnSpLocks/>
          </p:cNvCxnSpPr>
          <p:nvPr/>
        </p:nvCxnSpPr>
        <p:spPr>
          <a:xfrm>
            <a:off x="5005324" y="3901851"/>
            <a:ext cx="13260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rapezoid 35">
            <a:extLst>
              <a:ext uri="{FF2B5EF4-FFF2-40B4-BE49-F238E27FC236}">
                <a16:creationId xmlns:a16="http://schemas.microsoft.com/office/drawing/2014/main" id="{7956FAE1-AC49-EB28-8C1C-384188AA80E3}"/>
              </a:ext>
            </a:extLst>
          </p:cNvPr>
          <p:cNvSpPr/>
          <p:nvPr/>
        </p:nvSpPr>
        <p:spPr>
          <a:xfrm>
            <a:off x="7069407" y="265223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409060-7A17-D2F1-1E91-D7781AA7C08F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7872436" y="2341707"/>
            <a:ext cx="0" cy="310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B0D9DD-597E-7501-E3FD-DD1B1CC5C89A}"/>
              </a:ext>
            </a:extLst>
          </p:cNvPr>
          <p:cNvCxnSpPr>
            <a:cxnSpLocks/>
          </p:cNvCxnSpPr>
          <p:nvPr/>
        </p:nvCxnSpPr>
        <p:spPr>
          <a:xfrm>
            <a:off x="6759706" y="3827315"/>
            <a:ext cx="0" cy="3114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1C1267-F9F4-C93E-D782-F30E31DBB191}"/>
              </a:ext>
            </a:extLst>
          </p:cNvPr>
          <p:cNvCxnSpPr>
            <a:cxnSpLocks/>
          </p:cNvCxnSpPr>
          <p:nvPr/>
        </p:nvCxnSpPr>
        <p:spPr>
          <a:xfrm>
            <a:off x="7437044" y="3086378"/>
            <a:ext cx="0" cy="34531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761A5B-5BB0-83C5-5FDF-6F5E9B1B5E23}"/>
              </a:ext>
            </a:extLst>
          </p:cNvPr>
          <p:cNvCxnSpPr>
            <a:cxnSpLocks/>
          </p:cNvCxnSpPr>
          <p:nvPr/>
        </p:nvCxnSpPr>
        <p:spPr>
          <a:xfrm flipH="1">
            <a:off x="8509866" y="285502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020C0CB-6348-5F65-B268-AF7C81B65150}"/>
              </a:ext>
            </a:extLst>
          </p:cNvPr>
          <p:cNvCxnSpPr>
            <a:cxnSpLocks/>
          </p:cNvCxnSpPr>
          <p:nvPr/>
        </p:nvCxnSpPr>
        <p:spPr>
          <a:xfrm>
            <a:off x="7362194" y="3445913"/>
            <a:ext cx="13260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58A3A7-2B14-0E4D-DCE8-95B13EAB6CAC}"/>
              </a:ext>
            </a:extLst>
          </p:cNvPr>
          <p:cNvCxnSpPr>
            <a:cxnSpLocks/>
          </p:cNvCxnSpPr>
          <p:nvPr/>
        </p:nvCxnSpPr>
        <p:spPr>
          <a:xfrm>
            <a:off x="6759706" y="3827315"/>
            <a:ext cx="153826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39DD81-870A-2B94-4C46-CF547C0E1770}"/>
              </a:ext>
            </a:extLst>
          </p:cNvPr>
          <p:cNvCxnSpPr>
            <a:cxnSpLocks/>
          </p:cNvCxnSpPr>
          <p:nvPr/>
        </p:nvCxnSpPr>
        <p:spPr>
          <a:xfrm>
            <a:off x="8294351" y="3092232"/>
            <a:ext cx="0" cy="74362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A658F15-4AC1-6C16-0727-CAED8FF84114}"/>
              </a:ext>
            </a:extLst>
          </p:cNvPr>
          <p:cNvSpPr txBox="1"/>
          <p:nvPr/>
        </p:nvSpPr>
        <p:spPr>
          <a:xfrm>
            <a:off x="9087736" y="3322881"/>
            <a:ext cx="3018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Should</a:t>
            </a:r>
            <a:r>
              <a:rPr lang="zh-CN" altLang="en-US" b="1" i="1" dirty="0"/>
              <a:t> </a:t>
            </a:r>
            <a:r>
              <a:rPr lang="en-US" altLang="zh-CN" b="1" i="1" dirty="0"/>
              <a:t>we</a:t>
            </a:r>
            <a:r>
              <a:rPr lang="zh-CN" altLang="en-US" b="1" i="1" dirty="0"/>
              <a:t> </a:t>
            </a:r>
            <a:r>
              <a:rPr lang="en-US" altLang="zh-CN" b="1" i="1" dirty="0"/>
              <a:t>suppress</a:t>
            </a:r>
            <a:r>
              <a:rPr lang="zh-CN" altLang="en-US" b="1" i="1" dirty="0"/>
              <a:t> </a:t>
            </a:r>
            <a:r>
              <a:rPr lang="en-US" altLang="zh-CN" b="1" i="1" dirty="0"/>
              <a:t>them</a:t>
            </a:r>
            <a:r>
              <a:rPr lang="zh-CN" altLang="en-US" b="1" i="1" dirty="0"/>
              <a:t> </a:t>
            </a:r>
            <a:r>
              <a:rPr lang="en-US" altLang="zh-CN" b="1" i="1" dirty="0"/>
              <a:t>separately</a:t>
            </a:r>
            <a:r>
              <a:rPr lang="zh-CN" altLang="en-US" b="1" i="1" dirty="0"/>
              <a:t>？</a:t>
            </a:r>
            <a:endParaRPr lang="en-US" altLang="zh-CN" b="1" i="1" dirty="0"/>
          </a:p>
          <a:p>
            <a:endParaRPr lang="en-US" b="1" i="1" dirty="0"/>
          </a:p>
          <a:p>
            <a:r>
              <a:rPr lang="en-US" altLang="zh-CN" b="1" i="1" dirty="0"/>
              <a:t>No.</a:t>
            </a:r>
            <a:endParaRPr lang="en-CN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A4C6A6-C33C-F5AD-C600-56B84C2DAEBD}"/>
                  </a:ext>
                </a:extLst>
              </p:cNvPr>
              <p:cNvSpPr txBox="1"/>
              <p:nvPr/>
            </p:nvSpPr>
            <p:spPr>
              <a:xfrm flipH="1">
                <a:off x="5313454" y="2428313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A4C6A6-C33C-F5AD-C600-56B84C2DA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3454" y="2428313"/>
                <a:ext cx="395942" cy="369332"/>
              </a:xfrm>
              <a:prstGeom prst="rect">
                <a:avLst/>
              </a:prstGeom>
              <a:blipFill>
                <a:blip r:embed="rId1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B63686-57C3-D788-F2DC-F93652567177}"/>
                  </a:ext>
                </a:extLst>
              </p:cNvPr>
              <p:cNvSpPr txBox="1"/>
              <p:nvPr/>
            </p:nvSpPr>
            <p:spPr>
              <a:xfrm flipH="1">
                <a:off x="7680235" y="197612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B63686-57C3-D788-F2DC-F9365256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80235" y="1976120"/>
                <a:ext cx="395942" cy="369332"/>
              </a:xfrm>
              <a:prstGeom prst="rect">
                <a:avLst/>
              </a:prstGeom>
              <a:blipFill>
                <a:blip r:embed="rId19"/>
                <a:stretch>
                  <a:fillRect l="-12500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242176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B2B0-31FB-1580-8704-D82983C82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4EBEFD-9AA8-C808-46B9-2D655EF5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42F382-F0A9-B8EB-B41D-BC7BAA78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8DAF597-4B69-010C-86B2-AD5C10CF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8922D5-3EAB-5FBC-97FE-E910BDC2CA0C}"/>
              </a:ext>
            </a:extLst>
          </p:cNvPr>
          <p:cNvSpPr/>
          <p:nvPr/>
        </p:nvSpPr>
        <p:spPr>
          <a:xfrm>
            <a:off x="1519684" y="170225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B8E6F05-1F2E-DF4C-CE18-62BA0D98DDD1}"/>
              </a:ext>
            </a:extLst>
          </p:cNvPr>
          <p:cNvSpPr/>
          <p:nvPr/>
        </p:nvSpPr>
        <p:spPr>
          <a:xfrm>
            <a:off x="2528113" y="24461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C4ED2A-0B38-4CED-9BC6-39F39F380DC0}"/>
              </a:ext>
            </a:extLst>
          </p:cNvPr>
          <p:cNvSpPr/>
          <p:nvPr/>
        </p:nvSpPr>
        <p:spPr>
          <a:xfrm>
            <a:off x="784091" y="284094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37F8D6-D282-2C41-D5C6-8892AD37A6E1}"/>
              </a:ext>
            </a:extLst>
          </p:cNvPr>
          <p:cNvSpPr/>
          <p:nvPr/>
        </p:nvSpPr>
        <p:spPr>
          <a:xfrm>
            <a:off x="1781145" y="35823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236E65-F946-8738-C65C-F936E715C5F0}"/>
              </a:ext>
            </a:extLst>
          </p:cNvPr>
          <p:cNvSpPr/>
          <p:nvPr/>
        </p:nvSpPr>
        <p:spPr>
          <a:xfrm>
            <a:off x="834129" y="43716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D44B711F-D3ED-79A2-F1DB-A8DB01A0F969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935853" y="2194619"/>
            <a:ext cx="592260" cy="251555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20A09BB-023A-9802-B02C-25590848F077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1200260" y="3333309"/>
            <a:ext cx="50038" cy="1038353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38337A6-5E88-F434-7087-48B2717B2EBF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2197314" y="2923889"/>
            <a:ext cx="764552" cy="658473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FF1D21A-8A86-324B-4FE5-1A5C8CDCF3E2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979451" y="2947336"/>
            <a:ext cx="0" cy="131373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FE4C103-9449-233E-1BB8-3FB5DC17C23D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2067678" y="4753443"/>
            <a:ext cx="911773" cy="65419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A81A8EA7-F21B-A3B4-18A4-0817A92A756C}"/>
                  </a:ext>
                </a:extLst>
              </p:cNvPr>
              <p:cNvSpPr txBox="1"/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A324857-A64C-8156-4474-FC01EDFD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013EA72-5EDC-3E4D-FFBC-E1909B198A96}"/>
                  </a:ext>
                </a:extLst>
              </p:cNvPr>
              <p:cNvSpPr txBox="1"/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5D99706-6CA4-3E58-1C3A-2278ACB2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461D4ED-BB46-06D1-B1CD-BD083A08231A}"/>
                  </a:ext>
                </a:extLst>
              </p:cNvPr>
              <p:cNvSpPr txBox="1"/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902FFC-4B72-938A-C610-E4C430171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ED616C1-DB5D-21C9-96EE-40CB924DD8E0}"/>
                  </a:ext>
                </a:extLst>
              </p:cNvPr>
              <p:cNvSpPr txBox="1"/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ADCF9A32-C169-4EFE-7F44-5DAA5C2B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A264A55-BA2E-EEAB-BC40-53CFCAF95D50}"/>
                  </a:ext>
                </a:extLst>
              </p:cNvPr>
              <p:cNvSpPr txBox="1"/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496228A-8E80-844F-057A-EB18283ED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CB588FE-8FE6-7293-4BB8-9122DD259492}"/>
                  </a:ext>
                </a:extLst>
              </p:cNvPr>
              <p:cNvSpPr txBox="1"/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EF0988C-611A-1BA8-CAF0-60F2BB6C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5763758A-AD4F-0555-855B-02FCE1A6DC35}"/>
              </a:ext>
            </a:extLst>
          </p:cNvPr>
          <p:cNvSpPr txBox="1"/>
          <p:nvPr/>
        </p:nvSpPr>
        <p:spPr>
          <a:xfrm>
            <a:off x="2348349" y="171885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224032D-5C0A-B6DF-1BDA-28202E4F81BC}"/>
              </a:ext>
            </a:extLst>
          </p:cNvPr>
          <p:cNvSpPr txBox="1"/>
          <p:nvPr/>
        </p:nvSpPr>
        <p:spPr>
          <a:xfrm>
            <a:off x="410570" y="485277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7CFB41D-18D4-F7C5-E1D6-A1FB7BE6CF5A}"/>
              </a:ext>
            </a:extLst>
          </p:cNvPr>
          <p:cNvSpPr/>
          <p:nvPr/>
        </p:nvSpPr>
        <p:spPr>
          <a:xfrm>
            <a:off x="2563282" y="42610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BB5</a:t>
            </a:r>
            <a:endParaRPr lang="en-CN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614EAA1-3307-0CAB-F628-47EC31FC6CF8}"/>
              </a:ext>
            </a:extLst>
          </p:cNvPr>
          <p:cNvSpPr/>
          <p:nvPr/>
        </p:nvSpPr>
        <p:spPr>
          <a:xfrm>
            <a:off x="1651509" y="540764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BB6</a:t>
            </a:r>
            <a:endParaRPr lang="en-CN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A74882E-D282-350F-C2D5-7D34C33BB610}"/>
              </a:ext>
            </a:extLst>
          </p:cNvPr>
          <p:cNvCxnSpPr>
            <a:cxnSpLocks/>
            <a:stCxn id="62" idx="2"/>
            <a:endCxn id="154" idx="0"/>
          </p:cNvCxnSpPr>
          <p:nvPr/>
        </p:nvCxnSpPr>
        <p:spPr>
          <a:xfrm>
            <a:off x="1250298" y="4864031"/>
            <a:ext cx="817380" cy="5436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2B4FEF4-1400-7B86-3D8C-62CBAFE48A57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1611115" y="4074731"/>
            <a:ext cx="586199" cy="2878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7487686-F5A0-E759-A564-2ACE8EB8D305}"/>
              </a:ext>
            </a:extLst>
          </p:cNvPr>
          <p:cNvCxnSpPr>
            <a:cxnSpLocks/>
            <a:stCxn id="61" idx="2"/>
            <a:endCxn id="153" idx="1"/>
          </p:cNvCxnSpPr>
          <p:nvPr/>
        </p:nvCxnSpPr>
        <p:spPr>
          <a:xfrm>
            <a:off x="2197314" y="4074731"/>
            <a:ext cx="365968" cy="43252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2AC32DA-D0AE-452B-8209-770A0BC9BFAF}"/>
                  </a:ext>
                </a:extLst>
              </p:cNvPr>
              <p:cNvSpPr txBox="1"/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01FB0D0-78E5-74AD-541C-2E63EACAA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98BDCEF8-DEB7-A16C-8154-4202C5D3B691}"/>
                  </a:ext>
                </a:extLst>
              </p:cNvPr>
              <p:cNvSpPr txBox="1"/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89EA113-891C-AFFF-BF60-1D484037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Rectangle 173">
            <a:extLst>
              <a:ext uri="{FF2B5EF4-FFF2-40B4-BE49-F238E27FC236}">
                <a16:creationId xmlns:a16="http://schemas.microsoft.com/office/drawing/2014/main" id="{1B6335E8-CA7D-A523-C50D-2B5A3E68394D}"/>
              </a:ext>
            </a:extLst>
          </p:cNvPr>
          <p:cNvSpPr/>
          <p:nvPr/>
        </p:nvSpPr>
        <p:spPr>
          <a:xfrm>
            <a:off x="5720519" y="562707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6BF71E8-D0C8-63FB-4205-AB8751036C6A}"/>
              </a:ext>
            </a:extLst>
          </p:cNvPr>
          <p:cNvGrpSpPr/>
          <p:nvPr/>
        </p:nvGrpSpPr>
        <p:grpSpPr>
          <a:xfrm>
            <a:off x="6063646" y="5309952"/>
            <a:ext cx="598449" cy="307777"/>
            <a:chOff x="1550604" y="3020176"/>
            <a:chExt cx="598449" cy="43464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E1B0F251-61DD-0F67-5BDB-5304B671B77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9BA17D01-CCB7-ABF3-32BA-0C426831D55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77292F5-1CB2-3AA4-7C14-9067302D63F9}"/>
              </a:ext>
            </a:extLst>
          </p:cNvPr>
          <p:cNvCxnSpPr>
            <a:cxnSpLocks/>
          </p:cNvCxnSpPr>
          <p:nvPr/>
        </p:nvCxnSpPr>
        <p:spPr>
          <a:xfrm flipH="1">
            <a:off x="6996005" y="5881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4038FE5-1260-70F1-9EF5-05CE63AB2FCC}"/>
                  </a:ext>
                </a:extLst>
              </p:cNvPr>
              <p:cNvSpPr txBox="1"/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4038FE5-1260-70F1-9EF5-05CE63AB2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9C65827F-E189-5494-2A83-E530D81E7B89}"/>
              </a:ext>
            </a:extLst>
          </p:cNvPr>
          <p:cNvSpPr txBox="1"/>
          <p:nvPr/>
        </p:nvSpPr>
        <p:spPr>
          <a:xfrm>
            <a:off x="5845565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E67E02F-E005-36C2-AE6F-DC23326C8CF2}"/>
              </a:ext>
            </a:extLst>
          </p:cNvPr>
          <p:cNvSpPr txBox="1"/>
          <p:nvPr/>
        </p:nvSpPr>
        <p:spPr>
          <a:xfrm>
            <a:off x="6444564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F5BA0EB-517D-AA08-2906-CBEA317B2DB2}"/>
              </a:ext>
            </a:extLst>
          </p:cNvPr>
          <p:cNvSpPr/>
          <p:nvPr/>
        </p:nvSpPr>
        <p:spPr>
          <a:xfrm>
            <a:off x="6416579" y="479288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3D06C89-8F1C-EA55-CF68-E9CCBD1AA2F9}"/>
              </a:ext>
            </a:extLst>
          </p:cNvPr>
          <p:cNvGrpSpPr/>
          <p:nvPr/>
        </p:nvGrpSpPr>
        <p:grpSpPr>
          <a:xfrm>
            <a:off x="6759706" y="4475765"/>
            <a:ext cx="598449" cy="307777"/>
            <a:chOff x="1550604" y="3020176"/>
            <a:chExt cx="598449" cy="434647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95900006-D1E0-9F81-30CE-9A15EA0F59AF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ED4201A8-F88D-3DB8-387D-116BA9D0291C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D252E281-8588-4EE1-ED2C-9C353E1CD99A}"/>
              </a:ext>
            </a:extLst>
          </p:cNvPr>
          <p:cNvCxnSpPr>
            <a:cxnSpLocks/>
          </p:cNvCxnSpPr>
          <p:nvPr/>
        </p:nvCxnSpPr>
        <p:spPr>
          <a:xfrm flipH="1">
            <a:off x="7692065" y="504772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CCF107F-A83E-7E8C-3704-EAAE88F36D0D}"/>
                  </a:ext>
                </a:extLst>
              </p:cNvPr>
              <p:cNvSpPr txBox="1"/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CCF107F-A83E-7E8C-3704-EAAE88F36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967B763-87C2-D761-EA76-32FFECCE001B}"/>
                  </a:ext>
                </a:extLst>
              </p:cNvPr>
              <p:cNvSpPr txBox="1"/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967B763-87C2-D761-EA76-32FFECCE0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47F4C21-8399-746D-E5C4-DB63EA406D6F}"/>
                  </a:ext>
                </a:extLst>
              </p:cNvPr>
              <p:cNvSpPr txBox="1"/>
              <p:nvPr/>
            </p:nvSpPr>
            <p:spPr>
              <a:xfrm>
                <a:off x="6499939" y="4127263"/>
                <a:ext cx="5385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47F4C21-8399-746D-E5C4-DB63EA406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39" y="4127263"/>
                <a:ext cx="538545" cy="369332"/>
              </a:xfrm>
              <a:prstGeom prst="rect">
                <a:avLst/>
              </a:prstGeom>
              <a:blipFill>
                <a:blip r:embed="rId14"/>
                <a:stretch>
                  <a:fillRect l="-11364" r="-2273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F142E6E9-0358-182D-29CE-05EA8792221B}"/>
              </a:ext>
            </a:extLst>
          </p:cNvPr>
          <p:cNvSpPr txBox="1"/>
          <p:nvPr/>
        </p:nvSpPr>
        <p:spPr>
          <a:xfrm>
            <a:off x="6541625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173F10E-1C26-67F4-34B2-5943FA1845D9}"/>
              </a:ext>
            </a:extLst>
          </p:cNvPr>
          <p:cNvSpPr txBox="1"/>
          <p:nvPr/>
        </p:nvSpPr>
        <p:spPr>
          <a:xfrm>
            <a:off x="7140624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C2710EE-5677-AA88-F372-ECDFBFDC07C0}"/>
              </a:ext>
            </a:extLst>
          </p:cNvPr>
          <p:cNvSpPr/>
          <p:nvPr/>
        </p:nvSpPr>
        <p:spPr>
          <a:xfrm flipH="1">
            <a:off x="4988495" y="478982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0AAB089-0354-A736-16F8-2DA750150148}"/>
              </a:ext>
            </a:extLst>
          </p:cNvPr>
          <p:cNvGrpSpPr/>
          <p:nvPr/>
        </p:nvGrpSpPr>
        <p:grpSpPr>
          <a:xfrm flipH="1">
            <a:off x="5322405" y="4472697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2733537E-6A10-869C-730D-10AB4EC449C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6C66470E-8885-EC51-7DC2-55E6B4A545C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B6E9248C-887E-6457-3E19-DF201E15E817}"/>
              </a:ext>
            </a:extLst>
          </p:cNvPr>
          <p:cNvCxnSpPr>
            <a:cxnSpLocks/>
          </p:cNvCxnSpPr>
          <p:nvPr/>
        </p:nvCxnSpPr>
        <p:spPr>
          <a:xfrm>
            <a:off x="4679467" y="50446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428B13D9-C5A4-B579-808F-E1AE60B2F266}"/>
                  </a:ext>
                </a:extLst>
              </p:cNvPr>
              <p:cNvSpPr txBox="1"/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428B13D9-C5A4-B579-808F-E1AE60B2F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blipFill>
                <a:blip r:embed="rId15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8A6BCE2B-08F2-0811-6239-392B9692F5C7}"/>
                  </a:ext>
                </a:extLst>
              </p:cNvPr>
              <p:cNvSpPr txBox="1"/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8A6BCE2B-08F2-0811-6239-392B9692F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blipFill>
                <a:blip r:embed="rId16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2E54F533-379D-E25C-EF3A-CDDB707833FB}"/>
              </a:ext>
            </a:extLst>
          </p:cNvPr>
          <p:cNvSpPr txBox="1"/>
          <p:nvPr/>
        </p:nvSpPr>
        <p:spPr>
          <a:xfrm flipH="1">
            <a:off x="5701562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FDC5029-A173-15D6-C2A1-B0D533E40632}"/>
              </a:ext>
            </a:extLst>
          </p:cNvPr>
          <p:cNvSpPr txBox="1"/>
          <p:nvPr/>
        </p:nvSpPr>
        <p:spPr>
          <a:xfrm flipH="1">
            <a:off x="5102563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3D0881-4670-824C-65AA-E72AF7532345}"/>
                  </a:ext>
                </a:extLst>
              </p:cNvPr>
              <p:cNvSpPr txBox="1"/>
              <p:nvPr/>
            </p:nvSpPr>
            <p:spPr>
              <a:xfrm>
                <a:off x="4423884" y="2084414"/>
                <a:ext cx="2192700" cy="397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C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3D0881-4670-824C-65AA-E72AF7532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884" y="2084414"/>
                <a:ext cx="2192700" cy="397673"/>
              </a:xfrm>
              <a:prstGeom prst="rect">
                <a:avLst/>
              </a:prstGeom>
              <a:blipFill>
                <a:blip r:embed="rId17"/>
                <a:stretch>
                  <a:fillRect l="-578"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7C0F56-E6E1-2981-101A-9C27F33833FA}"/>
                  </a:ext>
                </a:extLst>
              </p:cNvPr>
              <p:cNvSpPr txBox="1"/>
              <p:nvPr/>
            </p:nvSpPr>
            <p:spPr>
              <a:xfrm>
                <a:off x="4396988" y="2577013"/>
                <a:ext cx="1538682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smtClean="0">
                          <a:solidFill>
                            <a:srgbClr val="215CA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 smtClean="0">
                          <a:solidFill>
                            <a:srgbClr val="215CA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CN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7C0F56-E6E1-2981-101A-9C27F3383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988" y="2577013"/>
                <a:ext cx="1538682" cy="369909"/>
              </a:xfrm>
              <a:prstGeom prst="rect">
                <a:avLst/>
              </a:prstGeom>
              <a:blipFill>
                <a:blip r:embed="rId18"/>
                <a:stretch>
                  <a:fillRect l="-820" b="-2069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668D89-F82A-DA78-B9FF-0259E1D42CF2}"/>
                  </a:ext>
                </a:extLst>
              </p:cNvPr>
              <p:cNvSpPr txBox="1"/>
              <p:nvPr/>
            </p:nvSpPr>
            <p:spPr>
              <a:xfrm>
                <a:off x="4388024" y="3041847"/>
                <a:ext cx="1538682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C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668D89-F82A-DA78-B9FF-0259E1D42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024" y="3041847"/>
                <a:ext cx="1538682" cy="369909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47F232-D6CB-9D36-83B0-E52D709A680A}"/>
              </a:ext>
            </a:extLst>
          </p:cNvPr>
          <p:cNvCxnSpPr/>
          <p:nvPr/>
        </p:nvCxnSpPr>
        <p:spPr>
          <a:xfrm flipH="1">
            <a:off x="1200260" y="2194619"/>
            <a:ext cx="735593" cy="646321"/>
          </a:xfrm>
          <a:prstGeom prst="straightConnector1">
            <a:avLst/>
          </a:prstGeom>
          <a:ln w="57150">
            <a:solidFill>
              <a:srgbClr val="215C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F6BDC3-E07B-3D55-C360-09369AEE2154}"/>
              </a:ext>
            </a:extLst>
          </p:cNvPr>
          <p:cNvCxnSpPr>
            <a:cxnSpLocks/>
          </p:cNvCxnSpPr>
          <p:nvPr/>
        </p:nvCxnSpPr>
        <p:spPr>
          <a:xfrm>
            <a:off x="1200260" y="3333309"/>
            <a:ext cx="598469" cy="285407"/>
          </a:xfrm>
          <a:prstGeom prst="straightConnector1">
            <a:avLst/>
          </a:prstGeom>
          <a:ln w="57150">
            <a:solidFill>
              <a:srgbClr val="215C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61FE36-16BD-98C3-6E66-21625AE09207}"/>
                  </a:ext>
                </a:extLst>
              </p:cNvPr>
              <p:cNvSpPr txBox="1"/>
              <p:nvPr/>
            </p:nvSpPr>
            <p:spPr>
              <a:xfrm flipH="1">
                <a:off x="5667112" y="4124195"/>
                <a:ext cx="531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rgbClr val="215CA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61FE36-16BD-98C3-6E66-21625AE09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67112" y="4124195"/>
                <a:ext cx="531428" cy="369332"/>
              </a:xfrm>
              <a:prstGeom prst="rect">
                <a:avLst/>
              </a:prstGeom>
              <a:blipFill>
                <a:blip r:embed="rId20"/>
                <a:stretch>
                  <a:fillRect l="-11628" r="-2326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76B3F9-AA62-8153-9816-58B1CAC0A46C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A produced token </a:t>
            </a:r>
            <a:r>
              <a:rPr lang="en-US" altLang="zh-CN" b="1" dirty="0"/>
              <a:t>should</a:t>
            </a:r>
            <a:r>
              <a:rPr lang="en-US" b="1" dirty="0"/>
              <a:t> be distributed to one of the consumers, not suppressed.</a:t>
            </a:r>
          </a:p>
        </p:txBody>
      </p:sp>
    </p:spTree>
    <p:extLst>
      <p:ext uri="{BB962C8B-B14F-4D97-AF65-F5344CB8AC3E}">
        <p14:creationId xmlns:p14="http://schemas.microsoft.com/office/powerpoint/2010/main" val="4107831017"/>
      </p:ext>
    </p:extLst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A380-97B3-4703-A7A5-9F18A875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3D9D9-239D-4AA9-11AE-71DED2A7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B4FA10-2764-7380-8F6A-6C7ED651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FC04D85D-5EFC-D391-9D23-80820D85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EC3750-8DA2-163E-8474-6251A4B1D065}"/>
              </a:ext>
            </a:extLst>
          </p:cNvPr>
          <p:cNvSpPr/>
          <p:nvPr/>
        </p:nvSpPr>
        <p:spPr>
          <a:xfrm>
            <a:off x="1519684" y="170225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2B4879-323F-CA85-D603-BF125A7B53C8}"/>
              </a:ext>
            </a:extLst>
          </p:cNvPr>
          <p:cNvSpPr/>
          <p:nvPr/>
        </p:nvSpPr>
        <p:spPr>
          <a:xfrm>
            <a:off x="2528113" y="24461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5E9DB83-8784-CFEA-096F-1F0565F80251}"/>
              </a:ext>
            </a:extLst>
          </p:cNvPr>
          <p:cNvSpPr/>
          <p:nvPr/>
        </p:nvSpPr>
        <p:spPr>
          <a:xfrm>
            <a:off x="784091" y="284094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CE2B3C-72EF-4FE5-119D-E9A6574E4947}"/>
              </a:ext>
            </a:extLst>
          </p:cNvPr>
          <p:cNvSpPr/>
          <p:nvPr/>
        </p:nvSpPr>
        <p:spPr>
          <a:xfrm>
            <a:off x="1781145" y="35823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5178797-366B-63D9-BD2A-F7CC19F07D19}"/>
              </a:ext>
            </a:extLst>
          </p:cNvPr>
          <p:cNvSpPr/>
          <p:nvPr/>
        </p:nvSpPr>
        <p:spPr>
          <a:xfrm>
            <a:off x="834129" y="43716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B8F49CF-3B5A-819A-5C4B-3A8EAAAE40AC}"/>
              </a:ext>
            </a:extLst>
          </p:cNvPr>
          <p:cNvCxnSpPr>
            <a:stCxn id="58" idx="2"/>
            <a:endCxn id="60" idx="0"/>
          </p:cNvCxnSpPr>
          <p:nvPr/>
        </p:nvCxnSpPr>
        <p:spPr>
          <a:xfrm flipH="1">
            <a:off x="1200260" y="2194619"/>
            <a:ext cx="735593" cy="646321"/>
          </a:xfrm>
          <a:prstGeom prst="straightConnector1">
            <a:avLst/>
          </a:prstGeom>
          <a:ln w="57150">
            <a:solidFill>
              <a:srgbClr val="215C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45319D9-98D0-7EFA-EB50-C82F81435C6D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935853" y="2194619"/>
            <a:ext cx="592260" cy="251555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AD78E78-C3DD-2D78-B8EA-92753CD09A76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1200260" y="3333309"/>
            <a:ext cx="50038" cy="1038353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D150297-9A5F-0D87-7B12-EFF90E2A355F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1200260" y="3333309"/>
            <a:ext cx="598469" cy="285407"/>
          </a:xfrm>
          <a:prstGeom prst="straightConnector1">
            <a:avLst/>
          </a:prstGeom>
          <a:ln w="57150">
            <a:solidFill>
              <a:srgbClr val="215C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3FE693A-D54C-0D65-EC1D-3BA287BBF929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2197314" y="2923889"/>
            <a:ext cx="764552" cy="658473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952A553-11AC-328A-97B6-7DA113298F13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979451" y="2947336"/>
            <a:ext cx="0" cy="131373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8F1A4A4-5F2B-9F68-7539-2F295C5464E7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2067678" y="4753443"/>
            <a:ext cx="911773" cy="65419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034E6FE-0753-3810-E072-C903C40F99EB}"/>
                  </a:ext>
                </a:extLst>
              </p:cNvPr>
              <p:cNvSpPr txBox="1"/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A324857-A64C-8156-4474-FC01EDFD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932EB35-3AE5-D0D7-3957-B89EC19F73B6}"/>
                  </a:ext>
                </a:extLst>
              </p:cNvPr>
              <p:cNvSpPr txBox="1"/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5D99706-6CA4-3E58-1C3A-2278ACB2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FADFD05-6E85-2812-2DD7-771E1B69FFBB}"/>
                  </a:ext>
                </a:extLst>
              </p:cNvPr>
              <p:cNvSpPr txBox="1"/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902FFC-4B72-938A-C610-E4C430171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351B3FE-2E50-31CF-E0A4-4739F6209B6D}"/>
                  </a:ext>
                </a:extLst>
              </p:cNvPr>
              <p:cNvSpPr txBox="1"/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ADCF9A32-C169-4EFE-7F44-5DAA5C2B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35A7570-D820-D76B-D502-046B4AA76F33}"/>
                  </a:ext>
                </a:extLst>
              </p:cNvPr>
              <p:cNvSpPr txBox="1"/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496228A-8E80-844F-057A-EB18283ED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9C925F3-18AD-3C95-54DC-54E7D8134538}"/>
                  </a:ext>
                </a:extLst>
              </p:cNvPr>
              <p:cNvSpPr txBox="1"/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EF0988C-611A-1BA8-CAF0-60F2BB6C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9B9B11B4-EB60-4A93-918C-8FB1A837638A}"/>
              </a:ext>
            </a:extLst>
          </p:cNvPr>
          <p:cNvSpPr txBox="1"/>
          <p:nvPr/>
        </p:nvSpPr>
        <p:spPr>
          <a:xfrm>
            <a:off x="2348349" y="171885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3D1ABA1-83D1-2FB4-8598-F93823BD2F1A}"/>
              </a:ext>
            </a:extLst>
          </p:cNvPr>
          <p:cNvSpPr txBox="1"/>
          <p:nvPr/>
        </p:nvSpPr>
        <p:spPr>
          <a:xfrm>
            <a:off x="410570" y="485277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3234E40-D623-C62E-1729-E0C5D05EFB25}"/>
              </a:ext>
            </a:extLst>
          </p:cNvPr>
          <p:cNvSpPr/>
          <p:nvPr/>
        </p:nvSpPr>
        <p:spPr>
          <a:xfrm>
            <a:off x="2563282" y="42610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BB5</a:t>
            </a:r>
            <a:endParaRPr lang="en-CN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1A9AC53-84C7-D0F3-A585-834824547E8B}"/>
              </a:ext>
            </a:extLst>
          </p:cNvPr>
          <p:cNvSpPr/>
          <p:nvPr/>
        </p:nvSpPr>
        <p:spPr>
          <a:xfrm>
            <a:off x="1651509" y="540764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BB6</a:t>
            </a:r>
            <a:endParaRPr lang="en-CN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F621CFC-BFFD-DEDC-FDFC-316F1B2844DF}"/>
              </a:ext>
            </a:extLst>
          </p:cNvPr>
          <p:cNvCxnSpPr>
            <a:cxnSpLocks/>
            <a:stCxn id="62" idx="2"/>
            <a:endCxn id="154" idx="0"/>
          </p:cNvCxnSpPr>
          <p:nvPr/>
        </p:nvCxnSpPr>
        <p:spPr>
          <a:xfrm>
            <a:off x="1250298" y="4864031"/>
            <a:ext cx="817380" cy="5436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84E0AD2-052E-696F-0CC6-3D7891DFE088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1611115" y="4074731"/>
            <a:ext cx="586199" cy="2878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068AAA3-533E-7719-B19B-FC200CA38943}"/>
              </a:ext>
            </a:extLst>
          </p:cNvPr>
          <p:cNvCxnSpPr>
            <a:cxnSpLocks/>
            <a:stCxn id="61" idx="2"/>
            <a:endCxn id="153" idx="1"/>
          </p:cNvCxnSpPr>
          <p:nvPr/>
        </p:nvCxnSpPr>
        <p:spPr>
          <a:xfrm>
            <a:off x="2197314" y="4074731"/>
            <a:ext cx="365968" cy="43252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E570A76-015E-F0E7-BBC0-D5E3AC6850E3}"/>
                  </a:ext>
                </a:extLst>
              </p:cNvPr>
              <p:cNvSpPr txBox="1"/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01FB0D0-78E5-74AD-541C-2E63EACAA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01A506F-2FCC-21AC-9B76-ABD7675E91A4}"/>
                  </a:ext>
                </a:extLst>
              </p:cNvPr>
              <p:cNvSpPr txBox="1"/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89EA113-891C-AFFF-BF60-1D484037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Rectangle 173">
            <a:extLst>
              <a:ext uri="{FF2B5EF4-FFF2-40B4-BE49-F238E27FC236}">
                <a16:creationId xmlns:a16="http://schemas.microsoft.com/office/drawing/2014/main" id="{C69942EA-70CF-57FC-8A0E-6124CADB441A}"/>
              </a:ext>
            </a:extLst>
          </p:cNvPr>
          <p:cNvSpPr/>
          <p:nvPr/>
        </p:nvSpPr>
        <p:spPr>
          <a:xfrm>
            <a:off x="5720519" y="562707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CEBE1C6-544F-C4B9-FC2E-56E121BAF3B6}"/>
              </a:ext>
            </a:extLst>
          </p:cNvPr>
          <p:cNvGrpSpPr/>
          <p:nvPr/>
        </p:nvGrpSpPr>
        <p:grpSpPr>
          <a:xfrm>
            <a:off x="6063646" y="5309952"/>
            <a:ext cx="598449" cy="307777"/>
            <a:chOff x="1550604" y="3020176"/>
            <a:chExt cx="598449" cy="43464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B60E4F46-2097-0F92-AC40-5487E513186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7158DC08-F2F6-2281-B087-83252CEDA699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EF8DB94F-4DF0-E7BD-DE3A-1B28FA5B2D86}"/>
              </a:ext>
            </a:extLst>
          </p:cNvPr>
          <p:cNvCxnSpPr>
            <a:cxnSpLocks/>
          </p:cNvCxnSpPr>
          <p:nvPr/>
        </p:nvCxnSpPr>
        <p:spPr>
          <a:xfrm flipH="1">
            <a:off x="6996005" y="5881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D4EA0D4-3A89-83A4-0EB5-7B8EADE94FEA}"/>
                  </a:ext>
                </a:extLst>
              </p:cNvPr>
              <p:cNvSpPr txBox="1"/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D4EA0D4-3A89-83A4-0EB5-7B8EADE94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8B50C5CA-089B-FEEF-CE2E-0248F804E30E}"/>
              </a:ext>
            </a:extLst>
          </p:cNvPr>
          <p:cNvSpPr txBox="1"/>
          <p:nvPr/>
        </p:nvSpPr>
        <p:spPr>
          <a:xfrm>
            <a:off x="5845565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FDFB6EA-507A-D860-5DFD-8263373C75B0}"/>
              </a:ext>
            </a:extLst>
          </p:cNvPr>
          <p:cNvSpPr txBox="1"/>
          <p:nvPr/>
        </p:nvSpPr>
        <p:spPr>
          <a:xfrm>
            <a:off x="6444564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3868475-9D88-7C5E-7B71-4BD18116FA12}"/>
              </a:ext>
            </a:extLst>
          </p:cNvPr>
          <p:cNvSpPr/>
          <p:nvPr/>
        </p:nvSpPr>
        <p:spPr>
          <a:xfrm>
            <a:off x="6416579" y="479288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1B653A7-EB9A-52B1-6556-7513E69C1DC1}"/>
              </a:ext>
            </a:extLst>
          </p:cNvPr>
          <p:cNvGrpSpPr/>
          <p:nvPr/>
        </p:nvGrpSpPr>
        <p:grpSpPr>
          <a:xfrm>
            <a:off x="6759706" y="4475765"/>
            <a:ext cx="598449" cy="307777"/>
            <a:chOff x="1550604" y="3020176"/>
            <a:chExt cx="598449" cy="434647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65D223E-F4E4-5ED6-560C-72EF9000C03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6AFE4BD9-F265-E17C-1EC2-EB02F3A9597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A5CB9D26-1F36-7657-B60B-448178972E71}"/>
              </a:ext>
            </a:extLst>
          </p:cNvPr>
          <p:cNvCxnSpPr>
            <a:cxnSpLocks/>
          </p:cNvCxnSpPr>
          <p:nvPr/>
        </p:nvCxnSpPr>
        <p:spPr>
          <a:xfrm flipH="1">
            <a:off x="7692065" y="504772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548E816-4D36-213E-057A-C2E165585D5F}"/>
                  </a:ext>
                </a:extLst>
              </p:cNvPr>
              <p:cNvSpPr txBox="1"/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548E816-4D36-213E-057A-C2E165585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FC23BDD-6F30-E527-0C65-5F7FE828873B}"/>
                  </a:ext>
                </a:extLst>
              </p:cNvPr>
              <p:cNvSpPr txBox="1"/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FC23BDD-6F30-E527-0C65-5F7FE8288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00B80D22-2377-61EE-953D-2538F4A0573C}"/>
              </a:ext>
            </a:extLst>
          </p:cNvPr>
          <p:cNvSpPr txBox="1"/>
          <p:nvPr/>
        </p:nvSpPr>
        <p:spPr>
          <a:xfrm>
            <a:off x="6541625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CB94B67-B695-0CE9-616C-A3A5ACEFFE96}"/>
              </a:ext>
            </a:extLst>
          </p:cNvPr>
          <p:cNvSpPr txBox="1"/>
          <p:nvPr/>
        </p:nvSpPr>
        <p:spPr>
          <a:xfrm>
            <a:off x="7140624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B6C364F-DC12-CE4E-BB59-D9B06A88C225}"/>
              </a:ext>
            </a:extLst>
          </p:cNvPr>
          <p:cNvSpPr/>
          <p:nvPr/>
        </p:nvSpPr>
        <p:spPr>
          <a:xfrm flipH="1">
            <a:off x="4988495" y="478982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5AB680D-E342-6AC2-BE1C-2D805A498A0F}"/>
              </a:ext>
            </a:extLst>
          </p:cNvPr>
          <p:cNvGrpSpPr/>
          <p:nvPr/>
        </p:nvGrpSpPr>
        <p:grpSpPr>
          <a:xfrm flipH="1">
            <a:off x="5322405" y="4472697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0DB40A9-EE91-B169-3529-9D9D506C907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CAF9738-1D30-8ACE-C886-69BE6192F4C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08E71413-F51E-8922-FB73-DD90F91CA5E2}"/>
              </a:ext>
            </a:extLst>
          </p:cNvPr>
          <p:cNvCxnSpPr>
            <a:cxnSpLocks/>
          </p:cNvCxnSpPr>
          <p:nvPr/>
        </p:nvCxnSpPr>
        <p:spPr>
          <a:xfrm>
            <a:off x="4679467" y="50446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EB37CFC-A4F0-0C0C-46EF-B999A82A7E6D}"/>
                  </a:ext>
                </a:extLst>
              </p:cNvPr>
              <p:cNvSpPr txBox="1"/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EB37CFC-A4F0-0C0C-46EF-B999A82A7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blipFill>
                <a:blip r:embed="rId15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F1BE9AD5-8CF0-9F08-972F-D96D34D5CB41}"/>
                  </a:ext>
                </a:extLst>
              </p:cNvPr>
              <p:cNvSpPr txBox="1"/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F1BE9AD5-8CF0-9F08-972F-D96D34D5C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blipFill>
                <a:blip r:embed="rId16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17F52BD7-3E9B-B6F7-5B43-F4D23AA74ECB}"/>
              </a:ext>
            </a:extLst>
          </p:cNvPr>
          <p:cNvSpPr txBox="1"/>
          <p:nvPr/>
        </p:nvSpPr>
        <p:spPr>
          <a:xfrm flipH="1">
            <a:off x="5701562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82AB328-588C-97AB-775D-BD0B9E87FB1F}"/>
              </a:ext>
            </a:extLst>
          </p:cNvPr>
          <p:cNvSpPr txBox="1"/>
          <p:nvPr/>
        </p:nvSpPr>
        <p:spPr>
          <a:xfrm flipH="1">
            <a:off x="5102563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BDEA1509-2B68-2752-32C9-4DA58C92F4C8}"/>
              </a:ext>
            </a:extLst>
          </p:cNvPr>
          <p:cNvSpPr/>
          <p:nvPr/>
        </p:nvSpPr>
        <p:spPr>
          <a:xfrm>
            <a:off x="5563096" y="311006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DE2336-CCFE-D758-992C-6FDAC378E8B8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366125" y="2799543"/>
            <a:ext cx="0" cy="310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BEE3CD-14C8-0059-9959-2A66913DC9B1}"/>
              </a:ext>
            </a:extLst>
          </p:cNvPr>
          <p:cNvCxnSpPr>
            <a:cxnSpLocks/>
          </p:cNvCxnSpPr>
          <p:nvPr/>
        </p:nvCxnSpPr>
        <p:spPr>
          <a:xfrm>
            <a:off x="6780607" y="3548386"/>
            <a:ext cx="0" cy="5793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8F47BB-6CC7-6D6E-A3A3-3EB159C44BD8}"/>
              </a:ext>
            </a:extLst>
          </p:cNvPr>
          <p:cNvCxnSpPr>
            <a:cxnSpLocks/>
          </p:cNvCxnSpPr>
          <p:nvPr/>
        </p:nvCxnSpPr>
        <p:spPr>
          <a:xfrm>
            <a:off x="5930733" y="3544214"/>
            <a:ext cx="0" cy="5793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439B16-969F-8664-7CF2-475784FEBFA3}"/>
              </a:ext>
            </a:extLst>
          </p:cNvPr>
          <p:cNvSpPr txBox="1"/>
          <p:nvPr/>
        </p:nvSpPr>
        <p:spPr>
          <a:xfrm flipH="1">
            <a:off x="6560316" y="352114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4F8DAB-67DB-17C1-DDF9-08198D45262B}"/>
              </a:ext>
            </a:extLst>
          </p:cNvPr>
          <p:cNvSpPr txBox="1"/>
          <p:nvPr/>
        </p:nvSpPr>
        <p:spPr>
          <a:xfrm flipH="1">
            <a:off x="5704379" y="352114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0C2D72-D4D5-1AB4-C0AF-CC2199ADE2DE}"/>
              </a:ext>
            </a:extLst>
          </p:cNvPr>
          <p:cNvCxnSpPr>
            <a:cxnSpLocks/>
          </p:cNvCxnSpPr>
          <p:nvPr/>
        </p:nvCxnSpPr>
        <p:spPr>
          <a:xfrm flipH="1">
            <a:off x="7002448" y="332111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99CC5B0-8BFC-202F-2CBB-1BB06C33F238}"/>
              </a:ext>
            </a:extLst>
          </p:cNvPr>
          <p:cNvSpPr txBox="1"/>
          <p:nvPr/>
        </p:nvSpPr>
        <p:spPr>
          <a:xfrm>
            <a:off x="7311476" y="3082611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?</a:t>
            </a:r>
            <a:endParaRPr lang="en-CN" sz="2400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F8363F-9AF8-3869-7BBE-3C2BC43D1F93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A produced token </a:t>
            </a:r>
            <a:r>
              <a:rPr lang="en-US" altLang="zh-CN" b="1" dirty="0"/>
              <a:t>should</a:t>
            </a:r>
            <a:r>
              <a:rPr lang="en-US" b="1" dirty="0"/>
              <a:t> be distributed to one of the consumers, not suppressed.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5483B1-F206-80E5-40C8-D762D4354D31}"/>
                  </a:ext>
                </a:extLst>
              </p:cNvPr>
              <p:cNvSpPr txBox="1"/>
              <p:nvPr/>
            </p:nvSpPr>
            <p:spPr>
              <a:xfrm>
                <a:off x="6499939" y="4127263"/>
                <a:ext cx="5385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5483B1-F206-80E5-40C8-D762D4354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39" y="4127263"/>
                <a:ext cx="538545" cy="369332"/>
              </a:xfrm>
              <a:prstGeom prst="rect">
                <a:avLst/>
              </a:prstGeom>
              <a:blipFill>
                <a:blip r:embed="rId17"/>
                <a:stretch>
                  <a:fillRect l="-11364" r="-2273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9936EE-95AD-E61D-CF19-A2581BECC67A}"/>
                  </a:ext>
                </a:extLst>
              </p:cNvPr>
              <p:cNvSpPr txBox="1"/>
              <p:nvPr/>
            </p:nvSpPr>
            <p:spPr>
              <a:xfrm flipH="1">
                <a:off x="5667112" y="4124195"/>
                <a:ext cx="531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rgbClr val="215CA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9936EE-95AD-E61D-CF19-A2581BECC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67112" y="4124195"/>
                <a:ext cx="531428" cy="369332"/>
              </a:xfrm>
              <a:prstGeom prst="rect">
                <a:avLst/>
              </a:prstGeom>
              <a:blipFill>
                <a:blip r:embed="rId18"/>
                <a:stretch>
                  <a:fillRect l="-11628" r="-2326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20E97F-2375-8D0A-3CA3-A33254110DD4}"/>
                  </a:ext>
                </a:extLst>
              </p:cNvPr>
              <p:cNvSpPr txBox="1"/>
              <p:nvPr/>
            </p:nvSpPr>
            <p:spPr>
              <a:xfrm flipH="1">
                <a:off x="6168154" y="246791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20E97F-2375-8D0A-3CA3-A33254110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68154" y="2467919"/>
                <a:ext cx="395942" cy="369332"/>
              </a:xfrm>
              <a:prstGeom prst="rect">
                <a:avLst/>
              </a:prstGeom>
              <a:blipFill>
                <a:blip r:embed="rId19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0189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3F5F-3C66-1D6E-5EA0-311926B4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445155-A656-FED0-3DB8-05C432AE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14F1C0-88CC-6F94-094D-59D8E39A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C6F0D89-B0B5-2B2D-46DB-DC51A030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5915AE9-DCE4-9EF5-4799-3F9829D345A3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Recall:</a:t>
            </a:r>
            <a:r>
              <a:rPr lang="zh-CN" altLang="en-US" b="1" dirty="0"/>
              <a:t> </a:t>
            </a:r>
            <a:r>
              <a:rPr lang="en-US" b="1" dirty="0"/>
              <a:t>When the Algorithm Produces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Occurrences</a:t>
            </a:r>
            <a:r>
              <a:rPr lang="en-US" altLang="zh-CN" b="1" dirty="0"/>
              <a:t>?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34F4CF-B492-C222-4887-3F1FC224F1CD}"/>
                  </a:ext>
                </a:extLst>
              </p:cNvPr>
              <p:cNvSpPr txBox="1"/>
              <p:nvPr/>
            </p:nvSpPr>
            <p:spPr>
              <a:xfrm>
                <a:off x="3943324" y="1701643"/>
                <a:ext cx="7768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(Otherwise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ROBDD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would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cyclic.)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34F4CF-B492-C222-4887-3F1FC224F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701643"/>
                <a:ext cx="7768030" cy="369332"/>
              </a:xfrm>
              <a:prstGeom prst="rect">
                <a:avLst/>
              </a:prstGeom>
              <a:blipFill>
                <a:blip r:embed="rId3"/>
                <a:stretch>
                  <a:fillRect l="-489" t="-3226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A60CBD41-255B-2732-08AF-828B5469C5B3}"/>
              </a:ext>
            </a:extLst>
          </p:cNvPr>
          <p:cNvSpPr/>
          <p:nvPr/>
        </p:nvSpPr>
        <p:spPr>
          <a:xfrm>
            <a:off x="6096000" y="3709182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15214EA-2C9E-8C43-E268-2540E3AF4F46}"/>
              </a:ext>
            </a:extLst>
          </p:cNvPr>
          <p:cNvGrpSpPr/>
          <p:nvPr/>
        </p:nvGrpSpPr>
        <p:grpSpPr>
          <a:xfrm>
            <a:off x="6439127" y="3392058"/>
            <a:ext cx="598449" cy="307777"/>
            <a:chOff x="1550604" y="3020176"/>
            <a:chExt cx="598449" cy="434647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E1D5286-262E-9278-B0CD-683105BF255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8E11CC0-1018-A91E-FA85-A019E022561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515007-CF4C-EE43-D718-C9F8B9865A41}"/>
              </a:ext>
            </a:extLst>
          </p:cNvPr>
          <p:cNvCxnSpPr>
            <a:cxnSpLocks/>
          </p:cNvCxnSpPr>
          <p:nvPr/>
        </p:nvCxnSpPr>
        <p:spPr>
          <a:xfrm flipH="1">
            <a:off x="7371486" y="3964021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BCFED97-2546-1102-8DC7-7D9152AF5945}"/>
                  </a:ext>
                </a:extLst>
              </p:cNvPr>
              <p:cNvSpPr txBox="1"/>
              <p:nvPr/>
            </p:nvSpPr>
            <p:spPr>
              <a:xfrm>
                <a:off x="7775776" y="3737342"/>
                <a:ext cx="1309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BCFED97-2546-1102-8DC7-7D9152AF5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6" y="3737342"/>
                <a:ext cx="1309076" cy="369332"/>
              </a:xfrm>
              <a:prstGeom prst="rect">
                <a:avLst/>
              </a:prstGeom>
              <a:blipFill>
                <a:blip r:embed="rId7"/>
                <a:stretch>
                  <a:fillRect l="-11538" t="-26667" r="-13462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C746129-76A4-200B-68C5-5B9FC4B0793C}"/>
                  </a:ext>
                </a:extLst>
              </p:cNvPr>
              <p:cNvSpPr txBox="1"/>
              <p:nvPr/>
            </p:nvSpPr>
            <p:spPr>
              <a:xfrm>
                <a:off x="6740428" y="2977692"/>
                <a:ext cx="1306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C746129-76A4-200B-68C5-5B9FC4B07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428" y="2977692"/>
                <a:ext cx="1306896" cy="369332"/>
              </a:xfrm>
              <a:prstGeom prst="rect">
                <a:avLst/>
              </a:prstGeom>
              <a:blipFill>
                <a:blip r:embed="rId8"/>
                <a:stretch>
                  <a:fillRect l="-7692" t="-23333" r="-13462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8FE6270-1F6F-10B8-72A4-3B9E797759C0}"/>
                  </a:ext>
                </a:extLst>
              </p:cNvPr>
              <p:cNvSpPr txBox="1"/>
              <p:nvPr/>
            </p:nvSpPr>
            <p:spPr>
              <a:xfrm>
                <a:off x="5284112" y="2970530"/>
                <a:ext cx="1322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  <a:endParaRPr lang="en-CN" sz="2400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8FE6270-1F6F-10B8-72A4-3B9E7977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112" y="2970530"/>
                <a:ext cx="1322926" cy="369332"/>
              </a:xfrm>
              <a:prstGeom prst="rect">
                <a:avLst/>
              </a:prstGeom>
              <a:blipFill>
                <a:blip r:embed="rId9"/>
                <a:stretch>
                  <a:fillRect l="-7619" t="-22581" r="-12381" b="-419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23D618A5-0AD8-5582-697E-536A444F8A7B}"/>
              </a:ext>
            </a:extLst>
          </p:cNvPr>
          <p:cNvSpPr txBox="1"/>
          <p:nvPr/>
        </p:nvSpPr>
        <p:spPr>
          <a:xfrm>
            <a:off x="6221046" y="348201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2AAE63-C6DB-7760-AF59-DD06DAB2011C}"/>
              </a:ext>
            </a:extLst>
          </p:cNvPr>
          <p:cNvSpPr txBox="1"/>
          <p:nvPr/>
        </p:nvSpPr>
        <p:spPr>
          <a:xfrm>
            <a:off x="6820045" y="348201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09F9E01-9008-EFBD-3E61-E51F1B8AEA3A}"/>
                  </a:ext>
                </a:extLst>
              </p:cNvPr>
              <p:cNvSpPr txBox="1"/>
              <p:nvPr/>
            </p:nvSpPr>
            <p:spPr>
              <a:xfrm flipH="1">
                <a:off x="9151578" y="3754082"/>
                <a:ext cx="8163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∋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09F9E01-9008-EFBD-3E61-E51F1B8AE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151578" y="3754082"/>
                <a:ext cx="816377" cy="369332"/>
              </a:xfrm>
              <a:prstGeom prst="rect">
                <a:avLst/>
              </a:prstGeom>
              <a:blipFill>
                <a:blip r:embed="rId10"/>
                <a:stretch>
                  <a:fillRect l="-4615" r="-1538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7F8A3B3-B0E1-9287-28C3-5D7022379426}"/>
                  </a:ext>
                </a:extLst>
              </p:cNvPr>
              <p:cNvSpPr txBox="1"/>
              <p:nvPr/>
            </p:nvSpPr>
            <p:spPr>
              <a:xfrm flipH="1">
                <a:off x="4428028" y="3010369"/>
                <a:ext cx="74808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7F8A3B3-B0E1-9287-28C3-5D7022379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28028" y="3010369"/>
                <a:ext cx="748085" cy="369332"/>
              </a:xfrm>
              <a:prstGeom prst="rect">
                <a:avLst/>
              </a:prstGeom>
              <a:blipFill>
                <a:blip r:embed="rId11"/>
                <a:stretch>
                  <a:fillRect l="-11667" r="-10000" b="-172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TextBox 136">
            <a:extLst>
              <a:ext uri="{FF2B5EF4-FFF2-40B4-BE49-F238E27FC236}">
                <a16:creationId xmlns:a16="http://schemas.microsoft.com/office/drawing/2014/main" id="{D38398F2-F0F0-69CC-CDFB-3DF300659E19}"/>
              </a:ext>
            </a:extLst>
          </p:cNvPr>
          <p:cNvSpPr txBox="1"/>
          <p:nvPr/>
        </p:nvSpPr>
        <p:spPr>
          <a:xfrm>
            <a:off x="5744680" y="4764130"/>
            <a:ext cx="1991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algn="ctr"/>
            <a:r>
              <a:rPr lang="en-US" altLang="zh-CN" b="1" i="1" dirty="0"/>
              <a:t>Impossible.</a:t>
            </a:r>
            <a:endParaRPr lang="en-US" b="1" i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8982C9-EA5A-D16C-7C30-F0CBAD569CD9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1C036C-E990-03DA-3E3B-7D37907BD1F5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B793AD-CFED-8C60-36CD-6CD0F9CDEBB6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AAE03D4-6DFD-E197-EA1B-BF46F17F5EA5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7FB4A7-A57B-FAFE-BEB3-7E899E19AD98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3A72A455-4FB3-A741-B026-CEE600A93747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C243A4-3CD6-0E9F-5D46-FE04A954C607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AD76D8-4049-51E5-23B1-F068967B6705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4F4124-B969-39CC-8C88-206B4A5FF342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1E2C9C-1C79-812B-2E1B-5687819DBAAC}"/>
              </a:ext>
            </a:extLst>
          </p:cNvPr>
          <p:cNvCxnSpPr>
            <a:cxnSpLocks/>
            <a:stCxn id="7" idx="5"/>
            <a:endCxn id="13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459771-6675-ED3A-7814-F5536A15E7F1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5F3EA4-5C2E-2BD7-3C4F-561F33CF3F28}"/>
              </a:ext>
            </a:extLst>
          </p:cNvPr>
          <p:cNvCxnSpPr>
            <a:cxnSpLocks/>
            <a:stCxn id="12" idx="3"/>
            <a:endCxn id="9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2E0D4-AB8D-AEE1-35B5-12D2A3EDB98D}"/>
              </a:ext>
            </a:extLst>
          </p:cNvPr>
          <p:cNvCxnSpPr>
            <a:cxnSpLocks/>
            <a:stCxn id="12" idx="5"/>
            <a:endCxn id="11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3B4C1C-C1C2-EE93-9708-F95630C5A63E}"/>
              </a:ext>
            </a:extLst>
          </p:cNvPr>
          <p:cNvCxnSpPr>
            <a:cxnSpLocks/>
            <a:stCxn id="13" idx="3"/>
            <a:endCxn id="12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0DDDAB-D714-0CE8-738C-5E2A83F6599E}"/>
              </a:ext>
            </a:extLst>
          </p:cNvPr>
          <p:cNvCxnSpPr>
            <a:cxnSpLocks/>
            <a:stCxn id="13" idx="5"/>
            <a:endCxn id="11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05E6C75-EDA1-FAFA-EA78-64E6A2675136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392142-DE28-9C97-3063-A3719B8AFA0D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2C88CE-B29F-9D4F-689C-EFF42FE5598B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74609A9-CDC7-E638-139E-99BBD3AB2DBF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C6188B-1C3C-AB00-D83F-DF443411017B}"/>
              </a:ext>
            </a:extLst>
          </p:cNvPr>
          <p:cNvCxnSpPr>
            <a:cxnSpLocks/>
            <a:stCxn id="9" idx="3"/>
            <a:endCxn id="20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C6BA13-D0BE-8FAD-BCDD-DEAD4646C2E2}"/>
              </a:ext>
            </a:extLst>
          </p:cNvPr>
          <p:cNvCxnSpPr>
            <a:cxnSpLocks/>
            <a:stCxn id="9" idx="4"/>
            <a:endCxn id="21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E62524-F699-FB55-76CB-EBDB2868A76F}"/>
              </a:ext>
            </a:extLst>
          </p:cNvPr>
          <p:cNvCxnSpPr>
            <a:cxnSpLocks/>
            <a:stCxn id="20" idx="4"/>
            <a:endCxn id="2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605E2F-B3A5-1411-4046-186AF23B7C4B}"/>
              </a:ext>
            </a:extLst>
          </p:cNvPr>
          <p:cNvCxnSpPr>
            <a:cxnSpLocks/>
            <a:stCxn id="20" idx="5"/>
            <a:endCxn id="3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7CEAC1-BDC1-037D-885B-DD9E4524CE21}"/>
              </a:ext>
            </a:extLst>
          </p:cNvPr>
          <p:cNvCxnSpPr>
            <a:cxnSpLocks/>
            <a:stCxn id="21" idx="3"/>
            <a:endCxn id="20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95539C-E81D-C36C-9F11-F74C13A79792}"/>
              </a:ext>
            </a:extLst>
          </p:cNvPr>
          <p:cNvCxnSpPr>
            <a:cxnSpLocks/>
            <a:stCxn id="21" idx="5"/>
            <a:endCxn id="3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0F335E0-3C09-A22C-D818-6DEDD301C870}"/>
              </a:ext>
            </a:extLst>
          </p:cNvPr>
          <p:cNvCxnSpPr>
            <a:cxnSpLocks/>
            <a:stCxn id="11" idx="3"/>
            <a:endCxn id="22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DF9A5F-5566-EF4D-063E-8D9C2B26B0A5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0FDB9F5-9C4A-1DC6-1DB3-B491DA01640D}"/>
              </a:ext>
            </a:extLst>
          </p:cNvPr>
          <p:cNvCxnSpPr>
            <a:cxnSpLocks/>
            <a:stCxn id="22" idx="5"/>
            <a:endCxn id="23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AB3507-F0CF-35B1-D77F-B0F0FE76A6A8}"/>
              </a:ext>
            </a:extLst>
          </p:cNvPr>
          <p:cNvCxnSpPr>
            <a:cxnSpLocks/>
            <a:stCxn id="22" idx="3"/>
            <a:endCxn id="2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7ED42E-01E9-D602-A39E-EA546F05AC67}"/>
              </a:ext>
            </a:extLst>
          </p:cNvPr>
          <p:cNvCxnSpPr>
            <a:cxnSpLocks/>
            <a:stCxn id="23" idx="3"/>
            <a:endCxn id="2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DF86647-4C87-9661-EB3C-0490CCA2820E}"/>
              </a:ext>
            </a:extLst>
          </p:cNvPr>
          <p:cNvCxnSpPr>
            <a:cxnSpLocks/>
            <a:stCxn id="23" idx="4"/>
            <a:endCxn id="3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52AD9A-AB36-DF58-FF11-50316E0EFC6D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52AD9A-AB36-DF58-FF11-50316E0EF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12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78081D9-20D4-2FF5-5738-256D6393C10D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78081D9-20D4-2FF5-5738-256D6393C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1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EFE5144-2E34-0632-3E9D-9EF90F2DA4D6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EFE5144-2E34-0632-3E9D-9EF90F2DA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1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reeform 38">
            <a:extLst>
              <a:ext uri="{FF2B5EF4-FFF2-40B4-BE49-F238E27FC236}">
                <a16:creationId xmlns:a16="http://schemas.microsoft.com/office/drawing/2014/main" id="{A449AA3B-7DC8-7A63-6EA5-4AC7B9AB4E8E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DC9E19D8-5F81-5D77-6CF0-F0BCE9F03A06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Triangle 15">
            <a:extLst>
              <a:ext uri="{FF2B5EF4-FFF2-40B4-BE49-F238E27FC236}">
                <a16:creationId xmlns:a16="http://schemas.microsoft.com/office/drawing/2014/main" id="{15513D61-0679-108F-507E-8DB3DE5939AB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9A3562-43AF-497C-094C-173BF4BEF39E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0A80BB-8BF7-ACC3-2E42-3B7CA20689C3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F3097F-C1F5-8CDE-11FB-EAC07CE5430F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2BA037-0E4A-3E39-9F2E-A7D05AD9AD19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043AEA-6C04-6DE2-F004-F3A948A15D18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BCDD8DB-B5F8-5F55-9734-3EFDBE25F42F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31578123"/>
      </p:ext>
    </p:extLst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02EF-1B1B-EAE5-C62E-1FF428B8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7F653A-CEA5-E16F-371E-506D4C49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4D5BB0-DBFD-E484-DBDB-65EB0744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ADAEF293-A04E-BB35-DD14-6BF9E4E3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4471B1-90D5-D397-A749-88BE488EB3D5}"/>
              </a:ext>
            </a:extLst>
          </p:cNvPr>
          <p:cNvSpPr/>
          <p:nvPr/>
        </p:nvSpPr>
        <p:spPr>
          <a:xfrm>
            <a:off x="6096000" y="3709182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B9ECA2-C74D-D08A-1CFD-A84DAAA6CBBA}"/>
              </a:ext>
            </a:extLst>
          </p:cNvPr>
          <p:cNvGrpSpPr/>
          <p:nvPr/>
        </p:nvGrpSpPr>
        <p:grpSpPr>
          <a:xfrm>
            <a:off x="6439127" y="3392058"/>
            <a:ext cx="598449" cy="307777"/>
            <a:chOff x="1550604" y="3020176"/>
            <a:chExt cx="598449" cy="434647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64ED850-56D8-142D-4D07-1C283371A0B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96AAD8D-16D0-CC38-E497-9EA4CB3301E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D4A9CE6-EE62-A354-3E90-F762E3673365}"/>
              </a:ext>
            </a:extLst>
          </p:cNvPr>
          <p:cNvCxnSpPr>
            <a:cxnSpLocks/>
          </p:cNvCxnSpPr>
          <p:nvPr/>
        </p:nvCxnSpPr>
        <p:spPr>
          <a:xfrm flipH="1">
            <a:off x="7371486" y="3964021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2EB292-3EDE-4846-3C34-96E7224428F7}"/>
                  </a:ext>
                </a:extLst>
              </p:cNvPr>
              <p:cNvSpPr txBox="1"/>
              <p:nvPr/>
            </p:nvSpPr>
            <p:spPr>
              <a:xfrm>
                <a:off x="7775776" y="3737342"/>
                <a:ext cx="1309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2EB292-3EDE-4846-3C34-96E722442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6" y="3737342"/>
                <a:ext cx="1309076" cy="369332"/>
              </a:xfrm>
              <a:prstGeom prst="rect">
                <a:avLst/>
              </a:prstGeom>
              <a:blipFill>
                <a:blip r:embed="rId7"/>
                <a:stretch>
                  <a:fillRect l="-11538" t="-26667" r="-13462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BFDB2A6-F38F-4E4D-BD70-D402016E008D}"/>
                  </a:ext>
                </a:extLst>
              </p:cNvPr>
              <p:cNvSpPr txBox="1"/>
              <p:nvPr/>
            </p:nvSpPr>
            <p:spPr>
              <a:xfrm>
                <a:off x="6740428" y="2977692"/>
                <a:ext cx="1306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BFDB2A6-F38F-4E4D-BD70-D402016E0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428" y="2977692"/>
                <a:ext cx="1306896" cy="369332"/>
              </a:xfrm>
              <a:prstGeom prst="rect">
                <a:avLst/>
              </a:prstGeom>
              <a:blipFill>
                <a:blip r:embed="rId8"/>
                <a:stretch>
                  <a:fillRect l="-7692" t="-23333" r="-13462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0CD0E9-C6E9-34AD-784A-419C145AB2D4}"/>
                  </a:ext>
                </a:extLst>
              </p:cNvPr>
              <p:cNvSpPr txBox="1"/>
              <p:nvPr/>
            </p:nvSpPr>
            <p:spPr>
              <a:xfrm>
                <a:off x="5284112" y="2970530"/>
                <a:ext cx="1322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  <a:endParaRPr lang="en-CN" sz="2400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0CD0E9-C6E9-34AD-784A-419C145AB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112" y="2970530"/>
                <a:ext cx="1322926" cy="369332"/>
              </a:xfrm>
              <a:prstGeom prst="rect">
                <a:avLst/>
              </a:prstGeom>
              <a:blipFill>
                <a:blip r:embed="rId9"/>
                <a:stretch>
                  <a:fillRect l="-7619" t="-22581" r="-12381" b="-419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608F6C02-5034-0814-EB82-FECAA6A3EFEB}"/>
              </a:ext>
            </a:extLst>
          </p:cNvPr>
          <p:cNvSpPr txBox="1"/>
          <p:nvPr/>
        </p:nvSpPr>
        <p:spPr>
          <a:xfrm>
            <a:off x="6221046" y="348201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41C465-2238-9A25-C742-B2AC1E5A02F1}"/>
              </a:ext>
            </a:extLst>
          </p:cNvPr>
          <p:cNvSpPr txBox="1"/>
          <p:nvPr/>
        </p:nvSpPr>
        <p:spPr>
          <a:xfrm>
            <a:off x="6820045" y="348201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4E3C6DB-1EF5-EAB2-E812-81F468D2D006}"/>
              </a:ext>
            </a:extLst>
          </p:cNvPr>
          <p:cNvSpPr txBox="1"/>
          <p:nvPr/>
        </p:nvSpPr>
        <p:spPr>
          <a:xfrm>
            <a:off x="5744680" y="4764130"/>
            <a:ext cx="1991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algn="ctr"/>
            <a:r>
              <a:rPr lang="en-US" altLang="zh-CN" b="1" i="1" dirty="0"/>
              <a:t>Possible.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A8028D-866E-1B3C-D780-C9726E1FB22C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Recall:</a:t>
            </a:r>
            <a:r>
              <a:rPr lang="zh-CN" altLang="en-US" b="1" dirty="0"/>
              <a:t> </a:t>
            </a:r>
            <a:r>
              <a:rPr lang="en-US" b="1" dirty="0"/>
              <a:t>When the Algorithm Produces Single</a:t>
            </a:r>
            <a:r>
              <a:rPr lang="en-US" altLang="zh-CN" b="1" dirty="0"/>
              <a:t>-</a:t>
            </a:r>
            <a:r>
              <a:rPr lang="en-US" b="1" dirty="0"/>
              <a:t> </a:t>
            </a:r>
            <a:r>
              <a:rPr lang="en-US" altLang="zh-CN" b="1" dirty="0"/>
              <a:t>/</a:t>
            </a:r>
            <a:r>
              <a:rPr lang="zh-CN" altLang="en-US" b="1" dirty="0"/>
              <a:t> </a:t>
            </a:r>
            <a:r>
              <a:rPr lang="en-US" b="1" dirty="0"/>
              <a:t>Multiple</a:t>
            </a:r>
            <a:r>
              <a:rPr lang="en-US" altLang="zh-CN" b="1" dirty="0"/>
              <a:t>-</a:t>
            </a:r>
            <a:r>
              <a:rPr lang="en-US" b="1" dirty="0"/>
              <a:t>Occurrences</a:t>
            </a:r>
            <a:r>
              <a:rPr lang="en-US" altLang="zh-CN" b="1" dirty="0"/>
              <a:t>?</a:t>
            </a:r>
            <a:endParaRPr lang="en-US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0004C3-D134-4E03-9DE4-25BCE90663B6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8D33FA-497A-A405-9BEA-262C992C20E9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22A229-CBAB-10F4-AEC0-C40B876B85E7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414C01-4802-D2A9-35B6-8056469E21D5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B1567A-194E-CC48-7F36-0BEED389E562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49C2536-F642-3E16-FC9E-DDCDB7944BC4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5AEC6D-BE4E-B6F3-6288-9AD79E0D996A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09D2E5-F7F1-E45D-F302-08DEDAD416EA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CE4F93-FA1C-B75E-8A41-5E20FD2E4156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01F143-A130-2602-0D4A-7EEF818D8799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6928ED-F15E-5D8B-94E8-4C016AF0F64A}"/>
              </a:ext>
            </a:extLst>
          </p:cNvPr>
          <p:cNvCxnSpPr>
            <a:cxnSpLocks/>
            <a:stCxn id="8" idx="3"/>
            <a:endCxn id="13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8A2893-6567-A819-67C4-C99D3C332A94}"/>
              </a:ext>
            </a:extLst>
          </p:cNvPr>
          <p:cNvCxnSpPr>
            <a:cxnSpLocks/>
            <a:stCxn id="13" idx="3"/>
            <a:endCxn id="11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4322CC-28B5-358F-87FA-B3BF66F0F233}"/>
              </a:ext>
            </a:extLst>
          </p:cNvPr>
          <p:cNvCxnSpPr>
            <a:cxnSpLocks/>
            <a:stCxn id="13" idx="5"/>
            <a:endCxn id="12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A6D084-2886-8C4D-73DC-5C3B3E2EC80F}"/>
              </a:ext>
            </a:extLst>
          </p:cNvPr>
          <p:cNvCxnSpPr>
            <a:cxnSpLocks/>
            <a:stCxn id="14" idx="3"/>
            <a:endCxn id="13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3C8F0B-F105-663C-6606-F8E3FFD3303C}"/>
              </a:ext>
            </a:extLst>
          </p:cNvPr>
          <p:cNvCxnSpPr>
            <a:cxnSpLocks/>
            <a:stCxn id="14" idx="5"/>
            <a:endCxn id="12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81663A7-E63B-C975-6047-FC0CF00F08E8}"/>
              </a:ext>
            </a:extLst>
          </p:cNvPr>
          <p:cNvSpPr/>
          <p:nvPr/>
        </p:nvSpPr>
        <p:spPr>
          <a:xfrm>
            <a:off x="1127231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B93E65-3A73-508E-70DB-04AAAC9178F7}"/>
              </a:ext>
            </a:extLst>
          </p:cNvPr>
          <p:cNvSpPr/>
          <p:nvPr/>
        </p:nvSpPr>
        <p:spPr>
          <a:xfrm>
            <a:off x="1614735" y="436594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16337E-AE9D-A06A-3C8E-FFE7865A9E2C}"/>
              </a:ext>
            </a:extLst>
          </p:cNvPr>
          <p:cNvSpPr/>
          <p:nvPr/>
        </p:nvSpPr>
        <p:spPr>
          <a:xfrm>
            <a:off x="2441150" y="4396606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C90578-2693-A639-6F32-2F636BA6010D}"/>
              </a:ext>
            </a:extLst>
          </p:cNvPr>
          <p:cNvSpPr/>
          <p:nvPr/>
        </p:nvSpPr>
        <p:spPr>
          <a:xfrm>
            <a:off x="2944854" y="4712501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288CC6-E72D-AF91-384B-666F35A5C2E8}"/>
              </a:ext>
            </a:extLst>
          </p:cNvPr>
          <p:cNvCxnSpPr>
            <a:cxnSpLocks/>
            <a:stCxn id="11" idx="3"/>
            <a:endCxn id="21" idx="0"/>
          </p:cNvCxnSpPr>
          <p:nvPr/>
        </p:nvCxnSpPr>
        <p:spPr>
          <a:xfrm>
            <a:off x="1250901" y="4069047"/>
            <a:ext cx="38864" cy="64345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65D9C5-F514-A8AF-5CC9-5E1EEDC14442}"/>
              </a:ext>
            </a:extLst>
          </p:cNvPr>
          <p:cNvCxnSpPr>
            <a:cxnSpLocks/>
            <a:stCxn id="11" idx="4"/>
            <a:endCxn id="22" idx="1"/>
          </p:cNvCxnSpPr>
          <p:nvPr/>
        </p:nvCxnSpPr>
        <p:spPr>
          <a:xfrm>
            <a:off x="1465386" y="4157889"/>
            <a:ext cx="196954" cy="25566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D144FD-6A59-84E7-8415-7333C5A1E4E5}"/>
              </a:ext>
            </a:extLst>
          </p:cNvPr>
          <p:cNvCxnSpPr>
            <a:cxnSpLocks/>
            <a:stCxn id="21" idx="4"/>
            <a:endCxn id="3" idx="0"/>
          </p:cNvCxnSpPr>
          <p:nvPr/>
        </p:nvCxnSpPr>
        <p:spPr>
          <a:xfrm>
            <a:off x="1289765" y="5037569"/>
            <a:ext cx="34656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83EF3A-07AD-1F83-6CCA-41E84995A040}"/>
              </a:ext>
            </a:extLst>
          </p:cNvPr>
          <p:cNvCxnSpPr>
            <a:cxnSpLocks/>
            <a:stCxn id="21" idx="5"/>
            <a:endCxn id="5" idx="1"/>
          </p:cNvCxnSpPr>
          <p:nvPr/>
        </p:nvCxnSpPr>
        <p:spPr>
          <a:xfrm>
            <a:off x="1404694" y="4989964"/>
            <a:ext cx="1280599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EEA76E-62FA-69C0-F871-40C309F415ED}"/>
              </a:ext>
            </a:extLst>
          </p:cNvPr>
          <p:cNvCxnSpPr>
            <a:cxnSpLocks/>
            <a:stCxn id="22" idx="3"/>
            <a:endCxn id="21" idx="6"/>
          </p:cNvCxnSpPr>
          <p:nvPr/>
        </p:nvCxnSpPr>
        <p:spPr>
          <a:xfrm flipH="1">
            <a:off x="1452299" y="4643409"/>
            <a:ext cx="210041" cy="2316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8EA1C8-9786-77F3-5EE7-9F9557ED6DFC}"/>
              </a:ext>
            </a:extLst>
          </p:cNvPr>
          <p:cNvCxnSpPr>
            <a:cxnSpLocks/>
            <a:stCxn id="22" idx="5"/>
            <a:endCxn id="5" idx="1"/>
          </p:cNvCxnSpPr>
          <p:nvPr/>
        </p:nvCxnSpPr>
        <p:spPr>
          <a:xfrm>
            <a:off x="1892198" y="4643409"/>
            <a:ext cx="793095" cy="7645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E111A47-DE3C-28D1-DE56-1DFA464DD03A}"/>
              </a:ext>
            </a:extLst>
          </p:cNvPr>
          <p:cNvCxnSpPr>
            <a:cxnSpLocks/>
            <a:stCxn id="12" idx="3"/>
            <a:endCxn id="23" idx="0"/>
          </p:cNvCxnSpPr>
          <p:nvPr/>
        </p:nvCxnSpPr>
        <p:spPr>
          <a:xfrm flipH="1">
            <a:off x="2603684" y="4069046"/>
            <a:ext cx="188866" cy="3275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81AE7F-5EC8-B880-CA27-A8DC9E580942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>
            <a:off x="3007035" y="4157888"/>
            <a:ext cx="100353" cy="5546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9F565E-0319-2665-BB4D-49088D3A2E6E}"/>
              </a:ext>
            </a:extLst>
          </p:cNvPr>
          <p:cNvCxnSpPr>
            <a:cxnSpLocks/>
            <a:stCxn id="23" idx="5"/>
            <a:endCxn id="24" idx="1"/>
          </p:cNvCxnSpPr>
          <p:nvPr/>
        </p:nvCxnSpPr>
        <p:spPr>
          <a:xfrm>
            <a:off x="2718613" y="4674069"/>
            <a:ext cx="273846" cy="8603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31EF4E-C0AA-223B-CE5E-F3EC21EFEE2D}"/>
              </a:ext>
            </a:extLst>
          </p:cNvPr>
          <p:cNvCxnSpPr>
            <a:cxnSpLocks/>
            <a:stCxn id="23" idx="3"/>
            <a:endCxn id="3" idx="7"/>
          </p:cNvCxnSpPr>
          <p:nvPr/>
        </p:nvCxnSpPr>
        <p:spPr>
          <a:xfrm flipH="1">
            <a:off x="1850809" y="4674069"/>
            <a:ext cx="637946" cy="7339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5A6950-4578-F8D8-1FE5-09B1A6E87A33}"/>
              </a:ext>
            </a:extLst>
          </p:cNvPr>
          <p:cNvCxnSpPr>
            <a:cxnSpLocks/>
            <a:stCxn id="24" idx="3"/>
            <a:endCxn id="3" idx="7"/>
          </p:cNvCxnSpPr>
          <p:nvPr/>
        </p:nvCxnSpPr>
        <p:spPr>
          <a:xfrm flipH="1">
            <a:off x="1850809" y="4989964"/>
            <a:ext cx="1141650" cy="418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AE5F1F-C988-6D55-EEBD-593720B44D75}"/>
              </a:ext>
            </a:extLst>
          </p:cNvPr>
          <p:cNvCxnSpPr>
            <a:cxnSpLocks/>
            <a:stCxn id="24" idx="4"/>
            <a:endCxn id="5" idx="0"/>
          </p:cNvCxnSpPr>
          <p:nvPr/>
        </p:nvCxnSpPr>
        <p:spPr>
          <a:xfrm flipH="1">
            <a:off x="2899778" y="5037569"/>
            <a:ext cx="207610" cy="2815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19AC6B8-D89C-7D2C-2387-0D88D107C5B6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19AC6B8-D89C-7D2C-2387-0D88D107C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12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A9FB29-1090-F8EE-18CE-F47084E29930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A9FB29-1090-F8EE-18CE-F47084E29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1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FC1FE8-A8F7-4A69-6B97-0F4E854A01A2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FC1FE8-A8F7-4A69-6B97-0F4E854A0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1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Freeform 39">
            <a:extLst>
              <a:ext uri="{FF2B5EF4-FFF2-40B4-BE49-F238E27FC236}">
                <a16:creationId xmlns:a16="http://schemas.microsoft.com/office/drawing/2014/main" id="{FE07EB9C-25C0-DDF9-9E50-D8F530AB9655}"/>
              </a:ext>
            </a:extLst>
          </p:cNvPr>
          <p:cNvSpPr/>
          <p:nvPr/>
        </p:nvSpPr>
        <p:spPr>
          <a:xfrm>
            <a:off x="1031390" y="3429000"/>
            <a:ext cx="223310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7921854B-1A6E-F488-A002-7CEC24AC8C31}"/>
              </a:ext>
            </a:extLst>
          </p:cNvPr>
          <p:cNvSpPr/>
          <p:nvPr/>
        </p:nvSpPr>
        <p:spPr>
          <a:xfrm flipH="1">
            <a:off x="1285437" y="3429000"/>
            <a:ext cx="2136983" cy="2588575"/>
          </a:xfrm>
          <a:custGeom>
            <a:avLst/>
            <a:gdLst>
              <a:gd name="connsiteX0" fmla="*/ 418751 w 2050997"/>
              <a:gd name="connsiteY0" fmla="*/ 17092 h 2409914"/>
              <a:gd name="connsiteX1" fmla="*/ 358930 w 2050997"/>
              <a:gd name="connsiteY1" fmla="*/ 34184 h 2409914"/>
              <a:gd name="connsiteX2" fmla="*/ 307655 w 2050997"/>
              <a:gd name="connsiteY2" fmla="*/ 51275 h 2409914"/>
              <a:gd name="connsiteX3" fmla="*/ 282018 w 2050997"/>
              <a:gd name="connsiteY3" fmla="*/ 68367 h 2409914"/>
              <a:gd name="connsiteX4" fmla="*/ 230743 w 2050997"/>
              <a:gd name="connsiteY4" fmla="*/ 85458 h 2409914"/>
              <a:gd name="connsiteX5" fmla="*/ 179468 w 2050997"/>
              <a:gd name="connsiteY5" fmla="*/ 119642 h 2409914"/>
              <a:gd name="connsiteX6" fmla="*/ 153831 w 2050997"/>
              <a:gd name="connsiteY6" fmla="*/ 136733 h 2409914"/>
              <a:gd name="connsiteX7" fmla="*/ 136740 w 2050997"/>
              <a:gd name="connsiteY7" fmla="*/ 162371 h 2409914"/>
              <a:gd name="connsiteX8" fmla="*/ 94011 w 2050997"/>
              <a:gd name="connsiteY8" fmla="*/ 213645 h 2409914"/>
              <a:gd name="connsiteX9" fmla="*/ 85465 w 2050997"/>
              <a:gd name="connsiteY9" fmla="*/ 239283 h 2409914"/>
              <a:gd name="connsiteX10" fmla="*/ 68373 w 2050997"/>
              <a:gd name="connsiteY10" fmla="*/ 264920 h 2409914"/>
              <a:gd name="connsiteX11" fmla="*/ 42736 w 2050997"/>
              <a:gd name="connsiteY11" fmla="*/ 358924 h 2409914"/>
              <a:gd name="connsiteX12" fmla="*/ 25644 w 2050997"/>
              <a:gd name="connsiteY12" fmla="*/ 461473 h 2409914"/>
              <a:gd name="connsiteX13" fmla="*/ 17098 w 2050997"/>
              <a:gd name="connsiteY13" fmla="*/ 512748 h 2409914"/>
              <a:gd name="connsiteX14" fmla="*/ 8553 w 2050997"/>
              <a:gd name="connsiteY14" fmla="*/ 649481 h 2409914"/>
              <a:gd name="connsiteX15" fmla="*/ 8553 w 2050997"/>
              <a:gd name="connsiteY15" fmla="*/ 1410057 h 2409914"/>
              <a:gd name="connsiteX16" fmla="*/ 25644 w 2050997"/>
              <a:gd name="connsiteY16" fmla="*/ 1589518 h 2409914"/>
              <a:gd name="connsiteX17" fmla="*/ 34190 w 2050997"/>
              <a:gd name="connsiteY17" fmla="*/ 1717705 h 2409914"/>
              <a:gd name="connsiteX18" fmla="*/ 42736 w 2050997"/>
              <a:gd name="connsiteY18" fmla="*/ 2016808 h 2409914"/>
              <a:gd name="connsiteX19" fmla="*/ 51282 w 2050997"/>
              <a:gd name="connsiteY19" fmla="*/ 2050991 h 2409914"/>
              <a:gd name="connsiteX20" fmla="*/ 59827 w 2050997"/>
              <a:gd name="connsiteY20" fmla="*/ 2144995 h 2409914"/>
              <a:gd name="connsiteX21" fmla="*/ 76919 w 2050997"/>
              <a:gd name="connsiteY21" fmla="*/ 2196270 h 2409914"/>
              <a:gd name="connsiteX22" fmla="*/ 119648 w 2050997"/>
              <a:gd name="connsiteY22" fmla="*/ 2273182 h 2409914"/>
              <a:gd name="connsiteX23" fmla="*/ 145285 w 2050997"/>
              <a:gd name="connsiteY23" fmla="*/ 2290273 h 2409914"/>
              <a:gd name="connsiteX24" fmla="*/ 213652 w 2050997"/>
              <a:gd name="connsiteY24" fmla="*/ 2350094 h 2409914"/>
              <a:gd name="connsiteX25" fmla="*/ 264926 w 2050997"/>
              <a:gd name="connsiteY25" fmla="*/ 2367185 h 2409914"/>
              <a:gd name="connsiteX26" fmla="*/ 290564 w 2050997"/>
              <a:gd name="connsiteY26" fmla="*/ 2384277 h 2409914"/>
              <a:gd name="connsiteX27" fmla="*/ 384568 w 2050997"/>
              <a:gd name="connsiteY27" fmla="*/ 2409914 h 2409914"/>
              <a:gd name="connsiteX28" fmla="*/ 640941 w 2050997"/>
              <a:gd name="connsiteY28" fmla="*/ 2401369 h 2409914"/>
              <a:gd name="connsiteX29" fmla="*/ 803311 w 2050997"/>
              <a:gd name="connsiteY29" fmla="*/ 2392823 h 2409914"/>
              <a:gd name="connsiteX30" fmla="*/ 1128052 w 2050997"/>
              <a:gd name="connsiteY30" fmla="*/ 2401369 h 2409914"/>
              <a:gd name="connsiteX31" fmla="*/ 1239147 w 2050997"/>
              <a:gd name="connsiteY31" fmla="*/ 2409914 h 2409914"/>
              <a:gd name="connsiteX32" fmla="*/ 1939902 w 2050997"/>
              <a:gd name="connsiteY32" fmla="*/ 2392823 h 2409914"/>
              <a:gd name="connsiteX33" fmla="*/ 1999723 w 2050997"/>
              <a:gd name="connsiteY33" fmla="*/ 2384277 h 2409914"/>
              <a:gd name="connsiteX34" fmla="*/ 2025360 w 2050997"/>
              <a:gd name="connsiteY34" fmla="*/ 2375731 h 2409914"/>
              <a:gd name="connsiteX35" fmla="*/ 2033906 w 2050997"/>
              <a:gd name="connsiteY35" fmla="*/ 2350094 h 2409914"/>
              <a:gd name="connsiteX36" fmla="*/ 2042452 w 2050997"/>
              <a:gd name="connsiteY36" fmla="*/ 2264636 h 2409914"/>
              <a:gd name="connsiteX37" fmla="*/ 2050997 w 2050997"/>
              <a:gd name="connsiteY37" fmla="*/ 2213361 h 2409914"/>
              <a:gd name="connsiteX38" fmla="*/ 2042452 w 2050997"/>
              <a:gd name="connsiteY38" fmla="*/ 1854438 h 2409914"/>
              <a:gd name="connsiteX39" fmla="*/ 2025360 w 2050997"/>
              <a:gd name="connsiteY39" fmla="*/ 1794617 h 2409914"/>
              <a:gd name="connsiteX40" fmla="*/ 2016814 w 2050997"/>
              <a:gd name="connsiteY40" fmla="*/ 1760434 h 2409914"/>
              <a:gd name="connsiteX41" fmla="*/ 1956994 w 2050997"/>
              <a:gd name="connsiteY41" fmla="*/ 1683522 h 2409914"/>
              <a:gd name="connsiteX42" fmla="*/ 1905719 w 2050997"/>
              <a:gd name="connsiteY42" fmla="*/ 1666430 h 2409914"/>
              <a:gd name="connsiteX43" fmla="*/ 1837353 w 2050997"/>
              <a:gd name="connsiteY43" fmla="*/ 1649339 h 2409914"/>
              <a:gd name="connsiteX44" fmla="*/ 1786078 w 2050997"/>
              <a:gd name="connsiteY44" fmla="*/ 1632247 h 2409914"/>
              <a:gd name="connsiteX45" fmla="*/ 1760440 w 2050997"/>
              <a:gd name="connsiteY45" fmla="*/ 1623701 h 2409914"/>
              <a:gd name="connsiteX46" fmla="*/ 1734803 w 2050997"/>
              <a:gd name="connsiteY46" fmla="*/ 1606610 h 2409914"/>
              <a:gd name="connsiteX47" fmla="*/ 1674983 w 2050997"/>
              <a:gd name="connsiteY47" fmla="*/ 1589518 h 2409914"/>
              <a:gd name="connsiteX48" fmla="*/ 1649345 w 2050997"/>
              <a:gd name="connsiteY48" fmla="*/ 1580972 h 2409914"/>
              <a:gd name="connsiteX49" fmla="*/ 1615162 w 2050997"/>
              <a:gd name="connsiteY49" fmla="*/ 1572427 h 2409914"/>
              <a:gd name="connsiteX50" fmla="*/ 1563887 w 2050997"/>
              <a:gd name="connsiteY50" fmla="*/ 1555335 h 2409914"/>
              <a:gd name="connsiteX51" fmla="*/ 1538250 w 2050997"/>
              <a:gd name="connsiteY51" fmla="*/ 1546789 h 2409914"/>
              <a:gd name="connsiteX52" fmla="*/ 1512612 w 2050997"/>
              <a:gd name="connsiteY52" fmla="*/ 1529698 h 2409914"/>
              <a:gd name="connsiteX53" fmla="*/ 1461338 w 2050997"/>
              <a:gd name="connsiteY53" fmla="*/ 1512606 h 2409914"/>
              <a:gd name="connsiteX54" fmla="*/ 1435700 w 2050997"/>
              <a:gd name="connsiteY54" fmla="*/ 1495514 h 2409914"/>
              <a:gd name="connsiteX55" fmla="*/ 1375880 w 2050997"/>
              <a:gd name="connsiteY55" fmla="*/ 1478423 h 2409914"/>
              <a:gd name="connsiteX56" fmla="*/ 1350242 w 2050997"/>
              <a:gd name="connsiteY56" fmla="*/ 1461331 h 2409914"/>
              <a:gd name="connsiteX57" fmla="*/ 1298968 w 2050997"/>
              <a:gd name="connsiteY57" fmla="*/ 1444240 h 2409914"/>
              <a:gd name="connsiteX58" fmla="*/ 1273330 w 2050997"/>
              <a:gd name="connsiteY58" fmla="*/ 1427148 h 2409914"/>
              <a:gd name="connsiteX59" fmla="*/ 1247693 w 2050997"/>
              <a:gd name="connsiteY59" fmla="*/ 1418602 h 2409914"/>
              <a:gd name="connsiteX60" fmla="*/ 1196418 w 2050997"/>
              <a:gd name="connsiteY60" fmla="*/ 1384419 h 2409914"/>
              <a:gd name="connsiteX61" fmla="*/ 1170781 w 2050997"/>
              <a:gd name="connsiteY61" fmla="*/ 1367328 h 2409914"/>
              <a:gd name="connsiteX62" fmla="*/ 1145143 w 2050997"/>
              <a:gd name="connsiteY62" fmla="*/ 1341690 h 2409914"/>
              <a:gd name="connsiteX63" fmla="*/ 1128052 w 2050997"/>
              <a:gd name="connsiteY63" fmla="*/ 1316053 h 2409914"/>
              <a:gd name="connsiteX64" fmla="*/ 1102414 w 2050997"/>
              <a:gd name="connsiteY64" fmla="*/ 1298961 h 2409914"/>
              <a:gd name="connsiteX65" fmla="*/ 1085323 w 2050997"/>
              <a:gd name="connsiteY65" fmla="*/ 1247686 h 2409914"/>
              <a:gd name="connsiteX66" fmla="*/ 1042594 w 2050997"/>
              <a:gd name="connsiteY66" fmla="*/ 1170774 h 2409914"/>
              <a:gd name="connsiteX67" fmla="*/ 1034048 w 2050997"/>
              <a:gd name="connsiteY67" fmla="*/ 1110954 h 2409914"/>
              <a:gd name="connsiteX68" fmla="*/ 1025502 w 2050997"/>
              <a:gd name="connsiteY68" fmla="*/ 1085316 h 2409914"/>
              <a:gd name="connsiteX69" fmla="*/ 1016956 w 2050997"/>
              <a:gd name="connsiteY69" fmla="*/ 1034042 h 2409914"/>
              <a:gd name="connsiteX70" fmla="*/ 1008411 w 2050997"/>
              <a:gd name="connsiteY70" fmla="*/ 991313 h 2409914"/>
              <a:gd name="connsiteX71" fmla="*/ 982773 w 2050997"/>
              <a:gd name="connsiteY71" fmla="*/ 905855 h 2409914"/>
              <a:gd name="connsiteX72" fmla="*/ 957136 w 2050997"/>
              <a:gd name="connsiteY72" fmla="*/ 854580 h 2409914"/>
              <a:gd name="connsiteX73" fmla="*/ 922953 w 2050997"/>
              <a:gd name="connsiteY73" fmla="*/ 777668 h 2409914"/>
              <a:gd name="connsiteX74" fmla="*/ 905861 w 2050997"/>
              <a:gd name="connsiteY74" fmla="*/ 666572 h 2409914"/>
              <a:gd name="connsiteX75" fmla="*/ 897315 w 2050997"/>
              <a:gd name="connsiteY75" fmla="*/ 615298 h 2409914"/>
              <a:gd name="connsiteX76" fmla="*/ 880224 w 2050997"/>
              <a:gd name="connsiteY76" fmla="*/ 564023 h 2409914"/>
              <a:gd name="connsiteX77" fmla="*/ 854586 w 2050997"/>
              <a:gd name="connsiteY77" fmla="*/ 487111 h 2409914"/>
              <a:gd name="connsiteX78" fmla="*/ 846040 w 2050997"/>
              <a:gd name="connsiteY78" fmla="*/ 461473 h 2409914"/>
              <a:gd name="connsiteX79" fmla="*/ 828949 w 2050997"/>
              <a:gd name="connsiteY79" fmla="*/ 393107 h 2409914"/>
              <a:gd name="connsiteX80" fmla="*/ 820403 w 2050997"/>
              <a:gd name="connsiteY80" fmla="*/ 358924 h 2409914"/>
              <a:gd name="connsiteX81" fmla="*/ 803311 w 2050997"/>
              <a:gd name="connsiteY81" fmla="*/ 307649 h 2409914"/>
              <a:gd name="connsiteX82" fmla="*/ 777674 w 2050997"/>
              <a:gd name="connsiteY82" fmla="*/ 256374 h 2409914"/>
              <a:gd name="connsiteX83" fmla="*/ 760583 w 2050997"/>
              <a:gd name="connsiteY83" fmla="*/ 230737 h 2409914"/>
              <a:gd name="connsiteX84" fmla="*/ 752037 w 2050997"/>
              <a:gd name="connsiteY84" fmla="*/ 205099 h 2409914"/>
              <a:gd name="connsiteX85" fmla="*/ 717854 w 2050997"/>
              <a:gd name="connsiteY85" fmla="*/ 153825 h 2409914"/>
              <a:gd name="connsiteX86" fmla="*/ 709308 w 2050997"/>
              <a:gd name="connsiteY86" fmla="*/ 128187 h 2409914"/>
              <a:gd name="connsiteX87" fmla="*/ 683670 w 2050997"/>
              <a:gd name="connsiteY87" fmla="*/ 111096 h 2409914"/>
              <a:gd name="connsiteX88" fmla="*/ 675125 w 2050997"/>
              <a:gd name="connsiteY88" fmla="*/ 85458 h 2409914"/>
              <a:gd name="connsiteX89" fmla="*/ 598212 w 2050997"/>
              <a:gd name="connsiteY89" fmla="*/ 42729 h 2409914"/>
              <a:gd name="connsiteX90" fmla="*/ 572575 w 2050997"/>
              <a:gd name="connsiteY90" fmla="*/ 25638 h 2409914"/>
              <a:gd name="connsiteX91" fmla="*/ 487117 w 2050997"/>
              <a:gd name="connsiteY91" fmla="*/ 0 h 2409914"/>
              <a:gd name="connsiteX92" fmla="*/ 418751 w 2050997"/>
              <a:gd name="connsiteY92" fmla="*/ 17092 h 24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050997" h="2409914">
                <a:moveTo>
                  <a:pt x="418751" y="17092"/>
                </a:moveTo>
                <a:cubicBezTo>
                  <a:pt x="397387" y="22789"/>
                  <a:pt x="378751" y="28085"/>
                  <a:pt x="358930" y="34184"/>
                </a:cubicBezTo>
                <a:cubicBezTo>
                  <a:pt x="341711" y="39482"/>
                  <a:pt x="307655" y="51275"/>
                  <a:pt x="307655" y="51275"/>
                </a:cubicBezTo>
                <a:cubicBezTo>
                  <a:pt x="299109" y="56972"/>
                  <a:pt x="291404" y="64196"/>
                  <a:pt x="282018" y="68367"/>
                </a:cubicBezTo>
                <a:cubicBezTo>
                  <a:pt x="265555" y="75684"/>
                  <a:pt x="230743" y="85458"/>
                  <a:pt x="230743" y="85458"/>
                </a:cubicBezTo>
                <a:lnTo>
                  <a:pt x="179468" y="119642"/>
                </a:lnTo>
                <a:lnTo>
                  <a:pt x="153831" y="136733"/>
                </a:lnTo>
                <a:cubicBezTo>
                  <a:pt x="148134" y="145279"/>
                  <a:pt x="143315" y="154481"/>
                  <a:pt x="136740" y="162371"/>
                </a:cubicBezTo>
                <a:cubicBezTo>
                  <a:pt x="113112" y="190724"/>
                  <a:pt x="109925" y="181815"/>
                  <a:pt x="94011" y="213645"/>
                </a:cubicBezTo>
                <a:cubicBezTo>
                  <a:pt x="89982" y="221702"/>
                  <a:pt x="89494" y="231226"/>
                  <a:pt x="85465" y="239283"/>
                </a:cubicBezTo>
                <a:cubicBezTo>
                  <a:pt x="80872" y="248469"/>
                  <a:pt x="72544" y="255534"/>
                  <a:pt x="68373" y="264920"/>
                </a:cubicBezTo>
                <a:cubicBezTo>
                  <a:pt x="54373" y="296420"/>
                  <a:pt x="48620" y="325582"/>
                  <a:pt x="42736" y="358924"/>
                </a:cubicBezTo>
                <a:cubicBezTo>
                  <a:pt x="36713" y="393051"/>
                  <a:pt x="31341" y="427290"/>
                  <a:pt x="25644" y="461473"/>
                </a:cubicBezTo>
                <a:lnTo>
                  <a:pt x="17098" y="512748"/>
                </a:lnTo>
                <a:cubicBezTo>
                  <a:pt x="14250" y="558326"/>
                  <a:pt x="9916" y="603835"/>
                  <a:pt x="8553" y="649481"/>
                </a:cubicBezTo>
                <a:cubicBezTo>
                  <a:pt x="96" y="932809"/>
                  <a:pt x="-5464" y="1134390"/>
                  <a:pt x="8553" y="1410057"/>
                </a:cubicBezTo>
                <a:cubicBezTo>
                  <a:pt x="11604" y="1470070"/>
                  <a:pt x="21647" y="1529560"/>
                  <a:pt x="25644" y="1589518"/>
                </a:cubicBezTo>
                <a:lnTo>
                  <a:pt x="34190" y="1717705"/>
                </a:lnTo>
                <a:cubicBezTo>
                  <a:pt x="37039" y="1817406"/>
                  <a:pt x="37628" y="1917197"/>
                  <a:pt x="42736" y="2016808"/>
                </a:cubicBezTo>
                <a:cubicBezTo>
                  <a:pt x="43338" y="2028538"/>
                  <a:pt x="49730" y="2039349"/>
                  <a:pt x="51282" y="2050991"/>
                </a:cubicBezTo>
                <a:cubicBezTo>
                  <a:pt x="55440" y="2082179"/>
                  <a:pt x="54359" y="2114010"/>
                  <a:pt x="59827" y="2144995"/>
                </a:cubicBezTo>
                <a:cubicBezTo>
                  <a:pt x="62958" y="2162737"/>
                  <a:pt x="71222" y="2179178"/>
                  <a:pt x="76919" y="2196270"/>
                </a:cubicBezTo>
                <a:cubicBezTo>
                  <a:pt x="85824" y="2222985"/>
                  <a:pt x="94462" y="2256392"/>
                  <a:pt x="119648" y="2273182"/>
                </a:cubicBezTo>
                <a:lnTo>
                  <a:pt x="145285" y="2290273"/>
                </a:lnTo>
                <a:cubicBezTo>
                  <a:pt x="165225" y="2320184"/>
                  <a:pt x="170923" y="2335851"/>
                  <a:pt x="213652" y="2350094"/>
                </a:cubicBezTo>
                <a:lnTo>
                  <a:pt x="264926" y="2367185"/>
                </a:lnTo>
                <a:cubicBezTo>
                  <a:pt x="273472" y="2372882"/>
                  <a:pt x="281178" y="2380106"/>
                  <a:pt x="290564" y="2384277"/>
                </a:cubicBezTo>
                <a:cubicBezTo>
                  <a:pt x="326051" y="2400049"/>
                  <a:pt x="348010" y="2402603"/>
                  <a:pt x="384568" y="2409914"/>
                </a:cubicBezTo>
                <a:lnTo>
                  <a:pt x="640941" y="2401369"/>
                </a:lnTo>
                <a:cubicBezTo>
                  <a:pt x="695094" y="2399159"/>
                  <a:pt x="749113" y="2392823"/>
                  <a:pt x="803311" y="2392823"/>
                </a:cubicBezTo>
                <a:cubicBezTo>
                  <a:pt x="911595" y="2392823"/>
                  <a:pt x="1019805" y="2398520"/>
                  <a:pt x="1128052" y="2401369"/>
                </a:cubicBezTo>
                <a:cubicBezTo>
                  <a:pt x="1165084" y="2404217"/>
                  <a:pt x="1202006" y="2409914"/>
                  <a:pt x="1239147" y="2409914"/>
                </a:cubicBezTo>
                <a:cubicBezTo>
                  <a:pt x="1481704" y="2409914"/>
                  <a:pt x="1701556" y="2401042"/>
                  <a:pt x="1939902" y="2392823"/>
                </a:cubicBezTo>
                <a:cubicBezTo>
                  <a:pt x="1959842" y="2389974"/>
                  <a:pt x="1979971" y="2388227"/>
                  <a:pt x="1999723" y="2384277"/>
                </a:cubicBezTo>
                <a:cubicBezTo>
                  <a:pt x="2008556" y="2382510"/>
                  <a:pt x="2018990" y="2382101"/>
                  <a:pt x="2025360" y="2375731"/>
                </a:cubicBezTo>
                <a:cubicBezTo>
                  <a:pt x="2031730" y="2369361"/>
                  <a:pt x="2031057" y="2358640"/>
                  <a:pt x="2033906" y="2350094"/>
                </a:cubicBezTo>
                <a:cubicBezTo>
                  <a:pt x="2036755" y="2321608"/>
                  <a:pt x="2038901" y="2293043"/>
                  <a:pt x="2042452" y="2264636"/>
                </a:cubicBezTo>
                <a:cubicBezTo>
                  <a:pt x="2044601" y="2247442"/>
                  <a:pt x="2050997" y="2230688"/>
                  <a:pt x="2050997" y="2213361"/>
                </a:cubicBezTo>
                <a:cubicBezTo>
                  <a:pt x="2050997" y="2093686"/>
                  <a:pt x="2047650" y="1974000"/>
                  <a:pt x="2042452" y="1854438"/>
                </a:cubicBezTo>
                <a:cubicBezTo>
                  <a:pt x="2041767" y="1838685"/>
                  <a:pt x="2029915" y="1810559"/>
                  <a:pt x="2025360" y="1794617"/>
                </a:cubicBezTo>
                <a:cubicBezTo>
                  <a:pt x="2022133" y="1783324"/>
                  <a:pt x="2022067" y="1770939"/>
                  <a:pt x="2016814" y="1760434"/>
                </a:cubicBezTo>
                <a:cubicBezTo>
                  <a:pt x="2011084" y="1748974"/>
                  <a:pt x="1976472" y="1694343"/>
                  <a:pt x="1956994" y="1683522"/>
                </a:cubicBezTo>
                <a:cubicBezTo>
                  <a:pt x="1941245" y="1674773"/>
                  <a:pt x="1922811" y="1672127"/>
                  <a:pt x="1905719" y="1666430"/>
                </a:cubicBezTo>
                <a:cubicBezTo>
                  <a:pt x="1827937" y="1640503"/>
                  <a:pt x="1950778" y="1680274"/>
                  <a:pt x="1837353" y="1649339"/>
                </a:cubicBezTo>
                <a:cubicBezTo>
                  <a:pt x="1819972" y="1644599"/>
                  <a:pt x="1803170" y="1637944"/>
                  <a:pt x="1786078" y="1632247"/>
                </a:cubicBezTo>
                <a:cubicBezTo>
                  <a:pt x="1777532" y="1629398"/>
                  <a:pt x="1767935" y="1628698"/>
                  <a:pt x="1760440" y="1623701"/>
                </a:cubicBezTo>
                <a:cubicBezTo>
                  <a:pt x="1751894" y="1618004"/>
                  <a:pt x="1743989" y="1611203"/>
                  <a:pt x="1734803" y="1606610"/>
                </a:cubicBezTo>
                <a:cubicBezTo>
                  <a:pt x="1721142" y="1599779"/>
                  <a:pt x="1687762" y="1593169"/>
                  <a:pt x="1674983" y="1589518"/>
                </a:cubicBezTo>
                <a:cubicBezTo>
                  <a:pt x="1666321" y="1587043"/>
                  <a:pt x="1658007" y="1583447"/>
                  <a:pt x="1649345" y="1580972"/>
                </a:cubicBezTo>
                <a:cubicBezTo>
                  <a:pt x="1638052" y="1577746"/>
                  <a:pt x="1626412" y="1575802"/>
                  <a:pt x="1615162" y="1572427"/>
                </a:cubicBezTo>
                <a:cubicBezTo>
                  <a:pt x="1597906" y="1567250"/>
                  <a:pt x="1580979" y="1561032"/>
                  <a:pt x="1563887" y="1555335"/>
                </a:cubicBezTo>
                <a:cubicBezTo>
                  <a:pt x="1555341" y="1552486"/>
                  <a:pt x="1545745" y="1551786"/>
                  <a:pt x="1538250" y="1546789"/>
                </a:cubicBezTo>
                <a:cubicBezTo>
                  <a:pt x="1529704" y="1541092"/>
                  <a:pt x="1521998" y="1533869"/>
                  <a:pt x="1512612" y="1529698"/>
                </a:cubicBezTo>
                <a:cubicBezTo>
                  <a:pt x="1496149" y="1522381"/>
                  <a:pt x="1476328" y="1522599"/>
                  <a:pt x="1461338" y="1512606"/>
                </a:cubicBezTo>
                <a:cubicBezTo>
                  <a:pt x="1452792" y="1506909"/>
                  <a:pt x="1445141" y="1499560"/>
                  <a:pt x="1435700" y="1495514"/>
                </a:cubicBezTo>
                <a:cubicBezTo>
                  <a:pt x="1397355" y="1479081"/>
                  <a:pt x="1409149" y="1495058"/>
                  <a:pt x="1375880" y="1478423"/>
                </a:cubicBezTo>
                <a:cubicBezTo>
                  <a:pt x="1366693" y="1473830"/>
                  <a:pt x="1359628" y="1465502"/>
                  <a:pt x="1350242" y="1461331"/>
                </a:cubicBezTo>
                <a:cubicBezTo>
                  <a:pt x="1333779" y="1454014"/>
                  <a:pt x="1298968" y="1444240"/>
                  <a:pt x="1298968" y="1444240"/>
                </a:cubicBezTo>
                <a:cubicBezTo>
                  <a:pt x="1290422" y="1438543"/>
                  <a:pt x="1282517" y="1431741"/>
                  <a:pt x="1273330" y="1427148"/>
                </a:cubicBezTo>
                <a:cubicBezTo>
                  <a:pt x="1265273" y="1423119"/>
                  <a:pt x="1255567" y="1422977"/>
                  <a:pt x="1247693" y="1418602"/>
                </a:cubicBezTo>
                <a:cubicBezTo>
                  <a:pt x="1229736" y="1408626"/>
                  <a:pt x="1213510" y="1395813"/>
                  <a:pt x="1196418" y="1384419"/>
                </a:cubicBezTo>
                <a:cubicBezTo>
                  <a:pt x="1187872" y="1378722"/>
                  <a:pt x="1178043" y="1374590"/>
                  <a:pt x="1170781" y="1367328"/>
                </a:cubicBezTo>
                <a:cubicBezTo>
                  <a:pt x="1162235" y="1358782"/>
                  <a:pt x="1152880" y="1350975"/>
                  <a:pt x="1145143" y="1341690"/>
                </a:cubicBezTo>
                <a:cubicBezTo>
                  <a:pt x="1138568" y="1333800"/>
                  <a:pt x="1135314" y="1323315"/>
                  <a:pt x="1128052" y="1316053"/>
                </a:cubicBezTo>
                <a:cubicBezTo>
                  <a:pt x="1120789" y="1308790"/>
                  <a:pt x="1110960" y="1304658"/>
                  <a:pt x="1102414" y="1298961"/>
                </a:cubicBezTo>
                <a:cubicBezTo>
                  <a:pt x="1096717" y="1281869"/>
                  <a:pt x="1095317" y="1262676"/>
                  <a:pt x="1085323" y="1247686"/>
                </a:cubicBezTo>
                <a:cubicBezTo>
                  <a:pt x="1046143" y="1188917"/>
                  <a:pt x="1057636" y="1215899"/>
                  <a:pt x="1042594" y="1170774"/>
                </a:cubicBezTo>
                <a:cubicBezTo>
                  <a:pt x="1039745" y="1150834"/>
                  <a:pt x="1037998" y="1130705"/>
                  <a:pt x="1034048" y="1110954"/>
                </a:cubicBezTo>
                <a:cubicBezTo>
                  <a:pt x="1032281" y="1102121"/>
                  <a:pt x="1027456" y="1094110"/>
                  <a:pt x="1025502" y="1085316"/>
                </a:cubicBezTo>
                <a:cubicBezTo>
                  <a:pt x="1021743" y="1068402"/>
                  <a:pt x="1020055" y="1051090"/>
                  <a:pt x="1016956" y="1034042"/>
                </a:cubicBezTo>
                <a:cubicBezTo>
                  <a:pt x="1014358" y="1019751"/>
                  <a:pt x="1011562" y="1005492"/>
                  <a:pt x="1008411" y="991313"/>
                </a:cubicBezTo>
                <a:cubicBezTo>
                  <a:pt x="1004430" y="973398"/>
                  <a:pt x="989875" y="916509"/>
                  <a:pt x="982773" y="905855"/>
                </a:cubicBezTo>
                <a:cubicBezTo>
                  <a:pt x="933786" y="832370"/>
                  <a:pt x="992522" y="925351"/>
                  <a:pt x="957136" y="854580"/>
                </a:cubicBezTo>
                <a:cubicBezTo>
                  <a:pt x="935361" y="811032"/>
                  <a:pt x="933977" y="843808"/>
                  <a:pt x="922953" y="777668"/>
                </a:cubicBezTo>
                <a:cubicBezTo>
                  <a:pt x="901634" y="649755"/>
                  <a:pt x="927857" y="809539"/>
                  <a:pt x="905861" y="666572"/>
                </a:cubicBezTo>
                <a:cubicBezTo>
                  <a:pt x="903226" y="649446"/>
                  <a:pt x="901517" y="632108"/>
                  <a:pt x="897315" y="615298"/>
                </a:cubicBezTo>
                <a:cubicBezTo>
                  <a:pt x="892945" y="597820"/>
                  <a:pt x="885921" y="581115"/>
                  <a:pt x="880224" y="564023"/>
                </a:cubicBezTo>
                <a:lnTo>
                  <a:pt x="854586" y="487111"/>
                </a:lnTo>
                <a:cubicBezTo>
                  <a:pt x="851737" y="478565"/>
                  <a:pt x="848225" y="470212"/>
                  <a:pt x="846040" y="461473"/>
                </a:cubicBezTo>
                <a:lnTo>
                  <a:pt x="828949" y="393107"/>
                </a:lnTo>
                <a:cubicBezTo>
                  <a:pt x="826100" y="381713"/>
                  <a:pt x="824117" y="370066"/>
                  <a:pt x="820403" y="358924"/>
                </a:cubicBezTo>
                <a:cubicBezTo>
                  <a:pt x="814706" y="341832"/>
                  <a:pt x="813304" y="322640"/>
                  <a:pt x="803311" y="307649"/>
                </a:cubicBezTo>
                <a:cubicBezTo>
                  <a:pt x="754332" y="234179"/>
                  <a:pt x="813054" y="327136"/>
                  <a:pt x="777674" y="256374"/>
                </a:cubicBezTo>
                <a:cubicBezTo>
                  <a:pt x="773081" y="247188"/>
                  <a:pt x="765176" y="239923"/>
                  <a:pt x="760583" y="230737"/>
                </a:cubicBezTo>
                <a:cubicBezTo>
                  <a:pt x="756554" y="222680"/>
                  <a:pt x="756412" y="212974"/>
                  <a:pt x="752037" y="205099"/>
                </a:cubicBezTo>
                <a:cubicBezTo>
                  <a:pt x="742061" y="187143"/>
                  <a:pt x="724350" y="173312"/>
                  <a:pt x="717854" y="153825"/>
                </a:cubicBezTo>
                <a:cubicBezTo>
                  <a:pt x="715005" y="145279"/>
                  <a:pt x="714936" y="135221"/>
                  <a:pt x="709308" y="128187"/>
                </a:cubicBezTo>
                <a:cubicBezTo>
                  <a:pt x="702892" y="120167"/>
                  <a:pt x="692216" y="116793"/>
                  <a:pt x="683670" y="111096"/>
                </a:cubicBezTo>
                <a:cubicBezTo>
                  <a:pt x="680822" y="102550"/>
                  <a:pt x="681495" y="91828"/>
                  <a:pt x="675125" y="85458"/>
                </a:cubicBezTo>
                <a:cubicBezTo>
                  <a:pt x="621240" y="31572"/>
                  <a:pt x="641195" y="64220"/>
                  <a:pt x="598212" y="42729"/>
                </a:cubicBezTo>
                <a:cubicBezTo>
                  <a:pt x="589026" y="38136"/>
                  <a:pt x="581960" y="29809"/>
                  <a:pt x="572575" y="25638"/>
                </a:cubicBezTo>
                <a:cubicBezTo>
                  <a:pt x="545824" y="13749"/>
                  <a:pt x="515527" y="7103"/>
                  <a:pt x="487117" y="0"/>
                </a:cubicBezTo>
                <a:cubicBezTo>
                  <a:pt x="433140" y="17993"/>
                  <a:pt x="440115" y="11395"/>
                  <a:pt x="418751" y="170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Triangle 15">
            <a:extLst>
              <a:ext uri="{FF2B5EF4-FFF2-40B4-BE49-F238E27FC236}">
                <a16:creationId xmlns:a16="http://schemas.microsoft.com/office/drawing/2014/main" id="{7DAA463C-AEB2-94AF-32EC-3EE709240281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A47C53-94E9-9820-A988-DF0AA433ED1D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583FE4-4AE1-2AF3-CCB1-DCAB0BFFB547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358052-9C25-2418-C34E-B643CC0600C0}"/>
              </a:ext>
            </a:extLst>
          </p:cNvPr>
          <p:cNvSpPr txBox="1"/>
          <p:nvPr/>
        </p:nvSpPr>
        <p:spPr>
          <a:xfrm>
            <a:off x="1563396" y="432722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g1</a:t>
            </a:r>
            <a:endParaRPr lang="en-C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7FA715-71F3-1282-7E57-ECED42CF8703}"/>
              </a:ext>
            </a:extLst>
          </p:cNvPr>
          <p:cNvSpPr txBox="1"/>
          <p:nvPr/>
        </p:nvSpPr>
        <p:spPr>
          <a:xfrm>
            <a:off x="1067028" y="4666567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g2</a:t>
            </a:r>
            <a:endParaRPr lang="en-CN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E3F0CF4-4F79-75B8-7980-2432146BAB8D}"/>
              </a:ext>
            </a:extLst>
          </p:cNvPr>
          <p:cNvSpPr txBox="1"/>
          <p:nvPr/>
        </p:nvSpPr>
        <p:spPr>
          <a:xfrm>
            <a:off x="2392544" y="437717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h1</a:t>
            </a:r>
            <a:endParaRPr lang="en-CN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8B2D07B-8A16-5556-470F-463218E0A3F9}"/>
              </a:ext>
            </a:extLst>
          </p:cNvPr>
          <p:cNvSpPr txBox="1"/>
          <p:nvPr/>
        </p:nvSpPr>
        <p:spPr>
          <a:xfrm>
            <a:off x="2896222" y="469036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h2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EFCB5D-3718-51ED-DEDA-7EA46705BE47}"/>
                  </a:ext>
                </a:extLst>
              </p:cNvPr>
              <p:cNvSpPr txBox="1"/>
              <p:nvPr/>
            </p:nvSpPr>
            <p:spPr>
              <a:xfrm>
                <a:off x="3943324" y="1701643"/>
                <a:ext cx="7768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(Otherwise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ROBDD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would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cyclic.)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EFCB5D-3718-51ED-DEDA-7EA46705B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701643"/>
                <a:ext cx="7768030" cy="369332"/>
              </a:xfrm>
              <a:prstGeom prst="rect">
                <a:avLst/>
              </a:prstGeom>
              <a:blipFill>
                <a:blip r:embed="rId15"/>
                <a:stretch>
                  <a:fillRect l="-489" t="-3226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D00E99-DA9F-AD75-EAD9-3079EC32E23A}"/>
                  </a:ext>
                </a:extLst>
              </p:cNvPr>
              <p:cNvSpPr txBox="1"/>
              <p:nvPr/>
            </p:nvSpPr>
            <p:spPr>
              <a:xfrm flipH="1">
                <a:off x="8138765" y="3010369"/>
                <a:ext cx="8163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∋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D00E99-DA9F-AD75-EAD9-3079EC32E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138765" y="3010369"/>
                <a:ext cx="816377" cy="369332"/>
              </a:xfrm>
              <a:prstGeom prst="rect">
                <a:avLst/>
              </a:prstGeom>
              <a:blipFill>
                <a:blip r:embed="rId16"/>
                <a:stretch>
                  <a:fillRect l="-4545" r="-1515" b="-172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C780C8-B7CA-D74D-EC5A-1FCC4180E8BE}"/>
                  </a:ext>
                </a:extLst>
              </p:cNvPr>
              <p:cNvSpPr txBox="1"/>
              <p:nvPr/>
            </p:nvSpPr>
            <p:spPr>
              <a:xfrm flipH="1">
                <a:off x="4428028" y="3010369"/>
                <a:ext cx="74808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C780C8-B7CA-D74D-EC5A-1FCC4180E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28028" y="3010369"/>
                <a:ext cx="748085" cy="369332"/>
              </a:xfrm>
              <a:prstGeom prst="rect">
                <a:avLst/>
              </a:prstGeom>
              <a:blipFill>
                <a:blip r:embed="rId17"/>
                <a:stretch>
                  <a:fillRect l="-11667" r="-10000" b="-172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194516"/>
      </p:ext>
    </p:extLst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0BBE-979C-6355-2959-C6B8893D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1873F7-C0C5-F2FC-28FA-88992180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5DBD95-AAE8-F9D2-3C19-D3657618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1D955765-D7DC-3D51-CF55-05CDE4C5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16D3560-D5A8-4576-4FF4-F29FFCECE8BE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i="1" dirty="0"/>
              <a:t>f</a:t>
            </a:r>
            <a:r>
              <a:rPr lang="en-US" altLang="zh-CN" b="1" dirty="0"/>
              <a:t>-subtree</a:t>
            </a:r>
            <a:r>
              <a:rPr lang="zh-CN" altLang="en-US" b="1" dirty="0"/>
              <a:t> </a:t>
            </a:r>
            <a:r>
              <a:rPr lang="en-US" altLang="zh-CN" b="1" dirty="0"/>
              <a:t>decides</a:t>
            </a:r>
            <a:r>
              <a:rPr lang="zh-CN" altLang="en-US" b="1" dirty="0"/>
              <a:t> </a:t>
            </a:r>
            <a:r>
              <a:rPr lang="en-US" altLang="zh-CN" b="1" dirty="0"/>
              <a:t>which</a:t>
            </a:r>
            <a:r>
              <a:rPr lang="zh-CN" altLang="en-US" b="1" dirty="0"/>
              <a:t> </a:t>
            </a:r>
            <a:r>
              <a:rPr lang="en-US" altLang="zh-CN" b="1" dirty="0"/>
              <a:t>occurrence</a:t>
            </a:r>
            <a:r>
              <a:rPr lang="zh-CN" altLang="en-US" b="1" dirty="0"/>
              <a:t> </a:t>
            </a:r>
            <a:r>
              <a:rPr lang="en-US" altLang="zh-CN" b="1" dirty="0"/>
              <a:t>to</a:t>
            </a:r>
            <a:r>
              <a:rPr lang="zh-CN" altLang="en-US" b="1" dirty="0"/>
              <a:t> </a:t>
            </a:r>
            <a:r>
              <a:rPr lang="en-US" altLang="zh-CN" b="1" dirty="0"/>
              <a:t>send.</a:t>
            </a:r>
            <a:r>
              <a:rPr lang="zh-CN" altLang="en-US" b="1" dirty="0"/>
              <a:t> 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D9C37E-3044-7E75-1A95-B2D54FB7DED8}"/>
              </a:ext>
            </a:extLst>
          </p:cNvPr>
          <p:cNvSpPr/>
          <p:nvPr/>
        </p:nvSpPr>
        <p:spPr>
          <a:xfrm>
            <a:off x="1519684" y="170225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41C0797-3202-FBE1-BD9A-B2710F549932}"/>
              </a:ext>
            </a:extLst>
          </p:cNvPr>
          <p:cNvSpPr/>
          <p:nvPr/>
        </p:nvSpPr>
        <p:spPr>
          <a:xfrm>
            <a:off x="2528113" y="24461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F87D83E-CD07-EFA3-BE76-998189F68997}"/>
              </a:ext>
            </a:extLst>
          </p:cNvPr>
          <p:cNvSpPr/>
          <p:nvPr/>
        </p:nvSpPr>
        <p:spPr>
          <a:xfrm>
            <a:off x="784091" y="284094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47F0D3-C74F-1F7E-9638-1D75D82190A7}"/>
              </a:ext>
            </a:extLst>
          </p:cNvPr>
          <p:cNvSpPr/>
          <p:nvPr/>
        </p:nvSpPr>
        <p:spPr>
          <a:xfrm>
            <a:off x="1781145" y="35823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9B161B-45CD-E2DA-BEBD-02AA8A74A40F}"/>
              </a:ext>
            </a:extLst>
          </p:cNvPr>
          <p:cNvSpPr/>
          <p:nvPr/>
        </p:nvSpPr>
        <p:spPr>
          <a:xfrm>
            <a:off x="834129" y="437166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2B717A0-67A3-9EAC-49E7-EB9402C6A9E1}"/>
              </a:ext>
            </a:extLst>
          </p:cNvPr>
          <p:cNvCxnSpPr>
            <a:stCxn id="58" idx="2"/>
            <a:endCxn id="60" idx="0"/>
          </p:cNvCxnSpPr>
          <p:nvPr/>
        </p:nvCxnSpPr>
        <p:spPr>
          <a:xfrm flipH="1">
            <a:off x="1200260" y="2194619"/>
            <a:ext cx="735593" cy="646321"/>
          </a:xfrm>
          <a:prstGeom prst="straightConnector1">
            <a:avLst/>
          </a:prstGeom>
          <a:ln w="57150">
            <a:solidFill>
              <a:srgbClr val="215C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D0E9886B-6559-2F57-238D-83F88211D9E2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935853" y="2194619"/>
            <a:ext cx="592260" cy="251555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203E8F7-B202-4662-BD15-CD7B4E460544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1200260" y="3333309"/>
            <a:ext cx="50038" cy="1038353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8211921-CCD3-60E7-D999-6681F7D903F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1200260" y="3333309"/>
            <a:ext cx="598469" cy="285407"/>
          </a:xfrm>
          <a:prstGeom prst="straightConnector1">
            <a:avLst/>
          </a:prstGeom>
          <a:ln w="57150">
            <a:solidFill>
              <a:srgbClr val="215C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BAA276B-C282-3880-4BF4-A99517C40E2C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2197314" y="2923889"/>
            <a:ext cx="764552" cy="658473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7B0BEAA-B220-08D2-9DAD-0612CCD03291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979451" y="2947336"/>
            <a:ext cx="0" cy="131373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8CCC33E-FF82-CCDA-C559-E2DE9F461DEA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2067678" y="4753443"/>
            <a:ext cx="911773" cy="65419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F35D0B4-DD03-5FC2-21FF-71729AC29F14}"/>
                  </a:ext>
                </a:extLst>
              </p:cNvPr>
              <p:cNvSpPr txBox="1"/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A324857-A64C-8156-4474-FC01EDFD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191" y="2059711"/>
                <a:ext cx="470000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33FE2D9-3B31-3600-3543-6457CA1AEDEE}"/>
                  </a:ext>
                </a:extLst>
              </p:cNvPr>
              <p:cNvSpPr txBox="1"/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5D99706-6CA4-3E58-1C3A-2278ACB2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80" y="2203708"/>
                <a:ext cx="470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D665E81C-5078-7C8F-A4D2-AF33F45DAC73}"/>
                  </a:ext>
                </a:extLst>
              </p:cNvPr>
              <p:cNvSpPr txBox="1"/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902FFC-4B72-938A-C610-E4C430171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66" y="2996527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A7601F2-00A2-2A75-5AFE-07621F1B32E3}"/>
                  </a:ext>
                </a:extLst>
              </p:cNvPr>
              <p:cNvSpPr txBox="1"/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ADCF9A32-C169-4EFE-7F44-5DAA5C2B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125" y="2902458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B1D7D45-5493-74B1-EB1F-21579C876F17}"/>
                  </a:ext>
                </a:extLst>
              </p:cNvPr>
              <p:cNvSpPr txBox="1"/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496228A-8E80-844F-057A-EB18283ED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25" y="3183695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3693262-DCF8-560C-CA94-64448342E40B}"/>
                  </a:ext>
                </a:extLst>
              </p:cNvPr>
              <p:cNvSpPr txBox="1"/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EF0988C-611A-1BA8-CAF0-60F2BB6C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8" y="3457983"/>
                <a:ext cx="4828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FFF8ACE2-0B46-B290-6BF8-125C296668BF}"/>
              </a:ext>
            </a:extLst>
          </p:cNvPr>
          <p:cNvSpPr txBox="1"/>
          <p:nvPr/>
        </p:nvSpPr>
        <p:spPr>
          <a:xfrm>
            <a:off x="2348349" y="171885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296682F-7ED5-CB51-17B0-42D7F8AA566F}"/>
              </a:ext>
            </a:extLst>
          </p:cNvPr>
          <p:cNvSpPr txBox="1"/>
          <p:nvPr/>
        </p:nvSpPr>
        <p:spPr>
          <a:xfrm>
            <a:off x="410570" y="485277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A6D93B4-02A7-3D73-7654-5081E924130B}"/>
              </a:ext>
            </a:extLst>
          </p:cNvPr>
          <p:cNvSpPr/>
          <p:nvPr/>
        </p:nvSpPr>
        <p:spPr>
          <a:xfrm>
            <a:off x="2563282" y="426107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BB5</a:t>
            </a:r>
            <a:endParaRPr lang="en-CN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9B27F0F-26E4-1AB4-BE90-C14CF898A5B9}"/>
              </a:ext>
            </a:extLst>
          </p:cNvPr>
          <p:cNvSpPr/>
          <p:nvPr/>
        </p:nvSpPr>
        <p:spPr>
          <a:xfrm>
            <a:off x="1651509" y="5407642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BB6</a:t>
            </a:r>
            <a:endParaRPr lang="en-CN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34F020C-AF0B-6C44-64FA-0FF8BF44CD6A}"/>
              </a:ext>
            </a:extLst>
          </p:cNvPr>
          <p:cNvCxnSpPr>
            <a:cxnSpLocks/>
            <a:stCxn id="62" idx="2"/>
            <a:endCxn id="154" idx="0"/>
          </p:cNvCxnSpPr>
          <p:nvPr/>
        </p:nvCxnSpPr>
        <p:spPr>
          <a:xfrm>
            <a:off x="1250298" y="4864031"/>
            <a:ext cx="817380" cy="5436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A0DC241-EE18-6E40-1F76-739EF1EF0FD3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1611115" y="4074731"/>
            <a:ext cx="586199" cy="2878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EEBD204-BFE8-8F08-2D42-74B5ADD415C4}"/>
              </a:ext>
            </a:extLst>
          </p:cNvPr>
          <p:cNvCxnSpPr>
            <a:cxnSpLocks/>
            <a:stCxn id="61" idx="2"/>
            <a:endCxn id="153" idx="1"/>
          </p:cNvCxnSpPr>
          <p:nvPr/>
        </p:nvCxnSpPr>
        <p:spPr>
          <a:xfrm>
            <a:off x="2197314" y="4074731"/>
            <a:ext cx="365968" cy="43252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AC8C8A2-4F86-1387-2EB9-2A605B94A98A}"/>
                  </a:ext>
                </a:extLst>
              </p:cNvPr>
              <p:cNvSpPr txBox="1"/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01FB0D0-78E5-74AD-541C-2E63EACAA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16" y="4206280"/>
                <a:ext cx="482824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8E8E94A4-8C73-6DC2-441A-9B0640B4D972}"/>
                  </a:ext>
                </a:extLst>
              </p:cNvPr>
              <p:cNvSpPr txBox="1"/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89EA113-891C-AFFF-BF60-1D484037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455" y="3957537"/>
                <a:ext cx="48282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Rectangle 173">
            <a:extLst>
              <a:ext uri="{FF2B5EF4-FFF2-40B4-BE49-F238E27FC236}">
                <a16:creationId xmlns:a16="http://schemas.microsoft.com/office/drawing/2014/main" id="{437234BB-A74E-DE50-68A1-064F98D667EF}"/>
              </a:ext>
            </a:extLst>
          </p:cNvPr>
          <p:cNvSpPr/>
          <p:nvPr/>
        </p:nvSpPr>
        <p:spPr>
          <a:xfrm>
            <a:off x="5720519" y="562707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856271C-E61D-70DB-4E0D-90F1EA548E5A}"/>
              </a:ext>
            </a:extLst>
          </p:cNvPr>
          <p:cNvGrpSpPr/>
          <p:nvPr/>
        </p:nvGrpSpPr>
        <p:grpSpPr>
          <a:xfrm>
            <a:off x="6063646" y="5309952"/>
            <a:ext cx="598449" cy="307777"/>
            <a:chOff x="1550604" y="3020176"/>
            <a:chExt cx="598449" cy="43464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CE420537-C89B-800B-FCCE-4C7C5A8D0F1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8381DB52-C7D0-1496-A840-40283B7BC24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489F975-68EA-049D-BE1D-EA57CD149342}"/>
              </a:ext>
            </a:extLst>
          </p:cNvPr>
          <p:cNvCxnSpPr>
            <a:cxnSpLocks/>
          </p:cNvCxnSpPr>
          <p:nvPr/>
        </p:nvCxnSpPr>
        <p:spPr>
          <a:xfrm flipH="1">
            <a:off x="6996005" y="588191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061B54F6-4E0D-8837-D4EF-82A1F5AB11E2}"/>
                  </a:ext>
                </a:extLst>
              </p:cNvPr>
              <p:cNvSpPr txBox="1"/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061B54F6-4E0D-8837-D4EF-82A1F5AB1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123" y="5650226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8599A01E-3D28-F27B-08A5-B835C34BE826}"/>
              </a:ext>
            </a:extLst>
          </p:cNvPr>
          <p:cNvSpPr txBox="1"/>
          <p:nvPr/>
        </p:nvSpPr>
        <p:spPr>
          <a:xfrm>
            <a:off x="5845565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9F1699E-8F4C-7FD7-D6A7-C39769BCF826}"/>
              </a:ext>
            </a:extLst>
          </p:cNvPr>
          <p:cNvSpPr txBox="1"/>
          <p:nvPr/>
        </p:nvSpPr>
        <p:spPr>
          <a:xfrm>
            <a:off x="6444564" y="53999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A2C9A0C-5765-10C4-11B5-72CA178731C2}"/>
              </a:ext>
            </a:extLst>
          </p:cNvPr>
          <p:cNvSpPr/>
          <p:nvPr/>
        </p:nvSpPr>
        <p:spPr>
          <a:xfrm>
            <a:off x="6416579" y="479288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8890302-08CC-D96B-BCC1-78E60AACDD9B}"/>
              </a:ext>
            </a:extLst>
          </p:cNvPr>
          <p:cNvGrpSpPr/>
          <p:nvPr/>
        </p:nvGrpSpPr>
        <p:grpSpPr>
          <a:xfrm>
            <a:off x="6759706" y="4475765"/>
            <a:ext cx="598449" cy="307777"/>
            <a:chOff x="1550604" y="3020176"/>
            <a:chExt cx="598449" cy="434647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02CFB52A-A760-D9A8-874C-9E34BFF0405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882D2279-23C7-4CAA-64F2-B062D86DFE7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0282ABF8-6FAF-FDD1-3308-132B5F2BF364}"/>
              </a:ext>
            </a:extLst>
          </p:cNvPr>
          <p:cNvCxnSpPr>
            <a:cxnSpLocks/>
          </p:cNvCxnSpPr>
          <p:nvPr/>
        </p:nvCxnSpPr>
        <p:spPr>
          <a:xfrm flipH="1">
            <a:off x="7692065" y="504772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C970125-0C89-39FC-A8EB-CDBB206416D4}"/>
                  </a:ext>
                </a:extLst>
              </p:cNvPr>
              <p:cNvSpPr txBox="1"/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C970125-0C89-39FC-A8EB-CDBB20641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83" y="4816039"/>
                <a:ext cx="395942" cy="369332"/>
              </a:xfrm>
              <a:prstGeom prst="rect">
                <a:avLst/>
              </a:prstGeom>
              <a:blipFill>
                <a:blip r:embed="rId12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0E8A7651-7568-2310-7F16-9F8FF380BE43}"/>
                  </a:ext>
                </a:extLst>
              </p:cNvPr>
              <p:cNvSpPr txBox="1"/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0E8A7651-7568-2310-7F16-9F8FF380B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16" y="4120707"/>
                <a:ext cx="254877" cy="369332"/>
              </a:xfrm>
              <a:prstGeom prst="rect">
                <a:avLst/>
              </a:prstGeom>
              <a:blipFill>
                <a:blip r:embed="rId13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A2F3F3E3-052F-E521-D022-EF7D3FC0E26C}"/>
              </a:ext>
            </a:extLst>
          </p:cNvPr>
          <p:cNvSpPr txBox="1"/>
          <p:nvPr/>
        </p:nvSpPr>
        <p:spPr>
          <a:xfrm>
            <a:off x="6541625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7EED2AC-87EA-C688-0E2F-48EF7BE7D729}"/>
              </a:ext>
            </a:extLst>
          </p:cNvPr>
          <p:cNvSpPr txBox="1"/>
          <p:nvPr/>
        </p:nvSpPr>
        <p:spPr>
          <a:xfrm>
            <a:off x="7140624" y="45657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A9A9F78-86BA-B203-8254-63C8B917DDA4}"/>
              </a:ext>
            </a:extLst>
          </p:cNvPr>
          <p:cNvSpPr/>
          <p:nvPr/>
        </p:nvSpPr>
        <p:spPr>
          <a:xfrm flipH="1">
            <a:off x="4988495" y="478982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DD1E7E1-1F23-E693-F109-27F8427F7E61}"/>
              </a:ext>
            </a:extLst>
          </p:cNvPr>
          <p:cNvGrpSpPr/>
          <p:nvPr/>
        </p:nvGrpSpPr>
        <p:grpSpPr>
          <a:xfrm flipH="1">
            <a:off x="5322405" y="4472697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2B313EE3-75F8-2E2B-CB73-5E183918963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934B07A2-5A8F-06CE-C263-C301849D7C49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FB657F34-4F4F-6E38-BDE5-9172A1AE575F}"/>
              </a:ext>
            </a:extLst>
          </p:cNvPr>
          <p:cNvCxnSpPr>
            <a:cxnSpLocks/>
          </p:cNvCxnSpPr>
          <p:nvPr/>
        </p:nvCxnSpPr>
        <p:spPr>
          <a:xfrm>
            <a:off x="4679467" y="50446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A45A730F-A87F-CA91-CC03-1ED0984AC9B1}"/>
                  </a:ext>
                </a:extLst>
              </p:cNvPr>
              <p:cNvSpPr txBox="1"/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A45A730F-A87F-CA91-CC03-1ED0984AC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92435" y="4812971"/>
                <a:ext cx="395942" cy="369332"/>
              </a:xfrm>
              <a:prstGeom prst="rect">
                <a:avLst/>
              </a:prstGeom>
              <a:blipFill>
                <a:blip r:embed="rId15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5B884488-DEA7-6B3C-9150-CB1E4516A8D8}"/>
                  </a:ext>
                </a:extLst>
              </p:cNvPr>
              <p:cNvSpPr txBox="1"/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5B884488-DEA7-6B3C-9150-CB1E4516A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94967" y="4117639"/>
                <a:ext cx="254878" cy="369332"/>
              </a:xfrm>
              <a:prstGeom prst="rect">
                <a:avLst/>
              </a:prstGeom>
              <a:blipFill>
                <a:blip r:embed="rId16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94A2E5FF-7D49-0248-173B-B9A9B005CE48}"/>
              </a:ext>
            </a:extLst>
          </p:cNvPr>
          <p:cNvSpPr txBox="1"/>
          <p:nvPr/>
        </p:nvSpPr>
        <p:spPr>
          <a:xfrm flipH="1">
            <a:off x="5701562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7B513D6-E0B3-4931-83E8-1C003D7A83E8}"/>
              </a:ext>
            </a:extLst>
          </p:cNvPr>
          <p:cNvSpPr txBox="1"/>
          <p:nvPr/>
        </p:nvSpPr>
        <p:spPr>
          <a:xfrm flipH="1">
            <a:off x="5102563" y="45626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94804BC6-19CE-072A-F295-4CC905D58E13}"/>
              </a:ext>
            </a:extLst>
          </p:cNvPr>
          <p:cNvSpPr/>
          <p:nvPr/>
        </p:nvSpPr>
        <p:spPr>
          <a:xfrm>
            <a:off x="5563096" y="311006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89D837-F483-728B-1E0F-FB1F12508AF5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366125" y="2799543"/>
            <a:ext cx="0" cy="310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E47C75-1B45-8D7D-4974-5E73B3768360}"/>
              </a:ext>
            </a:extLst>
          </p:cNvPr>
          <p:cNvCxnSpPr>
            <a:cxnSpLocks/>
          </p:cNvCxnSpPr>
          <p:nvPr/>
        </p:nvCxnSpPr>
        <p:spPr>
          <a:xfrm>
            <a:off x="6780607" y="3548386"/>
            <a:ext cx="0" cy="5793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5BE6D9-E3D8-21F5-7D11-AF98FE6D23DC}"/>
              </a:ext>
            </a:extLst>
          </p:cNvPr>
          <p:cNvCxnSpPr>
            <a:cxnSpLocks/>
          </p:cNvCxnSpPr>
          <p:nvPr/>
        </p:nvCxnSpPr>
        <p:spPr>
          <a:xfrm>
            <a:off x="5930733" y="3544214"/>
            <a:ext cx="0" cy="5793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9DC569-D0C7-6FCC-C696-C168385B33DE}"/>
              </a:ext>
            </a:extLst>
          </p:cNvPr>
          <p:cNvSpPr txBox="1"/>
          <p:nvPr/>
        </p:nvSpPr>
        <p:spPr>
          <a:xfrm flipH="1">
            <a:off x="6560316" y="352114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4957C-0E02-F008-1BE0-2A9EED5C97CA}"/>
              </a:ext>
            </a:extLst>
          </p:cNvPr>
          <p:cNvSpPr txBox="1"/>
          <p:nvPr/>
        </p:nvSpPr>
        <p:spPr>
          <a:xfrm flipH="1">
            <a:off x="5704379" y="352114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F73257-F068-2114-C91C-632391A477B4}"/>
              </a:ext>
            </a:extLst>
          </p:cNvPr>
          <p:cNvCxnSpPr>
            <a:cxnSpLocks/>
          </p:cNvCxnSpPr>
          <p:nvPr/>
        </p:nvCxnSpPr>
        <p:spPr>
          <a:xfrm flipH="1">
            <a:off x="7002448" y="332111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CA50BE-7BE3-B846-8683-1426AAFF4D89}"/>
                  </a:ext>
                </a:extLst>
              </p:cNvPr>
              <p:cNvSpPr txBox="1"/>
              <p:nvPr/>
            </p:nvSpPr>
            <p:spPr>
              <a:xfrm>
                <a:off x="7311476" y="308712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CA50BE-7BE3-B846-8683-1426AAFF4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476" y="3087124"/>
                <a:ext cx="395942" cy="369332"/>
              </a:xfrm>
              <a:prstGeom prst="rect">
                <a:avLst/>
              </a:prstGeom>
              <a:blipFill>
                <a:blip r:embed="rId19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E27E78-054A-62A8-484F-6F70F3DB02B3}"/>
                  </a:ext>
                </a:extLst>
              </p:cNvPr>
              <p:cNvSpPr txBox="1"/>
              <p:nvPr/>
            </p:nvSpPr>
            <p:spPr>
              <a:xfrm>
                <a:off x="6499939" y="4127263"/>
                <a:ext cx="5385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E27E78-054A-62A8-484F-6F70F3DB0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39" y="4127263"/>
                <a:ext cx="538545" cy="369332"/>
              </a:xfrm>
              <a:prstGeom prst="rect">
                <a:avLst/>
              </a:prstGeom>
              <a:blipFill>
                <a:blip r:embed="rId20"/>
                <a:stretch>
                  <a:fillRect l="-11364" r="-2273"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C1AFDB-1730-E4F2-1749-9F227CF6800E}"/>
                  </a:ext>
                </a:extLst>
              </p:cNvPr>
              <p:cNvSpPr txBox="1"/>
              <p:nvPr/>
            </p:nvSpPr>
            <p:spPr>
              <a:xfrm flipH="1">
                <a:off x="5667112" y="4124195"/>
                <a:ext cx="531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sz="2400" dirty="0">
                  <a:solidFill>
                    <a:srgbClr val="215CA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C1AFDB-1730-E4F2-1749-9F227CF6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67112" y="4124195"/>
                <a:ext cx="531428" cy="369332"/>
              </a:xfrm>
              <a:prstGeom prst="rect">
                <a:avLst/>
              </a:prstGeom>
              <a:blipFill>
                <a:blip r:embed="rId21"/>
                <a:stretch>
                  <a:fillRect l="-11628" r="-2326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03E6B9-7DF3-6342-7AF2-958690A2D3E0}"/>
                  </a:ext>
                </a:extLst>
              </p:cNvPr>
              <p:cNvSpPr txBox="1"/>
              <p:nvPr/>
            </p:nvSpPr>
            <p:spPr>
              <a:xfrm flipH="1">
                <a:off x="6168154" y="2467919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03E6B9-7DF3-6342-7AF2-958690A2D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68154" y="2467919"/>
                <a:ext cx="395942" cy="369332"/>
              </a:xfrm>
              <a:prstGeom prst="rect">
                <a:avLst/>
              </a:prstGeom>
              <a:blipFill>
                <a:blip r:embed="rId22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72E5CF-F379-F241-6946-DC04CC9A474A}"/>
                  </a:ext>
                </a:extLst>
              </p:cNvPr>
              <p:cNvSpPr txBox="1"/>
              <p:nvPr/>
            </p:nvSpPr>
            <p:spPr>
              <a:xfrm>
                <a:off x="8157725" y="5691536"/>
                <a:ext cx="130907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72E5CF-F379-F241-6946-DC04CC9A4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725" y="5691536"/>
                <a:ext cx="1309076" cy="369332"/>
              </a:xfrm>
              <a:prstGeom prst="rect">
                <a:avLst/>
              </a:prstGeom>
              <a:blipFill>
                <a:blip r:embed="rId23"/>
                <a:stretch>
                  <a:fillRect l="-10577" t="-26667" r="-13462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B38160-AC37-826D-14B7-D44159940E75}"/>
                  </a:ext>
                </a:extLst>
              </p:cNvPr>
              <p:cNvSpPr txBox="1"/>
              <p:nvPr/>
            </p:nvSpPr>
            <p:spPr>
              <a:xfrm>
                <a:off x="8135173" y="3637511"/>
                <a:ext cx="130689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B38160-AC37-826D-14B7-D44159940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173" y="3637511"/>
                <a:ext cx="1306896" cy="369332"/>
              </a:xfrm>
              <a:prstGeom prst="rect">
                <a:avLst/>
              </a:prstGeom>
              <a:blipFill>
                <a:blip r:embed="rId24"/>
                <a:stretch>
                  <a:fillRect l="-8654" t="-26667" r="-13462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22ADCF-5EED-00B7-1622-E30A70BC14D3}"/>
                  </a:ext>
                </a:extLst>
              </p:cNvPr>
              <p:cNvSpPr txBox="1"/>
              <p:nvPr/>
            </p:nvSpPr>
            <p:spPr>
              <a:xfrm>
                <a:off x="3891224" y="3597669"/>
                <a:ext cx="132292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22ADCF-5EED-00B7-1622-E30A70BC1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224" y="3597669"/>
                <a:ext cx="1322926" cy="369332"/>
              </a:xfrm>
              <a:prstGeom prst="rect">
                <a:avLst/>
              </a:prstGeom>
              <a:blipFill>
                <a:blip r:embed="rId25"/>
                <a:stretch>
                  <a:fillRect l="-7619" t="-23333" r="-13333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ADB46ADA-9E8F-6610-17DF-BAF6688AEDC3}"/>
              </a:ext>
            </a:extLst>
          </p:cNvPr>
          <p:cNvSpPr/>
          <p:nvPr/>
        </p:nvSpPr>
        <p:spPr>
          <a:xfrm>
            <a:off x="4208363" y="3940971"/>
            <a:ext cx="2147299" cy="1598358"/>
          </a:xfrm>
          <a:prstGeom prst="ellipse">
            <a:avLst/>
          </a:prstGeom>
          <a:noFill/>
          <a:ln w="38100">
            <a:solidFill>
              <a:srgbClr val="215C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1E0058-B554-9CB9-953C-984FA5F06CB3}"/>
              </a:ext>
            </a:extLst>
          </p:cNvPr>
          <p:cNvSpPr/>
          <p:nvPr/>
        </p:nvSpPr>
        <p:spPr>
          <a:xfrm flipH="1">
            <a:off x="6390470" y="3912646"/>
            <a:ext cx="2045373" cy="157635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1E9C8B-A624-E6B6-B015-B076EC38C668}"/>
              </a:ext>
            </a:extLst>
          </p:cNvPr>
          <p:cNvSpPr/>
          <p:nvPr/>
        </p:nvSpPr>
        <p:spPr>
          <a:xfrm rot="11016059" flipH="1" flipV="1">
            <a:off x="7002651" y="5558730"/>
            <a:ext cx="1007010" cy="69038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6109010"/>
      </p:ext>
    </p:extLst>
  </p:cSld>
  <p:clrMapOvr>
    <a:masterClrMapping/>
  </p:clrMapOvr>
  <p:transition spd="slow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6E05-68E6-D802-F16D-CAFD5E21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568A86-6386-3A8C-4ACA-B17485C22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3B3F9B-84A2-FD54-7AD6-86BEA5FE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2510BEC-AD48-D1F5-E8CB-5900EACA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635AFDD-A708-20E0-3D0E-01621EC8C592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69AA72C-E3C6-E5E4-45FA-45A40B5F2BC6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91FE83C-1041-0D8D-8988-66AC9076BC06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3C44117-B02B-B834-EBA4-E5005796436B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DCFE2966-DEA1-C44B-0B43-A7EA007BBEA6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08EB36F1-F112-1C8C-7239-8820CF31CB03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08EB36F1-F112-1C8C-7239-8820CF31C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B92FEDD8-D219-64D6-28EA-133C5784B81E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76CA16D-70C4-71E4-1371-F9F9C8B7CDDA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89F05A1-23F9-140F-842A-82D6E7AD082B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D9504B2-E32A-E82A-77AD-67DBBAD55FF1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C2F26930-64C5-E0A3-47B7-2367574AE73C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A999438-D52F-FFD3-C2E5-A8AF0D554492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1A8C35B-9D70-0C9E-1660-1DFFA815EDC4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1A8C35B-9D70-0C9E-1660-1DFFA815E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EC02B29F-3139-1E4F-AF26-270570129598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53E92AD-DB98-6AFF-F50E-160A7AEEBE71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0F4B24D-F0D0-A9CD-C69E-96542402D325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4976E8A-C404-7F5A-C805-119587B97010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9F486E09-38F1-9558-C5E7-3BCAA42FCCD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DBA719B9-517D-4C88-D1FE-CD7DD21BA0A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702D73D-3FD7-46AE-AD17-6D136262D2D4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EF46D70-014F-F1C5-445A-6686A1CC6F4D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EF46D70-014F-F1C5-445A-6686A1CC6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8845B1B5-8114-5B35-ECCB-A0F8CDE9BCFE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1DB8C3D-E725-738D-E50F-2F786656F863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0FBEC-F2DF-30EB-A57A-BF29CA86D0F8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3CAD4C-751A-8B59-1E8B-D11FBF126530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7E574FE-A5CE-10D6-260F-68F21DD1043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8903B0-897B-74A6-C052-7FD130EE805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221E15-048B-81BC-AA47-B60556D55588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DEC025-A743-99EE-2101-8951F50740A8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DEC025-A743-99EE-2101-8951F5074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6A4D4B-7903-FD7D-D159-34A5CDACA198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6A4D4B-7903-FD7D-D159-34A5CDA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D1B20E-8672-E3BE-7148-C3864E93779B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D1B20E-8672-E3BE-7148-C3864E937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FD15D3A-ACF4-E34F-7708-166CD61B0980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B1F640-BA46-E677-B796-564635D2DED8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B56730-DB8D-A1E6-99EF-C37CB68222A3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23631F0-8988-0A52-389F-AC46961C9AB2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B20488-903C-B4F8-A492-5297E370EEF9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EA50DF2-1566-8867-842C-EB3BA8904B0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F31562C-A0F9-03FC-7F78-EC11CB12109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B23F702-3901-AF8C-B11D-E0D3EB7016A0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BFC8E7-639B-AE16-56B7-47091B24CF2A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BFC8E7-639B-AE16-56B7-47091B24C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72429D-3055-A9EF-A1A4-2CAECB3C9DAE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72429D-3055-A9EF-A1A4-2CAECB3C9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75AA65B-28D4-9E31-1E27-30D78D57DE8C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E5DD92-3B2B-DEE9-D2DA-C2D702442FBF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07DC4E-D5B3-F856-C2C9-43C4E51A5278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38D084-5675-B700-DE6E-FDBD64D0C1AC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560E30D-E069-EDE1-D71E-320DBA0C1EB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1DF0D59-F6E0-D27C-FE13-F76597AE757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76B1829-7C46-EE3A-36FA-770BB97307D5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AA451B-060D-F20C-9838-25501192C741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B41C06-C0FE-FB55-0948-201ED4B38104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C07FAD2-EB10-9917-F39D-F11588E25FF0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3B17B66-CCB7-CE05-D511-98988D614566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3B17B66-CCB7-CE05-D511-98988D614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25BE15-6819-4348-2404-7232728E9F83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25BE15-6819-4348-2404-7232728E9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BBF4A2-3267-732F-212B-17DF366637D8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BBF4A2-3267-732F-212B-17DF36663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764FE4-3345-BA5A-7510-B8C70C74163C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764FE4-3345-BA5A-7510-B8C70C74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39EDBA-F797-D7E5-3C0A-76D2288767AA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772647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39EDBA-F797-D7E5-3C0A-76D228876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772647" cy="1415772"/>
              </a:xfrm>
              <a:prstGeom prst="rect">
                <a:avLst/>
              </a:prstGeom>
              <a:blipFill>
                <a:blip r:embed="rId15"/>
                <a:stretch>
                  <a:fillRect l="-12903" t="-6195" r="-22581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781B722-C922-611C-1407-F832CDF21628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173788"/>
      </p:ext>
    </p:extLst>
  </p:cSld>
  <p:clrMapOvr>
    <a:masterClrMapping/>
  </p:clrMapOvr>
  <p:transition spd="slow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407D-BD3A-9274-7EC2-AC58E622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C9DEF-262D-7671-55E9-B89BA1CD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118CB3-2E14-901D-0D6A-88D5B9BD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B9F329B-BC87-F5A3-C24B-BE285101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43AD1D7-194F-7691-E39A-4492C41A09BA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A88484E-BA1C-246D-B2BF-6E7B42BD2BB4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4BD7225-06A3-780D-AA8A-21F031004AD2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D2898F10-E5E0-3A9F-38D2-3BE4CC2BCA60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C86C125-5A86-0734-79F8-8755D43771AC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C86C125-5A86-0734-79F8-8755D4377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41F391D2-2E5E-B187-6E70-223F34658E5C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6359667-B55F-4DFA-E253-2DC02DEE944E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CC2DBBE-B54D-AE5F-8C75-0ED51E8CD0AC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D0A2BD7-6ACC-D4AD-0809-8C59EB7AA891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CCC6B5B-B023-3CAF-64CA-0B6DD4B625B8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EFD651F-C824-959E-DDA7-D866346FBDB0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97C3A4-909B-76B8-0005-CB84CE8D16EA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97C3A4-909B-76B8-0005-CB84CE8D1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3114241C-FCC5-34A2-1022-08E37814DE6D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A90433B-8F8C-A693-8464-99671B68CBD2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3410B3C-C354-ECF7-8654-6F717E48C669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69B1195-6823-DF69-C9FD-DD1540048374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B72EF356-751C-32BD-9392-F26C414461A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9034C7F-5BAA-8444-66A0-782CC736E2CC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D946FE9-AA1C-13B6-42EC-9546DD488689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18E89C43-276C-0CA4-48E2-D28F3C472562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18E89C43-276C-0CA4-48E2-D28F3C472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980BA343-88CB-F373-597E-B1CA1ABF76BD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8D3033A-7952-B41F-C680-304B074937AF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ECC4F0-D5B5-1BDB-18CE-AACDF8A2B996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D52BBE2-1606-DEE8-7F94-F0E41E81BA5A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0BAF040-3382-D056-74B9-A605A7B9E8B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E869143-6831-23E3-EB5E-FB69C3121BE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6A797A-E114-0430-650C-F035E8B91C5B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2850A9-A634-7A25-ED1B-A3158534A6E7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2850A9-A634-7A25-ED1B-A3158534A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444CEC-33F0-5E81-8604-2F4BE4C335C3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444CEC-33F0-5E81-8604-2F4BE4C33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1B40AA-7703-8DCC-CD5E-1730D7510ACE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1B40AA-7703-8DCC-CD5E-1730D7510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5CB8E49-BD0A-891E-38CA-B0E419545A46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65B449-7F57-344E-23FA-1B9964277995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821A08-07D4-DE3F-8CD9-0E8AF4D85B33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CB27A91-65E9-0711-5AAF-F8580BD794B9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DFB768-A47E-C39C-8DBA-87337803989B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67993E8-F2BE-8CA2-8F86-0C085587FED3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F3A7979-5A92-B2CB-FDA2-1805BECC203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BE8101-9495-C24A-4D20-376F31D2C9BE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0F9BF9-B8CE-9E31-FC41-3C55A21D1C9D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0F9BF9-B8CE-9E31-FC41-3C55A21D1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952513-0F94-C4E8-D229-62DC245C9599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952513-0F94-C4E8-D229-62DC245C9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A4FC98F-D870-4A7B-ABA0-FABB7CD61C62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28EF84-D085-443B-710F-4FE22677FC69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DF07C5-747D-F650-9346-D068575352D6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CD33C5-289F-7D0E-1165-EDC40AD56DED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382A1CE-6D8A-F7D5-3E7B-7C6D356FD24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05703D8-0DFE-8B8B-6B9F-A286F094996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B74260F-42A7-9521-1B52-31C5DD080F39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F117A4-8297-AF37-C466-05CB69449094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6965F-A06D-68B0-5781-979538B500C6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2198D9E-93D4-3B88-711B-35B984DD897D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0D35A9-D790-7D52-8806-F86E2139C96C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0D35A9-D790-7D52-8806-F86E2139C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AF8915-8888-22A1-0A51-85D6EEEDEBAB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AF8915-8888-22A1-0A51-85D6EEEDE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F5D099-8783-E5AA-E14A-DEAA6EFBCC48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F5D099-8783-E5AA-E14A-DEAA6EFB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7B8FF5-FE62-A9B0-B921-2BACD42F22F0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7B8FF5-FE62-A9B0-B921-2BACD42F2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F2109A6-9235-B076-43DE-547062856EFC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8BC9AE-27F3-6E6D-A2EF-0CCA1CE7F45B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1115690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8BC9AE-27F3-6E6D-A2EF-0CCA1CE7F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1115690" cy="1415772"/>
              </a:xfrm>
              <a:prstGeom prst="rect">
                <a:avLst/>
              </a:prstGeom>
              <a:blipFill>
                <a:blip r:embed="rId15"/>
                <a:stretch>
                  <a:fillRect l="-8989" t="-6195" r="-15730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DC2409A-1426-0973-1793-73C89987C1DF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AAF78F-80BB-200A-49D2-FB03A7040514}"/>
                  </a:ext>
                </a:extLst>
              </p:cNvPr>
              <p:cNvSpPr txBox="1"/>
              <p:nvPr/>
            </p:nvSpPr>
            <p:spPr>
              <a:xfrm>
                <a:off x="889788" y="5242853"/>
                <a:ext cx="13090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i="1" dirty="0">
                    <a:solidFill>
                      <a:srgbClr val="FF0000"/>
                    </a:solidFill>
                  </a:rPr>
                  <a:t>-subtree</a:t>
                </a:r>
                <a:endParaRPr lang="en-CN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AAF78F-80BB-200A-49D2-FB03A7040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88" y="5242853"/>
                <a:ext cx="1309076" cy="276999"/>
              </a:xfrm>
              <a:prstGeom prst="rect">
                <a:avLst/>
              </a:prstGeom>
              <a:blipFill>
                <a:blip r:embed="rId16"/>
                <a:stretch>
                  <a:fillRect l="-8654" t="-21739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0D5795-8FDE-F73F-3FA2-9F5733F4F757}"/>
                  </a:ext>
                </a:extLst>
              </p:cNvPr>
              <p:cNvSpPr txBox="1"/>
              <p:nvPr/>
            </p:nvSpPr>
            <p:spPr>
              <a:xfrm>
                <a:off x="4645032" y="3854523"/>
                <a:ext cx="13068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i="1" dirty="0">
                    <a:solidFill>
                      <a:srgbClr val="00B050"/>
                    </a:solidFill>
                  </a:rPr>
                  <a:t>-subtree</a:t>
                </a:r>
                <a:endParaRPr lang="en-CN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0D5795-8FDE-F73F-3FA2-9F5733F4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032" y="3854523"/>
                <a:ext cx="1306896" cy="276999"/>
              </a:xfrm>
              <a:prstGeom prst="rect">
                <a:avLst/>
              </a:prstGeom>
              <a:blipFill>
                <a:blip r:embed="rId17"/>
                <a:stretch>
                  <a:fillRect l="-5769" t="-26087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64D2F-2FC2-7081-D24C-13628E0F3203}"/>
                  </a:ext>
                </a:extLst>
              </p:cNvPr>
              <p:cNvSpPr txBox="1"/>
              <p:nvPr/>
            </p:nvSpPr>
            <p:spPr>
              <a:xfrm>
                <a:off x="3534162" y="3867391"/>
                <a:ext cx="13229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64D2F-2FC2-7081-D24C-13628E0F3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162" y="3867391"/>
                <a:ext cx="1322926" cy="276999"/>
              </a:xfrm>
              <a:prstGeom prst="rect">
                <a:avLst/>
              </a:prstGeom>
              <a:blipFill>
                <a:blip r:embed="rId18"/>
                <a:stretch>
                  <a:fillRect l="-6667" t="-26087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6E1422AA-07BB-D5C8-59AF-01BA46464BCE}"/>
              </a:ext>
            </a:extLst>
          </p:cNvPr>
          <p:cNvSpPr/>
          <p:nvPr/>
        </p:nvSpPr>
        <p:spPr>
          <a:xfrm rot="1068488">
            <a:off x="3760482" y="4235561"/>
            <a:ext cx="633728" cy="626446"/>
          </a:xfrm>
          <a:prstGeom prst="ellipse">
            <a:avLst/>
          </a:prstGeom>
          <a:noFill/>
          <a:ln w="38100">
            <a:solidFill>
              <a:srgbClr val="215C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68DC742-D8B3-15E2-4FD0-B4D766001197}"/>
              </a:ext>
            </a:extLst>
          </p:cNvPr>
          <p:cNvSpPr/>
          <p:nvPr/>
        </p:nvSpPr>
        <p:spPr>
          <a:xfrm flipH="1">
            <a:off x="4450975" y="4263360"/>
            <a:ext cx="622291" cy="638046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922B9F0-3E50-19AB-5590-1E090085F779}"/>
              </a:ext>
            </a:extLst>
          </p:cNvPr>
          <p:cNvSpPr/>
          <p:nvPr/>
        </p:nvSpPr>
        <p:spPr>
          <a:xfrm rot="11016059" flipH="1" flipV="1">
            <a:off x="1527972" y="3720007"/>
            <a:ext cx="2162126" cy="171828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6088960"/>
      </p:ext>
    </p:extLst>
  </p:cSld>
  <p:clrMapOvr>
    <a:masterClrMapping/>
  </p:clrMapOvr>
  <p:transition spd="slow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C0523-E3E7-06CD-C205-E50C8E0B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5441BC-7F5B-D966-CA0D-33269504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595FD4-448E-0D90-9023-DC1123D6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3C7457B4-AADA-E255-7835-32F45068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EF061EE-321D-2ED3-6F41-5EACA89E9BFE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AE35569-6780-1AFE-E358-5948968FBB11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178799D-588D-5F08-21E2-4D2A5CC83E8E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E28CD2EF-DB2B-A4C2-DF0A-D9D680D38BAA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3025816-44B7-CD06-5D8E-B9D723B99500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3025816-44B7-CD06-5D8E-B9D723B99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29476086-1F8A-BC32-E3C5-F8FE6C67C7BC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AD614BD-4AD8-0622-3A6F-DB856753A449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82FBA2BB-B5CB-8247-EAE9-C7A2C9CED1C7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DA2D73BD-C865-4BC8-4A15-3C04BA9DF2A1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B5ADE5C1-1753-CD95-6E00-BB936BEF3633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6BA1E71-BDD2-9764-7659-58754E451E0F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3DAFEBB-060C-9E87-64EA-F99B61ABB631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3DAFEBB-060C-9E87-64EA-F99B61ABB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F34E0F93-34DE-C9DE-CBC6-2DAA4DA7BB7F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D3AF001-67C6-63F8-FA0D-986AC44BDD57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08F2218-37CF-6704-2596-D545ABB626E6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DC42502-0AF1-8CA8-570F-2AE8129B0FCA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B8858947-326C-4C4F-D668-DC9701A0361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61F09123-878A-53C1-092E-87DDF5423CA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DED65912-2800-7AA5-EE4F-7A59ED37840F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665C7C1-98C8-0D25-69BF-5490EA74A44F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665C7C1-98C8-0D25-69BF-5490EA74A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960C6F3B-BAFF-876B-7750-A2BE108EE788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1345EC6-C334-1F43-D831-FCEEA98012A7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6852B7-D54B-DA68-79D0-A8CFC69E958F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9AA839-A8A5-B1C0-690B-060510E63E68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0256D4C-73D0-6FBC-BE2B-658E4C065AE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B2024DC-9981-5C04-C8B4-1AD95BA95193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6FF3EE-0633-4F14-E89F-3A13A174CD63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2F661B-D9F6-0D4C-73CA-1756EB8B18E3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2F661B-D9F6-0D4C-73CA-1756EB8B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78EBD5-28F4-FEE2-117B-D3192E581DD6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78EBD5-28F4-FEE2-117B-D3192E581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95481A-304F-51D6-616E-08E79131A416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95481A-304F-51D6-616E-08E79131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C6FF305-5C05-C447-1318-9F223D9A4AAC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D2FF67-5F7F-F4ED-371F-DDD6211F019E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824B53-4DE0-22A4-E47E-620C3E14E4C3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C61B3E8-F870-E427-B7C1-09832903D336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FED412-58D1-F463-24AC-05A2AA82A372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8C895CD-011C-7C50-F80C-C2150D77B4F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F07AF75-855E-BD2E-6F68-7470BCEBF9D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414BC3-44D1-E454-E610-CCA069BCD918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CE9EDB-3735-F7C6-866D-327EC5DD32D2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CE9EDB-3735-F7C6-866D-327EC5DD3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F50A2E7-341B-20B9-571D-9FE31A21BAFF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F50A2E7-341B-20B9-571D-9FE31A21B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F67DAD6-88CD-69F8-1B19-3129D1C746F8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76D5B0-0507-87A1-4CBB-8F76783DD5FA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EABBBA-4880-C30E-0AE0-68D5A77970B2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ED4BAEA-A8F0-E410-F0A0-2BCFCA4FAD3C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B382D2F-9256-E3E0-4E85-2893E4E418E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7647CC1-30D6-919D-379C-AE3366EB39D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58391E0-A373-7D91-74C2-E5256E8CECF0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19674E-61FF-9E96-313C-35C8C1E4ED88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532F0D-470D-D08E-71AF-452C2681B8BB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2F1A254-C24A-E575-C211-2F468165C31E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7586C1-63AA-14F0-080F-783C4016F884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7586C1-63AA-14F0-080F-783C4016F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EB653F-D751-D874-1763-9393FFB54AD9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EB653F-D751-D874-1763-9393FFB54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E4F26-D978-FDD4-C32D-4EF1390C9EB5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E4F26-D978-FDD4-C32D-4EF1390C9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FAE1A1-3B9A-6E56-45B2-B1F4E2390FD9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FAE1A1-3B9A-6E56-45B2-B1F4E2390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9FBC9AD-2A07-61FB-1E51-1A727C3F8602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BB1629-DCEC-6494-F4A0-42AAFC01D87D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1611018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{c1,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c0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BB1629-DCEC-6494-F4A0-42AAFC01D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1611018" cy="1415772"/>
              </a:xfrm>
              <a:prstGeom prst="rect">
                <a:avLst/>
              </a:prstGeom>
              <a:blipFill>
                <a:blip r:embed="rId15"/>
                <a:stretch>
                  <a:fillRect l="-6250" t="-6195" r="-10938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C3A5BB6-DBAB-B0F7-15FC-F3CF31BC7DD4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B2A376-8E3D-8E2C-5256-5302F2B0DA55}"/>
                  </a:ext>
                </a:extLst>
              </p:cNvPr>
              <p:cNvSpPr txBox="1"/>
              <p:nvPr/>
            </p:nvSpPr>
            <p:spPr>
              <a:xfrm>
                <a:off x="8547799" y="5950675"/>
                <a:ext cx="1309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B2A376-8E3D-8E2C-5256-5302F2B0D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799" y="5950675"/>
                <a:ext cx="1309076" cy="369332"/>
              </a:xfrm>
              <a:prstGeom prst="rect">
                <a:avLst/>
              </a:prstGeom>
              <a:blipFill>
                <a:blip r:embed="rId16"/>
                <a:stretch>
                  <a:fillRect l="-10476" t="-23333" r="-13333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57E2F4-549C-9D30-6725-13B34D01F6DA}"/>
                  </a:ext>
                </a:extLst>
              </p:cNvPr>
              <p:cNvSpPr txBox="1"/>
              <p:nvPr/>
            </p:nvSpPr>
            <p:spPr>
              <a:xfrm>
                <a:off x="6603650" y="2779035"/>
                <a:ext cx="1306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57E2F4-549C-9D30-6725-13B34D01F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650" y="2779035"/>
                <a:ext cx="1306896" cy="369332"/>
              </a:xfrm>
              <a:prstGeom prst="rect">
                <a:avLst/>
              </a:prstGeom>
              <a:blipFill>
                <a:blip r:embed="rId17"/>
                <a:stretch>
                  <a:fillRect l="-7619" t="-23333" r="-12381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64D418-41C4-9FE5-F4E9-84859772B64B}"/>
                  </a:ext>
                </a:extLst>
              </p:cNvPr>
              <p:cNvSpPr txBox="1"/>
              <p:nvPr/>
            </p:nvSpPr>
            <p:spPr>
              <a:xfrm>
                <a:off x="2372595" y="3198924"/>
                <a:ext cx="1322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64D418-41C4-9FE5-F4E9-84859772B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595" y="3198924"/>
                <a:ext cx="1322926" cy="369332"/>
              </a:xfrm>
              <a:prstGeom prst="rect">
                <a:avLst/>
              </a:prstGeom>
              <a:blipFill>
                <a:blip r:embed="rId18"/>
                <a:stretch>
                  <a:fillRect l="-7619" t="-27586" r="-13333" b="-4827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5F29B3C1-7552-87DD-2985-C2DBECA03BDF}"/>
              </a:ext>
            </a:extLst>
          </p:cNvPr>
          <p:cNvSpPr/>
          <p:nvPr/>
        </p:nvSpPr>
        <p:spPr>
          <a:xfrm rot="1068488">
            <a:off x="1834767" y="3832844"/>
            <a:ext cx="3704311" cy="1781653"/>
          </a:xfrm>
          <a:prstGeom prst="ellipse">
            <a:avLst/>
          </a:prstGeom>
          <a:noFill/>
          <a:ln w="38100">
            <a:solidFill>
              <a:srgbClr val="215C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7543C9-2744-2DA3-6D0C-B044568A9C50}"/>
              </a:ext>
            </a:extLst>
          </p:cNvPr>
          <p:cNvSpPr/>
          <p:nvPr/>
        </p:nvSpPr>
        <p:spPr>
          <a:xfrm flipH="1">
            <a:off x="5688464" y="3256575"/>
            <a:ext cx="3239265" cy="2420433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82EB481-A418-AC59-DB34-8E3B257618CE}"/>
              </a:ext>
            </a:extLst>
          </p:cNvPr>
          <p:cNvSpPr/>
          <p:nvPr/>
        </p:nvSpPr>
        <p:spPr>
          <a:xfrm rot="11016059" flipH="1" flipV="1">
            <a:off x="7392725" y="5817869"/>
            <a:ext cx="1007010" cy="69038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1758630"/>
      </p:ext>
    </p:extLst>
  </p:cSld>
  <p:clrMapOvr>
    <a:masterClrMapping/>
  </p:clrMapOvr>
  <p:transition spd="slow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48E5-4C82-5613-28DB-06C9CB1A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DDA66C-0AE8-24E6-7B66-806E8EEE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3EC9D-BC01-0598-34CF-08FD4F30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1680278-C49B-F638-B489-B1E5BFC1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98F6907-1AB2-63C0-F274-6AB3273CC5FE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29446E0-C00E-0F67-A1C5-79595F2E3C21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3965CF8-5BFA-089E-322A-3760E9ABC85D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46365596-CC6B-EF9F-3793-AA3AE5C73569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B2084CE-9444-334F-2760-616B5DC28BBE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B2084CE-9444-334F-2760-616B5DC28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40B897A0-5C9D-C19A-2FE9-3608D55C3805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CF5D5FC-885A-1096-826A-409236BC023A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CA90A66-7A5E-B3B3-B136-D7F70D888197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C579ED6-D36F-0244-3FF0-81863F7D0BA1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001F01E3-5E54-1334-534B-B01188A7E299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04172B9-5766-A611-5151-2A443180C16D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7B23B84-7C89-65DB-63F2-732D5EBC9422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7B23B84-7C89-65DB-63F2-732D5EBC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2226EA46-7B21-816C-D215-165E3008AFF9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45DF43F-D126-43CF-8125-6A5E762134BD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3909832-6303-5D07-47F6-412184DDD5DB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D7A7D69-EA13-EE05-33EB-4152C953E0C8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ED135EB2-9C53-0097-5AC7-BEE715E4703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D5C8D803-9F1F-690C-3C0F-453D56171EE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31B5C36C-D069-EEA1-ED42-B464075A57C8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2AC79512-C3BF-8136-DAB3-B56669F2DA08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2AC79512-C3BF-8136-DAB3-B56669F2D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F313A033-ABB7-04EB-DA12-C862DD763E84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83C9876-EFFA-8B31-C804-16C244E1DBDA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E2BB6B-F1B2-F4F2-851C-3B0FF59C254E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50EC05-F398-8068-9672-8B11B17EB0AB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301D629-8EB5-C5FA-1FFA-61E42972A44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9647C6A-3361-41C7-F9B0-19DA85C8FC69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BA34AA-B760-1D0B-E0BB-FC359579963B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367DDE-E430-FECA-FD1C-FA95A37C1C4A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367DDE-E430-FECA-FD1C-FA95A37C1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E1F5E-8965-139C-F236-1C3106C51CB3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E1F5E-8965-139C-F236-1C3106C51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CE37F3-4EEE-D266-8353-47BF36D38F29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CE37F3-4EEE-D266-8353-47BF36D38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6D723E3-5777-7299-EA70-309A092A918D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48DB7E-03AB-D5AE-27A5-3E4C527151E8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A992A6-AF38-4C59-537D-AE389ACA7B46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DC4819C-D9EA-DAAF-B919-1D85FE3665B0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991F92-54B1-FA5F-8847-4EA927730A4A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0862DA2-D610-5C57-DAA5-90592A3D413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D117F72-4680-F383-4CCC-0EDCD03EC6D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8A423B-64B9-1F3E-763A-9D1E0C7A9313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B4AFB8-274B-406D-8FA6-28F16BE0A337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B4AFB8-274B-406D-8FA6-28F16BE0A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7AE9E00-D563-F168-5C86-58B2752E9BB6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7AE9E00-D563-F168-5C86-58B2752E9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8AD407E-F6F5-75ED-B470-CF50C6BA6E13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96CA1B-5A03-A6EF-BCF5-D6EBAF9F1CAF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1043E4-F542-0E70-FB4A-71DE6E7E1A1C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EB1D9C7-F231-C195-9B3E-419577E06CFF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ED75CAB-EC12-590C-B116-00552AE2276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04CE154-9D7F-FD4B-3CDE-CD7F2043516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374D169-9F2E-E2C4-CC29-B708A7725B90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5CF77C-1AB7-2C6A-F5E3-78D98C58658D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A31E0E-9C76-C9C7-AF13-6B9CDA26CBE5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D66861C-BAC3-425A-26D5-2611BAEDA31A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425B40-6E96-0DDF-CFE1-971D2C9F84A4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425B40-6E96-0DDF-CFE1-971D2C9F8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05FC0B-052A-87C3-B2A4-327E1BB4FC89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05FC0B-052A-87C3-B2A4-327E1BB4F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8A3E3B-32B2-49C9-A1BB-86B9B87F55B0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8A3E3B-32B2-49C9-A1BB-86B9B87F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9B894A-7A51-4015-953E-04D445476927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9B894A-7A51-4015-953E-04D445476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C2A32DB-6486-CF80-8E92-F689B7B4AFAF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A3D0EF-AB74-F03E-3D34-363AF475CFE2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1593385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{c1,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c0}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c3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A3D0EF-AB74-F03E-3D34-363AF475C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1593385" cy="1415772"/>
              </a:xfrm>
              <a:prstGeom prst="rect">
                <a:avLst/>
              </a:prstGeom>
              <a:blipFill>
                <a:blip r:embed="rId15"/>
                <a:stretch>
                  <a:fillRect l="-6299" t="-6195" r="-11024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57D9056-F977-7A86-AFCD-2C533CE2AEFC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8FF46A-CE3F-AF36-DEEA-18BC543A15C7}"/>
                  </a:ext>
                </a:extLst>
              </p:cNvPr>
              <p:cNvSpPr txBox="1"/>
              <p:nvPr/>
            </p:nvSpPr>
            <p:spPr>
              <a:xfrm>
                <a:off x="4603741" y="3634585"/>
                <a:ext cx="13090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i="1" dirty="0">
                    <a:solidFill>
                      <a:srgbClr val="FF0000"/>
                    </a:solidFill>
                  </a:rPr>
                  <a:t>-subtree</a:t>
                </a:r>
                <a:endParaRPr lang="en-CN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8FF46A-CE3F-AF36-DEEA-18BC543A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41" y="3634585"/>
                <a:ext cx="1309076" cy="276999"/>
              </a:xfrm>
              <a:prstGeom prst="rect">
                <a:avLst/>
              </a:prstGeom>
              <a:blipFill>
                <a:blip r:embed="rId16"/>
                <a:stretch>
                  <a:fillRect l="-8654" t="-26087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55206D-DDE8-DA82-7D9B-C5E34BC07059}"/>
                  </a:ext>
                </a:extLst>
              </p:cNvPr>
              <p:cNvSpPr txBox="1"/>
              <p:nvPr/>
            </p:nvSpPr>
            <p:spPr>
              <a:xfrm>
                <a:off x="6862200" y="2986559"/>
                <a:ext cx="13068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i="1" dirty="0">
                    <a:solidFill>
                      <a:srgbClr val="00B050"/>
                    </a:solidFill>
                  </a:rPr>
                  <a:t>-subtree</a:t>
                </a:r>
                <a:endParaRPr lang="en-CN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55206D-DDE8-DA82-7D9B-C5E34BC07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00" y="2986559"/>
                <a:ext cx="1306896" cy="276999"/>
              </a:xfrm>
              <a:prstGeom prst="rect">
                <a:avLst/>
              </a:prstGeom>
              <a:blipFill>
                <a:blip r:embed="rId17"/>
                <a:stretch>
                  <a:fillRect l="-6731" t="-27273" b="-545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9E67F4-D444-57A4-0F58-EEF0FE41E920}"/>
                  </a:ext>
                </a:extLst>
              </p:cNvPr>
              <p:cNvSpPr txBox="1"/>
              <p:nvPr/>
            </p:nvSpPr>
            <p:spPr>
              <a:xfrm>
                <a:off x="5751330" y="2999427"/>
                <a:ext cx="13229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9E67F4-D444-57A4-0F58-EEF0FE41E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330" y="2999427"/>
                <a:ext cx="1322926" cy="276999"/>
              </a:xfrm>
              <a:prstGeom prst="rect">
                <a:avLst/>
              </a:prstGeom>
              <a:blipFill>
                <a:blip r:embed="rId18"/>
                <a:stretch>
                  <a:fillRect l="-6667" t="-27273" b="-545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F88BD766-BE4E-5CBB-085E-9053256C1897}"/>
              </a:ext>
            </a:extLst>
          </p:cNvPr>
          <p:cNvSpPr/>
          <p:nvPr/>
        </p:nvSpPr>
        <p:spPr>
          <a:xfrm rot="1068488">
            <a:off x="5977650" y="3367597"/>
            <a:ext cx="633728" cy="626446"/>
          </a:xfrm>
          <a:prstGeom prst="ellipse">
            <a:avLst/>
          </a:prstGeom>
          <a:noFill/>
          <a:ln w="38100">
            <a:solidFill>
              <a:srgbClr val="215C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2AC393-AF37-03D9-3C77-8818D1B4515F}"/>
              </a:ext>
            </a:extLst>
          </p:cNvPr>
          <p:cNvSpPr/>
          <p:nvPr/>
        </p:nvSpPr>
        <p:spPr>
          <a:xfrm flipH="1">
            <a:off x="6668143" y="3395396"/>
            <a:ext cx="622291" cy="638046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02A51A3-54A4-7332-5407-277F5E062066}"/>
              </a:ext>
            </a:extLst>
          </p:cNvPr>
          <p:cNvSpPr/>
          <p:nvPr/>
        </p:nvSpPr>
        <p:spPr>
          <a:xfrm rot="11016059" flipH="1" flipV="1">
            <a:off x="5126373" y="4011128"/>
            <a:ext cx="748341" cy="6951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0635265"/>
      </p:ext>
    </p:extLst>
  </p:cSld>
  <p:clrMapOvr>
    <a:masterClrMapping/>
  </p:clrMapOvr>
  <p:transition spd="slow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9790-730A-FAE2-76B5-0B62D01B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3F3C23-062A-3D50-7E11-C13E6A89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8C7EB7-1678-D44B-1535-6DDCAC3D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A744125-BB7E-472B-294A-762E3BB7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5641BBC-B4B8-F935-CDCC-E01C8F314E19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4FB1FDB-F1CF-ADA9-CF3D-4F3C34A109AF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B078A118-3DBD-A098-BBC7-C24478AF848B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89BC94B-841B-AD0C-194F-C2CF8D3567E1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343AB39-7EDD-D1B5-0591-EA6FD67F7181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343AB39-7EDD-D1B5-0591-EA6FD67F7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0E80592E-31C5-52C0-894C-8616D347BC5B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6B73C10-730F-94D8-0FFC-E28A80912573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2CA95ED-817D-0167-F335-D66B10C8747E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7A6AE5D-2478-0B0F-6B20-A774597C7BE6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3AF1C45-63DF-C84C-996C-6F8DBF50943F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84DF141-E510-1335-A34D-70D3CD82A987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2D6DD850-A9CB-C5BC-5406-35403115461C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2D6DD850-A9CB-C5BC-5406-354031154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80342219-E829-F6B3-90BF-7774A0F73632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DB6389A-0A66-3526-64F4-9CB003B6D5C0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675E37A-10B4-EC8F-9B48-9C68C88CDB99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D6CCE88-B5B8-65B4-EE49-04EFC914E796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BEBFEB03-568F-46C0-B94B-98674C55D9F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447CCB5-C284-A295-00C6-F82A01E8214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6932DA2-78A6-7FC4-05A1-3418090C5B26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37E6D22-2376-6BF9-E4D0-9EB7ECF89211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37E6D22-2376-6BF9-E4D0-9EB7ECF89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962855BF-07D2-26B1-54DC-A9BF255316A4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5A4B430-9B4E-3D3A-28FB-7A5C99505CEE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A88B4-AA96-8291-3940-38B429AFD7CC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58A3AF-C9F3-DEA8-0CF7-C4146A61B23C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EC8165-D7F3-B48B-1C23-94168534E3A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4AC2BCD-ACA4-277D-85E4-D6CC231C9F7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4617F9-CBE1-524A-3F55-1407A970FB81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302FAD-C940-2E77-FEC4-3B65286AA06F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302FAD-C940-2E77-FEC4-3B65286AA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5B6F2F-0C2F-FC5F-32AF-803CF3598C4B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5B6F2F-0C2F-FC5F-32AF-803CF359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EF51DE-70DB-9073-47E1-53DFF296FC6C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EF51DE-70DB-9073-47E1-53DFF296F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23811DA-2A04-31BE-0159-D807DD2B3923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8FC607-81F6-5FFD-8363-9EEBCB1C2645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ADB9D8-F749-C8AA-3536-D889FDDDFEC1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87E07DA-4BB8-F6E4-94CC-64FC54DD37F5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B50968-C69C-01EE-9200-5BD6FFACA7FE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E1B42A3-7CA9-E3A4-F819-592E09C6209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1F3C1A4-FB6B-931B-371E-A3FEBE5B85E3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1F3CE-B1AB-A7B4-2625-2F89580FD147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61A162-6AF3-3F84-DA16-36AF95906D83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61A162-6AF3-3F84-DA16-36AF9590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6AFD71-7951-A39A-A72D-4040B3D9D0A4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6AFD71-7951-A39A-A72D-4040B3D9D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CFD2B09-E7CE-9EDB-CD49-D7EE050A629D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C6B52C-0E26-DDEC-190B-B0EBB90C3529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2C1246-C104-318B-C2A7-ED3813C4F40C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01B077D-7018-6567-0D5B-185A718AC602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3B0E039-14E2-E31F-1B19-DADC2E47DE7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4A1DCED-AF9B-A6E1-B1AD-59256E88FA2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A6BC815-E991-03AF-477A-3E514E8447DB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0A0F80-5007-7C8D-DF5F-F99D83AF90B2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0583A8-15B5-69FF-9C1B-F642DABFBC15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B9E6C5-C6FD-8243-A088-9A69CB98C4B7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B82CA83-8E2D-48A1-4188-5EAD9493DD1D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B82CA83-8E2D-48A1-4188-5EAD9493D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444D4B-97C1-D837-0AC4-51A4104D3021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444D4B-97C1-D837-0AC4-51A4104D3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33F843-ACA9-B581-9BE3-59EE9FF77F10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33F843-ACA9-B581-9BE3-59EE9FF7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458EF1-CF50-E470-1B77-9B746FE656F5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458EF1-CF50-E470-1B77-9B746FE65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3C17667-7F9F-51A4-DEF3-816CAE885A91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D68C26-2C02-98D5-0FBC-A2F2F4B7FEBB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1780937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{c1,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c0}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{c3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D68C26-2C02-98D5-0FBC-A2F2F4B7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1780937" cy="1415772"/>
              </a:xfrm>
              <a:prstGeom prst="rect">
                <a:avLst/>
              </a:prstGeom>
              <a:blipFill>
                <a:blip r:embed="rId15"/>
                <a:stretch>
                  <a:fillRect l="-5674" t="-6195" r="-7092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88B3FD3-382A-FC70-2D02-408611376F39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A94475-1AA5-FBA2-B949-47801484ABC9}"/>
                  </a:ext>
                </a:extLst>
              </p:cNvPr>
              <p:cNvSpPr txBox="1"/>
              <p:nvPr/>
            </p:nvSpPr>
            <p:spPr>
              <a:xfrm>
                <a:off x="9180743" y="5099248"/>
                <a:ext cx="130907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A94475-1AA5-FBA2-B949-47801484A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743" y="5099248"/>
                <a:ext cx="1309076" cy="369332"/>
              </a:xfrm>
              <a:prstGeom prst="rect">
                <a:avLst/>
              </a:prstGeom>
              <a:blipFill>
                <a:blip r:embed="rId16"/>
                <a:stretch>
                  <a:fillRect l="-10476" t="-23333" r="-12381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7B20D6-3537-CC94-43D5-E1C70FE154F8}"/>
                  </a:ext>
                </a:extLst>
              </p:cNvPr>
              <p:cNvSpPr txBox="1"/>
              <p:nvPr/>
            </p:nvSpPr>
            <p:spPr>
              <a:xfrm>
                <a:off x="9158191" y="3045223"/>
                <a:ext cx="130689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7B20D6-3537-CC94-43D5-E1C70FE15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191" y="3045223"/>
                <a:ext cx="1306896" cy="369332"/>
              </a:xfrm>
              <a:prstGeom prst="rect">
                <a:avLst/>
              </a:prstGeom>
              <a:blipFill>
                <a:blip r:embed="rId17"/>
                <a:stretch>
                  <a:fillRect l="-7619" t="-27586" r="-12381" b="-4827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D77062-0049-F7D7-17AB-52B4B8A0F6A3}"/>
                  </a:ext>
                </a:extLst>
              </p:cNvPr>
              <p:cNvSpPr txBox="1"/>
              <p:nvPr/>
            </p:nvSpPr>
            <p:spPr>
              <a:xfrm>
                <a:off x="4914242" y="3005381"/>
                <a:ext cx="132292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D77062-0049-F7D7-17AB-52B4B8A0F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242" y="3005381"/>
                <a:ext cx="1322926" cy="369332"/>
              </a:xfrm>
              <a:prstGeom prst="rect">
                <a:avLst/>
              </a:prstGeom>
              <a:blipFill>
                <a:blip r:embed="rId18"/>
                <a:stretch>
                  <a:fillRect l="-7547" t="-26667" r="-12264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C92ED31E-8A6E-48E1-AF34-9A0307FD92DF}"/>
              </a:ext>
            </a:extLst>
          </p:cNvPr>
          <p:cNvSpPr/>
          <p:nvPr/>
        </p:nvSpPr>
        <p:spPr>
          <a:xfrm>
            <a:off x="5231381" y="3348683"/>
            <a:ext cx="2147299" cy="1598358"/>
          </a:xfrm>
          <a:prstGeom prst="ellipse">
            <a:avLst/>
          </a:prstGeom>
          <a:noFill/>
          <a:ln w="38100">
            <a:solidFill>
              <a:srgbClr val="215C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CF8029A-4A8A-6831-5C1B-59214C51BCBE}"/>
              </a:ext>
            </a:extLst>
          </p:cNvPr>
          <p:cNvSpPr/>
          <p:nvPr/>
        </p:nvSpPr>
        <p:spPr>
          <a:xfrm flipH="1">
            <a:off x="7413488" y="3320358"/>
            <a:ext cx="2045373" cy="157635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2675E3C-DB91-B5BF-8EEC-132E8BEAB155}"/>
              </a:ext>
            </a:extLst>
          </p:cNvPr>
          <p:cNvSpPr/>
          <p:nvPr/>
        </p:nvSpPr>
        <p:spPr>
          <a:xfrm rot="11016059" flipH="1" flipV="1">
            <a:off x="8025669" y="4966442"/>
            <a:ext cx="1007010" cy="69038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19842"/>
      </p:ext>
    </p:extLst>
  </p:cSld>
  <p:clrMapOvr>
    <a:masterClrMapping/>
  </p:clrMapOvr>
  <p:transition spd="slow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1F83-B0BD-B5FB-9787-C59D4E6AC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5AE3FF-A425-F972-E944-9EECC561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0AD924-AD81-9EE6-FF24-AEAFE65B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1CA1405-9638-6EAC-62FA-09B79C069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E8492FC-308E-EC2F-D7C6-2EFB507D20A2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FB18300-1A83-C3EC-CA4A-01CEE0318821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8F5BEA9-E795-0773-A383-FB16DA2324FC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F3EC839-193F-F02C-45A0-806D6AA8EF96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C2C71C7-AB0D-009B-4148-26466522AE0B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C2C71C7-AB0D-009B-4148-26466522A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DC64FC9A-2D13-4D71-4DF3-A559A7366D32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F815F95-E908-74C2-3836-A1E895A2D099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CDAE73F-C985-9062-19BE-8A9C01D5C081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36DD7D37-8451-6F62-6A9D-070E42658FD5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66B5B0E6-AB00-A85E-CF6F-E55428007313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2DBFAE1F-7162-2E02-322A-B995788291F5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FEFE088-5C82-07DB-C067-ABDE2BB859EF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FEFE088-5C82-07DB-C067-ABDE2BB85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919611A2-08C8-59B3-7963-376CD3AD94CC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586F329-A588-98D2-24D8-7882BA1B9072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7548C85-646C-7066-5750-2C58BFBA252B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59EA7FA-2ADA-8466-0F22-896E2112B775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245E408D-24BC-CABE-0141-A03D09C0DFD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389A92D5-7AF8-23AD-C9F4-DC61C9F9B9E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04267B74-A491-A2B0-4087-AAACB9C29256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41AC7C8-28FB-153F-EDA4-CF9AF34699CE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41AC7C8-28FB-153F-EDA4-CF9AF3469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3B7F7076-457A-078E-FFE0-CD861467518C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6DAE697-D99B-E871-6F62-517F38EFEE8C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F6A54-F391-F356-1465-1FD8EC2FBFF5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E15575-08D8-E0F4-0EBC-EAFBF4797A0A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39A9F1-7773-197C-542D-2CCBB19F197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789DE7B-A3C5-02B5-D891-211754D89863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B91C5B-A472-E342-231A-22E56486CC45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3EDAE2-94B5-0BF3-A369-3EE199B94CEA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3EDAE2-94B5-0BF3-A369-3EE199B94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91860A-A385-77B4-1E02-E03F88E73791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91860A-A385-77B4-1E02-E03F88E73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3DCEE3-C44D-B007-EC72-B9D1DCCAB99B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3DCEE3-C44D-B007-EC72-B9D1DCCAB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98C9BF-9BD1-B86A-197F-6A451125F56B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FF3759-7226-13B8-687C-7D12105BFB6D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A71915-F675-B135-FEC6-FD0171B60CD4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8C1173B-5F09-27E5-EE97-4F9CDDE71B31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B06D1B-3647-8380-7200-56153E0C7138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46AEDA8-3072-3524-0AAD-F74DBEC4942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17A383A-B438-4054-2EB6-2542993DFA0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FDB3BD-3452-FDC8-5CF9-06AECC08AD43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7F79A9-0518-1AE2-0FEA-FFB5E506531B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7F79A9-0518-1AE2-0FEA-FFB5E5065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00487A-E20D-8CA6-3EA7-52F3FA261E49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00487A-E20D-8CA6-3EA7-52F3FA261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ABDBEF7-71C9-0AA0-1EDA-87FB980BFA6A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961807-D59F-5ACA-6E38-DE2E28D08911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610DAE-6F29-4D60-C017-053D29DD52CC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52948D-F270-393F-0CCA-643EF95722A5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5F946C8-1B54-D551-E77E-109D708AB99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BC69B6A-F1DB-06D6-BD3A-0EC6D1E974C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1F1955E-E918-652B-DF08-DD0CCB5949F6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C9311A-3325-7205-30CD-DB8600988036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57C086-F36F-2BF5-2E0E-F45F1DE8A807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54F2A07-3454-B5F2-31D7-C28BF6411EE8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4941727-95D3-839D-3DEE-1929E31EA373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4941727-95D3-839D-3DEE-1929E31EA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30EE4D-FCD3-2798-68DD-E8FC5AF693BA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30EE4D-FCD3-2798-68DD-E8FC5AF69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20C5A1-B7F8-D287-D97C-A41D430A7FB6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20C5A1-B7F8-D287-D97C-A41D430A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903BB0-0CF6-C27B-0F69-77B0793C7DFA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903BB0-0CF6-C27B-0F69-77B0793C7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CDA53BA-81B4-663E-0BB6-6AFD27B58325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3E5A29-BF97-59D7-23A6-1ECF585FDDC1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2305118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{c1,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c0}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{c3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c2,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c0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3E5A29-BF97-59D7-23A6-1ECF585FD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2305118" cy="1415772"/>
              </a:xfrm>
              <a:prstGeom prst="rect">
                <a:avLst/>
              </a:prstGeom>
              <a:blipFill>
                <a:blip r:embed="rId15"/>
                <a:stretch>
                  <a:fillRect l="-4372" t="-6195" r="-3279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0E03DAA-F922-3DF3-0579-7482A387C5B3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B13D20-4A92-3052-A28B-03A7DF47CCF3}"/>
                  </a:ext>
                </a:extLst>
              </p:cNvPr>
              <p:cNvSpPr txBox="1"/>
              <p:nvPr/>
            </p:nvSpPr>
            <p:spPr>
              <a:xfrm>
                <a:off x="8547799" y="5950675"/>
                <a:ext cx="1309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B13D20-4A92-3052-A28B-03A7DF47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799" y="5950675"/>
                <a:ext cx="1309076" cy="369332"/>
              </a:xfrm>
              <a:prstGeom prst="rect">
                <a:avLst/>
              </a:prstGeom>
              <a:blipFill>
                <a:blip r:embed="rId16"/>
                <a:stretch>
                  <a:fillRect l="-10476" t="-23333" r="-13333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0C2252-29A3-D73E-EE42-19D7E593D0C8}"/>
                  </a:ext>
                </a:extLst>
              </p:cNvPr>
              <p:cNvSpPr txBox="1"/>
              <p:nvPr/>
            </p:nvSpPr>
            <p:spPr>
              <a:xfrm>
                <a:off x="6603650" y="2779035"/>
                <a:ext cx="1306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0C2252-29A3-D73E-EE42-19D7E593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650" y="2779035"/>
                <a:ext cx="1306896" cy="369332"/>
              </a:xfrm>
              <a:prstGeom prst="rect">
                <a:avLst/>
              </a:prstGeom>
              <a:blipFill>
                <a:blip r:embed="rId17"/>
                <a:stretch>
                  <a:fillRect l="-7619" t="-23333" r="-12381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ADDED2-547A-B80D-FF82-7E99DA291FCD}"/>
                  </a:ext>
                </a:extLst>
              </p:cNvPr>
              <p:cNvSpPr txBox="1"/>
              <p:nvPr/>
            </p:nvSpPr>
            <p:spPr>
              <a:xfrm>
                <a:off x="2372595" y="3198924"/>
                <a:ext cx="1322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ADDED2-547A-B80D-FF82-7E99DA291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595" y="3198924"/>
                <a:ext cx="1322926" cy="369332"/>
              </a:xfrm>
              <a:prstGeom prst="rect">
                <a:avLst/>
              </a:prstGeom>
              <a:blipFill>
                <a:blip r:embed="rId18"/>
                <a:stretch>
                  <a:fillRect l="-7619" t="-27586" r="-13333" b="-4827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AC5D982E-CB5D-2C81-2C77-D630BE6C2DFF}"/>
              </a:ext>
            </a:extLst>
          </p:cNvPr>
          <p:cNvSpPr/>
          <p:nvPr/>
        </p:nvSpPr>
        <p:spPr>
          <a:xfrm rot="1068488">
            <a:off x="1834767" y="3832844"/>
            <a:ext cx="3704311" cy="1781653"/>
          </a:xfrm>
          <a:prstGeom prst="ellipse">
            <a:avLst/>
          </a:prstGeom>
          <a:noFill/>
          <a:ln w="38100">
            <a:solidFill>
              <a:srgbClr val="215C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005F46-3963-A9AA-294A-8415E198D444}"/>
              </a:ext>
            </a:extLst>
          </p:cNvPr>
          <p:cNvSpPr/>
          <p:nvPr/>
        </p:nvSpPr>
        <p:spPr>
          <a:xfrm flipH="1">
            <a:off x="5688464" y="3256575"/>
            <a:ext cx="3239265" cy="2420433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EC68B5B-C413-9EA4-0F5D-EAF028B50A16}"/>
              </a:ext>
            </a:extLst>
          </p:cNvPr>
          <p:cNvSpPr/>
          <p:nvPr/>
        </p:nvSpPr>
        <p:spPr>
          <a:xfrm rot="11016059" flipH="1" flipV="1">
            <a:off x="7392725" y="5817869"/>
            <a:ext cx="1007010" cy="69038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2532343"/>
      </p:ext>
    </p:extLst>
  </p:cSld>
  <p:clrMapOvr>
    <a:masterClrMapping/>
  </p:clrMapOvr>
  <p:transition spd="slow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8ED0-A713-43E2-8F3B-F89D5510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43EAF8-8021-3D27-7C2D-4631579F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010CF3-7F88-5CE7-F597-033F7E88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AB8D7BE-29B2-D3B0-396C-8AA50FAF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A12A4DC-9AA9-6F4F-9053-012DC0435912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3698BC4-E8EE-0BBB-7BE4-54683387B294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5F690246-25C7-9365-7BDE-3C273768C58F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ED16AEE5-C94D-7346-FA03-8B4F160E729B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1274A84-F182-4D67-D72F-60131A4FE7A5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1274A84-F182-4D67-D72F-60131A4FE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A8FD940C-5E41-C3A5-2CBC-A88EC8ED21BB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D3AA773-6F74-6483-9AE9-E6CECE6803B0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D8B1D09-6280-5A1D-16ED-BCE9BD7615C5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BE1811E8-407B-49C2-02AC-FAD85975D67A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F2D5EC4-6297-65A8-B74B-4378BEA4F985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EDFD6C7-0989-535D-F081-B2DA6969FD51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8E2FAE3-45E1-96DC-23A3-2A25F3AA65FC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8E2FAE3-45E1-96DC-23A3-2A25F3AA6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529B833A-2732-A290-BF69-35F42DDC0E69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5E370FB-1D54-A1F9-D1F9-5983A3735102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0CFA175-1AED-4FC0-49CC-B33A61D88F23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3B024E0-96E1-5F85-6158-F494194E59EB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03D358EF-EED3-DBA3-1F5A-C2B149412E6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25C073CA-2248-F8F7-D5CC-A2740199DBE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A176F89-37DA-080E-E1F9-0E004F75E2A8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7ECB5E3-CBD9-C985-4B77-9E2FCC30D329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7ECB5E3-CBD9-C985-4B77-9E2FCC30D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AFDE8CED-7584-0698-5B67-FFF78FA567F1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71E22EC-EF35-7836-F0A2-5388C5B77820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CA205-8B14-F672-53DF-9482AE78FD86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3158FC-D8AB-602B-8B42-A172E5EBD334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B827BE8-F7CC-4CC0-72F3-FEDDF835BCE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9AB530-DF50-2BCF-30A6-8325287CC36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90C797-22BC-79A2-0D4A-ACFDCA99F275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8067C2-2F2D-08C4-EEB3-52EB785F872E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8067C2-2F2D-08C4-EEB3-52EB785F8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A098D5-427E-4263-9260-6BC44CE97B07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A098D5-427E-4263-9260-6BC44CE97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9A7705-5D33-636A-00BB-17872D4507AC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9A7705-5D33-636A-00BB-17872D450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3504DC9-4920-FB41-785B-3AB1E3A7E434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5F0D33-887A-CF0C-4209-4D3F44F8A3F4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4FF590-D1BD-9320-DB80-3C7A185CC7FF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3AF86DA-6685-ABFD-4E6E-7A197569ABA1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8F6DC3-4D22-8A63-AA9D-4281BE192CC2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3FEB555-64CF-0CB2-F575-AAF546F1D29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18D7C70-9EF2-BAC2-3E1F-4E8021DED96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BCC2E6-ED1F-8AF1-925E-45B106507ADA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F0132D-B095-B99B-3AF6-5E2080599006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F0132D-B095-B99B-3AF6-5E2080599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F68C9B-4C1B-E697-0E33-3A732D841A06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F68C9B-4C1B-E697-0E33-3A732D84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E25B93B-5E04-1A91-8443-BC13E4B7A512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DC7EE5-1E67-9869-5352-07114A8F6B14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1A776E-CAC6-FDFD-81BC-B6FDAA3EADCC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07BEB1F-8132-1B82-4030-658F8BCC5659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315501E-99FE-CEEF-4A76-2E51ADC50C6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3E06271-9EC2-114E-9B7B-CB1CB2743ED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8D400A9-B450-0181-B99F-3A029D44149F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E6FA6E-767F-5E35-5809-9F0EBE32F94C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45E549-34B8-6488-FFDB-160A4C4235C9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5B1174-C609-A472-23BB-E77850E09345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88BD536-F2B1-EB68-8C42-2D8BDE295B3F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88BD536-F2B1-EB68-8C42-2D8BDE295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586248-9314-5BF6-4FB2-BC4C0A35A85E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586248-9314-5BF6-4FB2-BC4C0A35A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B4706E-6448-2FBB-21C5-0D1D0C354C86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B4706E-6448-2FBB-21C5-0D1D0C35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C849BE-2BC5-97F4-03B9-1D68EB6BCB11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C849BE-2BC5-97F4-03B9-1D68EB6BC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B04436B-4024-A24A-0F48-0A0057A8EE1F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7979F5-4186-6577-9467-397BE5E0481B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2202526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{c1,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c0}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{c3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c2,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c0}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{c4,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c2,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c0}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7979F5-4186-6577-9467-397BE5E04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2202526" cy="1415772"/>
              </a:xfrm>
              <a:prstGeom prst="rect">
                <a:avLst/>
              </a:prstGeom>
              <a:blipFill>
                <a:blip r:embed="rId15"/>
                <a:stretch>
                  <a:fillRect l="-4571" t="-6195" r="-7429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F4FEB08-3AA2-C41B-6496-D6F2696DAB1D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84156"/>
      </p:ext>
    </p:extLst>
  </p:cSld>
  <p:clrMapOvr>
    <a:masterClrMapping/>
  </p:clrMapOvr>
  <p:transition spd="slow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E54FC-5B0F-6D66-0B6C-F3065311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9047AD-5603-2ED1-B311-6FFADE080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732761-419C-5165-7AE4-980CA73F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12F30EF-90AA-9FC8-9B50-9D0A343A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0E8C085-71B6-6DCD-85A3-2A052C82AC87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B5BEE09-1D3E-825F-E86E-5E2D6715A2D3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14998AB-0730-F275-D4A7-B1F2534068B1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6A201A4-5751-4FC4-87F9-73FEDAB83719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A13ACD0-4638-551B-21CA-3CFFDBF16ECC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A13ACD0-4638-551B-21CA-3CFFDBF16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CD919160-6A14-20E0-20FC-A63713F2F464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59CF539-3560-3E8F-22E6-04E344507849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E53BBA6-8E32-A646-8104-6B118AACD24B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9BB7C01-50BC-B1E7-4A3A-2FA4A21487AE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B41A38A-8F9F-83BB-3CD5-DEE69F9C0967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F40CCD3-C850-2368-1E29-FBFF9178E3E4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49286C3F-D913-21AC-F08A-031E0E118012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49286C3F-D913-21AC-F08A-031E0E118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4BC02BD1-1940-E2A0-5832-32F448369316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349C7AD-4E34-0A14-56DE-5A199D2A70DB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9B7E15B-36B6-9444-A7E3-9319CFED149F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95EE523-C724-C366-1F4C-B4FA8ADDF430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E4B62716-C456-95BF-DECA-C9FF737AE2E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329223D8-7FF1-B0DF-1AB6-AB5B542568A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403F01BF-7F6A-043B-AB1C-2C0A0C6896F6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D2189E39-2FC9-A8DF-3DCA-30E384E13CD2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D2189E39-2FC9-A8DF-3DCA-30E384E13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6B22870F-A10D-284C-99E5-04EB1F23991E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76B9C55-D449-5786-BFEF-BDF53133D0C0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841E9-92B2-FD88-9283-7C1901A05AAA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5DEB81-2785-E3FF-8789-B16F9A1041C2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25A2BEF-9851-331B-43D6-AF89036BC29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FE9CA94-EAA6-8C6F-28D7-F2BD80B1D1A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63B6CC-C602-1C5D-17D3-9485919A60DE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EB6819-7DC4-05D7-7058-773F6D3272A1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EB6819-7DC4-05D7-7058-773F6D327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6EFA72-5E34-333D-3933-CF88461E943E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6EFA72-5E34-333D-3933-CF88461E9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55CD36-264D-3596-39A0-A3F5902BA6FD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55CD36-264D-3596-39A0-A3F5902BA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D8FDC94-4B02-A5FD-F281-FCBE8A98D381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BD2E6E-F34E-3C5E-6AEC-A00DE22FCFAF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EBDC0E-6FC6-DF8E-343E-C0D66C5A3C74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FD6E683-38BA-59A2-0934-46C1ED6D8D80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32781ED-D377-9F2A-3682-4899270D3217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7AA8FD2-E939-6C05-A0A5-93BA41D3716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85B056-F294-5F28-CF02-2580296AB67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C00C09-63BB-17C6-4C87-73D09A744430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38A50A-B985-5E53-6203-98402E6CE8AB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38A50A-B985-5E53-6203-98402E6CE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CD50FC-F372-9596-D2AB-7AF528B51B95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CD50FC-F372-9596-D2AB-7AF528B51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4D2DBA0-C0A2-07DD-FBD3-FB46244FE0E6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547F7B-F8DB-6F5C-25DA-154193D31193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57D736-CBCD-4A6D-9715-F3482E4B6F59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A87FC6-B365-63DA-52EC-47CE8CF5DF02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5DD273A-9C23-B726-288C-098123285D7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688CACB-A522-0A0F-3CE5-2524D12AA80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33BA763-C1D0-C9F9-4BCE-390208D505FE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5E902D-1F31-9220-5FC2-DE5F1540D676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72B700-A883-E98A-36F1-C1AAC9FB0AE8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0DEE661-DDBA-375E-7277-ADB716E08A1F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95270F-56A6-63A1-55EE-2D60B0035534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95270F-56A6-63A1-55EE-2D60B0035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B72F1A-8D14-5519-EDEA-62ADDB16B5D5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B72F1A-8D14-5519-EDEA-62ADDB16B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162AF8-8C94-8EC8-F3EE-CA4DA451E76E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162AF8-8C94-8EC8-F3EE-CA4DA451E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F3277B-4948-6F08-90E8-08365E6C3668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F3277B-4948-6F08-90E8-08365E6C3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48CAC65-BDBD-CD14-CC6E-ECF2A10AE7CC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4FCA8-2699-7E01-7408-E353007DE89B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2220160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{c1,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c0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{c3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c2,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c0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{c4,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c2,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c0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4FCA8-2699-7E01-7408-E353007DE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2220160" cy="1415772"/>
              </a:xfrm>
              <a:prstGeom prst="rect">
                <a:avLst/>
              </a:prstGeom>
              <a:blipFill>
                <a:blip r:embed="rId15"/>
                <a:stretch>
                  <a:fillRect l="-4545" t="-6195" r="-7386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9DE37B2-0C83-403D-594D-D9F87438409B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549D06-A881-3680-6A78-5C653753EAF3}"/>
              </a:ext>
            </a:extLst>
          </p:cNvPr>
          <p:cNvCxnSpPr/>
          <p:nvPr/>
        </p:nvCxnSpPr>
        <p:spPr>
          <a:xfrm>
            <a:off x="946673" y="2517289"/>
            <a:ext cx="2804379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DF9C8DB1-5C10-9F3A-46C4-77DCF079C87D}"/>
              </a:ext>
            </a:extLst>
          </p:cNvPr>
          <p:cNvSpPr/>
          <p:nvPr/>
        </p:nvSpPr>
        <p:spPr>
          <a:xfrm>
            <a:off x="5093249" y="174217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E84264-8BBD-5460-4E4F-11A5518FBAD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896278" y="1534556"/>
            <a:ext cx="0" cy="207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3">
            <a:extLst>
              <a:ext uri="{FF2B5EF4-FFF2-40B4-BE49-F238E27FC236}">
                <a16:creationId xmlns:a16="http://schemas.microsoft.com/office/drawing/2014/main" id="{DDDCDD87-AD39-7275-F6B8-B232FDE89EBF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6595156" y="1904241"/>
            <a:ext cx="486236" cy="1045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">
            <a:extLst>
              <a:ext uri="{FF2B5EF4-FFF2-40B4-BE49-F238E27FC236}">
                <a16:creationId xmlns:a16="http://schemas.microsoft.com/office/drawing/2014/main" id="{70DEE499-D9E4-3171-5235-C34723360373}"/>
              </a:ext>
            </a:extLst>
          </p:cNvPr>
          <p:cNvCxnSpPr>
            <a:cxnSpLocks/>
          </p:cNvCxnSpPr>
          <p:nvPr/>
        </p:nvCxnSpPr>
        <p:spPr>
          <a:xfrm rot="5400000">
            <a:off x="4035369" y="2842852"/>
            <a:ext cx="2196639" cy="8787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04C782-7426-2D79-E6DA-E3B44079CC6C}"/>
              </a:ext>
            </a:extLst>
          </p:cNvPr>
          <p:cNvSpPr txBox="1"/>
          <p:nvPr/>
        </p:nvSpPr>
        <p:spPr>
          <a:xfrm flipH="1">
            <a:off x="6179882" y="190690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  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A4286B-E047-250E-5369-35FEFEFF0F75}"/>
              </a:ext>
            </a:extLst>
          </p:cNvPr>
          <p:cNvSpPr txBox="1"/>
          <p:nvPr/>
        </p:nvSpPr>
        <p:spPr>
          <a:xfrm flipH="1">
            <a:off x="5350801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20BE39-D4BF-9609-79BF-E66BCA248F3E}"/>
              </a:ext>
            </a:extLst>
          </p:cNvPr>
          <p:cNvCxnSpPr>
            <a:cxnSpLocks/>
          </p:cNvCxnSpPr>
          <p:nvPr/>
        </p:nvCxnSpPr>
        <p:spPr>
          <a:xfrm flipH="1">
            <a:off x="6532601" y="195322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7EACB2-44FB-7AB1-515E-A26242E02502}"/>
                  </a:ext>
                </a:extLst>
              </p:cNvPr>
              <p:cNvSpPr txBox="1"/>
              <p:nvPr/>
            </p:nvSpPr>
            <p:spPr>
              <a:xfrm>
                <a:off x="6841629" y="1719228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7EACB2-44FB-7AB1-515E-A26242E02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629" y="1719228"/>
                <a:ext cx="395942" cy="369332"/>
              </a:xfrm>
              <a:prstGeom prst="rect">
                <a:avLst/>
              </a:prstGeom>
              <a:blipFill>
                <a:blip r:embed="rId16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C4ED832F-7DD8-686D-BBC5-12DAC6DA54CE}"/>
              </a:ext>
            </a:extLst>
          </p:cNvPr>
          <p:cNvSpPr txBox="1"/>
          <p:nvPr/>
        </p:nvSpPr>
        <p:spPr>
          <a:xfrm flipH="1">
            <a:off x="6108067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64802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6" grpId="0"/>
      <p:bldP spid="37" grpId="0"/>
      <p:bldP spid="46" grpId="0"/>
      <p:bldP spid="4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9F77C-8B38-6FB3-9EBF-522F9FFE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232DD1-3389-F1E6-F782-1AF67ACA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3936C1-F1D1-1090-39EB-20A34028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8DB96786-4E20-96FC-A61E-3009CBBA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DDEFF6A-519E-702A-ACD7-6AE98376AF47}"/>
              </a:ext>
            </a:extLst>
          </p:cNvPr>
          <p:cNvSpPr/>
          <p:nvPr/>
        </p:nvSpPr>
        <p:spPr>
          <a:xfrm>
            <a:off x="4458585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94308996-9CF7-B461-36C7-71A17ADF48AB}"/>
              </a:ext>
            </a:extLst>
          </p:cNvPr>
          <p:cNvCxnSpPr>
            <a:cxnSpLocks/>
          </p:cNvCxnSpPr>
          <p:nvPr/>
        </p:nvCxnSpPr>
        <p:spPr>
          <a:xfrm>
            <a:off x="4826203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4F8AA57C-71BF-9D53-AEBB-52DD14C10A07}"/>
              </a:ext>
            </a:extLst>
          </p:cNvPr>
          <p:cNvCxnSpPr>
            <a:cxnSpLocks/>
          </p:cNvCxnSpPr>
          <p:nvPr/>
        </p:nvCxnSpPr>
        <p:spPr>
          <a:xfrm>
            <a:off x="6965795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16D42B4-AED2-C5E4-8D74-EADEA9523166}"/>
              </a:ext>
            </a:extLst>
          </p:cNvPr>
          <p:cNvCxnSpPr>
            <a:cxnSpLocks/>
          </p:cNvCxnSpPr>
          <p:nvPr/>
        </p:nvCxnSpPr>
        <p:spPr>
          <a:xfrm flipH="1">
            <a:off x="7295564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B7AB35A-09E7-255E-E8A3-48D129338E6D}"/>
                  </a:ext>
                </a:extLst>
              </p:cNvPr>
              <p:cNvSpPr txBox="1"/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B7AB35A-09E7-255E-E8A3-48D129338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82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AA4AA48F-1024-D5AB-F1BA-F09DB387560C}"/>
              </a:ext>
            </a:extLst>
          </p:cNvPr>
          <p:cNvSpPr txBox="1"/>
          <p:nvPr/>
        </p:nvSpPr>
        <p:spPr>
          <a:xfrm>
            <a:off x="4608122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A414A6D-8A4A-C043-DB9D-045F29ABD0CA}"/>
              </a:ext>
            </a:extLst>
          </p:cNvPr>
          <p:cNvSpPr txBox="1"/>
          <p:nvPr/>
        </p:nvSpPr>
        <p:spPr>
          <a:xfrm>
            <a:off x="674826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AE59346D-2966-1334-A77B-BB1E3AF41BF1}"/>
              </a:ext>
            </a:extLst>
          </p:cNvPr>
          <p:cNvSpPr/>
          <p:nvPr/>
        </p:nvSpPr>
        <p:spPr>
          <a:xfrm>
            <a:off x="6720279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C3F2410-ABDA-40C3-4A42-AD23963E76EA}"/>
              </a:ext>
            </a:extLst>
          </p:cNvPr>
          <p:cNvCxnSpPr>
            <a:cxnSpLocks/>
          </p:cNvCxnSpPr>
          <p:nvPr/>
        </p:nvCxnSpPr>
        <p:spPr>
          <a:xfrm>
            <a:off x="7063406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7B64DB37-F7D3-E840-EF8D-9DD98CCD001E}"/>
              </a:ext>
            </a:extLst>
          </p:cNvPr>
          <p:cNvCxnSpPr>
            <a:cxnSpLocks/>
          </p:cNvCxnSpPr>
          <p:nvPr/>
        </p:nvCxnSpPr>
        <p:spPr>
          <a:xfrm>
            <a:off x="7661855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7EC2883-4DF4-6C67-5539-11DE17B7E351}"/>
              </a:ext>
            </a:extLst>
          </p:cNvPr>
          <p:cNvCxnSpPr>
            <a:cxnSpLocks/>
          </p:cNvCxnSpPr>
          <p:nvPr/>
        </p:nvCxnSpPr>
        <p:spPr>
          <a:xfrm flipH="1">
            <a:off x="7995765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D603BE2-94EE-2900-8BAA-CB702D4E4A35}"/>
                  </a:ext>
                </a:extLst>
              </p:cNvPr>
              <p:cNvSpPr txBox="1"/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D603BE2-94EE-2900-8BAA-CB702D4E4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83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4CCF2DF2-35A8-038E-5C3D-97079E7730CE}"/>
              </a:ext>
            </a:extLst>
          </p:cNvPr>
          <p:cNvSpPr txBox="1"/>
          <p:nvPr/>
        </p:nvSpPr>
        <p:spPr>
          <a:xfrm>
            <a:off x="6845325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9DBA801-395C-A203-32C5-6749E5913BD0}"/>
              </a:ext>
            </a:extLst>
          </p:cNvPr>
          <p:cNvSpPr txBox="1"/>
          <p:nvPr/>
        </p:nvSpPr>
        <p:spPr>
          <a:xfrm>
            <a:off x="7444324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DC743DB-59C2-0082-72A7-2215BB8EF970}"/>
              </a:ext>
            </a:extLst>
          </p:cNvPr>
          <p:cNvSpPr/>
          <p:nvPr/>
        </p:nvSpPr>
        <p:spPr>
          <a:xfrm flipH="1">
            <a:off x="3751052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F2D30E8-39E9-84FB-86DD-8C97466574C2}"/>
              </a:ext>
            </a:extLst>
          </p:cNvPr>
          <p:cNvGrpSpPr/>
          <p:nvPr/>
        </p:nvGrpSpPr>
        <p:grpSpPr>
          <a:xfrm flipH="1">
            <a:off x="4084962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394BA79C-034F-9201-6C04-9F917ABA592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E146A57B-4E3F-D8D0-7B58-42BBF6DD5A1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18FF1D0-3C95-5E9D-7315-7AAE0C8F3818}"/>
              </a:ext>
            </a:extLst>
          </p:cNvPr>
          <p:cNvCxnSpPr>
            <a:cxnSpLocks/>
          </p:cNvCxnSpPr>
          <p:nvPr/>
        </p:nvCxnSpPr>
        <p:spPr>
          <a:xfrm>
            <a:off x="2921583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FD337B4-7C42-3525-8649-8998DE18E28F}"/>
                  </a:ext>
                </a:extLst>
              </p:cNvPr>
              <p:cNvSpPr txBox="1"/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FD337B4-7C42-3525-8649-8998DE18E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57524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3EA8EF03-24F6-120A-172B-817701C7689D}"/>
              </a:ext>
            </a:extLst>
          </p:cNvPr>
          <p:cNvSpPr txBox="1"/>
          <p:nvPr/>
        </p:nvSpPr>
        <p:spPr>
          <a:xfrm flipH="1">
            <a:off x="4464119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994E156-A72F-5B00-752E-2526D95C5839}"/>
              </a:ext>
            </a:extLst>
          </p:cNvPr>
          <p:cNvSpPr txBox="1"/>
          <p:nvPr/>
        </p:nvSpPr>
        <p:spPr>
          <a:xfrm flipH="1">
            <a:off x="3865120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449355-354B-2896-1593-1C97057AE9DC}"/>
              </a:ext>
            </a:extLst>
          </p:cNvPr>
          <p:cNvSpPr/>
          <p:nvPr/>
        </p:nvSpPr>
        <p:spPr>
          <a:xfrm flipH="1">
            <a:off x="2243130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04F66F9-6B58-E5D4-475A-DFF3A45C9F75}"/>
              </a:ext>
            </a:extLst>
          </p:cNvPr>
          <p:cNvGrpSpPr/>
          <p:nvPr/>
        </p:nvGrpSpPr>
        <p:grpSpPr>
          <a:xfrm flipH="1">
            <a:off x="2577040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308CFA9-D628-294F-C7FE-9D1E89F3C39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B6CBFB3-AB31-A5C6-9A54-1D5B2EE55A5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27373F-44A2-B6BC-37DA-1C238AFDB5F9}"/>
              </a:ext>
            </a:extLst>
          </p:cNvPr>
          <p:cNvCxnSpPr>
            <a:cxnSpLocks/>
          </p:cNvCxnSpPr>
          <p:nvPr/>
        </p:nvCxnSpPr>
        <p:spPr>
          <a:xfrm>
            <a:off x="1934102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BFFFC77-6C90-1894-2180-37F36F8695D3}"/>
                  </a:ext>
                </a:extLst>
              </p:cNvPr>
              <p:cNvSpPr txBox="1"/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BFFFC77-6C90-1894-2180-37F36F869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47070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2121" r="-1212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DA693-F754-E01C-D453-54581528AB25}"/>
                  </a:ext>
                </a:extLst>
              </p:cNvPr>
              <p:cNvSpPr txBox="1"/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DA693-F754-E01C-D453-54581528A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49602" y="3818348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18182" r="-18182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471674-32D1-7537-C368-1EB076EA42EB}"/>
                  </a:ext>
                </a:extLst>
              </p:cNvPr>
              <p:cNvSpPr txBox="1"/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471674-32D1-7537-C368-1EB076EA4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73999" y="3824904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3529" r="-26471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3B08F9C-B150-4FF6-BAC4-C2C243ACE0C6}"/>
              </a:ext>
            </a:extLst>
          </p:cNvPr>
          <p:cNvSpPr txBox="1"/>
          <p:nvPr/>
        </p:nvSpPr>
        <p:spPr>
          <a:xfrm flipH="1">
            <a:off x="2956197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4B12A1-F2BE-FCA5-3707-6B8A1DFA1E15}"/>
              </a:ext>
            </a:extLst>
          </p:cNvPr>
          <p:cNvSpPr txBox="1"/>
          <p:nvPr/>
        </p:nvSpPr>
        <p:spPr>
          <a:xfrm flipH="1">
            <a:off x="2357198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3F9679-417B-2F35-F8D4-89AF71E1208E}"/>
              </a:ext>
            </a:extLst>
          </p:cNvPr>
          <p:cNvCxnSpPr>
            <a:cxnSpLocks/>
          </p:cNvCxnSpPr>
          <p:nvPr/>
        </p:nvCxnSpPr>
        <p:spPr>
          <a:xfrm>
            <a:off x="2921583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9C1E1-9117-27F1-E6F0-13BEF26A242B}"/>
              </a:ext>
            </a:extLst>
          </p:cNvPr>
          <p:cNvSpPr/>
          <p:nvPr/>
        </p:nvSpPr>
        <p:spPr>
          <a:xfrm flipH="1">
            <a:off x="6024219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8A9BDB-CEDE-F44F-6DE1-FB243EFD0999}"/>
              </a:ext>
            </a:extLst>
          </p:cNvPr>
          <p:cNvGrpSpPr/>
          <p:nvPr/>
        </p:nvGrpSpPr>
        <p:grpSpPr>
          <a:xfrm flipH="1">
            <a:off x="6358129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386F5A9-755E-FD80-5DFF-6F563192EE9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D5E05C2-5EB6-4149-6ADB-B3ADCFF59079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824CEA-5431-B42D-8C83-F4FAFB98EF78}"/>
              </a:ext>
            </a:extLst>
          </p:cNvPr>
          <p:cNvCxnSpPr>
            <a:cxnSpLocks/>
          </p:cNvCxnSpPr>
          <p:nvPr/>
        </p:nvCxnSpPr>
        <p:spPr>
          <a:xfrm>
            <a:off x="5715191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0A7CE3-1101-8B5D-06D1-A72929C79F1E}"/>
                  </a:ext>
                </a:extLst>
              </p:cNvPr>
              <p:cNvSpPr txBox="1"/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0A7CE3-1101-8B5D-06D1-A72929C79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81267" y="4135219"/>
                <a:ext cx="424796" cy="369332"/>
              </a:xfrm>
              <a:prstGeom prst="rect">
                <a:avLst/>
              </a:prstGeom>
              <a:blipFill>
                <a:blip r:embed="rId9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3B3D40-9BD2-557C-9E40-C93E79382950}"/>
                  </a:ext>
                </a:extLst>
              </p:cNvPr>
              <p:cNvSpPr txBox="1"/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3B3D40-9BD2-557C-9E40-C93E79382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0691" y="3439887"/>
                <a:ext cx="254878" cy="369332"/>
              </a:xfrm>
              <a:prstGeom prst="rect">
                <a:avLst/>
              </a:prstGeom>
              <a:blipFill>
                <a:blip r:embed="rId10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AA958603-4028-B933-2786-94937F9D3C64}"/>
              </a:ext>
            </a:extLst>
          </p:cNvPr>
          <p:cNvSpPr txBox="1"/>
          <p:nvPr/>
        </p:nvSpPr>
        <p:spPr>
          <a:xfrm flipH="1">
            <a:off x="6737286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D0C187-F933-F729-C5E7-89A1AC62B556}"/>
              </a:ext>
            </a:extLst>
          </p:cNvPr>
          <p:cNvSpPr txBox="1"/>
          <p:nvPr/>
        </p:nvSpPr>
        <p:spPr>
          <a:xfrm flipH="1">
            <a:off x="6138287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13AADF-5EF7-C379-D30C-7B5A1F448020}"/>
              </a:ext>
            </a:extLst>
          </p:cNvPr>
          <p:cNvSpPr/>
          <p:nvPr/>
        </p:nvSpPr>
        <p:spPr>
          <a:xfrm flipH="1">
            <a:off x="7435072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DA4B30-2D3B-ED23-9D86-EC969579D943}"/>
              </a:ext>
            </a:extLst>
          </p:cNvPr>
          <p:cNvGrpSpPr/>
          <p:nvPr/>
        </p:nvGrpSpPr>
        <p:grpSpPr>
          <a:xfrm flipH="1">
            <a:off x="7768982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70A59A3-8411-0985-EFAB-CC470D91E983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2F3A7BF-8DFF-205C-0B99-A2B9F0B9137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29761F8-A56E-3A26-7B32-E3471762DBB7}"/>
              </a:ext>
            </a:extLst>
          </p:cNvPr>
          <p:cNvSpPr txBox="1"/>
          <p:nvPr/>
        </p:nvSpPr>
        <p:spPr>
          <a:xfrm flipH="1">
            <a:off x="8280240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273D85-10A8-8DEE-B73E-99C4ED6FFECB}"/>
              </a:ext>
            </a:extLst>
          </p:cNvPr>
          <p:cNvSpPr txBox="1"/>
          <p:nvPr/>
        </p:nvSpPr>
        <p:spPr>
          <a:xfrm flipH="1">
            <a:off x="8148139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349F82-BB8B-2C3C-EF5B-950695A5A255}"/>
              </a:ext>
            </a:extLst>
          </p:cNvPr>
          <p:cNvSpPr txBox="1"/>
          <p:nvPr/>
        </p:nvSpPr>
        <p:spPr>
          <a:xfrm flipH="1">
            <a:off x="7549140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E2DF1FE-EC56-B574-D075-4774E84ED45C}"/>
              </a:ext>
            </a:extLst>
          </p:cNvPr>
          <p:cNvCxnSpPr>
            <a:cxnSpLocks/>
          </p:cNvCxnSpPr>
          <p:nvPr/>
        </p:nvCxnSpPr>
        <p:spPr>
          <a:xfrm flipH="1">
            <a:off x="8710558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21DDE70-EB6B-5B15-4D84-9911CE15AF4F}"/>
                  </a:ext>
                </a:extLst>
              </p:cNvPr>
              <p:cNvSpPr txBox="1"/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21DDE70-EB6B-5B15-4D84-9911CE15A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676" y="4153662"/>
                <a:ext cx="395942" cy="369332"/>
              </a:xfrm>
              <a:prstGeom prst="rect">
                <a:avLst/>
              </a:prstGeom>
              <a:blipFill>
                <a:blip r:embed="rId11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D57B3C-943A-D1AF-F84C-17D0100AF931}"/>
                  </a:ext>
                </a:extLst>
              </p:cNvPr>
              <p:cNvSpPr txBox="1"/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D57B3C-943A-D1AF-F84C-17D0100A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921" y="4380540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2857" r="-25714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0F8C0B-25AF-533D-0CC8-3BED7139E66A}"/>
                  </a:ext>
                </a:extLst>
              </p:cNvPr>
              <p:cNvSpPr txBox="1"/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0F8C0B-25AF-533D-0CC8-3BED7139E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5088" y="3446443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2857" r="-25714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05200-797F-160A-F4D5-3C6858D363D6}"/>
                  </a:ext>
                </a:extLst>
              </p:cNvPr>
              <p:cNvSpPr txBox="1"/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05200-797F-160A-F4D5-3C6858D36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88792" y="3450789"/>
                <a:ext cx="424796" cy="369332"/>
              </a:xfrm>
              <a:prstGeom prst="rect">
                <a:avLst/>
              </a:prstGeom>
              <a:blipFill>
                <a:blip r:embed="rId14"/>
                <a:stretch>
                  <a:fillRect l="-25714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0BF05D9-DFCC-22CB-5806-BD92D2ABF2B0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How to </a:t>
            </a:r>
            <a:r>
              <a:rPr lang="en-US" altLang="zh-CN" b="1" dirty="0"/>
              <a:t>c</a:t>
            </a:r>
            <a:r>
              <a:rPr lang="en-US" b="1" dirty="0"/>
              <a:t>onsistently </a:t>
            </a:r>
            <a:r>
              <a:rPr lang="en-US" altLang="zh-CN" b="1" dirty="0"/>
              <a:t>c</a:t>
            </a:r>
            <a:r>
              <a:rPr lang="en-US" b="1" dirty="0"/>
              <a:t>onstruct the </a:t>
            </a:r>
            <a:r>
              <a:rPr lang="en-US" altLang="zh-CN" b="1" dirty="0"/>
              <a:t>d</a:t>
            </a:r>
            <a:r>
              <a:rPr lang="en-US" b="1" dirty="0"/>
              <a:t>istribution </a:t>
            </a:r>
            <a:r>
              <a:rPr lang="en-US" altLang="zh-CN" b="1" dirty="0"/>
              <a:t>l</a:t>
            </a:r>
            <a:r>
              <a:rPr lang="en-US" b="1" dirty="0"/>
              <a:t>ogic</a:t>
            </a:r>
            <a:r>
              <a:rPr lang="en-US" altLang="zh-CN" b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8A2465-78D9-27D5-1A1B-ECF92EA28027}"/>
                  </a:ext>
                </a:extLst>
              </p:cNvPr>
              <p:cNvSpPr txBox="1"/>
              <p:nvPr/>
            </p:nvSpPr>
            <p:spPr>
              <a:xfrm flipH="1">
                <a:off x="1129118" y="2040574"/>
                <a:ext cx="1724831" cy="141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endParaRPr lang="en-US" altLang="zh-CN" sz="24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{c3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:</a:t>
                </a:r>
                <a:r>
                  <a:rPr lang="zh-CN" altLang="en-US" sz="2400" baseline="-25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{c4,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c2</a:t>
                </a:r>
                <a:r>
                  <a:rPr lang="en-US" altLang="zh-CN" sz="2400" dirty="0">
                    <a:solidFill>
                      <a:schemeClr val="tx2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8A2465-78D9-27D5-1A1B-ECF92EA28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9118" y="2040574"/>
                <a:ext cx="1724831" cy="1415772"/>
              </a:xfrm>
              <a:prstGeom prst="rect">
                <a:avLst/>
              </a:prstGeom>
              <a:blipFill>
                <a:blip r:embed="rId15"/>
                <a:stretch>
                  <a:fillRect l="-5839" r="-10219" b="-11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1CBCDCD-4748-0144-B616-B0D75E090441}"/>
              </a:ext>
            </a:extLst>
          </p:cNvPr>
          <p:cNvSpPr txBox="1"/>
          <p:nvPr/>
        </p:nvSpPr>
        <p:spPr>
          <a:xfrm>
            <a:off x="731835" y="1588533"/>
            <a:ext cx="171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list: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A06084-F91C-6DCC-5D59-073DA6D10FB8}"/>
              </a:ext>
            </a:extLst>
          </p:cNvPr>
          <p:cNvCxnSpPr/>
          <p:nvPr/>
        </p:nvCxnSpPr>
        <p:spPr>
          <a:xfrm>
            <a:off x="946673" y="2517289"/>
            <a:ext cx="2804379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0927A34F-C992-D064-EB54-8460AA3D83F7}"/>
              </a:ext>
            </a:extLst>
          </p:cNvPr>
          <p:cNvSpPr/>
          <p:nvPr/>
        </p:nvSpPr>
        <p:spPr>
          <a:xfrm>
            <a:off x="5093249" y="174217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A01280-74E4-8A0D-2498-8410D2765A1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896278" y="1534556"/>
            <a:ext cx="0" cy="207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3">
            <a:extLst>
              <a:ext uri="{FF2B5EF4-FFF2-40B4-BE49-F238E27FC236}">
                <a16:creationId xmlns:a16="http://schemas.microsoft.com/office/drawing/2014/main" id="{0BF05271-96D1-9462-3D63-B18D3573E8D5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6595156" y="1904241"/>
            <a:ext cx="486236" cy="1045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">
            <a:extLst>
              <a:ext uri="{FF2B5EF4-FFF2-40B4-BE49-F238E27FC236}">
                <a16:creationId xmlns:a16="http://schemas.microsoft.com/office/drawing/2014/main" id="{C541F7EE-5970-5AEF-D304-720E533E4797}"/>
              </a:ext>
            </a:extLst>
          </p:cNvPr>
          <p:cNvCxnSpPr>
            <a:cxnSpLocks/>
          </p:cNvCxnSpPr>
          <p:nvPr/>
        </p:nvCxnSpPr>
        <p:spPr>
          <a:xfrm rot="5400000">
            <a:off x="4035369" y="2842852"/>
            <a:ext cx="2196639" cy="8787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BA02900-2BAA-B3D3-A3B8-0AE6252C0587}"/>
              </a:ext>
            </a:extLst>
          </p:cNvPr>
          <p:cNvSpPr txBox="1"/>
          <p:nvPr/>
        </p:nvSpPr>
        <p:spPr>
          <a:xfrm flipH="1">
            <a:off x="6179882" y="190690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  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CAF16C-C5AA-D19D-9AED-024C7D0DB2C3}"/>
              </a:ext>
            </a:extLst>
          </p:cNvPr>
          <p:cNvSpPr txBox="1"/>
          <p:nvPr/>
        </p:nvSpPr>
        <p:spPr>
          <a:xfrm flipH="1">
            <a:off x="5350801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4070843-D442-0D0B-4BAD-215E667BDBDA}"/>
              </a:ext>
            </a:extLst>
          </p:cNvPr>
          <p:cNvCxnSpPr>
            <a:cxnSpLocks/>
          </p:cNvCxnSpPr>
          <p:nvPr/>
        </p:nvCxnSpPr>
        <p:spPr>
          <a:xfrm flipH="1">
            <a:off x="6532601" y="195322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8854474-34B3-0A84-A81B-A291F1E244E1}"/>
                  </a:ext>
                </a:extLst>
              </p:cNvPr>
              <p:cNvSpPr txBox="1"/>
              <p:nvPr/>
            </p:nvSpPr>
            <p:spPr>
              <a:xfrm>
                <a:off x="6841629" y="1719228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8854474-34B3-0A84-A81B-A291F1E24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629" y="1719228"/>
                <a:ext cx="395942" cy="369332"/>
              </a:xfrm>
              <a:prstGeom prst="rect">
                <a:avLst/>
              </a:prstGeom>
              <a:blipFill>
                <a:blip r:embed="rId16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A42E9F54-C73B-A67F-6154-4910734C3AA8}"/>
              </a:ext>
            </a:extLst>
          </p:cNvPr>
          <p:cNvSpPr txBox="1"/>
          <p:nvPr/>
        </p:nvSpPr>
        <p:spPr>
          <a:xfrm flipH="1">
            <a:off x="6108067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CE48FFF7-D074-D399-717A-01BCE16B9AAB}"/>
              </a:ext>
            </a:extLst>
          </p:cNvPr>
          <p:cNvSpPr/>
          <p:nvPr/>
        </p:nvSpPr>
        <p:spPr>
          <a:xfrm>
            <a:off x="6558024" y="267013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4E931A-F88A-F17A-F84B-D2861EEF10D1}"/>
              </a:ext>
            </a:extLst>
          </p:cNvPr>
          <p:cNvSpPr txBox="1"/>
          <p:nvPr/>
        </p:nvSpPr>
        <p:spPr>
          <a:xfrm flipH="1">
            <a:off x="7555244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4C2A0C-25AB-D858-90FD-2D162D328E59}"/>
              </a:ext>
            </a:extLst>
          </p:cNvPr>
          <p:cNvSpPr txBox="1"/>
          <p:nvPr/>
        </p:nvSpPr>
        <p:spPr>
          <a:xfrm flipH="1">
            <a:off x="6699307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B795023-D529-3462-AED3-88E03F904807}"/>
              </a:ext>
            </a:extLst>
          </p:cNvPr>
          <p:cNvCxnSpPr>
            <a:cxnSpLocks/>
          </p:cNvCxnSpPr>
          <p:nvPr/>
        </p:nvCxnSpPr>
        <p:spPr>
          <a:xfrm flipH="1">
            <a:off x="7997376" y="288118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3238B1B-0C3E-BFBE-BE13-DC1E60EF7F9F}"/>
                  </a:ext>
                </a:extLst>
              </p:cNvPr>
              <p:cNvSpPr txBox="1"/>
              <p:nvPr/>
            </p:nvSpPr>
            <p:spPr>
              <a:xfrm>
                <a:off x="8306404" y="264719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3238B1B-0C3E-BFBE-BE13-DC1E60EF7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404" y="2647194"/>
                <a:ext cx="395942" cy="369332"/>
              </a:xfrm>
              <a:prstGeom prst="rect">
                <a:avLst/>
              </a:prstGeom>
              <a:blipFill>
                <a:blip r:embed="rId17"/>
                <a:stretch>
                  <a:fillRect l="-15625" r="-125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DE37D8E9-5E63-65EE-D933-0AE99FC4F51E}"/>
              </a:ext>
            </a:extLst>
          </p:cNvPr>
          <p:cNvGrpSpPr/>
          <p:nvPr/>
        </p:nvGrpSpPr>
        <p:grpSpPr>
          <a:xfrm>
            <a:off x="6930290" y="3103131"/>
            <a:ext cx="845245" cy="319118"/>
            <a:chOff x="6930290" y="2838827"/>
            <a:chExt cx="845245" cy="58342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527A0C0-A33C-A018-139A-F2F05DDC5564}"/>
                </a:ext>
              </a:extLst>
            </p:cNvPr>
            <p:cNvCxnSpPr>
              <a:cxnSpLocks/>
            </p:cNvCxnSpPr>
            <p:nvPr/>
          </p:nvCxnSpPr>
          <p:spPr>
            <a:xfrm>
              <a:off x="7775535" y="2838827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24400A4-7DC7-AD30-E6DA-2981DAC0035F}"/>
                </a:ext>
              </a:extLst>
            </p:cNvPr>
            <p:cNvCxnSpPr>
              <a:cxnSpLocks/>
            </p:cNvCxnSpPr>
            <p:nvPr/>
          </p:nvCxnSpPr>
          <p:spPr>
            <a:xfrm>
              <a:off x="6930290" y="2842890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155AB55-61E1-A681-DCD8-D0B1C034C0EA}"/>
              </a:ext>
            </a:extLst>
          </p:cNvPr>
          <p:cNvCxnSpPr/>
          <p:nvPr/>
        </p:nvCxnSpPr>
        <p:spPr>
          <a:xfrm>
            <a:off x="946673" y="3038181"/>
            <a:ext cx="2804379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59440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0" grpId="0"/>
      <p:bldP spid="51" grpId="0"/>
      <p:bldP spid="5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5639-1FEA-B34A-30CE-044D35A2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E5F64-4F60-3A97-8ED3-9DFDAD11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101A06-EE0B-CD96-36B4-8D7BD593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0E56902B-44F1-0167-4AD0-BB8D4DE6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07DAE-0DAA-87AC-609A-6725CC263D4C}"/>
              </a:ext>
            </a:extLst>
          </p:cNvPr>
          <p:cNvSpPr txBox="1"/>
          <p:nvPr/>
        </p:nvSpPr>
        <p:spPr>
          <a:xfrm>
            <a:off x="731836" y="1068363"/>
            <a:ext cx="356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One-step</a:t>
            </a:r>
            <a:r>
              <a:rPr lang="zh-CN" altLang="en-US" b="1" dirty="0"/>
              <a:t> </a:t>
            </a:r>
            <a:r>
              <a:rPr lang="en-US" altLang="zh-CN" b="1" dirty="0"/>
              <a:t>further</a:t>
            </a:r>
            <a:r>
              <a:rPr lang="zh-CN" altLang="en-US" b="1" dirty="0"/>
              <a:t> </a:t>
            </a:r>
            <a:r>
              <a:rPr lang="en-US" altLang="zh-CN" b="1" dirty="0"/>
              <a:t>suppression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3817EB-14E1-5C5E-9B5B-BB2B0DD03E6B}"/>
              </a:ext>
            </a:extLst>
          </p:cNvPr>
          <p:cNvGrpSpPr/>
          <p:nvPr/>
        </p:nvGrpSpPr>
        <p:grpSpPr>
          <a:xfrm>
            <a:off x="7010310" y="1753095"/>
            <a:ext cx="3266591" cy="1700815"/>
            <a:chOff x="7010310" y="1753095"/>
            <a:chExt cx="3266591" cy="1700815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A5E7E27A-471B-749A-D6C1-2798C41F2A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310" y="3314289"/>
              <a:ext cx="498089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93AC6646-7903-9EFC-C981-D718C25E0408}"/>
                </a:ext>
              </a:extLst>
            </p:cNvPr>
            <p:cNvSpPr/>
            <p:nvPr/>
          </p:nvSpPr>
          <p:spPr>
            <a:xfrm>
              <a:off x="8758757" y="2199587"/>
              <a:ext cx="906032" cy="36204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sp>
          <p:nvSpPr>
            <p:cNvPr id="208" name="Trapezoid 207">
              <a:extLst>
                <a:ext uri="{FF2B5EF4-FFF2-40B4-BE49-F238E27FC236}">
                  <a16:creationId xmlns:a16="http://schemas.microsoft.com/office/drawing/2014/main" id="{A624A18A-8656-EADA-E973-D4708E14BAF0}"/>
                </a:ext>
              </a:extLst>
            </p:cNvPr>
            <p:cNvSpPr/>
            <p:nvPr/>
          </p:nvSpPr>
          <p:spPr>
            <a:xfrm>
              <a:off x="7117664" y="2673587"/>
              <a:ext cx="1442506" cy="400073"/>
            </a:xfrm>
            <a:prstGeom prst="trapezoid">
              <a:avLst>
                <a:gd name="adj" fmla="val 75005"/>
              </a:avLst>
            </a:prstGeom>
            <a:solidFill>
              <a:srgbClr val="627313"/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CondBr</a:t>
              </a:r>
              <a:endParaRPr lang="en-CN" dirty="0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9EACC469-8C6B-7E71-47B3-691FCDA19539}"/>
                </a:ext>
              </a:extLst>
            </p:cNvPr>
            <p:cNvCxnSpPr>
              <a:cxnSpLocks/>
            </p:cNvCxnSpPr>
            <p:nvPr/>
          </p:nvCxnSpPr>
          <p:spPr>
            <a:xfrm>
              <a:off x="7497267" y="3054840"/>
              <a:ext cx="0" cy="27142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DFAEC257-3761-B2F4-4D55-E772EC68AFE1}"/>
                </a:ext>
              </a:extLst>
            </p:cNvPr>
            <p:cNvCxnSpPr>
              <a:cxnSpLocks/>
            </p:cNvCxnSpPr>
            <p:nvPr/>
          </p:nvCxnSpPr>
          <p:spPr>
            <a:xfrm>
              <a:off x="8153209" y="3079483"/>
              <a:ext cx="0" cy="37271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2084078D-E4DC-7792-D37F-E355391542EC}"/>
                </a:ext>
              </a:extLst>
            </p:cNvPr>
            <p:cNvCxnSpPr>
              <a:cxnSpLocks/>
            </p:cNvCxnSpPr>
            <p:nvPr/>
          </p:nvCxnSpPr>
          <p:spPr>
            <a:xfrm>
              <a:off x="8070836" y="3453910"/>
              <a:ext cx="152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DD78439A-3CD2-9ED2-1869-9F8F15FE397B}"/>
                </a:ext>
              </a:extLst>
            </p:cNvPr>
            <p:cNvCxnSpPr>
              <a:cxnSpLocks/>
              <a:endCxn id="208" idx="0"/>
            </p:cNvCxnSpPr>
            <p:nvPr/>
          </p:nvCxnSpPr>
          <p:spPr>
            <a:xfrm>
              <a:off x="7838917" y="2266216"/>
              <a:ext cx="0" cy="40737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1E66F72C-6950-E937-1966-62A759EAD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714" y="2380506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28D77BAB-C03F-227E-1344-19BB0FD75D7F}"/>
                </a:ext>
              </a:extLst>
            </p:cNvPr>
            <p:cNvCxnSpPr>
              <a:cxnSpLocks/>
              <a:endCxn id="208" idx="3"/>
            </p:cNvCxnSpPr>
            <p:nvPr/>
          </p:nvCxnSpPr>
          <p:spPr>
            <a:xfrm flipH="1">
              <a:off x="8410133" y="2865396"/>
              <a:ext cx="801640" cy="8228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C8D80825-F973-6AB9-27EF-91C710328869}"/>
                </a:ext>
              </a:extLst>
            </p:cNvPr>
            <p:cNvCxnSpPr>
              <a:cxnSpLocks/>
              <a:stCxn id="207" idx="2"/>
            </p:cNvCxnSpPr>
            <p:nvPr/>
          </p:nvCxnSpPr>
          <p:spPr>
            <a:xfrm>
              <a:off x="9211773" y="2561634"/>
              <a:ext cx="0" cy="3022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A7403A8D-BB32-35C9-6787-AED94D5E3521}"/>
                </a:ext>
              </a:extLst>
            </p:cNvPr>
            <p:cNvCxnSpPr>
              <a:cxnSpLocks/>
            </p:cNvCxnSpPr>
            <p:nvPr/>
          </p:nvCxnSpPr>
          <p:spPr>
            <a:xfrm>
              <a:off x="9415572" y="2007297"/>
              <a:ext cx="0" cy="1813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626A3B47-91D3-6274-8031-531045F34F85}"/>
                    </a:ext>
                  </a:extLst>
                </p:cNvPr>
                <p:cNvSpPr txBox="1"/>
                <p:nvPr/>
              </p:nvSpPr>
              <p:spPr>
                <a:xfrm>
                  <a:off x="9264177" y="1753523"/>
                  <a:ext cx="298159" cy="277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626A3B47-91D3-6274-8031-531045F34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4177" y="1753523"/>
                  <a:ext cx="298159" cy="277576"/>
                </a:xfrm>
                <a:prstGeom prst="rect">
                  <a:avLst/>
                </a:prstGeom>
                <a:blipFill>
                  <a:blip r:embed="rId3"/>
                  <a:stretch>
                    <a:fillRect l="-16000" r="-12000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5D030849-C9E0-87C2-32B4-CC4F16007625}"/>
                </a:ext>
              </a:extLst>
            </p:cNvPr>
            <p:cNvCxnSpPr>
              <a:cxnSpLocks/>
            </p:cNvCxnSpPr>
            <p:nvPr/>
          </p:nvCxnSpPr>
          <p:spPr>
            <a:xfrm>
              <a:off x="9020894" y="2006869"/>
              <a:ext cx="0" cy="1813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F6C45C2B-8EDE-F915-46C4-820CE9BFEB16}"/>
                    </a:ext>
                  </a:extLst>
                </p:cNvPr>
                <p:cNvSpPr txBox="1"/>
                <p:nvPr/>
              </p:nvSpPr>
              <p:spPr>
                <a:xfrm>
                  <a:off x="8869499" y="1753095"/>
                  <a:ext cx="2981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F6C45C2B-8EDE-F915-46C4-820CE9BFEB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9499" y="1753095"/>
                  <a:ext cx="29815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6667" r="-16667" b="-1363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1C83B5F-3573-9405-4849-025FC69D37E1}"/>
                </a:ext>
              </a:extLst>
            </p:cNvPr>
            <p:cNvSpPr txBox="1"/>
            <p:nvPr/>
          </p:nvSpPr>
          <p:spPr>
            <a:xfrm flipH="1">
              <a:off x="8091023" y="303729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D941AD46-CF5E-71AB-9EF0-F272C5E4A6F2}"/>
                </a:ext>
              </a:extLst>
            </p:cNvPr>
            <p:cNvSpPr txBox="1"/>
            <p:nvPr/>
          </p:nvSpPr>
          <p:spPr>
            <a:xfrm flipH="1">
              <a:off x="7447144" y="303729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13F3BF61-F1B2-49CE-A2D4-952DBC82C4AB}"/>
                    </a:ext>
                  </a:extLst>
                </p:cNvPr>
                <p:cNvSpPr txBox="1"/>
                <p:nvPr/>
              </p:nvSpPr>
              <p:spPr>
                <a:xfrm>
                  <a:off x="9978742" y="2213550"/>
                  <a:ext cx="2981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13F3BF61-F1B2-49CE-A2D4-952DBC82C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742" y="2213550"/>
                  <a:ext cx="298159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6000" r="-12000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91A91C-64C6-D409-E86A-3CC0F098210B}"/>
                    </a:ext>
                  </a:extLst>
                </p:cNvPr>
                <p:cNvSpPr txBox="1"/>
                <p:nvPr/>
              </p:nvSpPr>
              <p:spPr>
                <a:xfrm flipH="1">
                  <a:off x="7640946" y="1914433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91A91C-64C6-D409-E86A-3CC0F0982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40946" y="1914433"/>
                  <a:ext cx="39594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491524-8D60-771A-A68A-D30990DC1D4D}"/>
              </a:ext>
            </a:extLst>
          </p:cNvPr>
          <p:cNvGrpSpPr/>
          <p:nvPr/>
        </p:nvGrpSpPr>
        <p:grpSpPr>
          <a:xfrm>
            <a:off x="410570" y="1702250"/>
            <a:ext cx="3034120" cy="4197761"/>
            <a:chOff x="410570" y="1702250"/>
            <a:chExt cx="3034120" cy="419776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C767E2E-3A50-CC19-114C-687C3BB0D67C}"/>
                </a:ext>
              </a:extLst>
            </p:cNvPr>
            <p:cNvSpPr/>
            <p:nvPr/>
          </p:nvSpPr>
          <p:spPr>
            <a:xfrm>
              <a:off x="1519684" y="170225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BB0</a:t>
              </a:r>
              <a:endParaRPr lang="en-CN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82C7001-ACAF-5159-70C1-D4AD52D71EE4}"/>
                </a:ext>
              </a:extLst>
            </p:cNvPr>
            <p:cNvSpPr/>
            <p:nvPr/>
          </p:nvSpPr>
          <p:spPr>
            <a:xfrm>
              <a:off x="2528113" y="2446174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BB2</a:t>
              </a:r>
              <a:endParaRPr lang="en-CN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4E257FE-147A-ACF5-99B3-85FDEB8F80DA}"/>
                </a:ext>
              </a:extLst>
            </p:cNvPr>
            <p:cNvSpPr/>
            <p:nvPr/>
          </p:nvSpPr>
          <p:spPr>
            <a:xfrm>
              <a:off x="784091" y="2840940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BB1</a:t>
              </a:r>
              <a:endParaRPr lang="en-CN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64F8BC-BC03-8C30-C336-2797AD9FDFF5}"/>
                </a:ext>
              </a:extLst>
            </p:cNvPr>
            <p:cNvSpPr/>
            <p:nvPr/>
          </p:nvSpPr>
          <p:spPr>
            <a:xfrm>
              <a:off x="1781145" y="3582362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BB3</a:t>
              </a:r>
              <a:endParaRPr lang="en-CN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2D4DFCE-53E1-B90C-44D6-F6D56313EE76}"/>
                </a:ext>
              </a:extLst>
            </p:cNvPr>
            <p:cNvSpPr/>
            <p:nvPr/>
          </p:nvSpPr>
          <p:spPr>
            <a:xfrm>
              <a:off x="834129" y="4371662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BB4</a:t>
              </a:r>
              <a:endParaRPr lang="en-CN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2FDBF66-24AF-C87B-CCE0-7B47280E6495}"/>
                </a:ext>
              </a:extLst>
            </p:cNvPr>
            <p:cNvCxnSpPr>
              <a:stCxn id="58" idx="2"/>
              <a:endCxn id="60" idx="0"/>
            </p:cNvCxnSpPr>
            <p:nvPr/>
          </p:nvCxnSpPr>
          <p:spPr>
            <a:xfrm flipH="1">
              <a:off x="1200260" y="2194619"/>
              <a:ext cx="735593" cy="646321"/>
            </a:xfrm>
            <a:prstGeom prst="straightConnector1">
              <a:avLst/>
            </a:prstGeom>
            <a:ln w="57150">
              <a:solidFill>
                <a:srgbClr val="215C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0CEEA28-06F2-1850-8AB5-9C20D166A41A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>
              <a:off x="1935853" y="2194619"/>
              <a:ext cx="592260" cy="251555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08441E11-44A2-BB8A-4F74-0AE34A815ED0}"/>
                </a:ext>
              </a:extLst>
            </p:cNvPr>
            <p:cNvCxnSpPr>
              <a:cxnSpLocks/>
              <a:stCxn id="60" idx="2"/>
              <a:endCxn id="62" idx="0"/>
            </p:cNvCxnSpPr>
            <p:nvPr/>
          </p:nvCxnSpPr>
          <p:spPr>
            <a:xfrm>
              <a:off x="1200260" y="3333309"/>
              <a:ext cx="50038" cy="1038353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0D8C422-3EAA-1825-E5D9-F885D9971B18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>
              <a:off x="1200260" y="3333309"/>
              <a:ext cx="598469" cy="285407"/>
            </a:xfrm>
            <a:prstGeom prst="straightConnector1">
              <a:avLst/>
            </a:prstGeom>
            <a:ln w="57150">
              <a:solidFill>
                <a:srgbClr val="215C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A25B4BD-7069-68D0-71A7-57300461866D}"/>
                </a:ext>
              </a:extLst>
            </p:cNvPr>
            <p:cNvCxnSpPr>
              <a:cxnSpLocks/>
              <a:endCxn id="61" idx="0"/>
            </p:cNvCxnSpPr>
            <p:nvPr/>
          </p:nvCxnSpPr>
          <p:spPr>
            <a:xfrm flipH="1">
              <a:off x="2197314" y="2923889"/>
              <a:ext cx="764552" cy="658473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5C52DB2E-C67C-AEAB-8333-3B0204E1548A}"/>
                </a:ext>
              </a:extLst>
            </p:cNvPr>
            <p:cNvCxnSpPr>
              <a:cxnSpLocks/>
              <a:endCxn id="141" idx="0"/>
            </p:cNvCxnSpPr>
            <p:nvPr/>
          </p:nvCxnSpPr>
          <p:spPr>
            <a:xfrm>
              <a:off x="2979451" y="2947336"/>
              <a:ext cx="0" cy="1313738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798E141-1B36-8C36-1C99-BB3E12FD323B}"/>
                </a:ext>
              </a:extLst>
            </p:cNvPr>
            <p:cNvCxnSpPr>
              <a:cxnSpLocks/>
              <a:stCxn id="141" idx="2"/>
              <a:endCxn id="142" idx="0"/>
            </p:cNvCxnSpPr>
            <p:nvPr/>
          </p:nvCxnSpPr>
          <p:spPr>
            <a:xfrm flipH="1">
              <a:off x="2067678" y="4753443"/>
              <a:ext cx="911773" cy="654199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1BCE0DD-B383-DCC8-96A1-3C46826F9FA2}"/>
                    </a:ext>
                  </a:extLst>
                </p:cNvPr>
                <p:cNvSpPr txBox="1"/>
                <p:nvPr/>
              </p:nvSpPr>
              <p:spPr>
                <a:xfrm>
                  <a:off x="2298191" y="2059711"/>
                  <a:ext cx="47000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1BCE0DD-B383-DCC8-96A1-3C46826F9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8191" y="2059711"/>
                  <a:ext cx="470000" cy="36990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D7BF7E3A-484E-0914-DC83-C1905A5C5D80}"/>
                    </a:ext>
                  </a:extLst>
                </p:cNvPr>
                <p:cNvSpPr txBox="1"/>
                <p:nvPr/>
              </p:nvSpPr>
              <p:spPr>
                <a:xfrm>
                  <a:off x="1167480" y="2203708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D7BF7E3A-484E-0914-DC83-C1905A5C5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480" y="2203708"/>
                  <a:ext cx="47000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F6E50EDC-DF87-1C55-D3B7-AA518FE2C9C4}"/>
                    </a:ext>
                  </a:extLst>
                </p:cNvPr>
                <p:cNvSpPr txBox="1"/>
                <p:nvPr/>
              </p:nvSpPr>
              <p:spPr>
                <a:xfrm>
                  <a:off x="2961866" y="2996527"/>
                  <a:ext cx="48282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F6E50EDC-DF87-1C55-D3B7-AA518FE2C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1866" y="2996527"/>
                  <a:ext cx="482824" cy="36990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C3C802A6-D135-66BB-5976-A745478BE235}"/>
                    </a:ext>
                  </a:extLst>
                </p:cNvPr>
                <p:cNvSpPr txBox="1"/>
                <p:nvPr/>
              </p:nvSpPr>
              <p:spPr>
                <a:xfrm>
                  <a:off x="2183125" y="2902458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C3C802A6-D135-66BB-5976-A745478BE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3125" y="2902458"/>
                  <a:ext cx="48282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980BB433-6313-EF1C-288A-A9068876C0D4}"/>
                    </a:ext>
                  </a:extLst>
                </p:cNvPr>
                <p:cNvSpPr txBox="1"/>
                <p:nvPr/>
              </p:nvSpPr>
              <p:spPr>
                <a:xfrm>
                  <a:off x="1559825" y="3183695"/>
                  <a:ext cx="48282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980BB433-6313-EF1C-288A-A9068876C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825" y="3183695"/>
                  <a:ext cx="482824" cy="36990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74320DFF-6BD7-CD44-36EC-5BFC0670A533}"/>
                    </a:ext>
                  </a:extLst>
                </p:cNvPr>
                <p:cNvSpPr txBox="1"/>
                <p:nvPr/>
              </p:nvSpPr>
              <p:spPr>
                <a:xfrm>
                  <a:off x="780298" y="3457983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74320DFF-6BD7-CD44-36EC-5BFC0670A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98" y="3457983"/>
                  <a:ext cx="48282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F7F4490-E819-B4FA-B44B-741B24E1FF82}"/>
                </a:ext>
              </a:extLst>
            </p:cNvPr>
            <p:cNvSpPr txBox="1"/>
            <p:nvPr/>
          </p:nvSpPr>
          <p:spPr>
            <a:xfrm>
              <a:off x="2348349" y="1718853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08C7F8B-49DF-5A80-8B29-FBB125D08870}"/>
                </a:ext>
              </a:extLst>
            </p:cNvPr>
            <p:cNvSpPr/>
            <p:nvPr/>
          </p:nvSpPr>
          <p:spPr>
            <a:xfrm>
              <a:off x="2563282" y="4261074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BB5</a:t>
              </a:r>
              <a:endParaRPr lang="en-CN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ECF42A9-100E-E21B-E9FD-35813AD3F95E}"/>
                </a:ext>
              </a:extLst>
            </p:cNvPr>
            <p:cNvSpPr/>
            <p:nvPr/>
          </p:nvSpPr>
          <p:spPr>
            <a:xfrm>
              <a:off x="1651509" y="5407642"/>
              <a:ext cx="832338" cy="4923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BB6</a:t>
              </a:r>
              <a:endParaRPr lang="en-CN" dirty="0"/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271BAE1-2D15-07D8-B3CF-0E70CCE07240}"/>
                </a:ext>
              </a:extLst>
            </p:cNvPr>
            <p:cNvCxnSpPr>
              <a:cxnSpLocks/>
              <a:stCxn id="62" idx="2"/>
              <a:endCxn id="142" idx="0"/>
            </p:cNvCxnSpPr>
            <p:nvPr/>
          </p:nvCxnSpPr>
          <p:spPr>
            <a:xfrm>
              <a:off x="1250298" y="4864031"/>
              <a:ext cx="817380" cy="543611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D0CCF4A6-3038-189E-4D1A-3EF1482E1C61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>
              <a:off x="1611115" y="4074731"/>
              <a:ext cx="586199" cy="287842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FB70EEE3-D7D4-37EA-B184-932B924A8487}"/>
                </a:ext>
              </a:extLst>
            </p:cNvPr>
            <p:cNvCxnSpPr>
              <a:cxnSpLocks/>
              <a:stCxn id="61" idx="2"/>
              <a:endCxn id="141" idx="1"/>
            </p:cNvCxnSpPr>
            <p:nvPr/>
          </p:nvCxnSpPr>
          <p:spPr>
            <a:xfrm>
              <a:off x="2197314" y="4074731"/>
              <a:ext cx="365968" cy="432528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46196B12-724E-A35C-CEC6-640FE2D0BC32}"/>
                    </a:ext>
                  </a:extLst>
                </p:cNvPr>
                <p:cNvSpPr txBox="1"/>
                <p:nvPr/>
              </p:nvSpPr>
              <p:spPr>
                <a:xfrm>
                  <a:off x="1973216" y="4206280"/>
                  <a:ext cx="48282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ac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46196B12-724E-A35C-CEC6-640FE2D0B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3216" y="4206280"/>
                  <a:ext cx="482824" cy="36990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D94D41B-201F-E139-F021-8B7F293A448C}"/>
                    </a:ext>
                  </a:extLst>
                </p:cNvPr>
                <p:cNvSpPr txBox="1"/>
                <p:nvPr/>
              </p:nvSpPr>
              <p:spPr>
                <a:xfrm>
                  <a:off x="1377455" y="3957537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D94D41B-201F-E139-F021-8B7F293A4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455" y="3957537"/>
                  <a:ext cx="48282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3770BF-1B6D-1121-37C1-FF22FF5F528D}"/>
                </a:ext>
              </a:extLst>
            </p:cNvPr>
            <p:cNvSpPr txBox="1"/>
            <p:nvPr/>
          </p:nvSpPr>
          <p:spPr>
            <a:xfrm>
              <a:off x="410570" y="4852778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X</a:t>
              </a:r>
              <a:endParaRPr lang="en-CN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3A97BB-3512-C3CD-DA34-594FA270914F}"/>
              </a:ext>
            </a:extLst>
          </p:cNvPr>
          <p:cNvGrpSpPr/>
          <p:nvPr/>
        </p:nvGrpSpPr>
        <p:grpSpPr>
          <a:xfrm>
            <a:off x="7010310" y="3087124"/>
            <a:ext cx="697108" cy="369332"/>
            <a:chOff x="7010310" y="3087124"/>
            <a:chExt cx="69710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124DB871-378D-4A10-A379-DE3771F9EA29}"/>
                    </a:ext>
                  </a:extLst>
                </p:cNvPr>
                <p:cNvSpPr txBox="1"/>
                <p:nvPr/>
              </p:nvSpPr>
              <p:spPr>
                <a:xfrm>
                  <a:off x="7311476" y="3087124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124DB871-378D-4A10-A379-DE3771F9E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1476" y="3087124"/>
                  <a:ext cx="395942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5625" r="-15625" b="-645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99899A76-252B-35D7-C512-2543661EB9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310" y="3314520"/>
              <a:ext cx="30116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869C3F-0E9C-4EB2-154F-D430241C10A5}"/>
              </a:ext>
            </a:extLst>
          </p:cNvPr>
          <p:cNvGrpSpPr/>
          <p:nvPr/>
        </p:nvGrpSpPr>
        <p:grpSpPr>
          <a:xfrm>
            <a:off x="4292435" y="2467919"/>
            <a:ext cx="4095690" cy="3668836"/>
            <a:chOff x="4292435" y="2467919"/>
            <a:chExt cx="4095690" cy="3668836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BCD9B824-39DA-0321-C145-12A35233F1FA}"/>
                </a:ext>
              </a:extLst>
            </p:cNvPr>
            <p:cNvCxnSpPr>
              <a:cxnSpLocks/>
            </p:cNvCxnSpPr>
            <p:nvPr/>
          </p:nvCxnSpPr>
          <p:spPr>
            <a:xfrm>
              <a:off x="6780607" y="3548386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886F6B7-B960-1FD2-83AF-C908BED70B7E}"/>
                </a:ext>
              </a:extLst>
            </p:cNvPr>
            <p:cNvCxnSpPr>
              <a:cxnSpLocks/>
            </p:cNvCxnSpPr>
            <p:nvPr/>
          </p:nvCxnSpPr>
          <p:spPr>
            <a:xfrm>
              <a:off x="5930733" y="3544214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BC79D22B-B661-3B5C-A9B9-872C352480BD}"/>
                </a:ext>
              </a:extLst>
            </p:cNvPr>
            <p:cNvSpPr/>
            <p:nvPr/>
          </p:nvSpPr>
          <p:spPr>
            <a:xfrm>
              <a:off x="5720519" y="5627076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5D439FED-B5D4-7528-BB9D-01FBDB1D4749}"/>
                </a:ext>
              </a:extLst>
            </p:cNvPr>
            <p:cNvGrpSpPr/>
            <p:nvPr/>
          </p:nvGrpSpPr>
          <p:grpSpPr>
            <a:xfrm>
              <a:off x="6063646" y="5309952"/>
              <a:ext cx="598449" cy="307777"/>
              <a:chOff x="1550604" y="3020176"/>
              <a:chExt cx="598449" cy="434647"/>
            </a:xfrm>
          </p:grpSpPr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CF7C8639-3F31-A67C-5F12-8E984B64C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367F769E-DBD9-DAE6-E87E-DADDF5878A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E2395345-2F39-47EA-1C26-9D414150C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6005" y="5881915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EA4BBC2-B36E-837D-9FB6-E2FC4511A963}"/>
                    </a:ext>
                  </a:extLst>
                </p:cNvPr>
                <p:cNvSpPr txBox="1"/>
                <p:nvPr/>
              </p:nvSpPr>
              <p:spPr>
                <a:xfrm>
                  <a:off x="7296123" y="5650226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EA4BBC2-B36E-837D-9FB6-E2FC4511A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6123" y="5650226"/>
                  <a:ext cx="395942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15625" r="-15625" b="-1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0366651-FEF7-1720-3577-AE3F2E6A4272}"/>
                </a:ext>
              </a:extLst>
            </p:cNvPr>
            <p:cNvSpPr txBox="1"/>
            <p:nvPr/>
          </p:nvSpPr>
          <p:spPr>
            <a:xfrm>
              <a:off x="5845565" y="539990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D411F77-1B5B-64C7-03DC-B791833A221B}"/>
                </a:ext>
              </a:extLst>
            </p:cNvPr>
            <p:cNvSpPr txBox="1"/>
            <p:nvPr/>
          </p:nvSpPr>
          <p:spPr>
            <a:xfrm>
              <a:off x="6444564" y="539990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8F6F9B9A-4189-1A5F-24B3-949D053B8622}"/>
                </a:ext>
              </a:extLst>
            </p:cNvPr>
            <p:cNvSpPr/>
            <p:nvPr/>
          </p:nvSpPr>
          <p:spPr>
            <a:xfrm>
              <a:off x="6416579" y="4792889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D62B05EC-22D3-E62C-289A-7822DFFC95E2}"/>
                </a:ext>
              </a:extLst>
            </p:cNvPr>
            <p:cNvGrpSpPr/>
            <p:nvPr/>
          </p:nvGrpSpPr>
          <p:grpSpPr>
            <a:xfrm>
              <a:off x="6759706" y="4475765"/>
              <a:ext cx="598449" cy="307777"/>
              <a:chOff x="1550604" y="3020176"/>
              <a:chExt cx="598449" cy="43464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2DCD1163-3766-98E1-B757-6B3E83E01B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Arrow Connector 159">
                <a:extLst>
                  <a:ext uri="{FF2B5EF4-FFF2-40B4-BE49-F238E27FC236}">
                    <a16:creationId xmlns:a16="http://schemas.microsoft.com/office/drawing/2014/main" id="{79DB9930-55CD-6606-F3A8-8E9481ADB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17559D9B-04F5-7720-0CFA-ADAB973E2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2065" y="5047728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62D25B19-620F-A75F-68BE-4E132A1A1C96}"/>
                    </a:ext>
                  </a:extLst>
                </p:cNvPr>
                <p:cNvSpPr txBox="1"/>
                <p:nvPr/>
              </p:nvSpPr>
              <p:spPr>
                <a:xfrm>
                  <a:off x="7992183" y="4816039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62D25B19-620F-A75F-68BE-4E132A1A1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2183" y="4816039"/>
                  <a:ext cx="395942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CDE7F933-7075-AF6F-841F-E3AE6683305C}"/>
                    </a:ext>
                  </a:extLst>
                </p:cNvPr>
                <p:cNvSpPr txBox="1"/>
                <p:nvPr/>
              </p:nvSpPr>
              <p:spPr>
                <a:xfrm>
                  <a:off x="7230716" y="4120707"/>
                  <a:ext cx="25487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CDE7F933-7075-AF6F-841F-E3AE66833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0716" y="4120707"/>
                  <a:ext cx="254877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23810" r="-23810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B68BB8B-E0E5-A8F9-4E51-068FA190D5D8}"/>
                </a:ext>
              </a:extLst>
            </p:cNvPr>
            <p:cNvSpPr txBox="1"/>
            <p:nvPr/>
          </p:nvSpPr>
          <p:spPr>
            <a:xfrm>
              <a:off x="6541625" y="4565719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B8C0E55-1423-28A4-FA5C-0B2283FABAEA}"/>
                </a:ext>
              </a:extLst>
            </p:cNvPr>
            <p:cNvSpPr txBox="1"/>
            <p:nvPr/>
          </p:nvSpPr>
          <p:spPr>
            <a:xfrm>
              <a:off x="7140624" y="4565719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8D43403-B47C-327A-D862-6F9FB9241D75}"/>
                </a:ext>
              </a:extLst>
            </p:cNvPr>
            <p:cNvSpPr/>
            <p:nvPr/>
          </p:nvSpPr>
          <p:spPr>
            <a:xfrm flipH="1">
              <a:off x="4988495" y="4789821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MUX</a:t>
              </a:r>
              <a:endParaRPr lang="en-CN" dirty="0">
                <a:solidFill>
                  <a:schemeClr val="bg2"/>
                </a:solidFill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8FCFE4DC-EA90-E4F3-26B5-D0DF53463D8D}"/>
                </a:ext>
              </a:extLst>
            </p:cNvPr>
            <p:cNvGrpSpPr/>
            <p:nvPr/>
          </p:nvGrpSpPr>
          <p:grpSpPr>
            <a:xfrm flipH="1">
              <a:off x="5322405" y="4472697"/>
              <a:ext cx="598449" cy="307777"/>
              <a:chOff x="1550604" y="3020176"/>
              <a:chExt cx="598449" cy="434647"/>
            </a:xfrm>
          </p:grpSpPr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53EFC9C8-5D39-6C2F-2023-25A9CBEA13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895D0176-624C-7EFC-9560-4A51519E40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2D32897B-5275-B2B5-8030-4942CB10F08A}"/>
                </a:ext>
              </a:extLst>
            </p:cNvPr>
            <p:cNvCxnSpPr>
              <a:cxnSpLocks/>
            </p:cNvCxnSpPr>
            <p:nvPr/>
          </p:nvCxnSpPr>
          <p:spPr>
            <a:xfrm>
              <a:off x="4679467" y="5044660"/>
              <a:ext cx="309028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F1D85A16-0D12-01F5-16F2-13B842D161E8}"/>
                    </a:ext>
                  </a:extLst>
                </p:cNvPr>
                <p:cNvSpPr txBox="1"/>
                <p:nvPr/>
              </p:nvSpPr>
              <p:spPr>
                <a:xfrm flipH="1">
                  <a:off x="4292435" y="4812971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F1D85A16-0D12-01F5-16F2-13B842D16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292435" y="4812971"/>
                  <a:ext cx="395942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12121" r="-12121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E39CC1BA-8F2A-2908-E03D-AF5D9DE5A90B}"/>
                    </a:ext>
                  </a:extLst>
                </p:cNvPr>
                <p:cNvSpPr txBox="1"/>
                <p:nvPr/>
              </p:nvSpPr>
              <p:spPr>
                <a:xfrm flipH="1">
                  <a:off x="5194967" y="4117639"/>
                  <a:ext cx="25487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E39CC1BA-8F2A-2908-E03D-AF5D9DE5A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194967" y="4117639"/>
                  <a:ext cx="254878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18182" r="-18182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8F69E568-6A28-BF7C-065A-F6639B3038E4}"/>
                </a:ext>
              </a:extLst>
            </p:cNvPr>
            <p:cNvSpPr txBox="1"/>
            <p:nvPr/>
          </p:nvSpPr>
          <p:spPr>
            <a:xfrm flipH="1">
              <a:off x="5701562" y="456265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B3C855CD-5D6A-A0F9-3183-BF00BF1166C6}"/>
                </a:ext>
              </a:extLst>
            </p:cNvPr>
            <p:cNvSpPr txBox="1"/>
            <p:nvPr/>
          </p:nvSpPr>
          <p:spPr>
            <a:xfrm flipH="1">
              <a:off x="5102563" y="456265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9" name="Trapezoid 188">
              <a:extLst>
                <a:ext uri="{FF2B5EF4-FFF2-40B4-BE49-F238E27FC236}">
                  <a16:creationId xmlns:a16="http://schemas.microsoft.com/office/drawing/2014/main" id="{8D92A3BC-E829-9AC4-9402-3452A379CD4A}"/>
                </a:ext>
              </a:extLst>
            </p:cNvPr>
            <p:cNvSpPr/>
            <p:nvPr/>
          </p:nvSpPr>
          <p:spPr>
            <a:xfrm>
              <a:off x="5563096" y="3110068"/>
              <a:ext cx="1606058" cy="445434"/>
            </a:xfrm>
            <a:prstGeom prst="trapezoid">
              <a:avLst>
                <a:gd name="adj" fmla="val 75005"/>
              </a:avLst>
            </a:prstGeom>
            <a:solidFill>
              <a:srgbClr val="627313"/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CondBr</a:t>
              </a:r>
              <a:endParaRPr lang="en-CN" dirty="0"/>
            </a:p>
          </p:txBody>
        </p: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026301A3-DADC-8DAE-9C4C-B52DCAEB67CD}"/>
                </a:ext>
              </a:extLst>
            </p:cNvPr>
            <p:cNvCxnSpPr>
              <a:cxnSpLocks/>
              <a:endCxn id="189" idx="0"/>
            </p:cNvCxnSpPr>
            <p:nvPr/>
          </p:nvCxnSpPr>
          <p:spPr>
            <a:xfrm>
              <a:off x="6366125" y="2799543"/>
              <a:ext cx="0" cy="31052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56771A62-F043-0E86-4ADB-8747A637DF99}"/>
                </a:ext>
              </a:extLst>
            </p:cNvPr>
            <p:cNvSpPr txBox="1"/>
            <p:nvPr/>
          </p:nvSpPr>
          <p:spPr>
            <a:xfrm flipH="1">
              <a:off x="6560316" y="3521143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</a:rPr>
                <a:t>F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2C91DC82-B455-107B-1D9E-EF76416B9622}"/>
                </a:ext>
              </a:extLst>
            </p:cNvPr>
            <p:cNvSpPr txBox="1"/>
            <p:nvPr/>
          </p:nvSpPr>
          <p:spPr>
            <a:xfrm flipH="1">
              <a:off x="5704379" y="3521143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tx2"/>
                  </a:solidFill>
                </a:rPr>
                <a:t>T</a:t>
              </a:r>
              <a:endParaRPr lang="en-CN" sz="1200" dirty="0">
                <a:solidFill>
                  <a:schemeClr val="tx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926AF15-DBFE-CB65-9BB9-D1FB275C12A3}"/>
                    </a:ext>
                  </a:extLst>
                </p:cNvPr>
                <p:cNvSpPr txBox="1"/>
                <p:nvPr/>
              </p:nvSpPr>
              <p:spPr>
                <a:xfrm flipH="1">
                  <a:off x="6168154" y="2467919"/>
                  <a:ext cx="39594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CN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926AF15-DBFE-CB65-9BB9-D1FB275C1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168154" y="2467919"/>
                  <a:ext cx="395942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15625" r="-15625"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B7AC96C-D505-377D-6C2B-759A654C2E13}"/>
                    </a:ext>
                  </a:extLst>
                </p:cNvPr>
                <p:cNvSpPr txBox="1"/>
                <p:nvPr/>
              </p:nvSpPr>
              <p:spPr>
                <a:xfrm>
                  <a:off x="6499939" y="4127263"/>
                  <a:ext cx="53854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N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B7AC96C-D505-377D-6C2B-759A654C2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9939" y="4127263"/>
                  <a:ext cx="538545" cy="369332"/>
                </a:xfrm>
                <a:prstGeom prst="rect">
                  <a:avLst/>
                </a:prstGeom>
                <a:blipFill>
                  <a:blip r:embed="rId22"/>
                  <a:stretch>
                    <a:fillRect l="-11364" r="-2273" b="-1290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AC9015-9217-788E-15BD-85D52E17C634}"/>
                    </a:ext>
                  </a:extLst>
                </p:cNvPr>
                <p:cNvSpPr txBox="1"/>
                <p:nvPr/>
              </p:nvSpPr>
              <p:spPr>
                <a:xfrm flipH="1">
                  <a:off x="5667112" y="4124195"/>
                  <a:ext cx="53142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215CA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215CA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b="0" i="1" smtClean="0">
                                <a:solidFill>
                                  <a:srgbClr val="215CA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215CA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N" sz="2400" dirty="0">
                    <a:solidFill>
                      <a:srgbClr val="215CAF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AC9015-9217-788E-15BD-85D52E17C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667112" y="4124195"/>
                  <a:ext cx="531428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11628" r="-2326" b="-1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445355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AA7D-907E-0C10-316C-0301AB6E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01CA05-3D42-09D6-BB8F-3F2A8475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DD289-0ABA-2703-226C-934EA347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733DC89-CBCA-BFCD-F8EE-62AF950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CB9BC54-3C2E-9E29-D7B8-70D3449B1771}"/>
              </a:ext>
            </a:extLst>
          </p:cNvPr>
          <p:cNvSpPr/>
          <p:nvPr/>
        </p:nvSpPr>
        <p:spPr>
          <a:xfrm>
            <a:off x="3413557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BF3AF2C-7590-07A2-9225-8C343BFA532C}"/>
              </a:ext>
            </a:extLst>
          </p:cNvPr>
          <p:cNvCxnSpPr>
            <a:cxnSpLocks/>
          </p:cNvCxnSpPr>
          <p:nvPr/>
        </p:nvCxnSpPr>
        <p:spPr>
          <a:xfrm>
            <a:off x="3781175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CF36D0C-1895-0B36-6274-BF2065490073}"/>
              </a:ext>
            </a:extLst>
          </p:cNvPr>
          <p:cNvCxnSpPr>
            <a:cxnSpLocks/>
          </p:cNvCxnSpPr>
          <p:nvPr/>
        </p:nvCxnSpPr>
        <p:spPr>
          <a:xfrm>
            <a:off x="5920767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2F9FCF5-4F77-2D9D-85D2-5CE364BF783D}"/>
              </a:ext>
            </a:extLst>
          </p:cNvPr>
          <p:cNvCxnSpPr>
            <a:cxnSpLocks/>
          </p:cNvCxnSpPr>
          <p:nvPr/>
        </p:nvCxnSpPr>
        <p:spPr>
          <a:xfrm flipH="1">
            <a:off x="6250536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149537B-4756-D5C1-02F2-E25696D1BF5B}"/>
                  </a:ext>
                </a:extLst>
              </p:cNvPr>
              <p:cNvSpPr txBox="1"/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149537B-4756-D5C1-02F2-E25696D1B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25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F7A981E2-665B-85A9-0301-B0C19D39B974}"/>
              </a:ext>
            </a:extLst>
          </p:cNvPr>
          <p:cNvSpPr txBox="1"/>
          <p:nvPr/>
        </p:nvSpPr>
        <p:spPr>
          <a:xfrm>
            <a:off x="356309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E2EF1F4-F690-DF26-0A4F-C9B0F08DEBC1}"/>
              </a:ext>
            </a:extLst>
          </p:cNvPr>
          <p:cNvSpPr txBox="1"/>
          <p:nvPr/>
        </p:nvSpPr>
        <p:spPr>
          <a:xfrm>
            <a:off x="5703236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E8DFF15-0AF4-3CE9-D9BC-D67187418733}"/>
              </a:ext>
            </a:extLst>
          </p:cNvPr>
          <p:cNvSpPr/>
          <p:nvPr/>
        </p:nvSpPr>
        <p:spPr>
          <a:xfrm>
            <a:off x="5675251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9BB6329A-A3FB-28A6-3C2B-6256A698F5FE}"/>
              </a:ext>
            </a:extLst>
          </p:cNvPr>
          <p:cNvCxnSpPr>
            <a:cxnSpLocks/>
          </p:cNvCxnSpPr>
          <p:nvPr/>
        </p:nvCxnSpPr>
        <p:spPr>
          <a:xfrm>
            <a:off x="6018378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BBE0F8BB-3497-777A-2089-197A4D406E9F}"/>
              </a:ext>
            </a:extLst>
          </p:cNvPr>
          <p:cNvCxnSpPr>
            <a:cxnSpLocks/>
          </p:cNvCxnSpPr>
          <p:nvPr/>
        </p:nvCxnSpPr>
        <p:spPr>
          <a:xfrm>
            <a:off x="6616827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5966D34E-1738-4B97-B30E-B64413D17DF8}"/>
              </a:ext>
            </a:extLst>
          </p:cNvPr>
          <p:cNvCxnSpPr>
            <a:cxnSpLocks/>
          </p:cNvCxnSpPr>
          <p:nvPr/>
        </p:nvCxnSpPr>
        <p:spPr>
          <a:xfrm flipH="1">
            <a:off x="6950737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1463E1B-84F7-A1C8-0CFB-7ECEE5F6F52C}"/>
                  </a:ext>
                </a:extLst>
              </p:cNvPr>
              <p:cNvSpPr txBox="1"/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1463E1B-84F7-A1C8-0CFB-7ECEE5F6F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11A5AFE9-2500-16F3-5ECB-8E1A1EA65FEE}"/>
              </a:ext>
            </a:extLst>
          </p:cNvPr>
          <p:cNvSpPr txBox="1"/>
          <p:nvPr/>
        </p:nvSpPr>
        <p:spPr>
          <a:xfrm>
            <a:off x="5800297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1656DCB-D412-6B64-B081-E1A96F53E5BC}"/>
              </a:ext>
            </a:extLst>
          </p:cNvPr>
          <p:cNvSpPr txBox="1"/>
          <p:nvPr/>
        </p:nvSpPr>
        <p:spPr>
          <a:xfrm>
            <a:off x="6399296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DA0D950-C580-52A7-32F3-3379EF463501}"/>
              </a:ext>
            </a:extLst>
          </p:cNvPr>
          <p:cNvSpPr/>
          <p:nvPr/>
        </p:nvSpPr>
        <p:spPr>
          <a:xfrm flipH="1">
            <a:off x="2706024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614B822-E429-DF59-0196-37D1BBA208DD}"/>
              </a:ext>
            </a:extLst>
          </p:cNvPr>
          <p:cNvGrpSpPr/>
          <p:nvPr/>
        </p:nvGrpSpPr>
        <p:grpSpPr>
          <a:xfrm flipH="1">
            <a:off x="3039934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F9E8EA31-B8C6-6570-BF06-4ECA0D3D56C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4059C89-E9E3-2F0D-640D-6BADC9A94FF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99B357F5-131C-9F29-5C39-8E5778A9D975}"/>
              </a:ext>
            </a:extLst>
          </p:cNvPr>
          <p:cNvCxnSpPr>
            <a:cxnSpLocks/>
          </p:cNvCxnSpPr>
          <p:nvPr/>
        </p:nvCxnSpPr>
        <p:spPr>
          <a:xfrm>
            <a:off x="1876555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C905CFDF-1205-C784-8E04-DB4B877A8025}"/>
                  </a:ext>
                </a:extLst>
              </p:cNvPr>
              <p:cNvSpPr txBox="1"/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C905CFDF-1205-C784-8E04-DB4B877A8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97257B5A-736A-5ADA-7809-B4BB5B4D6F3F}"/>
              </a:ext>
            </a:extLst>
          </p:cNvPr>
          <p:cNvSpPr txBox="1"/>
          <p:nvPr/>
        </p:nvSpPr>
        <p:spPr>
          <a:xfrm flipH="1">
            <a:off x="3419091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429D3E5-E5E0-3A1D-2E0D-833DDF2B6BFA}"/>
              </a:ext>
            </a:extLst>
          </p:cNvPr>
          <p:cNvSpPr txBox="1"/>
          <p:nvPr/>
        </p:nvSpPr>
        <p:spPr>
          <a:xfrm flipH="1">
            <a:off x="2820092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9485A-D96D-6C9A-AA08-7F8FDE491199}"/>
              </a:ext>
            </a:extLst>
          </p:cNvPr>
          <p:cNvSpPr/>
          <p:nvPr/>
        </p:nvSpPr>
        <p:spPr>
          <a:xfrm flipH="1">
            <a:off x="1198102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A09D40-4C5B-C5DF-0E53-687FC2506DFA}"/>
              </a:ext>
            </a:extLst>
          </p:cNvPr>
          <p:cNvGrpSpPr/>
          <p:nvPr/>
        </p:nvGrpSpPr>
        <p:grpSpPr>
          <a:xfrm flipH="1">
            <a:off x="1532012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B511320-6CAC-8CF0-9924-CB40B917AA9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97987DF-C67F-5AFF-B1E5-CADDEDE50473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612D44-5A0B-59A6-35E2-D1F77F14F48C}"/>
              </a:ext>
            </a:extLst>
          </p:cNvPr>
          <p:cNvCxnSpPr>
            <a:cxnSpLocks/>
          </p:cNvCxnSpPr>
          <p:nvPr/>
        </p:nvCxnSpPr>
        <p:spPr>
          <a:xfrm>
            <a:off x="889074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F9E727-263E-BAB6-9A5F-C1F376ABDE27}"/>
                  </a:ext>
                </a:extLst>
              </p:cNvPr>
              <p:cNvSpPr txBox="1"/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F9E727-263E-BAB6-9A5F-C1F376ABD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C6F84E-1660-0BFC-2257-3046C82883F0}"/>
                  </a:ext>
                </a:extLst>
              </p:cNvPr>
              <p:cNvSpPr txBox="1"/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C6F84E-1660-0BFC-2257-3046C828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4638D3-9ED2-DB3E-F645-50F02CE8A0DA}"/>
                  </a:ext>
                </a:extLst>
              </p:cNvPr>
              <p:cNvSpPr txBox="1"/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4638D3-9ED2-DB3E-F645-50F02CE8A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blipFill>
                <a:blip r:embed="rId7"/>
                <a:stretch>
                  <a:fillRect l="-22857" r="-25714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A1299A5-FE1D-6F30-EAE1-5F06870BDEB7}"/>
              </a:ext>
            </a:extLst>
          </p:cNvPr>
          <p:cNvSpPr txBox="1"/>
          <p:nvPr/>
        </p:nvSpPr>
        <p:spPr>
          <a:xfrm flipH="1">
            <a:off x="1911169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457119-A5A4-41AB-147C-CB43D7391DFE}"/>
              </a:ext>
            </a:extLst>
          </p:cNvPr>
          <p:cNvSpPr txBox="1"/>
          <p:nvPr/>
        </p:nvSpPr>
        <p:spPr>
          <a:xfrm flipH="1">
            <a:off x="1312170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2481EC-E205-F546-72B5-1DF4E305AEAD}"/>
              </a:ext>
            </a:extLst>
          </p:cNvPr>
          <p:cNvCxnSpPr>
            <a:cxnSpLocks/>
          </p:cNvCxnSpPr>
          <p:nvPr/>
        </p:nvCxnSpPr>
        <p:spPr>
          <a:xfrm>
            <a:off x="1876555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B85BE5A-716F-29A4-849D-EE80BA0E50EB}"/>
              </a:ext>
            </a:extLst>
          </p:cNvPr>
          <p:cNvSpPr/>
          <p:nvPr/>
        </p:nvSpPr>
        <p:spPr>
          <a:xfrm flipH="1">
            <a:off x="4979191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E727E58-6437-45CD-E8AB-7393A347E759}"/>
              </a:ext>
            </a:extLst>
          </p:cNvPr>
          <p:cNvGrpSpPr/>
          <p:nvPr/>
        </p:nvGrpSpPr>
        <p:grpSpPr>
          <a:xfrm flipH="1">
            <a:off x="5313101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220E09E-3EEB-4FD6-4C34-288FADFD9BB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4CDC7F2-CBE2-0476-ED38-89A3230D365F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530188-57E6-792E-2409-C7883A168F4C}"/>
              </a:ext>
            </a:extLst>
          </p:cNvPr>
          <p:cNvCxnSpPr>
            <a:cxnSpLocks/>
          </p:cNvCxnSpPr>
          <p:nvPr/>
        </p:nvCxnSpPr>
        <p:spPr>
          <a:xfrm>
            <a:off x="4670163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5B20E1-ECBD-B2F0-6B8A-286096778D8C}"/>
                  </a:ext>
                </a:extLst>
              </p:cNvPr>
              <p:cNvSpPr txBox="1"/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5B20E1-ECBD-B2F0-6B8A-286096778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E02323-875A-431F-8258-323BBBDEBE81}"/>
                  </a:ext>
                </a:extLst>
              </p:cNvPr>
              <p:cNvSpPr txBox="1"/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E02323-875A-431F-8258-323BBBDE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blipFill>
                <a:blip r:embed="rId9"/>
                <a:stretch>
                  <a:fillRect l="-23810" r="-19048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F0F621A-5BAB-1BA1-F8A6-751C8BFB03B4}"/>
              </a:ext>
            </a:extLst>
          </p:cNvPr>
          <p:cNvSpPr txBox="1"/>
          <p:nvPr/>
        </p:nvSpPr>
        <p:spPr>
          <a:xfrm flipH="1">
            <a:off x="5692258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377602-4B8A-7ACB-C1E0-C274AA377093}"/>
              </a:ext>
            </a:extLst>
          </p:cNvPr>
          <p:cNvSpPr txBox="1"/>
          <p:nvPr/>
        </p:nvSpPr>
        <p:spPr>
          <a:xfrm flipH="1">
            <a:off x="5093259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DD7EB5-E411-4CF3-03FD-0A9E9E28D5E6}"/>
              </a:ext>
            </a:extLst>
          </p:cNvPr>
          <p:cNvSpPr/>
          <p:nvPr/>
        </p:nvSpPr>
        <p:spPr>
          <a:xfrm flipH="1">
            <a:off x="6390044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EC94EC-2603-8307-F787-EE578EAE081A}"/>
              </a:ext>
            </a:extLst>
          </p:cNvPr>
          <p:cNvGrpSpPr/>
          <p:nvPr/>
        </p:nvGrpSpPr>
        <p:grpSpPr>
          <a:xfrm flipH="1">
            <a:off x="6723954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3363D35-4443-0A3E-A295-D2491AC2BAA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A4DD133-0393-901D-17D1-1710287838F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A781FB-732F-9189-85F4-6D8747BE0F89}"/>
              </a:ext>
            </a:extLst>
          </p:cNvPr>
          <p:cNvSpPr txBox="1"/>
          <p:nvPr/>
        </p:nvSpPr>
        <p:spPr>
          <a:xfrm flipH="1">
            <a:off x="7235212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B084B5-402C-6C47-3AC5-B9A24562BAC9}"/>
              </a:ext>
            </a:extLst>
          </p:cNvPr>
          <p:cNvSpPr txBox="1"/>
          <p:nvPr/>
        </p:nvSpPr>
        <p:spPr>
          <a:xfrm flipH="1">
            <a:off x="7103111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6AB5DB-BE4A-5903-F11D-BA34688916EA}"/>
              </a:ext>
            </a:extLst>
          </p:cNvPr>
          <p:cNvSpPr txBox="1"/>
          <p:nvPr/>
        </p:nvSpPr>
        <p:spPr>
          <a:xfrm flipH="1">
            <a:off x="6504112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E50BB6B-DDFF-DFC3-2EF2-E43F0752D96F}"/>
              </a:ext>
            </a:extLst>
          </p:cNvPr>
          <p:cNvCxnSpPr>
            <a:cxnSpLocks/>
          </p:cNvCxnSpPr>
          <p:nvPr/>
        </p:nvCxnSpPr>
        <p:spPr>
          <a:xfrm flipH="1">
            <a:off x="7665530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B3DDDD0-0F5B-FBA3-0D26-8B063A81398F}"/>
                  </a:ext>
                </a:extLst>
              </p:cNvPr>
              <p:cNvSpPr txBox="1"/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B3DDDD0-0F5B-FBA3-0D26-8B063A813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FEAA2C-ACB3-BA6F-76B9-54532CF2D8A6}"/>
                  </a:ext>
                </a:extLst>
              </p:cNvPr>
              <p:cNvSpPr txBox="1"/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FEAA2C-ACB3-BA6F-76B9-54532CF2D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blipFill>
                <a:blip r:embed="rId11"/>
                <a:stretch>
                  <a:fillRect l="-23529" r="-29412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EA910C-682B-A2C2-CC40-363A4964410B}"/>
                  </a:ext>
                </a:extLst>
              </p:cNvPr>
              <p:cNvSpPr txBox="1"/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EA910C-682B-A2C2-CC40-363A49644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6471" r="-29412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BEC0E1-5BCF-F478-AF56-F711AA325FDC}"/>
                  </a:ext>
                </a:extLst>
              </p:cNvPr>
              <p:cNvSpPr txBox="1"/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BEC0E1-5BCF-F478-AF56-F711AA3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6471" r="-29412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rapezoid 13">
            <a:extLst>
              <a:ext uri="{FF2B5EF4-FFF2-40B4-BE49-F238E27FC236}">
                <a16:creationId xmlns:a16="http://schemas.microsoft.com/office/drawing/2014/main" id="{40443E6C-A171-55EC-3E0B-6EFBAC89C740}"/>
              </a:ext>
            </a:extLst>
          </p:cNvPr>
          <p:cNvSpPr/>
          <p:nvPr/>
        </p:nvSpPr>
        <p:spPr>
          <a:xfrm>
            <a:off x="4048221" y="174217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832837-D40E-52E4-5F50-7BDA41790C9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851250" y="1534556"/>
            <a:ext cx="0" cy="207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3">
            <a:extLst>
              <a:ext uri="{FF2B5EF4-FFF2-40B4-BE49-F238E27FC236}">
                <a16:creationId xmlns:a16="http://schemas.microsoft.com/office/drawing/2014/main" id="{652C0CB8-D5E4-66BE-804F-72E26A08BDF2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5550128" y="1904241"/>
            <a:ext cx="486236" cy="1045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">
            <a:extLst>
              <a:ext uri="{FF2B5EF4-FFF2-40B4-BE49-F238E27FC236}">
                <a16:creationId xmlns:a16="http://schemas.microsoft.com/office/drawing/2014/main" id="{20D002CE-A86E-1949-5460-17E1BC5665AA}"/>
              </a:ext>
            </a:extLst>
          </p:cNvPr>
          <p:cNvCxnSpPr>
            <a:cxnSpLocks/>
          </p:cNvCxnSpPr>
          <p:nvPr/>
        </p:nvCxnSpPr>
        <p:spPr>
          <a:xfrm rot="5400000">
            <a:off x="2990341" y="2842852"/>
            <a:ext cx="2196639" cy="8787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7D616B5-D159-A7D4-97AB-4888364A5196}"/>
              </a:ext>
            </a:extLst>
          </p:cNvPr>
          <p:cNvSpPr txBox="1"/>
          <p:nvPr/>
        </p:nvSpPr>
        <p:spPr>
          <a:xfrm flipH="1">
            <a:off x="5134854" y="190690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  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77F117-2AD5-1561-F6C2-6176A6CB8839}"/>
              </a:ext>
            </a:extLst>
          </p:cNvPr>
          <p:cNvSpPr txBox="1"/>
          <p:nvPr/>
        </p:nvSpPr>
        <p:spPr>
          <a:xfrm flipH="1">
            <a:off x="4305773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6639422-7C23-2179-7794-D48EEF0E9C35}"/>
              </a:ext>
            </a:extLst>
          </p:cNvPr>
          <p:cNvCxnSpPr>
            <a:cxnSpLocks/>
          </p:cNvCxnSpPr>
          <p:nvPr/>
        </p:nvCxnSpPr>
        <p:spPr>
          <a:xfrm flipH="1">
            <a:off x="5487573" y="195322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99E2BC-87E0-BF2A-79BA-FD94B42DDD9D}"/>
                  </a:ext>
                </a:extLst>
              </p:cNvPr>
              <p:cNvSpPr txBox="1"/>
              <p:nvPr/>
            </p:nvSpPr>
            <p:spPr>
              <a:xfrm>
                <a:off x="5796601" y="1719228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99E2BC-87E0-BF2A-79BA-FD94B42DD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01" y="1719228"/>
                <a:ext cx="395942" cy="369332"/>
              </a:xfrm>
              <a:prstGeom prst="rect">
                <a:avLst/>
              </a:prstGeom>
              <a:blipFill>
                <a:blip r:embed="rId1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33F3AC60-CEB0-F3A7-3017-B4EA7291804D}"/>
              </a:ext>
            </a:extLst>
          </p:cNvPr>
          <p:cNvSpPr txBox="1"/>
          <p:nvPr/>
        </p:nvSpPr>
        <p:spPr>
          <a:xfrm flipH="1">
            <a:off x="5063039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56DC1745-7C8C-A70B-2AE2-A9EFBDC06EDC}"/>
              </a:ext>
            </a:extLst>
          </p:cNvPr>
          <p:cNvSpPr/>
          <p:nvPr/>
        </p:nvSpPr>
        <p:spPr>
          <a:xfrm>
            <a:off x="5512996" y="267013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5A274E-C714-004A-B124-9A26B7B62DEA}"/>
              </a:ext>
            </a:extLst>
          </p:cNvPr>
          <p:cNvSpPr txBox="1"/>
          <p:nvPr/>
        </p:nvSpPr>
        <p:spPr>
          <a:xfrm flipH="1">
            <a:off x="6510216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942104-0574-C4D1-7CEF-0E30E19DAE89}"/>
              </a:ext>
            </a:extLst>
          </p:cNvPr>
          <p:cNvSpPr txBox="1"/>
          <p:nvPr/>
        </p:nvSpPr>
        <p:spPr>
          <a:xfrm flipH="1">
            <a:off x="5654279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153B47-5E98-F3E9-7DCD-91BFA0BAB438}"/>
              </a:ext>
            </a:extLst>
          </p:cNvPr>
          <p:cNvCxnSpPr>
            <a:cxnSpLocks/>
          </p:cNvCxnSpPr>
          <p:nvPr/>
        </p:nvCxnSpPr>
        <p:spPr>
          <a:xfrm flipH="1">
            <a:off x="6952348" y="288118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B68CCE-926F-DF6C-512A-6E2F04B95F01}"/>
                  </a:ext>
                </a:extLst>
              </p:cNvPr>
              <p:cNvSpPr txBox="1"/>
              <p:nvPr/>
            </p:nvSpPr>
            <p:spPr>
              <a:xfrm>
                <a:off x="7261376" y="264719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B68CCE-926F-DF6C-512A-6E2F04B95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76" y="264719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2EA75FD-4A02-0DA3-BE0E-0EC1DB419366}"/>
              </a:ext>
            </a:extLst>
          </p:cNvPr>
          <p:cNvGrpSpPr/>
          <p:nvPr/>
        </p:nvGrpSpPr>
        <p:grpSpPr>
          <a:xfrm>
            <a:off x="5885262" y="3103131"/>
            <a:ext cx="845245" cy="319118"/>
            <a:chOff x="6930290" y="2838827"/>
            <a:chExt cx="845245" cy="58342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E86AB56-C58C-722F-B38E-025ADAACE3A1}"/>
                </a:ext>
              </a:extLst>
            </p:cNvPr>
            <p:cNvCxnSpPr>
              <a:cxnSpLocks/>
            </p:cNvCxnSpPr>
            <p:nvPr/>
          </p:nvCxnSpPr>
          <p:spPr>
            <a:xfrm>
              <a:off x="7775535" y="2838827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A8191F4-4F1B-18C3-258E-BF5752F8E187}"/>
                </a:ext>
              </a:extLst>
            </p:cNvPr>
            <p:cNvCxnSpPr>
              <a:cxnSpLocks/>
            </p:cNvCxnSpPr>
            <p:nvPr/>
          </p:nvCxnSpPr>
          <p:spPr>
            <a:xfrm>
              <a:off x="6930290" y="2842890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5FB7330-114B-4D53-B450-DB06F6BDACC1}"/>
              </a:ext>
            </a:extLst>
          </p:cNvPr>
          <p:cNvSpPr txBox="1"/>
          <p:nvPr/>
        </p:nvSpPr>
        <p:spPr>
          <a:xfrm>
            <a:off x="731836" y="1068363"/>
            <a:ext cx="372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One-step</a:t>
            </a:r>
            <a:r>
              <a:rPr lang="zh-CN" altLang="en-US" b="1" dirty="0"/>
              <a:t> </a:t>
            </a:r>
            <a:r>
              <a:rPr lang="en-US" altLang="zh-CN" b="1" dirty="0"/>
              <a:t>further</a:t>
            </a:r>
            <a:r>
              <a:rPr lang="zh-CN" altLang="en-US" b="1" dirty="0"/>
              <a:t> </a:t>
            </a:r>
            <a:r>
              <a:rPr lang="en-US" altLang="zh-CN" b="1" dirty="0"/>
              <a:t>suppression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D6C34-DBD3-0514-61A1-7C8E52922D0F}"/>
                  </a:ext>
                </a:extLst>
              </p:cNvPr>
              <p:cNvSpPr txBox="1"/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D6C34-DBD3-0514-61A1-7C8E5292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blipFill>
                <a:blip r:embed="rId15"/>
                <a:stretch>
                  <a:fillRect l="-18750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618194"/>
      </p:ext>
    </p:extLst>
  </p:cSld>
  <p:clrMapOvr>
    <a:masterClrMapping/>
  </p:clrMapOvr>
  <p:transition spd="slow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9211-4312-15D1-F44B-FCB2A559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9EC027-49F8-5660-2256-454152D5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DADAF4-98A3-68FD-A2AD-E325E23C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1278FFB-2BE9-4703-CF1E-7E6F3AE1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1CF2BA8-6125-3F74-BD85-B0800C0FC6FB}"/>
              </a:ext>
            </a:extLst>
          </p:cNvPr>
          <p:cNvSpPr/>
          <p:nvPr/>
        </p:nvSpPr>
        <p:spPr>
          <a:xfrm>
            <a:off x="3413557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314EF87-8099-34F8-85A6-AAAF9C9D4206}"/>
              </a:ext>
            </a:extLst>
          </p:cNvPr>
          <p:cNvCxnSpPr>
            <a:cxnSpLocks/>
          </p:cNvCxnSpPr>
          <p:nvPr/>
        </p:nvCxnSpPr>
        <p:spPr>
          <a:xfrm>
            <a:off x="3781175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8A17F82C-6D83-506D-8D7B-5988525DEDF8}"/>
              </a:ext>
            </a:extLst>
          </p:cNvPr>
          <p:cNvCxnSpPr>
            <a:cxnSpLocks/>
          </p:cNvCxnSpPr>
          <p:nvPr/>
        </p:nvCxnSpPr>
        <p:spPr>
          <a:xfrm>
            <a:off x="5920767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B6B1CE2-2C2C-AA59-BD08-4A9173D49B44}"/>
              </a:ext>
            </a:extLst>
          </p:cNvPr>
          <p:cNvCxnSpPr>
            <a:cxnSpLocks/>
          </p:cNvCxnSpPr>
          <p:nvPr/>
        </p:nvCxnSpPr>
        <p:spPr>
          <a:xfrm flipH="1">
            <a:off x="6250536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37D5A76-A04C-DC96-1617-193E3FB645F5}"/>
                  </a:ext>
                </a:extLst>
              </p:cNvPr>
              <p:cNvSpPr txBox="1"/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37D5A76-A04C-DC96-1617-193E3FB64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25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EBF57505-D719-F246-E58D-7F749C91E47F}"/>
              </a:ext>
            </a:extLst>
          </p:cNvPr>
          <p:cNvSpPr txBox="1"/>
          <p:nvPr/>
        </p:nvSpPr>
        <p:spPr>
          <a:xfrm>
            <a:off x="356309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B707C13-C298-E908-BAA1-CC062049D6DC}"/>
              </a:ext>
            </a:extLst>
          </p:cNvPr>
          <p:cNvSpPr txBox="1"/>
          <p:nvPr/>
        </p:nvSpPr>
        <p:spPr>
          <a:xfrm>
            <a:off x="5703236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FD495C1-BF97-9F09-5A7A-B11782F313DE}"/>
              </a:ext>
            </a:extLst>
          </p:cNvPr>
          <p:cNvSpPr/>
          <p:nvPr/>
        </p:nvSpPr>
        <p:spPr>
          <a:xfrm>
            <a:off x="5675251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CF71303C-6319-57AC-A68E-DB48A9E14617}"/>
              </a:ext>
            </a:extLst>
          </p:cNvPr>
          <p:cNvCxnSpPr>
            <a:cxnSpLocks/>
          </p:cNvCxnSpPr>
          <p:nvPr/>
        </p:nvCxnSpPr>
        <p:spPr>
          <a:xfrm>
            <a:off x="6018378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7AA3ABCB-593C-9498-D2F8-7263E45D5101}"/>
              </a:ext>
            </a:extLst>
          </p:cNvPr>
          <p:cNvCxnSpPr>
            <a:cxnSpLocks/>
          </p:cNvCxnSpPr>
          <p:nvPr/>
        </p:nvCxnSpPr>
        <p:spPr>
          <a:xfrm>
            <a:off x="6616827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AD5E009F-21B8-B9ED-F25D-68161C794731}"/>
              </a:ext>
            </a:extLst>
          </p:cNvPr>
          <p:cNvCxnSpPr>
            <a:cxnSpLocks/>
          </p:cNvCxnSpPr>
          <p:nvPr/>
        </p:nvCxnSpPr>
        <p:spPr>
          <a:xfrm flipH="1">
            <a:off x="6950737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72FBB27-5095-4563-1875-06A7D125AF21}"/>
                  </a:ext>
                </a:extLst>
              </p:cNvPr>
              <p:cNvSpPr txBox="1"/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72FBB27-5095-4563-1875-06A7D125A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AEBCE6FA-1D51-8F84-FFD4-78EF8964B3A0}"/>
              </a:ext>
            </a:extLst>
          </p:cNvPr>
          <p:cNvSpPr txBox="1"/>
          <p:nvPr/>
        </p:nvSpPr>
        <p:spPr>
          <a:xfrm>
            <a:off x="5800297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FC85A8A-E2C1-6E18-7602-EF93DFD1523C}"/>
              </a:ext>
            </a:extLst>
          </p:cNvPr>
          <p:cNvSpPr txBox="1"/>
          <p:nvPr/>
        </p:nvSpPr>
        <p:spPr>
          <a:xfrm>
            <a:off x="6399296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41B7F85-E2D2-CD4E-1B69-81104BE24C82}"/>
              </a:ext>
            </a:extLst>
          </p:cNvPr>
          <p:cNvSpPr/>
          <p:nvPr/>
        </p:nvSpPr>
        <p:spPr>
          <a:xfrm flipH="1">
            <a:off x="2706024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D09706C-B8C3-FEB5-2F0E-1766CFBF6AAD}"/>
              </a:ext>
            </a:extLst>
          </p:cNvPr>
          <p:cNvGrpSpPr/>
          <p:nvPr/>
        </p:nvGrpSpPr>
        <p:grpSpPr>
          <a:xfrm flipH="1">
            <a:off x="3039934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00C319A0-4E75-F311-B447-5B175C3A899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D6015782-D77B-87C2-3DF7-B85C08FE4C8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CF50BD81-85C4-BA50-F9A9-3B133277A15A}"/>
              </a:ext>
            </a:extLst>
          </p:cNvPr>
          <p:cNvCxnSpPr>
            <a:cxnSpLocks/>
          </p:cNvCxnSpPr>
          <p:nvPr/>
        </p:nvCxnSpPr>
        <p:spPr>
          <a:xfrm>
            <a:off x="1876555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26FA746-F289-8E4B-7713-77374D578E39}"/>
                  </a:ext>
                </a:extLst>
              </p:cNvPr>
              <p:cNvSpPr txBox="1"/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26FA746-F289-8E4B-7713-77374D578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8EFF5218-1FF6-ED59-862F-8223AB9BAEEF}"/>
              </a:ext>
            </a:extLst>
          </p:cNvPr>
          <p:cNvSpPr txBox="1"/>
          <p:nvPr/>
        </p:nvSpPr>
        <p:spPr>
          <a:xfrm flipH="1">
            <a:off x="3419091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2B127DA-F1B2-70F7-61B9-AF6B1681BDAB}"/>
              </a:ext>
            </a:extLst>
          </p:cNvPr>
          <p:cNvSpPr txBox="1"/>
          <p:nvPr/>
        </p:nvSpPr>
        <p:spPr>
          <a:xfrm flipH="1">
            <a:off x="2820092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19BF49-EAED-7C5B-726D-520394635524}"/>
              </a:ext>
            </a:extLst>
          </p:cNvPr>
          <p:cNvSpPr/>
          <p:nvPr/>
        </p:nvSpPr>
        <p:spPr>
          <a:xfrm flipH="1">
            <a:off x="1198102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8D87D8-5E55-3BE3-1829-B5A9843F49CA}"/>
              </a:ext>
            </a:extLst>
          </p:cNvPr>
          <p:cNvGrpSpPr/>
          <p:nvPr/>
        </p:nvGrpSpPr>
        <p:grpSpPr>
          <a:xfrm flipH="1">
            <a:off x="1532012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02DD5D1-AD77-87D0-C0B7-19E4D64DA0C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1BDDC1-0054-F709-6079-4219400E531A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9980CB-68DC-AB63-1980-5771E58D0148}"/>
              </a:ext>
            </a:extLst>
          </p:cNvPr>
          <p:cNvCxnSpPr>
            <a:cxnSpLocks/>
          </p:cNvCxnSpPr>
          <p:nvPr/>
        </p:nvCxnSpPr>
        <p:spPr>
          <a:xfrm>
            <a:off x="889074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D22CE8-0BAE-8EBC-6CBB-15B5BA052C25}"/>
                  </a:ext>
                </a:extLst>
              </p:cNvPr>
              <p:cNvSpPr txBox="1"/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D22CE8-0BAE-8EBC-6CBB-15B5BA052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B32A6D-1645-CD77-B252-872791241852}"/>
                  </a:ext>
                </a:extLst>
              </p:cNvPr>
              <p:cNvSpPr txBox="1"/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B32A6D-1645-CD77-B252-872791241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D68449-D842-AE0C-37BD-A414C4C006D8}"/>
                  </a:ext>
                </a:extLst>
              </p:cNvPr>
              <p:cNvSpPr txBox="1"/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D68449-D842-AE0C-37BD-A414C4C00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blipFill>
                <a:blip r:embed="rId7"/>
                <a:stretch>
                  <a:fillRect l="-22857" r="-25714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1505E4B-7B33-8446-8130-FE5BEF5EBB32}"/>
              </a:ext>
            </a:extLst>
          </p:cNvPr>
          <p:cNvSpPr txBox="1"/>
          <p:nvPr/>
        </p:nvSpPr>
        <p:spPr>
          <a:xfrm flipH="1">
            <a:off x="1911169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93A8D-1B5D-57E8-70B9-FDD180CFFE91}"/>
              </a:ext>
            </a:extLst>
          </p:cNvPr>
          <p:cNvSpPr txBox="1"/>
          <p:nvPr/>
        </p:nvSpPr>
        <p:spPr>
          <a:xfrm flipH="1">
            <a:off x="1312170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44357B-18AF-DBB6-DF0E-806F046AB7DD}"/>
              </a:ext>
            </a:extLst>
          </p:cNvPr>
          <p:cNvCxnSpPr>
            <a:cxnSpLocks/>
          </p:cNvCxnSpPr>
          <p:nvPr/>
        </p:nvCxnSpPr>
        <p:spPr>
          <a:xfrm>
            <a:off x="1876555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66C667F-BAD9-41FB-D708-873C60BFC34B}"/>
              </a:ext>
            </a:extLst>
          </p:cNvPr>
          <p:cNvSpPr/>
          <p:nvPr/>
        </p:nvSpPr>
        <p:spPr>
          <a:xfrm flipH="1">
            <a:off x="4979191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1E11DC-5D4C-4F4F-C499-E8A4CCCE8F62}"/>
              </a:ext>
            </a:extLst>
          </p:cNvPr>
          <p:cNvGrpSpPr/>
          <p:nvPr/>
        </p:nvGrpSpPr>
        <p:grpSpPr>
          <a:xfrm flipH="1">
            <a:off x="5313101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4C77EC-1335-80DC-0C10-2A8685192B5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0F56210-934F-CBD4-A151-20BF75028A2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23280FB-2718-475C-2C6C-102B1689C3E7}"/>
              </a:ext>
            </a:extLst>
          </p:cNvPr>
          <p:cNvCxnSpPr>
            <a:cxnSpLocks/>
          </p:cNvCxnSpPr>
          <p:nvPr/>
        </p:nvCxnSpPr>
        <p:spPr>
          <a:xfrm>
            <a:off x="4670163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78F89D-7608-D10D-E2C8-9514FA99C2A0}"/>
                  </a:ext>
                </a:extLst>
              </p:cNvPr>
              <p:cNvSpPr txBox="1"/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78F89D-7608-D10D-E2C8-9514FA9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414AE2-4D2D-DB68-A461-17D7574EDAF2}"/>
                  </a:ext>
                </a:extLst>
              </p:cNvPr>
              <p:cNvSpPr txBox="1"/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414AE2-4D2D-DB68-A461-17D7574ED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blipFill>
                <a:blip r:embed="rId9"/>
                <a:stretch>
                  <a:fillRect l="-23810" r="-19048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221173E-F388-B97A-B5A5-F9AC4EABAA53}"/>
              </a:ext>
            </a:extLst>
          </p:cNvPr>
          <p:cNvSpPr txBox="1"/>
          <p:nvPr/>
        </p:nvSpPr>
        <p:spPr>
          <a:xfrm flipH="1">
            <a:off x="5692258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48A723-1083-FF04-A56C-8324A0A69EB9}"/>
              </a:ext>
            </a:extLst>
          </p:cNvPr>
          <p:cNvSpPr txBox="1"/>
          <p:nvPr/>
        </p:nvSpPr>
        <p:spPr>
          <a:xfrm flipH="1">
            <a:off x="5093259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D9BFDB-E910-06E8-9E51-DBF4D66716F9}"/>
              </a:ext>
            </a:extLst>
          </p:cNvPr>
          <p:cNvSpPr/>
          <p:nvPr/>
        </p:nvSpPr>
        <p:spPr>
          <a:xfrm flipH="1">
            <a:off x="6390044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BFA355C-AF57-6692-230D-5C18541DBB1F}"/>
              </a:ext>
            </a:extLst>
          </p:cNvPr>
          <p:cNvGrpSpPr/>
          <p:nvPr/>
        </p:nvGrpSpPr>
        <p:grpSpPr>
          <a:xfrm flipH="1">
            <a:off x="6723954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34C142A-03C8-1E09-5E69-BBC849DD3E8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99791CD-0F64-3E44-7294-6898E8FB89C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2729749-4D38-B2B9-744D-745A468DC25D}"/>
              </a:ext>
            </a:extLst>
          </p:cNvPr>
          <p:cNvSpPr txBox="1"/>
          <p:nvPr/>
        </p:nvSpPr>
        <p:spPr>
          <a:xfrm flipH="1">
            <a:off x="7235212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C15736-4708-DAFC-0842-CD8CB02C7952}"/>
              </a:ext>
            </a:extLst>
          </p:cNvPr>
          <p:cNvSpPr txBox="1"/>
          <p:nvPr/>
        </p:nvSpPr>
        <p:spPr>
          <a:xfrm flipH="1">
            <a:off x="7103111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C6FF48-A9C5-52B2-F728-1CAAFA127D7F}"/>
              </a:ext>
            </a:extLst>
          </p:cNvPr>
          <p:cNvSpPr txBox="1"/>
          <p:nvPr/>
        </p:nvSpPr>
        <p:spPr>
          <a:xfrm flipH="1">
            <a:off x="6504112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649E73-A8BC-6048-8E5B-5BBB4AD33DBF}"/>
              </a:ext>
            </a:extLst>
          </p:cNvPr>
          <p:cNvCxnSpPr>
            <a:cxnSpLocks/>
          </p:cNvCxnSpPr>
          <p:nvPr/>
        </p:nvCxnSpPr>
        <p:spPr>
          <a:xfrm flipH="1">
            <a:off x="7665530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B40814-9948-E65B-4373-D87778E440CE}"/>
                  </a:ext>
                </a:extLst>
              </p:cNvPr>
              <p:cNvSpPr txBox="1"/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B40814-9948-E65B-4373-D87778E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A94B01-75C9-C60E-4634-B60FE056EEDD}"/>
                  </a:ext>
                </a:extLst>
              </p:cNvPr>
              <p:cNvSpPr txBox="1"/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A94B01-75C9-C60E-4634-B60FE056E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blipFill>
                <a:blip r:embed="rId11"/>
                <a:stretch>
                  <a:fillRect l="-23529" r="-29412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C08299-91C4-F748-7FA5-EA6783EDB6F0}"/>
                  </a:ext>
                </a:extLst>
              </p:cNvPr>
              <p:cNvSpPr txBox="1"/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C08299-91C4-F748-7FA5-EA6783EDB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6471" r="-29412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DB726F-C79C-E00C-7B46-E642485CA312}"/>
                  </a:ext>
                </a:extLst>
              </p:cNvPr>
              <p:cNvSpPr txBox="1"/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DB726F-C79C-E00C-7B46-E642485CA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6471" r="-29412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rapezoid 13">
            <a:extLst>
              <a:ext uri="{FF2B5EF4-FFF2-40B4-BE49-F238E27FC236}">
                <a16:creationId xmlns:a16="http://schemas.microsoft.com/office/drawing/2014/main" id="{68B80EC0-2617-6AAE-875A-912BCC91EC36}"/>
              </a:ext>
            </a:extLst>
          </p:cNvPr>
          <p:cNvSpPr/>
          <p:nvPr/>
        </p:nvSpPr>
        <p:spPr>
          <a:xfrm>
            <a:off x="4048221" y="174217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7057E7-E315-91E6-A339-04C718857F7E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851250" y="1534556"/>
            <a:ext cx="0" cy="207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3">
            <a:extLst>
              <a:ext uri="{FF2B5EF4-FFF2-40B4-BE49-F238E27FC236}">
                <a16:creationId xmlns:a16="http://schemas.microsoft.com/office/drawing/2014/main" id="{E3005337-B149-E711-1F8F-5526EFB51A58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5550128" y="1904241"/>
            <a:ext cx="486236" cy="1045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">
            <a:extLst>
              <a:ext uri="{FF2B5EF4-FFF2-40B4-BE49-F238E27FC236}">
                <a16:creationId xmlns:a16="http://schemas.microsoft.com/office/drawing/2014/main" id="{6ED810B1-A8A7-6A31-4BE8-64A25F9440B2}"/>
              </a:ext>
            </a:extLst>
          </p:cNvPr>
          <p:cNvCxnSpPr>
            <a:cxnSpLocks/>
          </p:cNvCxnSpPr>
          <p:nvPr/>
        </p:nvCxnSpPr>
        <p:spPr>
          <a:xfrm rot="5400000">
            <a:off x="2990341" y="2842852"/>
            <a:ext cx="2196639" cy="8787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1DBFAC4-9491-BE11-0D18-4468AA33DBD1}"/>
              </a:ext>
            </a:extLst>
          </p:cNvPr>
          <p:cNvSpPr txBox="1"/>
          <p:nvPr/>
        </p:nvSpPr>
        <p:spPr>
          <a:xfrm flipH="1">
            <a:off x="5134854" y="190690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  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8ACCD9-4843-AE74-5519-30E9C564B97B}"/>
              </a:ext>
            </a:extLst>
          </p:cNvPr>
          <p:cNvSpPr txBox="1"/>
          <p:nvPr/>
        </p:nvSpPr>
        <p:spPr>
          <a:xfrm flipH="1">
            <a:off x="4305773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3DB7E8-CAB0-3AAC-0FA8-FED502E97658}"/>
              </a:ext>
            </a:extLst>
          </p:cNvPr>
          <p:cNvSpPr txBox="1"/>
          <p:nvPr/>
        </p:nvSpPr>
        <p:spPr>
          <a:xfrm flipH="1">
            <a:off x="5063039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D8559C1A-18CC-384F-6186-68395EEB35FF}"/>
              </a:ext>
            </a:extLst>
          </p:cNvPr>
          <p:cNvSpPr/>
          <p:nvPr/>
        </p:nvSpPr>
        <p:spPr>
          <a:xfrm>
            <a:off x="5512996" y="267013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9D8782-B642-F771-8A9F-E7FCD016C778}"/>
              </a:ext>
            </a:extLst>
          </p:cNvPr>
          <p:cNvSpPr txBox="1"/>
          <p:nvPr/>
        </p:nvSpPr>
        <p:spPr>
          <a:xfrm flipH="1">
            <a:off x="6510216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473936-35F8-CBEC-98ED-E8D6B2F5EFDA}"/>
              </a:ext>
            </a:extLst>
          </p:cNvPr>
          <p:cNvSpPr txBox="1"/>
          <p:nvPr/>
        </p:nvSpPr>
        <p:spPr>
          <a:xfrm flipH="1">
            <a:off x="5654279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54E7CCD-5609-C7C4-D9EF-5A177F080A36}"/>
              </a:ext>
            </a:extLst>
          </p:cNvPr>
          <p:cNvCxnSpPr>
            <a:cxnSpLocks/>
          </p:cNvCxnSpPr>
          <p:nvPr/>
        </p:nvCxnSpPr>
        <p:spPr>
          <a:xfrm flipH="1">
            <a:off x="6952348" y="288118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69EE8B-3745-133A-AD12-6CB46E8955A6}"/>
                  </a:ext>
                </a:extLst>
              </p:cNvPr>
              <p:cNvSpPr txBox="1"/>
              <p:nvPr/>
            </p:nvSpPr>
            <p:spPr>
              <a:xfrm>
                <a:off x="7261376" y="264719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69EE8B-3745-133A-AD12-6CB46E89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76" y="264719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4D1F7CE-CD9A-30ED-6F7A-5658383F7A72}"/>
              </a:ext>
            </a:extLst>
          </p:cNvPr>
          <p:cNvGrpSpPr/>
          <p:nvPr/>
        </p:nvGrpSpPr>
        <p:grpSpPr>
          <a:xfrm>
            <a:off x="5885262" y="3103131"/>
            <a:ext cx="845245" cy="319118"/>
            <a:chOff x="6930290" y="2838827"/>
            <a:chExt cx="845245" cy="58342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84D46A7-CD2B-0F71-D6CB-7F90BDF80A3C}"/>
                </a:ext>
              </a:extLst>
            </p:cNvPr>
            <p:cNvCxnSpPr>
              <a:cxnSpLocks/>
            </p:cNvCxnSpPr>
            <p:nvPr/>
          </p:nvCxnSpPr>
          <p:spPr>
            <a:xfrm>
              <a:off x="7775535" y="2838827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CB604AF-13F5-2050-A33A-35B5BE44DBFB}"/>
                </a:ext>
              </a:extLst>
            </p:cNvPr>
            <p:cNvCxnSpPr>
              <a:cxnSpLocks/>
            </p:cNvCxnSpPr>
            <p:nvPr/>
          </p:nvCxnSpPr>
          <p:spPr>
            <a:xfrm>
              <a:off x="6930290" y="2842890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F667020-ABC0-AEAA-7EAE-D8820B66CE00}"/>
              </a:ext>
            </a:extLst>
          </p:cNvPr>
          <p:cNvSpPr txBox="1"/>
          <p:nvPr/>
        </p:nvSpPr>
        <p:spPr>
          <a:xfrm>
            <a:off x="731836" y="1068363"/>
            <a:ext cx="372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One-step</a:t>
            </a:r>
            <a:r>
              <a:rPr lang="zh-CN" altLang="en-US" b="1" dirty="0"/>
              <a:t> </a:t>
            </a:r>
            <a:r>
              <a:rPr lang="en-US" altLang="zh-CN" b="1" dirty="0"/>
              <a:t>further</a:t>
            </a:r>
            <a:r>
              <a:rPr lang="zh-CN" altLang="en-US" b="1" dirty="0"/>
              <a:t> </a:t>
            </a:r>
            <a:r>
              <a:rPr lang="en-US" altLang="zh-CN" b="1" dirty="0"/>
              <a:t>suppression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FE7220-7390-A607-5F69-B41C48186022}"/>
              </a:ext>
            </a:extLst>
          </p:cNvPr>
          <p:cNvCxnSpPr>
            <a:cxnSpLocks/>
          </p:cNvCxnSpPr>
          <p:nvPr/>
        </p:nvCxnSpPr>
        <p:spPr>
          <a:xfrm flipH="1">
            <a:off x="5487800" y="1964682"/>
            <a:ext cx="64728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apezoid 10">
            <a:extLst>
              <a:ext uri="{FF2B5EF4-FFF2-40B4-BE49-F238E27FC236}">
                <a16:creationId xmlns:a16="http://schemas.microsoft.com/office/drawing/2014/main" id="{F429EAE3-DCC5-F589-EE3F-970EB5875820}"/>
              </a:ext>
            </a:extLst>
          </p:cNvPr>
          <p:cNvSpPr/>
          <p:nvPr/>
        </p:nvSpPr>
        <p:spPr>
          <a:xfrm>
            <a:off x="5760803" y="1323109"/>
            <a:ext cx="1442506" cy="400073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2FA0FC-2D1E-489F-5B89-3065F5C7CB2E}"/>
              </a:ext>
            </a:extLst>
          </p:cNvPr>
          <p:cNvCxnSpPr>
            <a:cxnSpLocks/>
          </p:cNvCxnSpPr>
          <p:nvPr/>
        </p:nvCxnSpPr>
        <p:spPr>
          <a:xfrm>
            <a:off x="6140406" y="1704362"/>
            <a:ext cx="0" cy="2714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5F42BB-A5E5-1F6F-030C-EEFDDC6852DE}"/>
              </a:ext>
            </a:extLst>
          </p:cNvPr>
          <p:cNvCxnSpPr>
            <a:cxnSpLocks/>
          </p:cNvCxnSpPr>
          <p:nvPr/>
        </p:nvCxnSpPr>
        <p:spPr>
          <a:xfrm>
            <a:off x="6796348" y="1729005"/>
            <a:ext cx="0" cy="3727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78F917A-5255-6BAD-D2C7-30CBA6EDFAA0}"/>
              </a:ext>
            </a:extLst>
          </p:cNvPr>
          <p:cNvCxnSpPr>
            <a:cxnSpLocks/>
          </p:cNvCxnSpPr>
          <p:nvPr/>
        </p:nvCxnSpPr>
        <p:spPr>
          <a:xfrm>
            <a:off x="6713975" y="2103432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3A45E1F-9DDC-805C-930A-D0A4840972F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482056" y="1114489"/>
            <a:ext cx="0" cy="2086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E675845-0422-AECE-B166-65AE9CF0BF62}"/>
              </a:ext>
            </a:extLst>
          </p:cNvPr>
          <p:cNvSpPr txBox="1"/>
          <p:nvPr/>
        </p:nvSpPr>
        <p:spPr>
          <a:xfrm flipH="1">
            <a:off x="6734162" y="16868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799EB1-4EDD-310D-AC82-5B230DE9ED63}"/>
              </a:ext>
            </a:extLst>
          </p:cNvPr>
          <p:cNvSpPr txBox="1"/>
          <p:nvPr/>
        </p:nvSpPr>
        <p:spPr>
          <a:xfrm flipH="1">
            <a:off x="6090283" y="16868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2A38CD1-75AE-2D4C-E05E-7391D9CBEBC7}"/>
              </a:ext>
            </a:extLst>
          </p:cNvPr>
          <p:cNvSpPr/>
          <p:nvPr/>
        </p:nvSpPr>
        <p:spPr>
          <a:xfrm>
            <a:off x="8569597" y="1898088"/>
            <a:ext cx="1652240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72354BD-9CF0-0B35-4345-26014B71E095}"/>
              </a:ext>
            </a:extLst>
          </p:cNvPr>
          <p:cNvCxnSpPr>
            <a:cxnSpLocks/>
          </p:cNvCxnSpPr>
          <p:nvPr/>
        </p:nvCxnSpPr>
        <p:spPr>
          <a:xfrm flipH="1">
            <a:off x="10226762" y="207900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9A670B4-D9ED-45FC-1301-7EE6A46A48A8}"/>
                  </a:ext>
                </a:extLst>
              </p:cNvPr>
              <p:cNvSpPr txBox="1"/>
              <p:nvPr/>
            </p:nvSpPr>
            <p:spPr>
              <a:xfrm>
                <a:off x="10535790" y="1912051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9A670B4-D9ED-45FC-1301-7EE6A46A4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790" y="1912051"/>
                <a:ext cx="298159" cy="276999"/>
              </a:xfrm>
              <a:prstGeom prst="rect">
                <a:avLst/>
              </a:prstGeom>
              <a:blipFill>
                <a:blip r:embed="rId16"/>
                <a:stretch>
                  <a:fillRect l="-12500" r="-1666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ectangle 129">
            <a:extLst>
              <a:ext uri="{FF2B5EF4-FFF2-40B4-BE49-F238E27FC236}">
                <a16:creationId xmlns:a16="http://schemas.microsoft.com/office/drawing/2014/main" id="{CFD7EA3B-8260-7E10-8498-A0B2C9C57FB8}"/>
              </a:ext>
            </a:extLst>
          </p:cNvPr>
          <p:cNvSpPr/>
          <p:nvPr/>
        </p:nvSpPr>
        <p:spPr>
          <a:xfrm>
            <a:off x="8383190" y="1114489"/>
            <a:ext cx="906032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DF1FD02-9754-7548-05EE-6FDDC468C527}"/>
              </a:ext>
            </a:extLst>
          </p:cNvPr>
          <p:cNvCxnSpPr>
            <a:cxnSpLocks/>
          </p:cNvCxnSpPr>
          <p:nvPr/>
        </p:nvCxnSpPr>
        <p:spPr>
          <a:xfrm>
            <a:off x="8191781" y="1294257"/>
            <a:ext cx="19140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3C3B0B0-19B6-8A29-2956-559A540DC7D1}"/>
              </a:ext>
            </a:extLst>
          </p:cNvPr>
          <p:cNvCxnSpPr>
            <a:cxnSpLocks/>
          </p:cNvCxnSpPr>
          <p:nvPr/>
        </p:nvCxnSpPr>
        <p:spPr>
          <a:xfrm>
            <a:off x="9040005" y="922199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42C985E-AF01-BE86-1AD7-4ABFC7E74CD3}"/>
                  </a:ext>
                </a:extLst>
              </p:cNvPr>
              <p:cNvSpPr txBox="1"/>
              <p:nvPr/>
            </p:nvSpPr>
            <p:spPr>
              <a:xfrm>
                <a:off x="8888610" y="668425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baseline="-25000" dirty="0">
                    <a:solidFill>
                      <a:schemeClr val="tx2"/>
                    </a:solidFill>
                  </a:rPr>
                  <a:t>1</a:t>
                </a:r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42C985E-AF01-BE86-1AD7-4ABFC7E7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610" y="668425"/>
                <a:ext cx="318998" cy="276999"/>
              </a:xfrm>
              <a:prstGeom prst="rect">
                <a:avLst/>
              </a:prstGeom>
              <a:blipFill>
                <a:blip r:embed="rId17"/>
                <a:stretch>
                  <a:fillRect l="-15385" r="-26923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2E6FFB7-170E-0698-7F9B-0D6A49E4FB53}"/>
              </a:ext>
            </a:extLst>
          </p:cNvPr>
          <p:cNvCxnSpPr>
            <a:cxnSpLocks/>
          </p:cNvCxnSpPr>
          <p:nvPr/>
        </p:nvCxnSpPr>
        <p:spPr>
          <a:xfrm>
            <a:off x="8645327" y="921771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1825327-1590-E3A4-B99E-31D285648819}"/>
                  </a:ext>
                </a:extLst>
              </p:cNvPr>
              <p:cNvSpPr txBox="1"/>
              <p:nvPr/>
            </p:nvSpPr>
            <p:spPr>
              <a:xfrm>
                <a:off x="8548362" y="667997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1825327-1590-E3A4-B99E-31D285648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362" y="667997"/>
                <a:ext cx="192360" cy="276999"/>
              </a:xfrm>
              <a:prstGeom prst="rect">
                <a:avLst/>
              </a:prstGeom>
              <a:blipFill>
                <a:blip r:embed="rId18"/>
                <a:stretch>
                  <a:fillRect l="-17647" r="-1764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7581A13-35F1-8A97-A965-DE7558860BF2}"/>
                  </a:ext>
                </a:extLst>
              </p:cNvPr>
              <p:cNvSpPr txBox="1"/>
              <p:nvPr/>
            </p:nvSpPr>
            <p:spPr>
              <a:xfrm>
                <a:off x="7908839" y="1136854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7581A13-35F1-8A97-A965-DE7558860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39" y="1136854"/>
                <a:ext cx="298159" cy="276999"/>
              </a:xfrm>
              <a:prstGeom prst="rect">
                <a:avLst/>
              </a:prstGeom>
              <a:blipFill>
                <a:blip r:embed="rId19"/>
                <a:stretch>
                  <a:fillRect l="-12000" r="-1200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Rectangle 139">
            <a:extLst>
              <a:ext uri="{FF2B5EF4-FFF2-40B4-BE49-F238E27FC236}">
                <a16:creationId xmlns:a16="http://schemas.microsoft.com/office/drawing/2014/main" id="{7F129D1C-5E19-5135-3A45-BA05A05B4A7B}"/>
              </a:ext>
            </a:extLst>
          </p:cNvPr>
          <p:cNvSpPr/>
          <p:nvPr/>
        </p:nvSpPr>
        <p:spPr>
          <a:xfrm>
            <a:off x="9510082" y="1129242"/>
            <a:ext cx="906032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A404158-B021-0408-AF33-859467C78B85}"/>
              </a:ext>
            </a:extLst>
          </p:cNvPr>
          <p:cNvCxnSpPr>
            <a:cxnSpLocks/>
          </p:cNvCxnSpPr>
          <p:nvPr/>
        </p:nvCxnSpPr>
        <p:spPr>
          <a:xfrm flipH="1">
            <a:off x="10421039" y="1310161"/>
            <a:ext cx="20059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5420567-F6D4-41EC-2C7F-8303CCC6CB63}"/>
              </a:ext>
            </a:extLst>
          </p:cNvPr>
          <p:cNvCxnSpPr>
            <a:cxnSpLocks/>
            <a:stCxn id="130" idx="2"/>
          </p:cNvCxnSpPr>
          <p:nvPr/>
        </p:nvCxnSpPr>
        <p:spPr>
          <a:xfrm>
            <a:off x="8836206" y="1476536"/>
            <a:ext cx="0" cy="40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3ECE1B0-178F-0A37-BE8E-A9C60AE21F9B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9963098" y="1496148"/>
            <a:ext cx="0" cy="40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6CA7A7D-CE75-6B6B-5DC6-D24459151894}"/>
              </a:ext>
            </a:extLst>
          </p:cNvPr>
          <p:cNvCxnSpPr>
            <a:cxnSpLocks/>
          </p:cNvCxnSpPr>
          <p:nvPr/>
        </p:nvCxnSpPr>
        <p:spPr>
          <a:xfrm>
            <a:off x="10166897" y="936952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CED175F-7528-90B8-57A2-345C555CD307}"/>
                  </a:ext>
                </a:extLst>
              </p:cNvPr>
              <p:cNvSpPr txBox="1"/>
              <p:nvPr/>
            </p:nvSpPr>
            <p:spPr>
              <a:xfrm>
                <a:off x="10015502" y="683178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CED175F-7528-90B8-57A2-345C555CD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502" y="683178"/>
                <a:ext cx="298159" cy="276999"/>
              </a:xfrm>
              <a:prstGeom prst="rect">
                <a:avLst/>
              </a:prstGeom>
              <a:blipFill>
                <a:blip r:embed="rId20"/>
                <a:stretch>
                  <a:fillRect l="-8000" r="-12000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8DB69030-924D-0AD4-FC17-0F655D855A20}"/>
              </a:ext>
            </a:extLst>
          </p:cNvPr>
          <p:cNvCxnSpPr>
            <a:cxnSpLocks/>
          </p:cNvCxnSpPr>
          <p:nvPr/>
        </p:nvCxnSpPr>
        <p:spPr>
          <a:xfrm>
            <a:off x="9772219" y="936524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BE33B9A-1511-BC77-63D9-0BB1A261DB27}"/>
                  </a:ext>
                </a:extLst>
              </p:cNvPr>
              <p:cNvSpPr txBox="1"/>
              <p:nvPr/>
            </p:nvSpPr>
            <p:spPr>
              <a:xfrm>
                <a:off x="9620824" y="682750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baseline="-25000" dirty="0">
                    <a:solidFill>
                      <a:schemeClr val="tx2"/>
                    </a:solidFill>
                  </a:rPr>
                  <a:t>2</a:t>
                </a: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BE33B9A-1511-BC77-63D9-0BB1A261D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824" y="682750"/>
                <a:ext cx="318998" cy="276999"/>
              </a:xfrm>
              <a:prstGeom prst="rect">
                <a:avLst/>
              </a:prstGeom>
              <a:blipFill>
                <a:blip r:embed="rId21"/>
                <a:stretch>
                  <a:fillRect l="-19231" r="-26923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7B1732A-3EB8-A2A2-F492-E5215FAE2B91}"/>
                  </a:ext>
                </a:extLst>
              </p:cNvPr>
              <p:cNvSpPr txBox="1"/>
              <p:nvPr/>
            </p:nvSpPr>
            <p:spPr>
              <a:xfrm>
                <a:off x="10624772" y="1143205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7B1732A-3EB8-A2A2-F492-E5215FAE2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4772" y="1143205"/>
                <a:ext cx="298159" cy="276999"/>
              </a:xfrm>
              <a:prstGeom prst="rect">
                <a:avLst/>
              </a:prstGeom>
              <a:blipFill>
                <a:blip r:embed="rId22"/>
                <a:stretch>
                  <a:fillRect l="-16000" r="-12000" b="-136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8CED15D0-8C46-9E5B-B81E-1AC5BEEEDD44}"/>
              </a:ext>
            </a:extLst>
          </p:cNvPr>
          <p:cNvCxnSpPr>
            <a:cxnSpLocks/>
            <a:stCxn id="63" idx="2"/>
            <a:endCxn id="11" idx="3"/>
          </p:cNvCxnSpPr>
          <p:nvPr/>
        </p:nvCxnSpPr>
        <p:spPr>
          <a:xfrm rot="5400000" flipH="1">
            <a:off x="7856000" y="720419"/>
            <a:ext cx="736989" cy="2342445"/>
          </a:xfrm>
          <a:prstGeom prst="bentConnector4">
            <a:avLst>
              <a:gd name="adj1" fmla="val -31018"/>
              <a:gd name="adj2" fmla="val 7402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73E625BD-0F16-6619-F41C-85ACFA360E66}"/>
              </a:ext>
            </a:extLst>
          </p:cNvPr>
          <p:cNvSpPr/>
          <p:nvPr/>
        </p:nvSpPr>
        <p:spPr>
          <a:xfrm>
            <a:off x="8800341" y="602264"/>
            <a:ext cx="495535" cy="504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EDF9FC7F-5497-24D4-CDBF-C51911BA2870}"/>
              </a:ext>
            </a:extLst>
          </p:cNvPr>
          <p:cNvSpPr/>
          <p:nvPr/>
        </p:nvSpPr>
        <p:spPr>
          <a:xfrm>
            <a:off x="9523837" y="607236"/>
            <a:ext cx="495535" cy="504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6F5E53-5EAA-C1A9-D2D7-BE12DE5D297B}"/>
                  </a:ext>
                </a:extLst>
              </p:cNvPr>
              <p:cNvSpPr txBox="1"/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6F5E53-5EAA-C1A9-D2D7-BE12DE5D2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blipFill>
                <a:blip r:embed="rId23"/>
                <a:stretch>
                  <a:fillRect l="-18750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D70DF0-2F55-1B28-2107-898B28477E54}"/>
                  </a:ext>
                </a:extLst>
              </p:cNvPr>
              <p:cNvSpPr txBox="1"/>
              <p:nvPr/>
            </p:nvSpPr>
            <p:spPr>
              <a:xfrm flipH="1">
                <a:off x="6288609" y="787117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D70DF0-2F55-1B28-2107-898B28477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88609" y="787117"/>
                <a:ext cx="395942" cy="369332"/>
              </a:xfrm>
              <a:prstGeom prst="rect">
                <a:avLst/>
              </a:prstGeom>
              <a:blipFill>
                <a:blip r:embed="rId24"/>
                <a:stretch>
                  <a:fillRect l="-15625" r="-12500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955448"/>
      </p:ext>
    </p:extLst>
  </p:cSld>
  <p:clrMapOvr>
    <a:masterClrMapping/>
  </p:clrMapOvr>
  <p:transition spd="slow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48D2-7A6D-85DB-5E76-6486E35D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A4EB65-9C41-0AB2-CE5E-5EB6F06F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C16254-96BE-F325-E280-284F0E72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3F15C78F-6DAA-DA5E-9F85-34C013155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F2FDB44-43D6-1B2D-7A2E-B80F849B8430}"/>
              </a:ext>
            </a:extLst>
          </p:cNvPr>
          <p:cNvSpPr/>
          <p:nvPr/>
        </p:nvSpPr>
        <p:spPr>
          <a:xfrm>
            <a:off x="3413557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EB57C34-B0E9-48B2-4BB8-3CDEFDCE7660}"/>
              </a:ext>
            </a:extLst>
          </p:cNvPr>
          <p:cNvCxnSpPr>
            <a:cxnSpLocks/>
          </p:cNvCxnSpPr>
          <p:nvPr/>
        </p:nvCxnSpPr>
        <p:spPr>
          <a:xfrm>
            <a:off x="3781175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4540546-8E47-1913-A890-DBD0D2F54E99}"/>
              </a:ext>
            </a:extLst>
          </p:cNvPr>
          <p:cNvCxnSpPr>
            <a:cxnSpLocks/>
          </p:cNvCxnSpPr>
          <p:nvPr/>
        </p:nvCxnSpPr>
        <p:spPr>
          <a:xfrm>
            <a:off x="5920767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0308240-CAC7-208C-035E-6AC0A9D0253A}"/>
              </a:ext>
            </a:extLst>
          </p:cNvPr>
          <p:cNvCxnSpPr>
            <a:cxnSpLocks/>
          </p:cNvCxnSpPr>
          <p:nvPr/>
        </p:nvCxnSpPr>
        <p:spPr>
          <a:xfrm flipH="1">
            <a:off x="6250536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F0971A2F-237A-749A-2474-259CD0F60BE0}"/>
                  </a:ext>
                </a:extLst>
              </p:cNvPr>
              <p:cNvSpPr txBox="1"/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F0971A2F-237A-749A-2474-259CD0F60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25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912B5613-5462-1F5C-7597-9452B449BDC6}"/>
              </a:ext>
            </a:extLst>
          </p:cNvPr>
          <p:cNvSpPr txBox="1"/>
          <p:nvPr/>
        </p:nvSpPr>
        <p:spPr>
          <a:xfrm>
            <a:off x="356309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56CEAAD-B688-DBEA-AD81-DD6F0B3CC4D2}"/>
              </a:ext>
            </a:extLst>
          </p:cNvPr>
          <p:cNvSpPr txBox="1"/>
          <p:nvPr/>
        </p:nvSpPr>
        <p:spPr>
          <a:xfrm>
            <a:off x="5703236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1858ECD-DF17-1E85-8128-D15FCFCAFF60}"/>
              </a:ext>
            </a:extLst>
          </p:cNvPr>
          <p:cNvSpPr/>
          <p:nvPr/>
        </p:nvSpPr>
        <p:spPr>
          <a:xfrm>
            <a:off x="5675251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C735DF9D-C50A-9098-0FC3-400AE7486630}"/>
              </a:ext>
            </a:extLst>
          </p:cNvPr>
          <p:cNvCxnSpPr>
            <a:cxnSpLocks/>
          </p:cNvCxnSpPr>
          <p:nvPr/>
        </p:nvCxnSpPr>
        <p:spPr>
          <a:xfrm>
            <a:off x="6018378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EF91B49-1A83-ACBC-53D8-B027F43DACC8}"/>
              </a:ext>
            </a:extLst>
          </p:cNvPr>
          <p:cNvCxnSpPr>
            <a:cxnSpLocks/>
          </p:cNvCxnSpPr>
          <p:nvPr/>
        </p:nvCxnSpPr>
        <p:spPr>
          <a:xfrm>
            <a:off x="6616827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57B6325-8C97-9D99-B5E9-0272F4796A7F}"/>
              </a:ext>
            </a:extLst>
          </p:cNvPr>
          <p:cNvCxnSpPr>
            <a:cxnSpLocks/>
          </p:cNvCxnSpPr>
          <p:nvPr/>
        </p:nvCxnSpPr>
        <p:spPr>
          <a:xfrm flipH="1">
            <a:off x="6950737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EEAA41B-AE0F-C447-24CB-5B9A6CC09C6D}"/>
                  </a:ext>
                </a:extLst>
              </p:cNvPr>
              <p:cNvSpPr txBox="1"/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EEAA41B-AE0F-C447-24CB-5B9A6CC09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F0DCF5DD-B083-1BAE-25C3-62B75D9501CB}"/>
              </a:ext>
            </a:extLst>
          </p:cNvPr>
          <p:cNvSpPr txBox="1"/>
          <p:nvPr/>
        </p:nvSpPr>
        <p:spPr>
          <a:xfrm>
            <a:off x="5800297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5D062A8-EAB6-77CB-2CA0-D9BDD5BD637A}"/>
              </a:ext>
            </a:extLst>
          </p:cNvPr>
          <p:cNvSpPr txBox="1"/>
          <p:nvPr/>
        </p:nvSpPr>
        <p:spPr>
          <a:xfrm>
            <a:off x="6399296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15A6694-181D-A5F2-1929-486DCDCF26E3}"/>
              </a:ext>
            </a:extLst>
          </p:cNvPr>
          <p:cNvSpPr/>
          <p:nvPr/>
        </p:nvSpPr>
        <p:spPr>
          <a:xfrm flipH="1">
            <a:off x="2706024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A30D34A-6430-D138-D563-4BD7CDF615C9}"/>
              </a:ext>
            </a:extLst>
          </p:cNvPr>
          <p:cNvGrpSpPr/>
          <p:nvPr/>
        </p:nvGrpSpPr>
        <p:grpSpPr>
          <a:xfrm flipH="1">
            <a:off x="3039934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7DB2F6C1-AADC-CD77-2B3F-93F340B326F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DA292686-77AA-8992-2ED3-C1431F1E922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7C4C1280-DC37-F47F-9245-5CE9721ABC7A}"/>
              </a:ext>
            </a:extLst>
          </p:cNvPr>
          <p:cNvCxnSpPr>
            <a:cxnSpLocks/>
          </p:cNvCxnSpPr>
          <p:nvPr/>
        </p:nvCxnSpPr>
        <p:spPr>
          <a:xfrm>
            <a:off x="1876555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5323C6ED-5902-141A-21CD-C68E0F66C642}"/>
                  </a:ext>
                </a:extLst>
              </p:cNvPr>
              <p:cNvSpPr txBox="1"/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5323C6ED-5902-141A-21CD-C68E0F66C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CF50F38B-43A1-3AC4-2CAF-36472A59DE8A}"/>
              </a:ext>
            </a:extLst>
          </p:cNvPr>
          <p:cNvSpPr txBox="1"/>
          <p:nvPr/>
        </p:nvSpPr>
        <p:spPr>
          <a:xfrm flipH="1">
            <a:off x="3419091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C819C8E-3FA6-22B7-1CBC-B10FCB6BEFCF}"/>
              </a:ext>
            </a:extLst>
          </p:cNvPr>
          <p:cNvSpPr txBox="1"/>
          <p:nvPr/>
        </p:nvSpPr>
        <p:spPr>
          <a:xfrm flipH="1">
            <a:off x="2820092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4E7BA-65BA-6DA7-F0AC-C7A96BCD3117}"/>
              </a:ext>
            </a:extLst>
          </p:cNvPr>
          <p:cNvSpPr/>
          <p:nvPr/>
        </p:nvSpPr>
        <p:spPr>
          <a:xfrm flipH="1">
            <a:off x="1198102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D429A2-D8B9-B6B9-9AC3-AD90507C6159}"/>
              </a:ext>
            </a:extLst>
          </p:cNvPr>
          <p:cNvGrpSpPr/>
          <p:nvPr/>
        </p:nvGrpSpPr>
        <p:grpSpPr>
          <a:xfrm flipH="1">
            <a:off x="1532012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FF3FD2C-872E-AB8A-7F15-18779BCCE5B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9861190-1BDA-A3E9-5572-CD1835547856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DC521B-B86D-10F8-5A44-39C6995A0233}"/>
              </a:ext>
            </a:extLst>
          </p:cNvPr>
          <p:cNvCxnSpPr>
            <a:cxnSpLocks/>
          </p:cNvCxnSpPr>
          <p:nvPr/>
        </p:nvCxnSpPr>
        <p:spPr>
          <a:xfrm>
            <a:off x="889074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E738B7-A0F7-35EF-C399-63838EE8B7F9}"/>
                  </a:ext>
                </a:extLst>
              </p:cNvPr>
              <p:cNvSpPr txBox="1"/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E738B7-A0F7-35EF-C399-63838EE8B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845240-D967-47A5-F9A5-AA01809F41E0}"/>
                  </a:ext>
                </a:extLst>
              </p:cNvPr>
              <p:cNvSpPr txBox="1"/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845240-D967-47A5-F9A5-AA01809F4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7E870D-1E31-0192-10D6-E1B4F1704851}"/>
                  </a:ext>
                </a:extLst>
              </p:cNvPr>
              <p:cNvSpPr txBox="1"/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7E870D-1E31-0192-10D6-E1B4F1704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blipFill>
                <a:blip r:embed="rId7"/>
                <a:stretch>
                  <a:fillRect l="-22857" r="-25714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300DF0A-1B33-B2EA-F6DD-5B4CF0758612}"/>
              </a:ext>
            </a:extLst>
          </p:cNvPr>
          <p:cNvSpPr txBox="1"/>
          <p:nvPr/>
        </p:nvSpPr>
        <p:spPr>
          <a:xfrm flipH="1">
            <a:off x="1911169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93BBC1-C051-B2B2-916A-846F466FC751}"/>
              </a:ext>
            </a:extLst>
          </p:cNvPr>
          <p:cNvSpPr txBox="1"/>
          <p:nvPr/>
        </p:nvSpPr>
        <p:spPr>
          <a:xfrm flipH="1">
            <a:off x="1312170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8DF731-8837-961B-E537-656C2D9C14BF}"/>
              </a:ext>
            </a:extLst>
          </p:cNvPr>
          <p:cNvCxnSpPr>
            <a:cxnSpLocks/>
          </p:cNvCxnSpPr>
          <p:nvPr/>
        </p:nvCxnSpPr>
        <p:spPr>
          <a:xfrm>
            <a:off x="1876555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58AEFF0-4B4F-F5D3-2695-9096A294E163}"/>
              </a:ext>
            </a:extLst>
          </p:cNvPr>
          <p:cNvSpPr/>
          <p:nvPr/>
        </p:nvSpPr>
        <p:spPr>
          <a:xfrm flipH="1">
            <a:off x="4979191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192793-F856-2093-DCD1-8E0B41F2BABD}"/>
              </a:ext>
            </a:extLst>
          </p:cNvPr>
          <p:cNvGrpSpPr/>
          <p:nvPr/>
        </p:nvGrpSpPr>
        <p:grpSpPr>
          <a:xfrm flipH="1">
            <a:off x="5313101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2F7234D-4B37-66D1-DA29-2FCE652A7F11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B3B396D-864F-1632-56C1-D52F05A4360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0DDBC5-6681-2163-2168-9DA1F6489C60}"/>
              </a:ext>
            </a:extLst>
          </p:cNvPr>
          <p:cNvCxnSpPr>
            <a:cxnSpLocks/>
          </p:cNvCxnSpPr>
          <p:nvPr/>
        </p:nvCxnSpPr>
        <p:spPr>
          <a:xfrm>
            <a:off x="4670163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82FE35-931D-88FB-0F23-7559DF80C77F}"/>
                  </a:ext>
                </a:extLst>
              </p:cNvPr>
              <p:cNvSpPr txBox="1"/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82FE35-931D-88FB-0F23-7559DF80C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600AFE-716B-79F1-9FFE-323ED3495F97}"/>
                  </a:ext>
                </a:extLst>
              </p:cNvPr>
              <p:cNvSpPr txBox="1"/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600AFE-716B-79F1-9FFE-323ED3495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blipFill>
                <a:blip r:embed="rId9"/>
                <a:stretch>
                  <a:fillRect l="-23810" r="-19048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0D2443E-0489-4EB2-B374-D4C5323D7DAD}"/>
              </a:ext>
            </a:extLst>
          </p:cNvPr>
          <p:cNvSpPr txBox="1"/>
          <p:nvPr/>
        </p:nvSpPr>
        <p:spPr>
          <a:xfrm flipH="1">
            <a:off x="5692258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4E231D-7437-7385-7782-87E853265794}"/>
              </a:ext>
            </a:extLst>
          </p:cNvPr>
          <p:cNvSpPr txBox="1"/>
          <p:nvPr/>
        </p:nvSpPr>
        <p:spPr>
          <a:xfrm flipH="1">
            <a:off x="5093259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DCC100-6C86-A29B-795D-70D0535192A9}"/>
              </a:ext>
            </a:extLst>
          </p:cNvPr>
          <p:cNvSpPr/>
          <p:nvPr/>
        </p:nvSpPr>
        <p:spPr>
          <a:xfrm flipH="1">
            <a:off x="6390044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A9CA070-5F28-32AE-EF3C-46A7CB765890}"/>
              </a:ext>
            </a:extLst>
          </p:cNvPr>
          <p:cNvGrpSpPr/>
          <p:nvPr/>
        </p:nvGrpSpPr>
        <p:grpSpPr>
          <a:xfrm flipH="1">
            <a:off x="6723954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9DFE745-391A-7398-4A00-44D8BDFC5B3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6AEF445-F6D8-4551-0627-CE800360899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EFCD7E7-F08B-EBCA-828F-1525F51AACAF}"/>
              </a:ext>
            </a:extLst>
          </p:cNvPr>
          <p:cNvSpPr txBox="1"/>
          <p:nvPr/>
        </p:nvSpPr>
        <p:spPr>
          <a:xfrm flipH="1">
            <a:off x="7235212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3293D3-8351-1382-6DAD-2186B38369AD}"/>
              </a:ext>
            </a:extLst>
          </p:cNvPr>
          <p:cNvSpPr txBox="1"/>
          <p:nvPr/>
        </p:nvSpPr>
        <p:spPr>
          <a:xfrm flipH="1">
            <a:off x="7103111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4C08AC-6A97-5420-E6E7-FA2D646AEA36}"/>
              </a:ext>
            </a:extLst>
          </p:cNvPr>
          <p:cNvSpPr txBox="1"/>
          <p:nvPr/>
        </p:nvSpPr>
        <p:spPr>
          <a:xfrm flipH="1">
            <a:off x="6504112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FFADC2-FB36-708B-C989-60CD4D99D5A5}"/>
              </a:ext>
            </a:extLst>
          </p:cNvPr>
          <p:cNvCxnSpPr>
            <a:cxnSpLocks/>
          </p:cNvCxnSpPr>
          <p:nvPr/>
        </p:nvCxnSpPr>
        <p:spPr>
          <a:xfrm flipH="1">
            <a:off x="7665530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2EB3335-B6B4-EC3B-D40E-9FFBEFA03F40}"/>
                  </a:ext>
                </a:extLst>
              </p:cNvPr>
              <p:cNvSpPr txBox="1"/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2EB3335-B6B4-EC3B-D40E-9FFBEFA03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848667-181B-E70F-C059-5DE1426EF1FA}"/>
                  </a:ext>
                </a:extLst>
              </p:cNvPr>
              <p:cNvSpPr txBox="1"/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848667-181B-E70F-C059-5DE1426EF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blipFill>
                <a:blip r:embed="rId11"/>
                <a:stretch>
                  <a:fillRect l="-23529" r="-29412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4ACAF7-3B52-E7F2-ED57-A3C1A746415A}"/>
                  </a:ext>
                </a:extLst>
              </p:cNvPr>
              <p:cNvSpPr txBox="1"/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4ACAF7-3B52-E7F2-ED57-A3C1A7464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6471" r="-29412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5A6D3B-2D87-E50C-D7BA-CC7D8790F054}"/>
                  </a:ext>
                </a:extLst>
              </p:cNvPr>
              <p:cNvSpPr txBox="1"/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5A6D3B-2D87-E50C-D7BA-CC7D8790F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6471" r="-29412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rapezoid 13">
            <a:extLst>
              <a:ext uri="{FF2B5EF4-FFF2-40B4-BE49-F238E27FC236}">
                <a16:creationId xmlns:a16="http://schemas.microsoft.com/office/drawing/2014/main" id="{F9DEB473-E084-B905-BD6B-CF581B440148}"/>
              </a:ext>
            </a:extLst>
          </p:cNvPr>
          <p:cNvSpPr/>
          <p:nvPr/>
        </p:nvSpPr>
        <p:spPr>
          <a:xfrm>
            <a:off x="4048221" y="174217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913B13-AB5F-20CF-A362-36410A15385C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851250" y="1534556"/>
            <a:ext cx="0" cy="207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3">
            <a:extLst>
              <a:ext uri="{FF2B5EF4-FFF2-40B4-BE49-F238E27FC236}">
                <a16:creationId xmlns:a16="http://schemas.microsoft.com/office/drawing/2014/main" id="{6C1CA6D8-8443-8D9C-2091-09FD6D871DB8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5550128" y="1904241"/>
            <a:ext cx="486236" cy="1045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">
            <a:extLst>
              <a:ext uri="{FF2B5EF4-FFF2-40B4-BE49-F238E27FC236}">
                <a16:creationId xmlns:a16="http://schemas.microsoft.com/office/drawing/2014/main" id="{BE9439BA-C3CB-ECC6-BDD9-EC2F72EB1F91}"/>
              </a:ext>
            </a:extLst>
          </p:cNvPr>
          <p:cNvCxnSpPr>
            <a:cxnSpLocks/>
          </p:cNvCxnSpPr>
          <p:nvPr/>
        </p:nvCxnSpPr>
        <p:spPr>
          <a:xfrm rot="5400000">
            <a:off x="2990341" y="2842852"/>
            <a:ext cx="2196639" cy="8787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9D4CCBB-46D9-BF75-FC64-7659FE9EE710}"/>
              </a:ext>
            </a:extLst>
          </p:cNvPr>
          <p:cNvSpPr txBox="1"/>
          <p:nvPr/>
        </p:nvSpPr>
        <p:spPr>
          <a:xfrm flipH="1">
            <a:off x="5134854" y="190690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  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9AFBB8-64BF-955F-728F-C81B0F697F90}"/>
              </a:ext>
            </a:extLst>
          </p:cNvPr>
          <p:cNvSpPr txBox="1"/>
          <p:nvPr/>
        </p:nvSpPr>
        <p:spPr>
          <a:xfrm flipH="1">
            <a:off x="4305773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D70995-FF4B-DADC-596F-933E187675F7}"/>
              </a:ext>
            </a:extLst>
          </p:cNvPr>
          <p:cNvSpPr txBox="1"/>
          <p:nvPr/>
        </p:nvSpPr>
        <p:spPr>
          <a:xfrm flipH="1">
            <a:off x="5063039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5406F634-64F1-9223-8951-DD44CC22B53C}"/>
              </a:ext>
            </a:extLst>
          </p:cNvPr>
          <p:cNvSpPr/>
          <p:nvPr/>
        </p:nvSpPr>
        <p:spPr>
          <a:xfrm>
            <a:off x="5512996" y="267013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E17F70-B86F-6413-8B22-B6D2945FCC8E}"/>
              </a:ext>
            </a:extLst>
          </p:cNvPr>
          <p:cNvSpPr txBox="1"/>
          <p:nvPr/>
        </p:nvSpPr>
        <p:spPr>
          <a:xfrm flipH="1">
            <a:off x="6510216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513FC6-FDF5-0015-922E-75F787DD1A05}"/>
              </a:ext>
            </a:extLst>
          </p:cNvPr>
          <p:cNvSpPr txBox="1"/>
          <p:nvPr/>
        </p:nvSpPr>
        <p:spPr>
          <a:xfrm flipH="1">
            <a:off x="5654279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7DB6E2D-2503-5F0A-36A5-C8D8C28FE6F5}"/>
              </a:ext>
            </a:extLst>
          </p:cNvPr>
          <p:cNvCxnSpPr>
            <a:cxnSpLocks/>
          </p:cNvCxnSpPr>
          <p:nvPr/>
        </p:nvCxnSpPr>
        <p:spPr>
          <a:xfrm flipH="1">
            <a:off x="6952348" y="288118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6AB92A5-2094-BC77-28CC-0D966A0B7A63}"/>
                  </a:ext>
                </a:extLst>
              </p:cNvPr>
              <p:cNvSpPr txBox="1"/>
              <p:nvPr/>
            </p:nvSpPr>
            <p:spPr>
              <a:xfrm>
                <a:off x="7261376" y="264719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6AB92A5-2094-BC77-28CC-0D966A0B7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76" y="264719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1441BDF0-D74C-BE2C-65FC-D4E3D85C2C92}"/>
              </a:ext>
            </a:extLst>
          </p:cNvPr>
          <p:cNvGrpSpPr/>
          <p:nvPr/>
        </p:nvGrpSpPr>
        <p:grpSpPr>
          <a:xfrm>
            <a:off x="5885262" y="3103131"/>
            <a:ext cx="845245" cy="319118"/>
            <a:chOff x="6930290" y="2838827"/>
            <a:chExt cx="845245" cy="58342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C0FEC71-107D-35FB-18D4-4635C2D67BE2}"/>
                </a:ext>
              </a:extLst>
            </p:cNvPr>
            <p:cNvCxnSpPr>
              <a:cxnSpLocks/>
            </p:cNvCxnSpPr>
            <p:nvPr/>
          </p:nvCxnSpPr>
          <p:spPr>
            <a:xfrm>
              <a:off x="7775535" y="2838827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420C606-2CAE-9943-015C-8706069B7474}"/>
                </a:ext>
              </a:extLst>
            </p:cNvPr>
            <p:cNvCxnSpPr>
              <a:cxnSpLocks/>
            </p:cNvCxnSpPr>
            <p:nvPr/>
          </p:nvCxnSpPr>
          <p:spPr>
            <a:xfrm>
              <a:off x="6930290" y="2842890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2E304A4-20C5-3140-65BB-CC482BD4A055}"/>
              </a:ext>
            </a:extLst>
          </p:cNvPr>
          <p:cNvSpPr txBox="1"/>
          <p:nvPr/>
        </p:nvSpPr>
        <p:spPr>
          <a:xfrm>
            <a:off x="731836" y="1068363"/>
            <a:ext cx="372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One-step</a:t>
            </a:r>
            <a:r>
              <a:rPr lang="zh-CN" altLang="en-US" b="1" dirty="0"/>
              <a:t> </a:t>
            </a:r>
            <a:r>
              <a:rPr lang="en-US" altLang="zh-CN" b="1" dirty="0"/>
              <a:t>further</a:t>
            </a:r>
            <a:r>
              <a:rPr lang="zh-CN" altLang="en-US" b="1" dirty="0"/>
              <a:t> </a:t>
            </a:r>
            <a:r>
              <a:rPr lang="en-US" altLang="zh-CN" b="1" dirty="0"/>
              <a:t>suppression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9E26A9-FB7D-525D-E46B-A1E61226A841}"/>
              </a:ext>
            </a:extLst>
          </p:cNvPr>
          <p:cNvCxnSpPr>
            <a:cxnSpLocks/>
          </p:cNvCxnSpPr>
          <p:nvPr/>
        </p:nvCxnSpPr>
        <p:spPr>
          <a:xfrm flipH="1">
            <a:off x="5487800" y="1964682"/>
            <a:ext cx="64728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apezoid 10">
            <a:extLst>
              <a:ext uri="{FF2B5EF4-FFF2-40B4-BE49-F238E27FC236}">
                <a16:creationId xmlns:a16="http://schemas.microsoft.com/office/drawing/2014/main" id="{0A3059F3-F8A6-7205-C572-52664F13B6D1}"/>
              </a:ext>
            </a:extLst>
          </p:cNvPr>
          <p:cNvSpPr/>
          <p:nvPr/>
        </p:nvSpPr>
        <p:spPr>
          <a:xfrm>
            <a:off x="5760803" y="1323109"/>
            <a:ext cx="1442506" cy="400073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CF7A74-9A57-3F53-0D66-1979351C116F}"/>
              </a:ext>
            </a:extLst>
          </p:cNvPr>
          <p:cNvCxnSpPr>
            <a:cxnSpLocks/>
          </p:cNvCxnSpPr>
          <p:nvPr/>
        </p:nvCxnSpPr>
        <p:spPr>
          <a:xfrm>
            <a:off x="6140406" y="1704362"/>
            <a:ext cx="0" cy="2714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DBA5E3-CA23-199C-848F-18CD12C43B3D}"/>
              </a:ext>
            </a:extLst>
          </p:cNvPr>
          <p:cNvCxnSpPr>
            <a:cxnSpLocks/>
          </p:cNvCxnSpPr>
          <p:nvPr/>
        </p:nvCxnSpPr>
        <p:spPr>
          <a:xfrm>
            <a:off x="6796348" y="1729005"/>
            <a:ext cx="0" cy="3727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702F7A4-B71C-C923-21F8-A92C7DFCFC34}"/>
              </a:ext>
            </a:extLst>
          </p:cNvPr>
          <p:cNvCxnSpPr>
            <a:cxnSpLocks/>
          </p:cNvCxnSpPr>
          <p:nvPr/>
        </p:nvCxnSpPr>
        <p:spPr>
          <a:xfrm>
            <a:off x="6713975" y="2103432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ACC9E4F-1353-81A2-B0CF-1B96BC12F16F}"/>
              </a:ext>
            </a:extLst>
          </p:cNvPr>
          <p:cNvSpPr txBox="1"/>
          <p:nvPr/>
        </p:nvSpPr>
        <p:spPr>
          <a:xfrm flipH="1">
            <a:off x="6734162" y="16868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8A70BA-CA11-4CF0-5D9D-4E3CA4ADBB69}"/>
              </a:ext>
            </a:extLst>
          </p:cNvPr>
          <p:cNvSpPr txBox="1"/>
          <p:nvPr/>
        </p:nvSpPr>
        <p:spPr>
          <a:xfrm flipH="1">
            <a:off x="6090283" y="16868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89FA65-BBFE-F2CE-0E66-6D33D8FA68FE}"/>
              </a:ext>
            </a:extLst>
          </p:cNvPr>
          <p:cNvSpPr/>
          <p:nvPr/>
        </p:nvSpPr>
        <p:spPr>
          <a:xfrm>
            <a:off x="8569597" y="1898088"/>
            <a:ext cx="1652240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85755C2-1910-62CB-85E1-E02B5B9C2E1D}"/>
              </a:ext>
            </a:extLst>
          </p:cNvPr>
          <p:cNvCxnSpPr>
            <a:cxnSpLocks/>
          </p:cNvCxnSpPr>
          <p:nvPr/>
        </p:nvCxnSpPr>
        <p:spPr>
          <a:xfrm flipH="1">
            <a:off x="10226762" y="207900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E5A3FF9-DA8B-2C02-3B72-110DE4594EE7}"/>
                  </a:ext>
                </a:extLst>
              </p:cNvPr>
              <p:cNvSpPr txBox="1"/>
              <p:nvPr/>
            </p:nvSpPr>
            <p:spPr>
              <a:xfrm>
                <a:off x="10535790" y="1912051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E5A3FF9-DA8B-2C02-3B72-110DE4594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790" y="1912051"/>
                <a:ext cx="298159" cy="276999"/>
              </a:xfrm>
              <a:prstGeom prst="rect">
                <a:avLst/>
              </a:prstGeom>
              <a:blipFill>
                <a:blip r:embed="rId16"/>
                <a:stretch>
                  <a:fillRect l="-12500" r="-1666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ectangle 129">
            <a:extLst>
              <a:ext uri="{FF2B5EF4-FFF2-40B4-BE49-F238E27FC236}">
                <a16:creationId xmlns:a16="http://schemas.microsoft.com/office/drawing/2014/main" id="{A520FF9B-2A52-F92B-8889-B989BBC383B4}"/>
              </a:ext>
            </a:extLst>
          </p:cNvPr>
          <p:cNvSpPr/>
          <p:nvPr/>
        </p:nvSpPr>
        <p:spPr>
          <a:xfrm>
            <a:off x="8383190" y="1114489"/>
            <a:ext cx="906032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44730617-3AD6-8774-249B-83A93CBE2D61}"/>
              </a:ext>
            </a:extLst>
          </p:cNvPr>
          <p:cNvCxnSpPr>
            <a:cxnSpLocks/>
          </p:cNvCxnSpPr>
          <p:nvPr/>
        </p:nvCxnSpPr>
        <p:spPr>
          <a:xfrm>
            <a:off x="8191781" y="1294257"/>
            <a:ext cx="19140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EB6176F-4E09-C3C9-D445-E8E4A36F8697}"/>
              </a:ext>
            </a:extLst>
          </p:cNvPr>
          <p:cNvCxnSpPr>
            <a:cxnSpLocks/>
          </p:cNvCxnSpPr>
          <p:nvPr/>
        </p:nvCxnSpPr>
        <p:spPr>
          <a:xfrm>
            <a:off x="9040005" y="922199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A0CE402-F547-9F9A-63D0-324AFD5C7C38}"/>
                  </a:ext>
                </a:extLst>
              </p:cNvPr>
              <p:cNvSpPr txBox="1"/>
              <p:nvPr/>
            </p:nvSpPr>
            <p:spPr>
              <a:xfrm>
                <a:off x="8888610" y="668425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baseline="-25000" dirty="0">
                    <a:solidFill>
                      <a:schemeClr val="tx2"/>
                    </a:solidFill>
                  </a:rPr>
                  <a:t>1</a:t>
                </a:r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A0CE402-F547-9F9A-63D0-324AFD5C7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610" y="668425"/>
                <a:ext cx="318998" cy="276999"/>
              </a:xfrm>
              <a:prstGeom prst="rect">
                <a:avLst/>
              </a:prstGeom>
              <a:blipFill>
                <a:blip r:embed="rId17"/>
                <a:stretch>
                  <a:fillRect l="-15385" r="-26923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1FBDE14-C661-2B4A-AB69-E07B6B6D9872}"/>
              </a:ext>
            </a:extLst>
          </p:cNvPr>
          <p:cNvCxnSpPr>
            <a:cxnSpLocks/>
          </p:cNvCxnSpPr>
          <p:nvPr/>
        </p:nvCxnSpPr>
        <p:spPr>
          <a:xfrm>
            <a:off x="8645327" y="921771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E1EEF2B-4C25-BE51-5786-92087AD0660B}"/>
                  </a:ext>
                </a:extLst>
              </p:cNvPr>
              <p:cNvSpPr txBox="1"/>
              <p:nvPr/>
            </p:nvSpPr>
            <p:spPr>
              <a:xfrm>
                <a:off x="8548362" y="667997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E1EEF2B-4C25-BE51-5786-92087AD06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362" y="667997"/>
                <a:ext cx="192360" cy="276999"/>
              </a:xfrm>
              <a:prstGeom prst="rect">
                <a:avLst/>
              </a:prstGeom>
              <a:blipFill>
                <a:blip r:embed="rId18"/>
                <a:stretch>
                  <a:fillRect l="-17647" r="-1764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1231BB-3510-7532-45E5-3EFBC23BC7CD}"/>
                  </a:ext>
                </a:extLst>
              </p:cNvPr>
              <p:cNvSpPr txBox="1"/>
              <p:nvPr/>
            </p:nvSpPr>
            <p:spPr>
              <a:xfrm>
                <a:off x="7908839" y="1136854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1231BB-3510-7532-45E5-3EFBC23BC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39" y="1136854"/>
                <a:ext cx="298159" cy="276999"/>
              </a:xfrm>
              <a:prstGeom prst="rect">
                <a:avLst/>
              </a:prstGeom>
              <a:blipFill>
                <a:blip r:embed="rId19"/>
                <a:stretch>
                  <a:fillRect l="-12000" r="-1200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Rectangle 139">
            <a:extLst>
              <a:ext uri="{FF2B5EF4-FFF2-40B4-BE49-F238E27FC236}">
                <a16:creationId xmlns:a16="http://schemas.microsoft.com/office/drawing/2014/main" id="{DFFB9A99-01D8-0151-6B62-442411C423AA}"/>
              </a:ext>
            </a:extLst>
          </p:cNvPr>
          <p:cNvSpPr/>
          <p:nvPr/>
        </p:nvSpPr>
        <p:spPr>
          <a:xfrm>
            <a:off x="9510082" y="1129242"/>
            <a:ext cx="906032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58FB3EF-5095-A33E-8615-B76083B528A7}"/>
              </a:ext>
            </a:extLst>
          </p:cNvPr>
          <p:cNvCxnSpPr>
            <a:cxnSpLocks/>
          </p:cNvCxnSpPr>
          <p:nvPr/>
        </p:nvCxnSpPr>
        <p:spPr>
          <a:xfrm flipH="1">
            <a:off x="10421039" y="1310161"/>
            <a:ext cx="20059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93A5F408-CA37-70EB-4D63-757B9B039728}"/>
              </a:ext>
            </a:extLst>
          </p:cNvPr>
          <p:cNvCxnSpPr>
            <a:cxnSpLocks/>
            <a:stCxn id="130" idx="2"/>
          </p:cNvCxnSpPr>
          <p:nvPr/>
        </p:nvCxnSpPr>
        <p:spPr>
          <a:xfrm>
            <a:off x="8836206" y="1476536"/>
            <a:ext cx="0" cy="40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403345B-CE9D-62DD-7067-6E569022A880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9963098" y="1496148"/>
            <a:ext cx="0" cy="40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D86FDAB-5413-DD43-0C12-AB2CDF4F2087}"/>
              </a:ext>
            </a:extLst>
          </p:cNvPr>
          <p:cNvCxnSpPr>
            <a:cxnSpLocks/>
          </p:cNvCxnSpPr>
          <p:nvPr/>
        </p:nvCxnSpPr>
        <p:spPr>
          <a:xfrm>
            <a:off x="10166897" y="936952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26BDB37-369D-0E3F-06C6-54BFE6076B6C}"/>
                  </a:ext>
                </a:extLst>
              </p:cNvPr>
              <p:cNvSpPr txBox="1"/>
              <p:nvPr/>
            </p:nvSpPr>
            <p:spPr>
              <a:xfrm>
                <a:off x="10015502" y="683178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26BDB37-369D-0E3F-06C6-54BFE6076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502" y="683178"/>
                <a:ext cx="298159" cy="276999"/>
              </a:xfrm>
              <a:prstGeom prst="rect">
                <a:avLst/>
              </a:prstGeom>
              <a:blipFill>
                <a:blip r:embed="rId20"/>
                <a:stretch>
                  <a:fillRect l="-8000" r="-12000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B0E30E0-9343-9859-C4F2-E156897A4D54}"/>
              </a:ext>
            </a:extLst>
          </p:cNvPr>
          <p:cNvCxnSpPr>
            <a:cxnSpLocks/>
          </p:cNvCxnSpPr>
          <p:nvPr/>
        </p:nvCxnSpPr>
        <p:spPr>
          <a:xfrm>
            <a:off x="9772219" y="936524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7CF986F-CB31-2BA6-45C8-1B5F7A6A99CD}"/>
                  </a:ext>
                </a:extLst>
              </p:cNvPr>
              <p:cNvSpPr txBox="1"/>
              <p:nvPr/>
            </p:nvSpPr>
            <p:spPr>
              <a:xfrm>
                <a:off x="9620824" y="682750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baseline="-25000" dirty="0">
                    <a:solidFill>
                      <a:schemeClr val="tx2"/>
                    </a:solidFill>
                  </a:rPr>
                  <a:t>2</a:t>
                </a: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7CF986F-CB31-2BA6-45C8-1B5F7A6A9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824" y="682750"/>
                <a:ext cx="318998" cy="276999"/>
              </a:xfrm>
              <a:prstGeom prst="rect">
                <a:avLst/>
              </a:prstGeom>
              <a:blipFill>
                <a:blip r:embed="rId21"/>
                <a:stretch>
                  <a:fillRect l="-19231" r="-26923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718E18E-FF72-9157-3364-E21EA6748CD8}"/>
                  </a:ext>
                </a:extLst>
              </p:cNvPr>
              <p:cNvSpPr txBox="1"/>
              <p:nvPr/>
            </p:nvSpPr>
            <p:spPr>
              <a:xfrm>
                <a:off x="10624772" y="1143205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718E18E-FF72-9157-3364-E21EA6748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4772" y="1143205"/>
                <a:ext cx="298159" cy="276999"/>
              </a:xfrm>
              <a:prstGeom prst="rect">
                <a:avLst/>
              </a:prstGeom>
              <a:blipFill>
                <a:blip r:embed="rId22"/>
                <a:stretch>
                  <a:fillRect l="-16000" r="-12000" b="-136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8180401-88AB-24B7-C438-83788E1B99E1}"/>
              </a:ext>
            </a:extLst>
          </p:cNvPr>
          <p:cNvCxnSpPr>
            <a:cxnSpLocks/>
            <a:stCxn id="63" idx="2"/>
            <a:endCxn id="11" idx="3"/>
          </p:cNvCxnSpPr>
          <p:nvPr/>
        </p:nvCxnSpPr>
        <p:spPr>
          <a:xfrm rot="5400000" flipH="1">
            <a:off x="7856000" y="720419"/>
            <a:ext cx="736989" cy="2342445"/>
          </a:xfrm>
          <a:prstGeom prst="bentConnector4">
            <a:avLst>
              <a:gd name="adj1" fmla="val -31018"/>
              <a:gd name="adj2" fmla="val 7402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rapezoid 41">
            <a:extLst>
              <a:ext uri="{FF2B5EF4-FFF2-40B4-BE49-F238E27FC236}">
                <a16:creationId xmlns:a16="http://schemas.microsoft.com/office/drawing/2014/main" id="{0733D0C5-9628-DF73-8210-6DEA2DC1340B}"/>
              </a:ext>
            </a:extLst>
          </p:cNvPr>
          <p:cNvSpPr/>
          <p:nvPr/>
        </p:nvSpPr>
        <p:spPr>
          <a:xfrm>
            <a:off x="511387" y="2630102"/>
            <a:ext cx="1092983" cy="303135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CondBr</a:t>
            </a:r>
            <a:endParaRPr lang="en-CN" sz="12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9FE4C5B-B5C4-ED11-F567-5368C747502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057878" y="2418778"/>
            <a:ext cx="0" cy="2113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85A920D5-13C4-9120-E9A1-3181C0FD04A8}"/>
              </a:ext>
            </a:extLst>
          </p:cNvPr>
          <p:cNvCxnSpPr>
            <a:cxnSpLocks/>
          </p:cNvCxnSpPr>
          <p:nvPr/>
        </p:nvCxnSpPr>
        <p:spPr>
          <a:xfrm>
            <a:off x="1339949" y="2928394"/>
            <a:ext cx="0" cy="39427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B2099D82-D174-7938-CACB-7A5FE12165A8}"/>
              </a:ext>
            </a:extLst>
          </p:cNvPr>
          <p:cNvSpPr txBox="1"/>
          <p:nvPr/>
        </p:nvSpPr>
        <p:spPr>
          <a:xfrm flipH="1">
            <a:off x="1125381" y="290985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2FB5FB4-D48C-6621-C106-928BD7849EAB}"/>
              </a:ext>
            </a:extLst>
          </p:cNvPr>
          <p:cNvSpPr txBox="1"/>
          <p:nvPr/>
        </p:nvSpPr>
        <p:spPr>
          <a:xfrm flipH="1">
            <a:off x="542883" y="290985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CCA6168-25FA-0286-E905-4D3F16FD711F}"/>
              </a:ext>
            </a:extLst>
          </p:cNvPr>
          <p:cNvCxnSpPr>
            <a:cxnSpLocks/>
          </p:cNvCxnSpPr>
          <p:nvPr/>
        </p:nvCxnSpPr>
        <p:spPr>
          <a:xfrm flipH="1">
            <a:off x="1496271" y="2769082"/>
            <a:ext cx="33896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008F24E-9431-1C10-B0AE-79C9E592CE76}"/>
              </a:ext>
            </a:extLst>
          </p:cNvPr>
          <p:cNvSpPr/>
          <p:nvPr/>
        </p:nvSpPr>
        <p:spPr>
          <a:xfrm>
            <a:off x="2686155" y="2010486"/>
            <a:ext cx="616589" cy="2463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2"/>
                </a:solidFill>
              </a:rPr>
              <a:t>MUX</a:t>
            </a:r>
            <a:endParaRPr lang="en-CN" sz="1200" dirty="0">
              <a:solidFill>
                <a:schemeClr val="bg2"/>
              </a:solidFill>
            </a:endParaRPr>
          </a:p>
        </p:txBody>
      </p:sp>
      <p:sp>
        <p:nvSpPr>
          <p:cNvPr id="156" name="Trapezoid 155">
            <a:extLst>
              <a:ext uri="{FF2B5EF4-FFF2-40B4-BE49-F238E27FC236}">
                <a16:creationId xmlns:a16="http://schemas.microsoft.com/office/drawing/2014/main" id="{B278DAD6-2106-0F58-A1A5-FA91DFB7E0AF}"/>
              </a:ext>
            </a:extLst>
          </p:cNvPr>
          <p:cNvSpPr/>
          <p:nvPr/>
        </p:nvSpPr>
        <p:spPr>
          <a:xfrm>
            <a:off x="1569329" y="2333061"/>
            <a:ext cx="981680" cy="272265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CondBr</a:t>
            </a:r>
            <a:endParaRPr lang="en-CN" sz="1200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1442499-E3E3-75F8-E860-6C0F08DA56B5}"/>
              </a:ext>
            </a:extLst>
          </p:cNvPr>
          <p:cNvCxnSpPr>
            <a:cxnSpLocks/>
          </p:cNvCxnSpPr>
          <p:nvPr/>
        </p:nvCxnSpPr>
        <p:spPr>
          <a:xfrm>
            <a:off x="1827663" y="2592518"/>
            <a:ext cx="0" cy="1847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9B66CBBB-4C50-9BB6-01F2-E0CA8C84490F}"/>
              </a:ext>
            </a:extLst>
          </p:cNvPr>
          <p:cNvCxnSpPr>
            <a:cxnSpLocks/>
          </p:cNvCxnSpPr>
          <p:nvPr/>
        </p:nvCxnSpPr>
        <p:spPr>
          <a:xfrm>
            <a:off x="2274056" y="2609288"/>
            <a:ext cx="0" cy="25364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BD850C2-5225-A02B-01B5-FED5BCDEAC1F}"/>
              </a:ext>
            </a:extLst>
          </p:cNvPr>
          <p:cNvCxnSpPr>
            <a:cxnSpLocks/>
          </p:cNvCxnSpPr>
          <p:nvPr/>
        </p:nvCxnSpPr>
        <p:spPr>
          <a:xfrm>
            <a:off x="2217998" y="2864100"/>
            <a:ext cx="10371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F914267-7E27-2B5D-7602-FA1B799DC832}"/>
              </a:ext>
            </a:extLst>
          </p:cNvPr>
          <p:cNvCxnSpPr>
            <a:cxnSpLocks/>
            <a:endCxn id="156" idx="0"/>
          </p:cNvCxnSpPr>
          <p:nvPr/>
        </p:nvCxnSpPr>
        <p:spPr>
          <a:xfrm>
            <a:off x="2060169" y="2055829"/>
            <a:ext cx="0" cy="2772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BE0267AD-D88E-CEBC-EE0D-A50AADE1F949}"/>
              </a:ext>
            </a:extLst>
          </p:cNvPr>
          <p:cNvCxnSpPr>
            <a:cxnSpLocks/>
          </p:cNvCxnSpPr>
          <p:nvPr/>
        </p:nvCxnSpPr>
        <p:spPr>
          <a:xfrm flipH="1">
            <a:off x="3306095" y="2133608"/>
            <a:ext cx="210305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591557B-C980-4841-6BD5-FBE55211D98A}"/>
              </a:ext>
            </a:extLst>
          </p:cNvPr>
          <p:cNvCxnSpPr>
            <a:cxnSpLocks/>
            <a:endCxn id="156" idx="3"/>
          </p:cNvCxnSpPr>
          <p:nvPr/>
        </p:nvCxnSpPr>
        <p:spPr>
          <a:xfrm flipH="1">
            <a:off x="2448903" y="2463594"/>
            <a:ext cx="545546" cy="559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74553B99-53AA-E5E2-51C4-C57E804EF903}"/>
              </a:ext>
            </a:extLst>
          </p:cNvPr>
          <p:cNvCxnSpPr>
            <a:cxnSpLocks/>
            <a:stCxn id="155" idx="2"/>
          </p:cNvCxnSpPr>
          <p:nvPr/>
        </p:nvCxnSpPr>
        <p:spPr>
          <a:xfrm>
            <a:off x="2994449" y="2256872"/>
            <a:ext cx="0" cy="2057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5B393AF-667F-F2B7-6F23-AEDD15F9FE27}"/>
              </a:ext>
            </a:extLst>
          </p:cNvPr>
          <p:cNvCxnSpPr>
            <a:cxnSpLocks/>
          </p:cNvCxnSpPr>
          <p:nvPr/>
        </p:nvCxnSpPr>
        <p:spPr>
          <a:xfrm>
            <a:off x="3133142" y="1879625"/>
            <a:ext cx="0" cy="1234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76D700D-740A-9648-C505-464D51C4FAC6}"/>
                  </a:ext>
                </a:extLst>
              </p:cNvPr>
              <p:cNvSpPr txBox="1"/>
              <p:nvPr/>
            </p:nvSpPr>
            <p:spPr>
              <a:xfrm>
                <a:off x="3030112" y="1706922"/>
                <a:ext cx="202908" cy="185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2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CN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76D700D-740A-9648-C505-464D51C4F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12" y="1706922"/>
                <a:ext cx="202908" cy="185051"/>
              </a:xfrm>
              <a:prstGeom prst="rect">
                <a:avLst/>
              </a:prstGeom>
              <a:blipFill>
                <a:blip r:embed="rId23"/>
                <a:stretch>
                  <a:fillRect l="-11765" r="-11765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2C22F8-4890-DDBF-56E7-059EF7B3A23F}"/>
              </a:ext>
            </a:extLst>
          </p:cNvPr>
          <p:cNvCxnSpPr>
            <a:cxnSpLocks/>
          </p:cNvCxnSpPr>
          <p:nvPr/>
        </p:nvCxnSpPr>
        <p:spPr>
          <a:xfrm>
            <a:off x="2864549" y="1879334"/>
            <a:ext cx="0" cy="1234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9C0D7EA-7CB0-88EA-EDCE-4A1FD3DD5D17}"/>
                  </a:ext>
                </a:extLst>
              </p:cNvPr>
              <p:cNvSpPr txBox="1"/>
              <p:nvPr/>
            </p:nvSpPr>
            <p:spPr>
              <a:xfrm>
                <a:off x="2761519" y="1706631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9C0D7EA-7CB0-88EA-EDCE-4A1FD3DD5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519" y="1706631"/>
                <a:ext cx="198772" cy="184666"/>
              </a:xfrm>
              <a:prstGeom prst="rect">
                <a:avLst/>
              </a:prstGeom>
              <a:blipFill>
                <a:blip r:embed="rId24"/>
                <a:stretch>
                  <a:fillRect l="-11765" r="-11765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TextBox 189">
            <a:extLst>
              <a:ext uri="{FF2B5EF4-FFF2-40B4-BE49-F238E27FC236}">
                <a16:creationId xmlns:a16="http://schemas.microsoft.com/office/drawing/2014/main" id="{8AF3331C-F259-76B5-C2D1-C9A0A5407F7F}"/>
              </a:ext>
            </a:extLst>
          </p:cNvPr>
          <p:cNvSpPr txBox="1"/>
          <p:nvPr/>
        </p:nvSpPr>
        <p:spPr>
          <a:xfrm flipH="1">
            <a:off x="2231737" y="258057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C6A189B-2974-396F-AEFA-2E66E92C6657}"/>
              </a:ext>
            </a:extLst>
          </p:cNvPr>
          <p:cNvSpPr txBox="1"/>
          <p:nvPr/>
        </p:nvSpPr>
        <p:spPr>
          <a:xfrm flipH="1">
            <a:off x="1793553" y="258057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2A27DC8-91AA-0010-5E14-3AB60173614B}"/>
                  </a:ext>
                </a:extLst>
              </p:cNvPr>
              <p:cNvSpPr txBox="1"/>
              <p:nvPr/>
            </p:nvSpPr>
            <p:spPr>
              <a:xfrm>
                <a:off x="3516401" y="2019988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2A27DC8-91AA-0010-5E14-3AB601736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401" y="2019988"/>
                <a:ext cx="198772" cy="184666"/>
              </a:xfrm>
              <a:prstGeom prst="rect">
                <a:avLst/>
              </a:prstGeom>
              <a:blipFill>
                <a:blip r:embed="rId25"/>
                <a:stretch>
                  <a:fillRect l="-11765" r="-17647" b="-12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C423B187-9BC6-B472-97E9-763FBD6B1984}"/>
              </a:ext>
            </a:extLst>
          </p:cNvPr>
          <p:cNvCxnSpPr>
            <a:cxnSpLocks/>
          </p:cNvCxnSpPr>
          <p:nvPr/>
        </p:nvCxnSpPr>
        <p:spPr>
          <a:xfrm>
            <a:off x="755747" y="2918256"/>
            <a:ext cx="0" cy="39427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FE1E3DB2-277F-B750-EFB1-A2DC6C7AF588}"/>
              </a:ext>
            </a:extLst>
          </p:cNvPr>
          <p:cNvSpPr/>
          <p:nvPr/>
        </p:nvSpPr>
        <p:spPr>
          <a:xfrm>
            <a:off x="681095" y="331884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0669FF7A-75B2-0531-8BA8-96172F4A4233}"/>
              </a:ext>
            </a:extLst>
          </p:cNvPr>
          <p:cNvSpPr/>
          <p:nvPr/>
        </p:nvSpPr>
        <p:spPr>
          <a:xfrm>
            <a:off x="2054420" y="3734262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0E781F6-71E7-DB44-D4AA-FE84C6E85EE0}"/>
              </a:ext>
            </a:extLst>
          </p:cNvPr>
          <p:cNvCxnSpPr>
            <a:cxnSpLocks/>
            <a:stCxn id="225" idx="5"/>
            <a:endCxn id="227" idx="2"/>
          </p:cNvCxnSpPr>
          <p:nvPr/>
        </p:nvCxnSpPr>
        <p:spPr>
          <a:xfrm>
            <a:off x="799309" y="3437063"/>
            <a:ext cx="1255111" cy="366447"/>
          </a:xfrm>
          <a:prstGeom prst="straightConnector1">
            <a:avLst/>
          </a:prstGeom>
          <a:ln w="952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8C2629AE-2341-F364-0321-129D1B798972}"/>
              </a:ext>
            </a:extLst>
          </p:cNvPr>
          <p:cNvSpPr/>
          <p:nvPr/>
        </p:nvSpPr>
        <p:spPr>
          <a:xfrm>
            <a:off x="1266078" y="333375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F08DC2F0-9081-FE80-2AD3-DB5065BEEE4E}"/>
              </a:ext>
            </a:extLst>
          </p:cNvPr>
          <p:cNvSpPr/>
          <p:nvPr/>
        </p:nvSpPr>
        <p:spPr>
          <a:xfrm>
            <a:off x="4155546" y="4146608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E2AC8BD1-D95D-BC92-929F-E51AA2871F40}"/>
              </a:ext>
            </a:extLst>
          </p:cNvPr>
          <p:cNvCxnSpPr>
            <a:cxnSpLocks/>
            <a:stCxn id="231" idx="5"/>
            <a:endCxn id="232" idx="2"/>
          </p:cNvCxnSpPr>
          <p:nvPr/>
        </p:nvCxnSpPr>
        <p:spPr>
          <a:xfrm>
            <a:off x="1384292" y="3451973"/>
            <a:ext cx="2771254" cy="763883"/>
          </a:xfrm>
          <a:prstGeom prst="straightConnector1">
            <a:avLst/>
          </a:prstGeom>
          <a:ln w="952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2CB71F39-F820-231F-0737-88371ACDFDC7}"/>
              </a:ext>
            </a:extLst>
          </p:cNvPr>
          <p:cNvSpPr/>
          <p:nvPr/>
        </p:nvSpPr>
        <p:spPr>
          <a:xfrm>
            <a:off x="8961563" y="52557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1931A78-BC96-6A82-8382-FBD581697DCE}"/>
              </a:ext>
            </a:extLst>
          </p:cNvPr>
          <p:cNvSpPr/>
          <p:nvPr/>
        </p:nvSpPr>
        <p:spPr>
          <a:xfrm>
            <a:off x="9691760" y="54369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034B86C-F289-7910-A739-A4A77FBC79A0}"/>
              </a:ext>
            </a:extLst>
          </p:cNvPr>
          <p:cNvCxnSpPr>
            <a:cxnSpLocks/>
          </p:cNvCxnSpPr>
          <p:nvPr/>
        </p:nvCxnSpPr>
        <p:spPr>
          <a:xfrm>
            <a:off x="6482056" y="1114489"/>
            <a:ext cx="0" cy="2086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1842826-48B4-5214-1D07-B28EC5698048}"/>
                  </a:ext>
                </a:extLst>
              </p:cNvPr>
              <p:cNvSpPr txBox="1"/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1842826-48B4-5214-1D07-B28EC5698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blipFill>
                <a:blip r:embed="rId26"/>
                <a:stretch>
                  <a:fillRect l="-18750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94C0381-B8A3-D2A6-24CA-CB1FD7A0508B}"/>
                  </a:ext>
                </a:extLst>
              </p:cNvPr>
              <p:cNvSpPr txBox="1"/>
              <p:nvPr/>
            </p:nvSpPr>
            <p:spPr>
              <a:xfrm flipH="1">
                <a:off x="6288609" y="787117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94C0381-B8A3-D2A6-24CA-CB1FD7A05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88609" y="787117"/>
                <a:ext cx="395942" cy="369332"/>
              </a:xfrm>
              <a:prstGeom prst="rect">
                <a:avLst/>
              </a:prstGeom>
              <a:blipFill>
                <a:blip r:embed="rId27"/>
                <a:stretch>
                  <a:fillRect l="-15625" r="-12500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0810757-A9EF-328D-40BE-0A2183E39702}"/>
                  </a:ext>
                </a:extLst>
              </p:cNvPr>
              <p:cNvSpPr txBox="1"/>
              <p:nvPr/>
            </p:nvSpPr>
            <p:spPr>
              <a:xfrm>
                <a:off x="960980" y="2224624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0810757-A9EF-328D-40BE-0A2183E39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80" y="2224624"/>
                <a:ext cx="198772" cy="184666"/>
              </a:xfrm>
              <a:prstGeom prst="rect">
                <a:avLst/>
              </a:prstGeom>
              <a:blipFill>
                <a:blip r:embed="rId28"/>
                <a:stretch>
                  <a:fillRect l="-5882" r="-11765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6B6EE40-D5AE-E8E2-768D-F017653DF556}"/>
                  </a:ext>
                </a:extLst>
              </p:cNvPr>
              <p:cNvSpPr txBox="1"/>
              <p:nvPr/>
            </p:nvSpPr>
            <p:spPr>
              <a:xfrm>
                <a:off x="1959794" y="1878572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6B6EE40-D5AE-E8E2-768D-F017653DF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794" y="1878572"/>
                <a:ext cx="198772" cy="184666"/>
              </a:xfrm>
              <a:prstGeom prst="rect">
                <a:avLst/>
              </a:prstGeom>
              <a:blipFill>
                <a:blip r:embed="rId29"/>
                <a:stretch>
                  <a:fillRect l="-12500" r="-18750" b="-12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411334"/>
      </p:ext>
    </p:extLst>
  </p:cSld>
  <p:clrMapOvr>
    <a:masterClrMapping/>
  </p:clrMapOvr>
  <p:transition spd="slow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B7CE-3C1F-FA19-4E55-69C6AE31D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DE72B8-E934-A894-977D-B914CD20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CC41B-5088-14A0-DF0F-4DEBE8DA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F1C8345-9BA4-03B5-C6CB-73312EA1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Suppression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39622E6-FD37-C6A4-18D1-68687F473688}"/>
              </a:ext>
            </a:extLst>
          </p:cNvPr>
          <p:cNvSpPr/>
          <p:nvPr/>
        </p:nvSpPr>
        <p:spPr>
          <a:xfrm>
            <a:off x="3413557" y="5883421"/>
            <a:ext cx="2836979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37E58A2-DAA1-4E47-6D4C-2C06A2CE2346}"/>
              </a:ext>
            </a:extLst>
          </p:cNvPr>
          <p:cNvCxnSpPr>
            <a:cxnSpLocks/>
          </p:cNvCxnSpPr>
          <p:nvPr/>
        </p:nvCxnSpPr>
        <p:spPr>
          <a:xfrm>
            <a:off x="3781175" y="5567574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9E2464A8-4467-5117-8EFB-E0C2A21E82D1}"/>
              </a:ext>
            </a:extLst>
          </p:cNvPr>
          <p:cNvCxnSpPr>
            <a:cxnSpLocks/>
          </p:cNvCxnSpPr>
          <p:nvPr/>
        </p:nvCxnSpPr>
        <p:spPr>
          <a:xfrm>
            <a:off x="5920767" y="556629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6A19777D-CA31-975A-3F15-727D18B2BC68}"/>
              </a:ext>
            </a:extLst>
          </p:cNvPr>
          <p:cNvCxnSpPr>
            <a:cxnSpLocks/>
          </p:cNvCxnSpPr>
          <p:nvPr/>
        </p:nvCxnSpPr>
        <p:spPr>
          <a:xfrm flipH="1">
            <a:off x="6250536" y="6138260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5A516FC-9988-709A-AB4D-D168BD202F6E}"/>
                  </a:ext>
                </a:extLst>
              </p:cNvPr>
              <p:cNvSpPr txBox="1"/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5A516FC-9988-709A-AB4D-D168BD202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54" y="5906571"/>
                <a:ext cx="395942" cy="369332"/>
              </a:xfrm>
              <a:prstGeom prst="rect">
                <a:avLst/>
              </a:prstGeom>
              <a:blipFill>
                <a:blip r:embed="rId3"/>
                <a:stretch>
                  <a:fillRect l="-15625" r="-1250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80">
            <a:extLst>
              <a:ext uri="{FF2B5EF4-FFF2-40B4-BE49-F238E27FC236}">
                <a16:creationId xmlns:a16="http://schemas.microsoft.com/office/drawing/2014/main" id="{D0A173B9-68B7-2D18-FAB7-1A8323B7BF22}"/>
              </a:ext>
            </a:extLst>
          </p:cNvPr>
          <p:cNvSpPr txBox="1"/>
          <p:nvPr/>
        </p:nvSpPr>
        <p:spPr>
          <a:xfrm>
            <a:off x="3563094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8066E55-55FC-CBD3-BB82-DCAF462C718C}"/>
              </a:ext>
            </a:extLst>
          </p:cNvPr>
          <p:cNvSpPr txBox="1"/>
          <p:nvPr/>
        </p:nvSpPr>
        <p:spPr>
          <a:xfrm>
            <a:off x="5703236" y="56562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280E07B-FC07-1F5C-2932-D3EDAB439FA7}"/>
              </a:ext>
            </a:extLst>
          </p:cNvPr>
          <p:cNvSpPr/>
          <p:nvPr/>
        </p:nvSpPr>
        <p:spPr>
          <a:xfrm>
            <a:off x="5675251" y="504923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97FCF9A-086F-7B23-0207-08D37E0379FB}"/>
              </a:ext>
            </a:extLst>
          </p:cNvPr>
          <p:cNvCxnSpPr>
            <a:cxnSpLocks/>
          </p:cNvCxnSpPr>
          <p:nvPr/>
        </p:nvCxnSpPr>
        <p:spPr>
          <a:xfrm>
            <a:off x="6018378" y="4600286"/>
            <a:ext cx="0" cy="43960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59625B17-011B-C0EA-8E15-CD151C95D5E0}"/>
              </a:ext>
            </a:extLst>
          </p:cNvPr>
          <p:cNvCxnSpPr>
            <a:cxnSpLocks/>
          </p:cNvCxnSpPr>
          <p:nvPr/>
        </p:nvCxnSpPr>
        <p:spPr>
          <a:xfrm>
            <a:off x="6616827" y="4610197"/>
            <a:ext cx="0" cy="42852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7A84E22B-DC78-EB0C-A700-59100EB1F93C}"/>
              </a:ext>
            </a:extLst>
          </p:cNvPr>
          <p:cNvCxnSpPr>
            <a:cxnSpLocks/>
          </p:cNvCxnSpPr>
          <p:nvPr/>
        </p:nvCxnSpPr>
        <p:spPr>
          <a:xfrm flipH="1">
            <a:off x="6950737" y="5304073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A032ABEB-4C59-90D2-DB66-3FAFC046EADF}"/>
                  </a:ext>
                </a:extLst>
              </p:cNvPr>
              <p:cNvSpPr txBox="1"/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A032ABEB-4C59-90D2-DB66-3FAFC046E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855" y="5072384"/>
                <a:ext cx="395942" cy="369332"/>
              </a:xfrm>
              <a:prstGeom prst="rect">
                <a:avLst/>
              </a:prstGeom>
              <a:blipFill>
                <a:blip r:embed="rId4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TextBox 190">
            <a:extLst>
              <a:ext uri="{FF2B5EF4-FFF2-40B4-BE49-F238E27FC236}">
                <a16:creationId xmlns:a16="http://schemas.microsoft.com/office/drawing/2014/main" id="{1C64E732-839C-F10B-555B-0A55A171F549}"/>
              </a:ext>
            </a:extLst>
          </p:cNvPr>
          <p:cNvSpPr txBox="1"/>
          <p:nvPr/>
        </p:nvSpPr>
        <p:spPr>
          <a:xfrm>
            <a:off x="5800297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9495003-FF46-0204-9836-834247279B59}"/>
              </a:ext>
            </a:extLst>
          </p:cNvPr>
          <p:cNvSpPr txBox="1"/>
          <p:nvPr/>
        </p:nvSpPr>
        <p:spPr>
          <a:xfrm>
            <a:off x="6399296" y="48220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FFEA5B7-22A0-A82D-FEA6-9D24DDC23663}"/>
              </a:ext>
            </a:extLst>
          </p:cNvPr>
          <p:cNvSpPr/>
          <p:nvPr/>
        </p:nvSpPr>
        <p:spPr>
          <a:xfrm flipH="1">
            <a:off x="2706024" y="504616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49FAD7A-952F-2B29-42DE-0A0950C88BED}"/>
              </a:ext>
            </a:extLst>
          </p:cNvPr>
          <p:cNvGrpSpPr/>
          <p:nvPr/>
        </p:nvGrpSpPr>
        <p:grpSpPr>
          <a:xfrm flipH="1">
            <a:off x="3039934" y="4729042"/>
            <a:ext cx="598449" cy="307777"/>
            <a:chOff x="1550604" y="3020176"/>
            <a:chExt cx="598449" cy="434647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E0F6C250-5BE7-F81A-9C77-DD0812DAF0C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BFD99500-6590-234E-F958-F1A303FA442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835E0D-58A7-AAE6-77E2-6F283B8D060B}"/>
              </a:ext>
            </a:extLst>
          </p:cNvPr>
          <p:cNvCxnSpPr>
            <a:cxnSpLocks/>
          </p:cNvCxnSpPr>
          <p:nvPr/>
        </p:nvCxnSpPr>
        <p:spPr>
          <a:xfrm>
            <a:off x="1876555" y="5301005"/>
            <a:ext cx="82946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89D768F-7D2F-A677-EAF3-2AB8206372D3}"/>
                  </a:ext>
                </a:extLst>
              </p:cNvPr>
              <p:cNvSpPr txBox="1"/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89D768F-7D2F-A677-EAF3-2AB820637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12496" y="437398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A073B239-E3B8-D922-A6DB-83054EEC8653}"/>
              </a:ext>
            </a:extLst>
          </p:cNvPr>
          <p:cNvSpPr txBox="1"/>
          <p:nvPr/>
        </p:nvSpPr>
        <p:spPr>
          <a:xfrm flipH="1">
            <a:off x="3419091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A459EA7-0A57-365E-64AF-1FB583C9C7BD}"/>
              </a:ext>
            </a:extLst>
          </p:cNvPr>
          <p:cNvSpPr txBox="1"/>
          <p:nvPr/>
        </p:nvSpPr>
        <p:spPr>
          <a:xfrm flipH="1">
            <a:off x="2820092" y="48189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1BAF8-8C8A-6F03-4D27-7684D1C2C6B5}"/>
              </a:ext>
            </a:extLst>
          </p:cNvPr>
          <p:cNvSpPr/>
          <p:nvPr/>
        </p:nvSpPr>
        <p:spPr>
          <a:xfrm flipH="1">
            <a:off x="1198102" y="449053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606726-C82B-5889-EB0C-135477015D9D}"/>
              </a:ext>
            </a:extLst>
          </p:cNvPr>
          <p:cNvGrpSpPr/>
          <p:nvPr/>
        </p:nvGrpSpPr>
        <p:grpSpPr>
          <a:xfrm flipH="1">
            <a:off x="1532012" y="4173406"/>
            <a:ext cx="598449" cy="307777"/>
            <a:chOff x="1550604" y="3020176"/>
            <a:chExt cx="598449" cy="43464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60FD38B-3CF7-3983-4519-F557B4CB365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06CE9D-2B54-083F-25FF-F49EBC4D22D1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149ED7-CA51-7CE3-9098-5454F98D293C}"/>
              </a:ext>
            </a:extLst>
          </p:cNvPr>
          <p:cNvCxnSpPr>
            <a:cxnSpLocks/>
          </p:cNvCxnSpPr>
          <p:nvPr/>
        </p:nvCxnSpPr>
        <p:spPr>
          <a:xfrm>
            <a:off x="889074" y="474536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F0B265-7394-AE75-3873-D41FF8451DC6}"/>
                  </a:ext>
                </a:extLst>
              </p:cNvPr>
              <p:cNvSpPr txBox="1"/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F0B265-7394-AE75-3873-D41FF845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2042" y="4513680"/>
                <a:ext cx="395942" cy="369332"/>
              </a:xfrm>
              <a:prstGeom prst="rect">
                <a:avLst/>
              </a:prstGeom>
              <a:blipFill>
                <a:blip r:embed="rId6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7D79BD-1269-364E-4EC7-288774B19896}"/>
                  </a:ext>
                </a:extLst>
              </p:cNvPr>
              <p:cNvSpPr txBox="1"/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7D79BD-1269-364E-4EC7-288774B19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04574" y="3818348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C443C8-39CE-5152-C5F4-91432B970B4D}"/>
                  </a:ext>
                </a:extLst>
              </p:cNvPr>
              <p:cNvSpPr txBox="1"/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C443C8-39CE-5152-C5F4-91432B97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28971" y="3824904"/>
                <a:ext cx="424796" cy="369332"/>
              </a:xfrm>
              <a:prstGeom prst="rect">
                <a:avLst/>
              </a:prstGeom>
              <a:blipFill>
                <a:blip r:embed="rId7"/>
                <a:stretch>
                  <a:fillRect l="-22857" r="-25714" b="-387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6ADECD9-6564-02B5-C6C3-53D9BE6126E2}"/>
              </a:ext>
            </a:extLst>
          </p:cNvPr>
          <p:cNvSpPr txBox="1"/>
          <p:nvPr/>
        </p:nvSpPr>
        <p:spPr>
          <a:xfrm flipH="1">
            <a:off x="1911169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B284AE-9DC1-C601-FE7F-BACE7A9C39B3}"/>
              </a:ext>
            </a:extLst>
          </p:cNvPr>
          <p:cNvSpPr txBox="1"/>
          <p:nvPr/>
        </p:nvSpPr>
        <p:spPr>
          <a:xfrm flipH="1">
            <a:off x="1312170" y="426336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225846-DE76-5D17-5DAC-4B9E6BC6D19C}"/>
              </a:ext>
            </a:extLst>
          </p:cNvPr>
          <p:cNvCxnSpPr>
            <a:cxnSpLocks/>
          </p:cNvCxnSpPr>
          <p:nvPr/>
        </p:nvCxnSpPr>
        <p:spPr>
          <a:xfrm>
            <a:off x="1876555" y="5000209"/>
            <a:ext cx="0" cy="3022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F190F2-8268-1217-C206-3F3C01FB0835}"/>
              </a:ext>
            </a:extLst>
          </p:cNvPr>
          <p:cNvSpPr/>
          <p:nvPr/>
        </p:nvSpPr>
        <p:spPr>
          <a:xfrm flipH="1">
            <a:off x="4979191" y="411206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7100A6B-F2D7-B452-CFB3-5BC6F47A4610}"/>
              </a:ext>
            </a:extLst>
          </p:cNvPr>
          <p:cNvGrpSpPr/>
          <p:nvPr/>
        </p:nvGrpSpPr>
        <p:grpSpPr>
          <a:xfrm flipH="1">
            <a:off x="5313101" y="3794945"/>
            <a:ext cx="598449" cy="307777"/>
            <a:chOff x="1550604" y="3020176"/>
            <a:chExt cx="598449" cy="43464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9FAE6A5-15E3-9015-624F-8A488E76F66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8A89C08-B4EE-2D69-2B35-1AE442016C7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454A91-B57A-2FCB-80B8-59B18D8CE85D}"/>
              </a:ext>
            </a:extLst>
          </p:cNvPr>
          <p:cNvCxnSpPr>
            <a:cxnSpLocks/>
          </p:cNvCxnSpPr>
          <p:nvPr/>
        </p:nvCxnSpPr>
        <p:spPr>
          <a:xfrm>
            <a:off x="4670163" y="436690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65EED9-83E2-6AF9-E47E-E83D9457B09A}"/>
                  </a:ext>
                </a:extLst>
              </p:cNvPr>
              <p:cNvSpPr txBox="1"/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65EED9-83E2-6AF9-E47E-E83D9457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36239" y="4135219"/>
                <a:ext cx="424796" cy="369332"/>
              </a:xfrm>
              <a:prstGeom prst="rect">
                <a:avLst/>
              </a:prstGeom>
              <a:blipFill>
                <a:blip r:embed="rId8"/>
                <a:stretch>
                  <a:fillRect l="-22857" r="-25714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573106-5F22-9165-71B3-B0C8D7FD6216}"/>
                  </a:ext>
                </a:extLst>
              </p:cNvPr>
              <p:cNvSpPr txBox="1"/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573106-5F22-9165-71B3-B0C8D7FD6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85663" y="3439887"/>
                <a:ext cx="254878" cy="369332"/>
              </a:xfrm>
              <a:prstGeom prst="rect">
                <a:avLst/>
              </a:prstGeom>
              <a:blipFill>
                <a:blip r:embed="rId9"/>
                <a:stretch>
                  <a:fillRect l="-23810" r="-19048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97330E1-EB43-B65F-6380-E4D735D6758D}"/>
              </a:ext>
            </a:extLst>
          </p:cNvPr>
          <p:cNvSpPr txBox="1"/>
          <p:nvPr/>
        </p:nvSpPr>
        <p:spPr>
          <a:xfrm flipH="1">
            <a:off x="5692258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F82058-8EE7-8DB4-3F92-E483B43E8CF4}"/>
              </a:ext>
            </a:extLst>
          </p:cNvPr>
          <p:cNvSpPr txBox="1"/>
          <p:nvPr/>
        </p:nvSpPr>
        <p:spPr>
          <a:xfrm flipH="1">
            <a:off x="5093259" y="38848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83B4DD-61AD-DAA7-D2CC-5D8F15DEEB8A}"/>
              </a:ext>
            </a:extLst>
          </p:cNvPr>
          <p:cNvSpPr/>
          <p:nvPr/>
        </p:nvSpPr>
        <p:spPr>
          <a:xfrm flipH="1">
            <a:off x="6390044" y="412297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5485D50-DD73-5689-B29A-D231497A5698}"/>
              </a:ext>
            </a:extLst>
          </p:cNvPr>
          <p:cNvGrpSpPr/>
          <p:nvPr/>
        </p:nvGrpSpPr>
        <p:grpSpPr>
          <a:xfrm flipH="1">
            <a:off x="6723954" y="3805847"/>
            <a:ext cx="598449" cy="307777"/>
            <a:chOff x="1550604" y="3020176"/>
            <a:chExt cx="598449" cy="43464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90D3074-1629-17A0-0204-BE9E547A723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C132166-4C80-651E-92EF-CBA50770DD6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A2703DB-ED4B-F615-4711-7FB445B28479}"/>
              </a:ext>
            </a:extLst>
          </p:cNvPr>
          <p:cNvSpPr txBox="1"/>
          <p:nvPr/>
        </p:nvSpPr>
        <p:spPr>
          <a:xfrm flipH="1">
            <a:off x="7235212" y="3457345"/>
            <a:ext cx="171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0</a:t>
            </a:r>
            <a:endParaRPr lang="en-CN" sz="2400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167FB0-AAE1-1A35-27F0-DC8984BDCB2E}"/>
              </a:ext>
            </a:extLst>
          </p:cNvPr>
          <p:cNvSpPr txBox="1"/>
          <p:nvPr/>
        </p:nvSpPr>
        <p:spPr>
          <a:xfrm flipH="1">
            <a:off x="7103111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1277AA-9EE5-A72C-B96A-32F2FC1F87EE}"/>
              </a:ext>
            </a:extLst>
          </p:cNvPr>
          <p:cNvSpPr txBox="1"/>
          <p:nvPr/>
        </p:nvSpPr>
        <p:spPr>
          <a:xfrm flipH="1">
            <a:off x="6504112" y="389580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C57682A-FDBF-2BB6-C4EF-45EE97267EEA}"/>
              </a:ext>
            </a:extLst>
          </p:cNvPr>
          <p:cNvCxnSpPr>
            <a:cxnSpLocks/>
          </p:cNvCxnSpPr>
          <p:nvPr/>
        </p:nvCxnSpPr>
        <p:spPr>
          <a:xfrm flipH="1">
            <a:off x="7665530" y="4385351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FC2AB6A-64DC-A5D8-1DB9-AB4C372D7359}"/>
                  </a:ext>
                </a:extLst>
              </p:cNvPr>
              <p:cNvSpPr txBox="1"/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FC2AB6A-64DC-A5D8-1DB9-AB4C372D7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648" y="4153662"/>
                <a:ext cx="395942" cy="369332"/>
              </a:xfrm>
              <a:prstGeom prst="rect">
                <a:avLst/>
              </a:prstGeom>
              <a:blipFill>
                <a:blip r:embed="rId10"/>
                <a:stretch>
                  <a:fillRect l="-15625" r="-15625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5AC184-A0E0-74D0-A796-5D7A9458E54A}"/>
                  </a:ext>
                </a:extLst>
              </p:cNvPr>
              <p:cNvSpPr txBox="1"/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1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5AC184-A0E0-74D0-A796-5D7A9458E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36893" y="4380540"/>
                <a:ext cx="424796" cy="369332"/>
              </a:xfrm>
              <a:prstGeom prst="rect">
                <a:avLst/>
              </a:prstGeom>
              <a:blipFill>
                <a:blip r:embed="rId11"/>
                <a:stretch>
                  <a:fillRect l="-23529" r="-29412" b="-448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DBE11-6760-F27B-8BF6-C88B9E9C6F66}"/>
                  </a:ext>
                </a:extLst>
              </p:cNvPr>
              <p:cNvSpPr txBox="1"/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DBE11-6760-F27B-8BF6-C88B9E9C6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10060" y="3446443"/>
                <a:ext cx="424796" cy="369332"/>
              </a:xfrm>
              <a:prstGeom prst="rect">
                <a:avLst/>
              </a:prstGeom>
              <a:blipFill>
                <a:blip r:embed="rId12"/>
                <a:stretch>
                  <a:fillRect l="-26471" r="-29412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F22735-D415-DA34-A034-3408C5E69D07}"/>
                  </a:ext>
                </a:extLst>
              </p:cNvPr>
              <p:cNvSpPr txBox="1"/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F22735-D415-DA34-A034-3408C5E69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3764" y="3450789"/>
                <a:ext cx="424796" cy="369332"/>
              </a:xfrm>
              <a:prstGeom prst="rect">
                <a:avLst/>
              </a:prstGeom>
              <a:blipFill>
                <a:blip r:embed="rId13"/>
                <a:stretch>
                  <a:fillRect l="-26471" r="-29412" b="-4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rapezoid 13">
            <a:extLst>
              <a:ext uri="{FF2B5EF4-FFF2-40B4-BE49-F238E27FC236}">
                <a16:creationId xmlns:a16="http://schemas.microsoft.com/office/drawing/2014/main" id="{7A76773A-877E-8797-5E45-979E7DD4F194}"/>
              </a:ext>
            </a:extLst>
          </p:cNvPr>
          <p:cNvSpPr/>
          <p:nvPr/>
        </p:nvSpPr>
        <p:spPr>
          <a:xfrm>
            <a:off x="4048221" y="1742172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5065F-212A-5203-41AA-E3A91C2C0FDE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851250" y="1534556"/>
            <a:ext cx="0" cy="207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3">
            <a:extLst>
              <a:ext uri="{FF2B5EF4-FFF2-40B4-BE49-F238E27FC236}">
                <a16:creationId xmlns:a16="http://schemas.microsoft.com/office/drawing/2014/main" id="{729B4492-28AB-DF8D-DF33-88BA709A18F4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5550128" y="1904241"/>
            <a:ext cx="486236" cy="104555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">
            <a:extLst>
              <a:ext uri="{FF2B5EF4-FFF2-40B4-BE49-F238E27FC236}">
                <a16:creationId xmlns:a16="http://schemas.microsoft.com/office/drawing/2014/main" id="{94EC928E-261E-522B-D3F5-DCC8FCCB8CE2}"/>
              </a:ext>
            </a:extLst>
          </p:cNvPr>
          <p:cNvCxnSpPr>
            <a:cxnSpLocks/>
          </p:cNvCxnSpPr>
          <p:nvPr/>
        </p:nvCxnSpPr>
        <p:spPr>
          <a:xfrm rot="5400000">
            <a:off x="2990341" y="2842852"/>
            <a:ext cx="2196639" cy="8787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B563D00-FDF2-D74E-A7FA-F45C8D96E3F6}"/>
              </a:ext>
            </a:extLst>
          </p:cNvPr>
          <p:cNvSpPr txBox="1"/>
          <p:nvPr/>
        </p:nvSpPr>
        <p:spPr>
          <a:xfrm flipH="1">
            <a:off x="5134854" y="1906903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  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A5B0C0-D0FC-02D1-4BB9-B0C7EA48A268}"/>
              </a:ext>
            </a:extLst>
          </p:cNvPr>
          <p:cNvSpPr txBox="1"/>
          <p:nvPr/>
        </p:nvSpPr>
        <p:spPr>
          <a:xfrm flipH="1">
            <a:off x="4305773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21535E-1E09-29F5-F701-9EFF3E42C651}"/>
              </a:ext>
            </a:extLst>
          </p:cNvPr>
          <p:cNvSpPr txBox="1"/>
          <p:nvPr/>
        </p:nvSpPr>
        <p:spPr>
          <a:xfrm flipH="1">
            <a:off x="5063039" y="213682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946BA497-4248-DD77-C43B-0CF8629C1C27}"/>
              </a:ext>
            </a:extLst>
          </p:cNvPr>
          <p:cNvSpPr/>
          <p:nvPr/>
        </p:nvSpPr>
        <p:spPr>
          <a:xfrm>
            <a:off x="5512996" y="2670138"/>
            <a:ext cx="1606058" cy="445434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7238FD-9F54-6725-D7D7-8F7C34B905D6}"/>
              </a:ext>
            </a:extLst>
          </p:cNvPr>
          <p:cNvSpPr txBox="1"/>
          <p:nvPr/>
        </p:nvSpPr>
        <p:spPr>
          <a:xfrm flipH="1">
            <a:off x="6510216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4BFF04-25BE-BD54-317E-3DEBB646FB86}"/>
              </a:ext>
            </a:extLst>
          </p:cNvPr>
          <p:cNvSpPr txBox="1"/>
          <p:nvPr/>
        </p:nvSpPr>
        <p:spPr>
          <a:xfrm flipH="1">
            <a:off x="5654279" y="30812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FB913A-BE10-A5F9-A97E-CBE4C3507F3E}"/>
              </a:ext>
            </a:extLst>
          </p:cNvPr>
          <p:cNvGrpSpPr/>
          <p:nvPr/>
        </p:nvGrpSpPr>
        <p:grpSpPr>
          <a:xfrm>
            <a:off x="5885262" y="3103131"/>
            <a:ext cx="845245" cy="319118"/>
            <a:chOff x="6930290" y="2838827"/>
            <a:chExt cx="845245" cy="58342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0C6E34C-E983-E648-4D24-71BA56160766}"/>
                </a:ext>
              </a:extLst>
            </p:cNvPr>
            <p:cNvCxnSpPr>
              <a:cxnSpLocks/>
            </p:cNvCxnSpPr>
            <p:nvPr/>
          </p:nvCxnSpPr>
          <p:spPr>
            <a:xfrm>
              <a:off x="7775535" y="2838827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9FF13BB-0F61-65A6-24D9-EEF3F6AC0548}"/>
                </a:ext>
              </a:extLst>
            </p:cNvPr>
            <p:cNvCxnSpPr>
              <a:cxnSpLocks/>
            </p:cNvCxnSpPr>
            <p:nvPr/>
          </p:nvCxnSpPr>
          <p:spPr>
            <a:xfrm>
              <a:off x="6930290" y="2842890"/>
              <a:ext cx="0" cy="5793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306B1E25-E699-708F-0A78-A46494B41D5D}"/>
              </a:ext>
            </a:extLst>
          </p:cNvPr>
          <p:cNvSpPr txBox="1"/>
          <p:nvPr/>
        </p:nvSpPr>
        <p:spPr>
          <a:xfrm>
            <a:off x="731836" y="1068363"/>
            <a:ext cx="372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One-step</a:t>
            </a:r>
            <a:r>
              <a:rPr lang="zh-CN" altLang="en-US" b="1" dirty="0"/>
              <a:t> </a:t>
            </a:r>
            <a:r>
              <a:rPr lang="en-US" altLang="zh-CN" b="1" dirty="0"/>
              <a:t>further</a:t>
            </a:r>
            <a:r>
              <a:rPr lang="zh-CN" altLang="en-US" b="1" dirty="0"/>
              <a:t> </a:t>
            </a:r>
            <a:r>
              <a:rPr lang="en-US" altLang="zh-CN" b="1" dirty="0"/>
              <a:t>suppression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08D8F1-F97D-35AB-94A3-D0521E9481E2}"/>
              </a:ext>
            </a:extLst>
          </p:cNvPr>
          <p:cNvCxnSpPr>
            <a:cxnSpLocks/>
          </p:cNvCxnSpPr>
          <p:nvPr/>
        </p:nvCxnSpPr>
        <p:spPr>
          <a:xfrm flipH="1">
            <a:off x="5487800" y="1964682"/>
            <a:ext cx="64728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apezoid 10">
            <a:extLst>
              <a:ext uri="{FF2B5EF4-FFF2-40B4-BE49-F238E27FC236}">
                <a16:creationId xmlns:a16="http://schemas.microsoft.com/office/drawing/2014/main" id="{7804591A-4202-9A2F-0612-7B9DBA11539A}"/>
              </a:ext>
            </a:extLst>
          </p:cNvPr>
          <p:cNvSpPr/>
          <p:nvPr/>
        </p:nvSpPr>
        <p:spPr>
          <a:xfrm>
            <a:off x="5760803" y="1323109"/>
            <a:ext cx="1442506" cy="400073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0B417B-5C43-DDAB-4ADB-E78592BAF8BC}"/>
              </a:ext>
            </a:extLst>
          </p:cNvPr>
          <p:cNvCxnSpPr>
            <a:cxnSpLocks/>
          </p:cNvCxnSpPr>
          <p:nvPr/>
        </p:nvCxnSpPr>
        <p:spPr>
          <a:xfrm>
            <a:off x="6140406" y="1704362"/>
            <a:ext cx="0" cy="2714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BA41FD-FDF4-3466-A1DA-B821BDA49769}"/>
              </a:ext>
            </a:extLst>
          </p:cNvPr>
          <p:cNvCxnSpPr>
            <a:cxnSpLocks/>
          </p:cNvCxnSpPr>
          <p:nvPr/>
        </p:nvCxnSpPr>
        <p:spPr>
          <a:xfrm>
            <a:off x="6796348" y="1729005"/>
            <a:ext cx="0" cy="3727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8272ED7-094A-E379-62D0-CDFEBCBD6AE2}"/>
              </a:ext>
            </a:extLst>
          </p:cNvPr>
          <p:cNvCxnSpPr>
            <a:cxnSpLocks/>
          </p:cNvCxnSpPr>
          <p:nvPr/>
        </p:nvCxnSpPr>
        <p:spPr>
          <a:xfrm>
            <a:off x="6713975" y="2103432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0F9A048-B0C7-85C7-D3E7-AE3880941907}"/>
              </a:ext>
            </a:extLst>
          </p:cNvPr>
          <p:cNvSpPr txBox="1"/>
          <p:nvPr/>
        </p:nvSpPr>
        <p:spPr>
          <a:xfrm flipH="1">
            <a:off x="6734162" y="16868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074212-7925-AC54-2562-06F1E949C5C8}"/>
              </a:ext>
            </a:extLst>
          </p:cNvPr>
          <p:cNvSpPr txBox="1"/>
          <p:nvPr/>
        </p:nvSpPr>
        <p:spPr>
          <a:xfrm flipH="1">
            <a:off x="6090283" y="168681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A100635-56D7-9F9E-9DD6-8EDD96273CF1}"/>
              </a:ext>
            </a:extLst>
          </p:cNvPr>
          <p:cNvSpPr/>
          <p:nvPr/>
        </p:nvSpPr>
        <p:spPr>
          <a:xfrm>
            <a:off x="8569597" y="1898088"/>
            <a:ext cx="1652240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E8534DC-782E-E4A0-2EA1-F1428A34DF37}"/>
              </a:ext>
            </a:extLst>
          </p:cNvPr>
          <p:cNvCxnSpPr>
            <a:cxnSpLocks/>
          </p:cNvCxnSpPr>
          <p:nvPr/>
        </p:nvCxnSpPr>
        <p:spPr>
          <a:xfrm flipH="1">
            <a:off x="10226762" y="207900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41FB383-F120-9053-EEAB-6F0681C21254}"/>
                  </a:ext>
                </a:extLst>
              </p:cNvPr>
              <p:cNvSpPr txBox="1"/>
              <p:nvPr/>
            </p:nvSpPr>
            <p:spPr>
              <a:xfrm>
                <a:off x="10535790" y="1912051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41FB383-F120-9053-EEAB-6F0681C21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790" y="1912051"/>
                <a:ext cx="298159" cy="276999"/>
              </a:xfrm>
              <a:prstGeom prst="rect">
                <a:avLst/>
              </a:prstGeom>
              <a:blipFill>
                <a:blip r:embed="rId16"/>
                <a:stretch>
                  <a:fillRect l="-12500" r="-1666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ectangle 129">
            <a:extLst>
              <a:ext uri="{FF2B5EF4-FFF2-40B4-BE49-F238E27FC236}">
                <a16:creationId xmlns:a16="http://schemas.microsoft.com/office/drawing/2014/main" id="{911C0BDA-732A-7F20-038B-562A61F4E0F6}"/>
              </a:ext>
            </a:extLst>
          </p:cNvPr>
          <p:cNvSpPr/>
          <p:nvPr/>
        </p:nvSpPr>
        <p:spPr>
          <a:xfrm>
            <a:off x="8383190" y="1114489"/>
            <a:ext cx="906032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658EBAA-318A-5210-67AF-0C17BCA4D00B}"/>
              </a:ext>
            </a:extLst>
          </p:cNvPr>
          <p:cNvCxnSpPr>
            <a:cxnSpLocks/>
          </p:cNvCxnSpPr>
          <p:nvPr/>
        </p:nvCxnSpPr>
        <p:spPr>
          <a:xfrm>
            <a:off x="8191781" y="1294257"/>
            <a:ext cx="191409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CB93DD6-FAA8-9A2E-C568-3AC0AE18B5BB}"/>
              </a:ext>
            </a:extLst>
          </p:cNvPr>
          <p:cNvCxnSpPr>
            <a:cxnSpLocks/>
          </p:cNvCxnSpPr>
          <p:nvPr/>
        </p:nvCxnSpPr>
        <p:spPr>
          <a:xfrm>
            <a:off x="9040005" y="922199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AF907BD-04A0-DBB8-FE0D-AB973F861114}"/>
                  </a:ext>
                </a:extLst>
              </p:cNvPr>
              <p:cNvSpPr txBox="1"/>
              <p:nvPr/>
            </p:nvSpPr>
            <p:spPr>
              <a:xfrm>
                <a:off x="8888610" y="668425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baseline="-25000" dirty="0">
                    <a:solidFill>
                      <a:schemeClr val="tx2"/>
                    </a:solidFill>
                  </a:rPr>
                  <a:t>1</a:t>
                </a:r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AF907BD-04A0-DBB8-FE0D-AB973F861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610" y="668425"/>
                <a:ext cx="318998" cy="276999"/>
              </a:xfrm>
              <a:prstGeom prst="rect">
                <a:avLst/>
              </a:prstGeom>
              <a:blipFill>
                <a:blip r:embed="rId17"/>
                <a:stretch>
                  <a:fillRect l="-15385" r="-26923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0162C88-8527-D425-81FA-70DF0576A2F4}"/>
              </a:ext>
            </a:extLst>
          </p:cNvPr>
          <p:cNvCxnSpPr>
            <a:cxnSpLocks/>
          </p:cNvCxnSpPr>
          <p:nvPr/>
        </p:nvCxnSpPr>
        <p:spPr>
          <a:xfrm>
            <a:off x="8645327" y="921771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21C68AA3-4F4F-AE8E-60C5-503A4BFB827B}"/>
                  </a:ext>
                </a:extLst>
              </p:cNvPr>
              <p:cNvSpPr txBox="1"/>
              <p:nvPr/>
            </p:nvSpPr>
            <p:spPr>
              <a:xfrm>
                <a:off x="8548362" y="667997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21C68AA3-4F4F-AE8E-60C5-503A4BFB8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362" y="667997"/>
                <a:ext cx="192360" cy="276999"/>
              </a:xfrm>
              <a:prstGeom prst="rect">
                <a:avLst/>
              </a:prstGeom>
              <a:blipFill>
                <a:blip r:embed="rId18"/>
                <a:stretch>
                  <a:fillRect l="-17647" r="-17647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D986609-BEB1-8EAC-3269-34FE5E02DFE1}"/>
                  </a:ext>
                </a:extLst>
              </p:cNvPr>
              <p:cNvSpPr txBox="1"/>
              <p:nvPr/>
            </p:nvSpPr>
            <p:spPr>
              <a:xfrm>
                <a:off x="7908839" y="1136854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D986609-BEB1-8EAC-3269-34FE5E02D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839" y="1136854"/>
                <a:ext cx="298159" cy="276999"/>
              </a:xfrm>
              <a:prstGeom prst="rect">
                <a:avLst/>
              </a:prstGeom>
              <a:blipFill>
                <a:blip r:embed="rId19"/>
                <a:stretch>
                  <a:fillRect l="-12000" r="-1200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Rectangle 139">
            <a:extLst>
              <a:ext uri="{FF2B5EF4-FFF2-40B4-BE49-F238E27FC236}">
                <a16:creationId xmlns:a16="http://schemas.microsoft.com/office/drawing/2014/main" id="{FD0A42D3-FC4E-4C75-5D4D-51E4FF777DFE}"/>
              </a:ext>
            </a:extLst>
          </p:cNvPr>
          <p:cNvSpPr/>
          <p:nvPr/>
        </p:nvSpPr>
        <p:spPr>
          <a:xfrm>
            <a:off x="9510082" y="1129242"/>
            <a:ext cx="906032" cy="3620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2"/>
                </a:solidFill>
              </a:rPr>
              <a:t>MUX</a:t>
            </a:r>
            <a:endParaRPr lang="en-CN" dirty="0">
              <a:solidFill>
                <a:schemeClr val="bg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8F78034-51E6-A681-ACED-AAC3B4B4096D}"/>
              </a:ext>
            </a:extLst>
          </p:cNvPr>
          <p:cNvCxnSpPr>
            <a:cxnSpLocks/>
          </p:cNvCxnSpPr>
          <p:nvPr/>
        </p:nvCxnSpPr>
        <p:spPr>
          <a:xfrm flipH="1">
            <a:off x="10421039" y="1310161"/>
            <a:ext cx="200592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E0E22F4-DD3C-56EA-4BF2-F74C89A33649}"/>
              </a:ext>
            </a:extLst>
          </p:cNvPr>
          <p:cNvCxnSpPr>
            <a:cxnSpLocks/>
            <a:stCxn id="130" idx="2"/>
          </p:cNvCxnSpPr>
          <p:nvPr/>
        </p:nvCxnSpPr>
        <p:spPr>
          <a:xfrm>
            <a:off x="8836206" y="1476536"/>
            <a:ext cx="0" cy="40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5F06E92-8F1A-4785-B79A-F3735CB31135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9963098" y="1496148"/>
            <a:ext cx="0" cy="4018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A09C251-54EA-71C8-B7AC-F8B0CFD9CC36}"/>
              </a:ext>
            </a:extLst>
          </p:cNvPr>
          <p:cNvCxnSpPr>
            <a:cxnSpLocks/>
          </p:cNvCxnSpPr>
          <p:nvPr/>
        </p:nvCxnSpPr>
        <p:spPr>
          <a:xfrm>
            <a:off x="10166897" y="936952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B7C70BE-6638-D1AF-EB3C-076E3F5C3A7D}"/>
                  </a:ext>
                </a:extLst>
              </p:cNvPr>
              <p:cNvSpPr txBox="1"/>
              <p:nvPr/>
            </p:nvSpPr>
            <p:spPr>
              <a:xfrm>
                <a:off x="10015502" y="683178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B7C70BE-6638-D1AF-EB3C-076E3F5C3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502" y="683178"/>
                <a:ext cx="298159" cy="276999"/>
              </a:xfrm>
              <a:prstGeom prst="rect">
                <a:avLst/>
              </a:prstGeom>
              <a:blipFill>
                <a:blip r:embed="rId20"/>
                <a:stretch>
                  <a:fillRect l="-8000" r="-12000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BA69E60-9C11-D8E5-621B-A8D59BBA3366}"/>
              </a:ext>
            </a:extLst>
          </p:cNvPr>
          <p:cNvCxnSpPr>
            <a:cxnSpLocks/>
          </p:cNvCxnSpPr>
          <p:nvPr/>
        </p:nvCxnSpPr>
        <p:spPr>
          <a:xfrm>
            <a:off x="9772219" y="936524"/>
            <a:ext cx="0" cy="1813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0EE3A97-A222-E48C-639D-53BAFFF3FC7B}"/>
                  </a:ext>
                </a:extLst>
              </p:cNvPr>
              <p:cNvSpPr txBox="1"/>
              <p:nvPr/>
            </p:nvSpPr>
            <p:spPr>
              <a:xfrm>
                <a:off x="9620824" y="682750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baseline="-25000" dirty="0">
                    <a:solidFill>
                      <a:schemeClr val="tx2"/>
                    </a:solidFill>
                  </a:rPr>
                  <a:t>2</a:t>
                </a: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0EE3A97-A222-E48C-639D-53BAFFF3F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824" y="682750"/>
                <a:ext cx="318998" cy="276999"/>
              </a:xfrm>
              <a:prstGeom prst="rect">
                <a:avLst/>
              </a:prstGeom>
              <a:blipFill>
                <a:blip r:embed="rId21"/>
                <a:stretch>
                  <a:fillRect l="-19231" r="-26923" b="-391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04A3DAC-D49F-906A-EC06-ACAFCC675A41}"/>
                  </a:ext>
                </a:extLst>
              </p:cNvPr>
              <p:cNvSpPr txBox="1"/>
              <p:nvPr/>
            </p:nvSpPr>
            <p:spPr>
              <a:xfrm>
                <a:off x="10624772" y="1143205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04A3DAC-D49F-906A-EC06-ACAFCC675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4772" y="1143205"/>
                <a:ext cx="298159" cy="276999"/>
              </a:xfrm>
              <a:prstGeom prst="rect">
                <a:avLst/>
              </a:prstGeom>
              <a:blipFill>
                <a:blip r:embed="rId22"/>
                <a:stretch>
                  <a:fillRect l="-16000" r="-12000" b="-136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40B081FC-69BE-CD9B-9057-D1F0ECCEEAE0}"/>
              </a:ext>
            </a:extLst>
          </p:cNvPr>
          <p:cNvCxnSpPr>
            <a:cxnSpLocks/>
            <a:stCxn id="63" idx="2"/>
            <a:endCxn id="11" idx="3"/>
          </p:cNvCxnSpPr>
          <p:nvPr/>
        </p:nvCxnSpPr>
        <p:spPr>
          <a:xfrm rot="5400000" flipH="1">
            <a:off x="7856000" y="720419"/>
            <a:ext cx="736989" cy="2342445"/>
          </a:xfrm>
          <a:prstGeom prst="bentConnector4">
            <a:avLst>
              <a:gd name="adj1" fmla="val -31018"/>
              <a:gd name="adj2" fmla="val 7402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24BC63D-F8F9-7E92-818C-33E116A31AA7}"/>
              </a:ext>
            </a:extLst>
          </p:cNvPr>
          <p:cNvCxnSpPr>
            <a:cxnSpLocks/>
            <a:endCxn id="166" idx="3"/>
          </p:cNvCxnSpPr>
          <p:nvPr/>
        </p:nvCxnSpPr>
        <p:spPr>
          <a:xfrm rot="16200000" flipH="1">
            <a:off x="9092728" y="2558766"/>
            <a:ext cx="2248370" cy="504463"/>
          </a:xfrm>
          <a:prstGeom prst="bentConnector4">
            <a:avLst>
              <a:gd name="adj1" fmla="val -48"/>
              <a:gd name="adj2" fmla="val 295898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rapezoid 165">
            <a:extLst>
              <a:ext uri="{FF2B5EF4-FFF2-40B4-BE49-F238E27FC236}">
                <a16:creationId xmlns:a16="http://schemas.microsoft.com/office/drawing/2014/main" id="{873C0E96-933F-1EFF-2787-2D59F0A76588}"/>
              </a:ext>
            </a:extLst>
          </p:cNvPr>
          <p:cNvSpPr/>
          <p:nvPr/>
        </p:nvSpPr>
        <p:spPr>
          <a:xfrm>
            <a:off x="9176676" y="3735146"/>
            <a:ext cx="1442506" cy="400073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439AF3C-109F-AC45-9BB3-9C98968092D7}"/>
              </a:ext>
            </a:extLst>
          </p:cNvPr>
          <p:cNvCxnSpPr>
            <a:cxnSpLocks/>
            <a:stCxn id="150" idx="4"/>
            <a:endCxn id="9" idx="3"/>
          </p:cNvCxnSpPr>
          <p:nvPr/>
        </p:nvCxnSpPr>
        <p:spPr>
          <a:xfrm rot="5400000" flipH="1">
            <a:off x="7635848" y="2209013"/>
            <a:ext cx="1235786" cy="2603471"/>
          </a:xfrm>
          <a:prstGeom prst="bentConnector4">
            <a:avLst>
              <a:gd name="adj1" fmla="val -18498"/>
              <a:gd name="adj2" fmla="val 28918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49542F8-60FE-6509-E502-7DCB4DF73FD6}"/>
              </a:ext>
            </a:extLst>
          </p:cNvPr>
          <p:cNvCxnSpPr>
            <a:cxnSpLocks/>
          </p:cNvCxnSpPr>
          <p:nvPr/>
        </p:nvCxnSpPr>
        <p:spPr>
          <a:xfrm>
            <a:off x="10212221" y="4141042"/>
            <a:ext cx="0" cy="3727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79C3658-F93D-A5A9-DCD0-C89566229CD1}"/>
              </a:ext>
            </a:extLst>
          </p:cNvPr>
          <p:cNvCxnSpPr>
            <a:cxnSpLocks/>
          </p:cNvCxnSpPr>
          <p:nvPr/>
        </p:nvCxnSpPr>
        <p:spPr>
          <a:xfrm>
            <a:off x="10129848" y="4515469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6F3EC59-AA8A-0A7B-6394-6701BBE54223}"/>
              </a:ext>
            </a:extLst>
          </p:cNvPr>
          <p:cNvCxnSpPr>
            <a:cxnSpLocks/>
            <a:endCxn id="166" idx="0"/>
          </p:cNvCxnSpPr>
          <p:nvPr/>
        </p:nvCxnSpPr>
        <p:spPr>
          <a:xfrm>
            <a:off x="9897929" y="3512975"/>
            <a:ext cx="0" cy="22217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C7959A8-69CF-947E-ABD3-14B22D999815}"/>
              </a:ext>
            </a:extLst>
          </p:cNvPr>
          <p:cNvSpPr txBox="1"/>
          <p:nvPr/>
        </p:nvSpPr>
        <p:spPr>
          <a:xfrm flipH="1">
            <a:off x="10150035" y="409885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4B168FA-9C3E-E999-EA44-8EAB2EC66CB6}"/>
              </a:ext>
            </a:extLst>
          </p:cNvPr>
          <p:cNvSpPr txBox="1"/>
          <p:nvPr/>
        </p:nvSpPr>
        <p:spPr>
          <a:xfrm flipH="1">
            <a:off x="9506156" y="409885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5ADD4A4C-1F57-BFD5-BEEC-D83D95E85BAB}"/>
              </a:ext>
            </a:extLst>
          </p:cNvPr>
          <p:cNvSpPr/>
          <p:nvPr/>
        </p:nvSpPr>
        <p:spPr>
          <a:xfrm>
            <a:off x="511387" y="2630102"/>
            <a:ext cx="1092983" cy="303135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CondBr</a:t>
            </a:r>
            <a:endParaRPr lang="en-CN" sz="12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A2808DA-0060-4719-CF79-23351BB3165B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057878" y="2418778"/>
            <a:ext cx="0" cy="2113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4C54F2DE-6522-5D57-CC8F-800B15C2F295}"/>
              </a:ext>
            </a:extLst>
          </p:cNvPr>
          <p:cNvCxnSpPr>
            <a:cxnSpLocks/>
          </p:cNvCxnSpPr>
          <p:nvPr/>
        </p:nvCxnSpPr>
        <p:spPr>
          <a:xfrm>
            <a:off x="1339949" y="2928394"/>
            <a:ext cx="0" cy="39427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37812B20-E14A-66C2-C073-7DA5A28FCC09}"/>
              </a:ext>
            </a:extLst>
          </p:cNvPr>
          <p:cNvSpPr txBox="1"/>
          <p:nvPr/>
        </p:nvSpPr>
        <p:spPr>
          <a:xfrm flipH="1">
            <a:off x="1125381" y="290985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F760518-DCC3-2EC5-D9DE-F91A34182ACA}"/>
              </a:ext>
            </a:extLst>
          </p:cNvPr>
          <p:cNvSpPr txBox="1"/>
          <p:nvPr/>
        </p:nvSpPr>
        <p:spPr>
          <a:xfrm flipH="1">
            <a:off x="542883" y="290985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BFD961D-9815-A1F5-CB48-6BFAF479F9F0}"/>
              </a:ext>
            </a:extLst>
          </p:cNvPr>
          <p:cNvCxnSpPr>
            <a:cxnSpLocks/>
          </p:cNvCxnSpPr>
          <p:nvPr/>
        </p:nvCxnSpPr>
        <p:spPr>
          <a:xfrm flipH="1">
            <a:off x="1496271" y="2769082"/>
            <a:ext cx="33896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42F69FA-D041-01E9-046C-22AAA105115D}"/>
              </a:ext>
            </a:extLst>
          </p:cNvPr>
          <p:cNvSpPr/>
          <p:nvPr/>
        </p:nvSpPr>
        <p:spPr>
          <a:xfrm>
            <a:off x="2686155" y="2010486"/>
            <a:ext cx="616589" cy="2463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2"/>
                </a:solidFill>
              </a:rPr>
              <a:t>MUX</a:t>
            </a:r>
            <a:endParaRPr lang="en-CN" sz="1200" dirty="0">
              <a:solidFill>
                <a:schemeClr val="bg2"/>
              </a:solidFill>
            </a:endParaRPr>
          </a:p>
        </p:txBody>
      </p:sp>
      <p:sp>
        <p:nvSpPr>
          <p:cNvPr id="156" name="Trapezoid 155">
            <a:extLst>
              <a:ext uri="{FF2B5EF4-FFF2-40B4-BE49-F238E27FC236}">
                <a16:creationId xmlns:a16="http://schemas.microsoft.com/office/drawing/2014/main" id="{C6569E4A-BE0B-CB9E-EF5C-2047E1E73A8E}"/>
              </a:ext>
            </a:extLst>
          </p:cNvPr>
          <p:cNvSpPr/>
          <p:nvPr/>
        </p:nvSpPr>
        <p:spPr>
          <a:xfrm>
            <a:off x="1569329" y="2333061"/>
            <a:ext cx="981680" cy="272265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CondBr</a:t>
            </a:r>
            <a:endParaRPr lang="en-CN" sz="1200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DD25637-A320-9678-A898-B40CF7F48092}"/>
              </a:ext>
            </a:extLst>
          </p:cNvPr>
          <p:cNvCxnSpPr>
            <a:cxnSpLocks/>
          </p:cNvCxnSpPr>
          <p:nvPr/>
        </p:nvCxnSpPr>
        <p:spPr>
          <a:xfrm>
            <a:off x="1827663" y="2592518"/>
            <a:ext cx="0" cy="1847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CE138C7-2916-9A5A-BCCA-EE0F06E6194B}"/>
              </a:ext>
            </a:extLst>
          </p:cNvPr>
          <p:cNvCxnSpPr>
            <a:cxnSpLocks/>
          </p:cNvCxnSpPr>
          <p:nvPr/>
        </p:nvCxnSpPr>
        <p:spPr>
          <a:xfrm>
            <a:off x="2274056" y="2609288"/>
            <a:ext cx="0" cy="25364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10AE533-68EF-7612-C64A-C5588DBEE96D}"/>
              </a:ext>
            </a:extLst>
          </p:cNvPr>
          <p:cNvCxnSpPr>
            <a:cxnSpLocks/>
          </p:cNvCxnSpPr>
          <p:nvPr/>
        </p:nvCxnSpPr>
        <p:spPr>
          <a:xfrm>
            <a:off x="2217998" y="2864100"/>
            <a:ext cx="10371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757CEBE0-2D5F-21FC-8E1D-CF6C592B4860}"/>
              </a:ext>
            </a:extLst>
          </p:cNvPr>
          <p:cNvCxnSpPr>
            <a:cxnSpLocks/>
            <a:endCxn id="156" idx="0"/>
          </p:cNvCxnSpPr>
          <p:nvPr/>
        </p:nvCxnSpPr>
        <p:spPr>
          <a:xfrm>
            <a:off x="2060169" y="2055829"/>
            <a:ext cx="0" cy="2772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158306CF-3513-A067-9731-434CB0D160CB}"/>
              </a:ext>
            </a:extLst>
          </p:cNvPr>
          <p:cNvCxnSpPr>
            <a:cxnSpLocks/>
          </p:cNvCxnSpPr>
          <p:nvPr/>
        </p:nvCxnSpPr>
        <p:spPr>
          <a:xfrm flipH="1">
            <a:off x="3306095" y="2133608"/>
            <a:ext cx="210305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1E97345-F889-55BA-4945-AC207893C58E}"/>
              </a:ext>
            </a:extLst>
          </p:cNvPr>
          <p:cNvCxnSpPr>
            <a:cxnSpLocks/>
            <a:endCxn id="156" idx="3"/>
          </p:cNvCxnSpPr>
          <p:nvPr/>
        </p:nvCxnSpPr>
        <p:spPr>
          <a:xfrm flipH="1">
            <a:off x="2448903" y="2463594"/>
            <a:ext cx="545546" cy="559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7FBE70EF-CA0A-CE01-0352-46189CA4CDAD}"/>
              </a:ext>
            </a:extLst>
          </p:cNvPr>
          <p:cNvCxnSpPr>
            <a:cxnSpLocks/>
            <a:stCxn id="155" idx="2"/>
          </p:cNvCxnSpPr>
          <p:nvPr/>
        </p:nvCxnSpPr>
        <p:spPr>
          <a:xfrm>
            <a:off x="2994449" y="2256872"/>
            <a:ext cx="0" cy="2057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2AB6EE59-9759-D604-BAFD-329D54AD1749}"/>
              </a:ext>
            </a:extLst>
          </p:cNvPr>
          <p:cNvCxnSpPr>
            <a:cxnSpLocks/>
          </p:cNvCxnSpPr>
          <p:nvPr/>
        </p:nvCxnSpPr>
        <p:spPr>
          <a:xfrm>
            <a:off x="3133142" y="1879625"/>
            <a:ext cx="0" cy="1234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2D463E1-08AF-DE7F-862E-48400E1EB25A}"/>
                  </a:ext>
                </a:extLst>
              </p:cNvPr>
              <p:cNvSpPr txBox="1"/>
              <p:nvPr/>
            </p:nvSpPr>
            <p:spPr>
              <a:xfrm>
                <a:off x="3030112" y="1706922"/>
                <a:ext cx="202908" cy="185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2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CN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2D463E1-08AF-DE7F-862E-48400E1EB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12" y="1706922"/>
                <a:ext cx="202908" cy="185051"/>
              </a:xfrm>
              <a:prstGeom prst="rect">
                <a:avLst/>
              </a:prstGeom>
              <a:blipFill>
                <a:blip r:embed="rId26"/>
                <a:stretch>
                  <a:fillRect l="-11765" r="-11765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1B6E232-2E80-CDB5-4CC5-ABEA7E061168}"/>
              </a:ext>
            </a:extLst>
          </p:cNvPr>
          <p:cNvCxnSpPr>
            <a:cxnSpLocks/>
          </p:cNvCxnSpPr>
          <p:nvPr/>
        </p:nvCxnSpPr>
        <p:spPr>
          <a:xfrm>
            <a:off x="2864549" y="1879334"/>
            <a:ext cx="0" cy="1234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8CCC4CC-C48E-DADB-F1FF-822503E4F3C5}"/>
                  </a:ext>
                </a:extLst>
              </p:cNvPr>
              <p:cNvSpPr txBox="1"/>
              <p:nvPr/>
            </p:nvSpPr>
            <p:spPr>
              <a:xfrm>
                <a:off x="2761519" y="1706631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8CCC4CC-C48E-DADB-F1FF-822503E4F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519" y="1706631"/>
                <a:ext cx="198772" cy="184666"/>
              </a:xfrm>
              <a:prstGeom prst="rect">
                <a:avLst/>
              </a:prstGeom>
              <a:blipFill>
                <a:blip r:embed="rId27"/>
                <a:stretch>
                  <a:fillRect l="-11765" r="-11765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TextBox 189">
            <a:extLst>
              <a:ext uri="{FF2B5EF4-FFF2-40B4-BE49-F238E27FC236}">
                <a16:creationId xmlns:a16="http://schemas.microsoft.com/office/drawing/2014/main" id="{A1A27F96-1391-17AE-7E51-C6CAD5B9A818}"/>
              </a:ext>
            </a:extLst>
          </p:cNvPr>
          <p:cNvSpPr txBox="1"/>
          <p:nvPr/>
        </p:nvSpPr>
        <p:spPr>
          <a:xfrm flipH="1">
            <a:off x="2231737" y="258057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T</a:t>
            </a:r>
            <a:endParaRPr lang="en-CN" sz="1200" dirty="0">
              <a:solidFill>
                <a:schemeClr val="tx2"/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8C93CF7-D9F0-9207-CCF2-9F16AA23FBB1}"/>
              </a:ext>
            </a:extLst>
          </p:cNvPr>
          <p:cNvSpPr txBox="1"/>
          <p:nvPr/>
        </p:nvSpPr>
        <p:spPr>
          <a:xfrm flipH="1">
            <a:off x="1793553" y="258057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</a:t>
            </a:r>
            <a:endParaRPr lang="en-CN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0D1B3B8-C338-B547-382C-107A941496C9}"/>
                  </a:ext>
                </a:extLst>
              </p:cNvPr>
              <p:cNvSpPr txBox="1"/>
              <p:nvPr/>
            </p:nvSpPr>
            <p:spPr>
              <a:xfrm>
                <a:off x="3516401" y="2019988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0D1B3B8-C338-B547-382C-107A94149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401" y="2019988"/>
                <a:ext cx="198772" cy="184666"/>
              </a:xfrm>
              <a:prstGeom prst="rect">
                <a:avLst/>
              </a:prstGeom>
              <a:blipFill>
                <a:blip r:embed="rId28"/>
                <a:stretch>
                  <a:fillRect l="-11765" r="-17647" b="-12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AC9126D8-841B-860A-47E3-C1E64F707A73}"/>
              </a:ext>
            </a:extLst>
          </p:cNvPr>
          <p:cNvCxnSpPr>
            <a:cxnSpLocks/>
          </p:cNvCxnSpPr>
          <p:nvPr/>
        </p:nvCxnSpPr>
        <p:spPr>
          <a:xfrm>
            <a:off x="755747" y="2918256"/>
            <a:ext cx="0" cy="39427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35A75F1F-88F9-3FF9-EA9E-3A5790085D9E}"/>
              </a:ext>
            </a:extLst>
          </p:cNvPr>
          <p:cNvSpPr/>
          <p:nvPr/>
        </p:nvSpPr>
        <p:spPr>
          <a:xfrm>
            <a:off x="681095" y="331884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17C9840F-14B1-91A7-D598-F2498D3BB3A7}"/>
              </a:ext>
            </a:extLst>
          </p:cNvPr>
          <p:cNvSpPr/>
          <p:nvPr/>
        </p:nvSpPr>
        <p:spPr>
          <a:xfrm>
            <a:off x="2054420" y="3734262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E9343F20-1611-78A9-9B53-3EFFBE561072}"/>
              </a:ext>
            </a:extLst>
          </p:cNvPr>
          <p:cNvCxnSpPr>
            <a:cxnSpLocks/>
            <a:stCxn id="225" idx="5"/>
            <a:endCxn id="227" idx="2"/>
          </p:cNvCxnSpPr>
          <p:nvPr/>
        </p:nvCxnSpPr>
        <p:spPr>
          <a:xfrm>
            <a:off x="799309" y="3437063"/>
            <a:ext cx="1255111" cy="366447"/>
          </a:xfrm>
          <a:prstGeom prst="straightConnector1">
            <a:avLst/>
          </a:prstGeom>
          <a:ln w="952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6D9BDE1D-BDA7-1022-2912-0163777DC078}"/>
              </a:ext>
            </a:extLst>
          </p:cNvPr>
          <p:cNvSpPr/>
          <p:nvPr/>
        </p:nvSpPr>
        <p:spPr>
          <a:xfrm>
            <a:off x="1266078" y="333375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CA3885AF-F7B4-0A6F-1B3B-FA1D431508A8}"/>
              </a:ext>
            </a:extLst>
          </p:cNvPr>
          <p:cNvSpPr/>
          <p:nvPr/>
        </p:nvSpPr>
        <p:spPr>
          <a:xfrm>
            <a:off x="4155546" y="4146608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937440AB-76FD-BAC3-10C2-81AADA0B9020}"/>
              </a:ext>
            </a:extLst>
          </p:cNvPr>
          <p:cNvCxnSpPr>
            <a:cxnSpLocks/>
            <a:stCxn id="231" idx="5"/>
            <a:endCxn id="232" idx="2"/>
          </p:cNvCxnSpPr>
          <p:nvPr/>
        </p:nvCxnSpPr>
        <p:spPr>
          <a:xfrm>
            <a:off x="1384292" y="3451973"/>
            <a:ext cx="2771254" cy="763883"/>
          </a:xfrm>
          <a:prstGeom prst="straightConnector1">
            <a:avLst/>
          </a:prstGeom>
          <a:ln w="952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7074B56A-FF46-E5CA-E732-FFEBCE727401}"/>
              </a:ext>
            </a:extLst>
          </p:cNvPr>
          <p:cNvSpPr/>
          <p:nvPr/>
        </p:nvSpPr>
        <p:spPr>
          <a:xfrm>
            <a:off x="8961563" y="52557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8078790B-66CF-1A27-0D7D-4336F245B7A0}"/>
              </a:ext>
            </a:extLst>
          </p:cNvPr>
          <p:cNvSpPr/>
          <p:nvPr/>
        </p:nvSpPr>
        <p:spPr>
          <a:xfrm>
            <a:off x="9691760" y="543699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E5307AE-96F2-315F-C510-0BDFF334981F}"/>
              </a:ext>
            </a:extLst>
          </p:cNvPr>
          <p:cNvSpPr/>
          <p:nvPr/>
        </p:nvSpPr>
        <p:spPr>
          <a:xfrm>
            <a:off x="9486228" y="3990145"/>
            <a:ext cx="138496" cy="138496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C06DA7-C414-C109-1A06-7442FD914740}"/>
              </a:ext>
            </a:extLst>
          </p:cNvPr>
          <p:cNvCxnSpPr>
            <a:cxnSpLocks/>
          </p:cNvCxnSpPr>
          <p:nvPr/>
        </p:nvCxnSpPr>
        <p:spPr>
          <a:xfrm>
            <a:off x="6482056" y="1114489"/>
            <a:ext cx="0" cy="2086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4EF942A-63F3-349B-7FBF-0BE74ECC6130}"/>
                  </a:ext>
                </a:extLst>
              </p:cNvPr>
              <p:cNvSpPr txBox="1"/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4EF942A-63F3-349B-7FBF-0BE74ECC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54011" y="1209784"/>
                <a:ext cx="395942" cy="369332"/>
              </a:xfrm>
              <a:prstGeom prst="rect">
                <a:avLst/>
              </a:prstGeom>
              <a:blipFill>
                <a:blip r:embed="rId29"/>
                <a:stretch>
                  <a:fillRect l="-18750" r="-15625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7D2F8FC-0CAE-290F-81B7-7BC2F2AA128F}"/>
                  </a:ext>
                </a:extLst>
              </p:cNvPr>
              <p:cNvSpPr txBox="1"/>
              <p:nvPr/>
            </p:nvSpPr>
            <p:spPr>
              <a:xfrm flipH="1">
                <a:off x="6288609" y="787117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7D2F8FC-0CAE-290F-81B7-7BC2F2AA1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88609" y="787117"/>
                <a:ext cx="395942" cy="369332"/>
              </a:xfrm>
              <a:prstGeom prst="rect">
                <a:avLst/>
              </a:prstGeom>
              <a:blipFill>
                <a:blip r:embed="rId30"/>
                <a:stretch>
                  <a:fillRect l="-15625" r="-12500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11F5410D-A209-BA66-179C-99528665AB5D}"/>
                  </a:ext>
                </a:extLst>
              </p:cNvPr>
              <p:cNvSpPr txBox="1"/>
              <p:nvPr/>
            </p:nvSpPr>
            <p:spPr>
              <a:xfrm>
                <a:off x="960980" y="2224624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11F5410D-A209-BA66-179C-99528665A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80" y="2224624"/>
                <a:ext cx="198772" cy="184666"/>
              </a:xfrm>
              <a:prstGeom prst="rect">
                <a:avLst/>
              </a:prstGeom>
              <a:blipFill>
                <a:blip r:embed="rId31"/>
                <a:stretch>
                  <a:fillRect l="-5882" r="-11765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E874946-E2FC-D5EF-0312-A4352FBE9348}"/>
                  </a:ext>
                </a:extLst>
              </p:cNvPr>
              <p:cNvSpPr txBox="1"/>
              <p:nvPr/>
            </p:nvSpPr>
            <p:spPr>
              <a:xfrm>
                <a:off x="1959794" y="1878572"/>
                <a:ext cx="198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2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E874946-E2FC-D5EF-0312-A4352FBE9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794" y="1878572"/>
                <a:ext cx="198772" cy="184666"/>
              </a:xfrm>
              <a:prstGeom prst="rect">
                <a:avLst/>
              </a:prstGeom>
              <a:blipFill>
                <a:blip r:embed="rId32"/>
                <a:stretch>
                  <a:fillRect l="-12500" r="-18750" b="-12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55AB2CA9-25F1-DC25-6CF9-495FF53696E9}"/>
                  </a:ext>
                </a:extLst>
              </p:cNvPr>
              <p:cNvSpPr txBox="1"/>
              <p:nvPr/>
            </p:nvSpPr>
            <p:spPr>
              <a:xfrm>
                <a:off x="9753107" y="3248969"/>
                <a:ext cx="298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55AB2CA9-25F1-DC25-6CF9-495FF5369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107" y="3248969"/>
                <a:ext cx="298159" cy="276999"/>
              </a:xfrm>
              <a:prstGeom prst="rect">
                <a:avLst/>
              </a:prstGeom>
              <a:blipFill>
                <a:blip r:embed="rId33"/>
                <a:stretch>
                  <a:fillRect l="-16667" r="-1250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016293"/>
      </p:ext>
    </p:extLst>
  </p:cSld>
  <p:clrMapOvr>
    <a:masterClrMapping/>
  </p:clrMapOvr>
  <p:transition spd="slow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2B6D5-DE0C-930F-1877-839E9B73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353EC-85FA-A632-660B-2838F880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8966"/>
            <a:ext cx="10728325" cy="418155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u</a:t>
            </a:r>
            <a:r>
              <a:rPr lang="en-US" dirty="0"/>
              <a:t>tline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64A026-7CC8-CDBF-903A-6D334A519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191" y="1135701"/>
            <a:ext cx="10405749" cy="21755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Construct the single-occurrence MUX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Determine when variables are single- or multiple-occurrence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Handle unavoidable multiple-occurrence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</a:rPr>
              <a:t>Flatten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Loops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4FFDC8-0DAD-F517-52B9-C7E9C45C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282ACC-1F67-1BD6-9C5D-E13681D3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149356719"/>
      </p:ext>
    </p:extLst>
  </p:cSld>
  <p:clrMapOvr>
    <a:masterClrMapping/>
  </p:clrMapOvr>
  <p:transition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3338-F888-58B2-6C7F-6A7663990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296422-E2AF-938F-1D41-370CE44A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0F9103-EA47-7B43-AC50-9C7DC2D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1261A215-1C17-10C2-A61E-6E0A2060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Flatten</a:t>
            </a:r>
            <a:r>
              <a:rPr lang="zh-CN" altLang="en-US" dirty="0"/>
              <a:t> </a:t>
            </a:r>
            <a:r>
              <a:rPr lang="en-US" altLang="zh-CN" dirty="0"/>
              <a:t>Loops</a:t>
            </a:r>
            <a:endParaRPr lang="de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C80E8-C837-6AFF-F6E0-5B592355821F}"/>
              </a:ext>
            </a:extLst>
          </p:cNvPr>
          <p:cNvSpPr/>
          <p:nvPr/>
        </p:nvSpPr>
        <p:spPr>
          <a:xfrm>
            <a:off x="1990133" y="24549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D7E3B8-426F-A2C0-8EE9-E55D285942BB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flipH="1">
            <a:off x="2410031" y="29405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491A7C-8008-26D3-8E5F-999CD44771EF}"/>
                  </a:ext>
                </a:extLst>
              </p:cNvPr>
              <p:cNvSpPr txBox="1"/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33C990-04AB-CAE9-2B8F-23687657A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5BF50D-C345-D0FC-AB4C-C6A038FFC05D}"/>
                  </a:ext>
                </a:extLst>
              </p:cNvPr>
              <p:cNvSpPr txBox="1"/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218D83-1E2B-8706-DF4F-C836E5E6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91FBF8C-C448-40A5-ED81-4C0717751358}"/>
              </a:ext>
            </a:extLst>
          </p:cNvPr>
          <p:cNvSpPr txBox="1"/>
          <p:nvPr/>
        </p:nvSpPr>
        <p:spPr>
          <a:xfrm>
            <a:off x="1148264" y="24918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B76CB-8B10-02C7-B8FE-4AFECD2A9511}"/>
              </a:ext>
            </a:extLst>
          </p:cNvPr>
          <p:cNvSpPr/>
          <p:nvPr/>
        </p:nvSpPr>
        <p:spPr>
          <a:xfrm>
            <a:off x="1993862" y="35883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D87DF1-9408-B7DA-006B-2CDBC961D94D}"/>
              </a:ext>
            </a:extLst>
          </p:cNvPr>
          <p:cNvSpPr/>
          <p:nvPr/>
        </p:nvSpPr>
        <p:spPr>
          <a:xfrm>
            <a:off x="1364649" y="46507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4981C4-D26A-C9B3-E7AD-5E6F1B33FEB4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40807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F4DD04-505D-CAA0-61C6-8B0168924969}"/>
              </a:ext>
            </a:extLst>
          </p:cNvPr>
          <p:cNvSpPr txBox="1"/>
          <p:nvPr/>
        </p:nvSpPr>
        <p:spPr>
          <a:xfrm>
            <a:off x="556834" y="46903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0D170D-C650-27EB-1E6B-CC628AB69F5B}"/>
              </a:ext>
            </a:extLst>
          </p:cNvPr>
          <p:cNvSpPr/>
          <p:nvPr/>
        </p:nvSpPr>
        <p:spPr>
          <a:xfrm>
            <a:off x="2379385" y="54671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6C338F-E4D9-F930-B099-4A1DFDCC80C6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2410031" y="4080712"/>
            <a:ext cx="385523" cy="1386407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F63985-2529-EFAA-F95C-DC693CC41AF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780818" y="51431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02F0F-58BE-DFCB-82AD-1C4CDF2B8DFC}"/>
                  </a:ext>
                </a:extLst>
              </p:cNvPr>
              <p:cNvSpPr txBox="1"/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00429-4310-DB21-2E6C-0124FEB37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21687B-E41D-EBF0-4D0B-1B0374307A2E}"/>
                  </a:ext>
                </a:extLst>
              </p:cNvPr>
              <p:cNvSpPr txBox="1"/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2DCADD-582A-D599-CD4A-8E12473E5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5A501CF4-3C12-14EE-D297-A7940E7BEF5E}"/>
              </a:ext>
            </a:extLst>
          </p:cNvPr>
          <p:cNvSpPr/>
          <p:nvPr/>
        </p:nvSpPr>
        <p:spPr>
          <a:xfrm>
            <a:off x="1990133" y="136357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9C4886-A8A0-B8C9-E457-3B0D43BB23A7}"/>
              </a:ext>
            </a:extLst>
          </p:cNvPr>
          <p:cNvCxnSpPr>
            <a:cxnSpLocks/>
            <a:stCxn id="46" idx="2"/>
            <a:endCxn id="2" idx="0"/>
          </p:cNvCxnSpPr>
          <p:nvPr/>
        </p:nvCxnSpPr>
        <p:spPr>
          <a:xfrm>
            <a:off x="2406302" y="1855948"/>
            <a:ext cx="0" cy="59902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B05D902-5A48-8703-EFD8-F25187CE9E76}"/>
              </a:ext>
            </a:extLst>
          </p:cNvPr>
          <p:cNvSpPr txBox="1"/>
          <p:nvPr/>
        </p:nvSpPr>
        <p:spPr>
          <a:xfrm>
            <a:off x="4751088" y="95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Producer</a:t>
            </a:r>
            <a:r>
              <a:rPr lang="zh-CN" altLang="en-US" sz="1800" dirty="0"/>
              <a:t> </a:t>
            </a:r>
            <a:r>
              <a:rPr lang="en-US" altLang="zh-CN" sz="1800" dirty="0"/>
              <a:t>BB:</a:t>
            </a:r>
            <a:r>
              <a:rPr lang="zh-CN" altLang="en-US" sz="1800" dirty="0"/>
              <a:t> </a:t>
            </a:r>
            <a:r>
              <a:rPr lang="en-US" altLang="zh-CN" sz="1800" dirty="0"/>
              <a:t>^BB1;</a:t>
            </a:r>
            <a:r>
              <a:rPr lang="en-US" altLang="zh-CN" dirty="0"/>
              <a:t>	Consumer</a:t>
            </a:r>
            <a:r>
              <a:rPr lang="zh-CN" altLang="en-US" dirty="0"/>
              <a:t> </a:t>
            </a:r>
            <a:r>
              <a:rPr lang="en-US" altLang="zh-CN" dirty="0"/>
              <a:t>BB:</a:t>
            </a:r>
            <a:r>
              <a:rPr lang="zh-CN" altLang="en-US" dirty="0"/>
              <a:t> </a:t>
            </a:r>
            <a:r>
              <a:rPr lang="en-US" altLang="zh-CN" dirty="0"/>
              <a:t>^BB3;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BE93C7AE-872B-CB6C-0CF4-E4E0E33B4E4B}"/>
              </a:ext>
            </a:extLst>
          </p:cNvPr>
          <p:cNvSpPr/>
          <p:nvPr/>
        </p:nvSpPr>
        <p:spPr>
          <a:xfrm>
            <a:off x="5620742" y="2933324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08274E-65E0-78E0-2E97-6375492D5D16}"/>
              </a:ext>
            </a:extLst>
          </p:cNvPr>
          <p:cNvCxnSpPr>
            <a:cxnSpLocks/>
          </p:cNvCxnSpPr>
          <p:nvPr/>
        </p:nvCxnSpPr>
        <p:spPr>
          <a:xfrm>
            <a:off x="6254536" y="2675443"/>
            <a:ext cx="0" cy="2697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F23EB4-BA0F-7DFF-32EB-38B93272F95A}"/>
              </a:ext>
            </a:extLst>
          </p:cNvPr>
          <p:cNvCxnSpPr>
            <a:cxnSpLocks/>
          </p:cNvCxnSpPr>
          <p:nvPr/>
        </p:nvCxnSpPr>
        <p:spPr>
          <a:xfrm>
            <a:off x="6605417" y="3194673"/>
            <a:ext cx="0" cy="5439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5BB390-BC0C-F99F-AEBE-B941D8E0F09B}"/>
              </a:ext>
            </a:extLst>
          </p:cNvPr>
          <p:cNvCxnSpPr>
            <a:cxnSpLocks/>
          </p:cNvCxnSpPr>
          <p:nvPr/>
        </p:nvCxnSpPr>
        <p:spPr>
          <a:xfrm>
            <a:off x="5966453" y="3215326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D1FE29-BE9F-7AC7-56C5-706AC3EB19B0}"/>
              </a:ext>
            </a:extLst>
          </p:cNvPr>
          <p:cNvCxnSpPr>
            <a:cxnSpLocks/>
          </p:cNvCxnSpPr>
          <p:nvPr/>
        </p:nvCxnSpPr>
        <p:spPr>
          <a:xfrm>
            <a:off x="5890253" y="3494489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E2ACC2-1ECB-0685-A119-BAE424470038}"/>
              </a:ext>
            </a:extLst>
          </p:cNvPr>
          <p:cNvCxnSpPr>
            <a:cxnSpLocks/>
          </p:cNvCxnSpPr>
          <p:nvPr/>
        </p:nvCxnSpPr>
        <p:spPr>
          <a:xfrm flipH="1">
            <a:off x="6846725" y="3051297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88A57D-354F-9A76-199D-B323E81607BE}"/>
                  </a:ext>
                </a:extLst>
              </p:cNvPr>
              <p:cNvSpPr txBox="1"/>
              <p:nvPr/>
            </p:nvSpPr>
            <p:spPr>
              <a:xfrm>
                <a:off x="7072188" y="2833231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37D81D-BBAE-33C0-8F7C-3A2B6C025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188" y="2833231"/>
                <a:ext cx="482824" cy="369909"/>
              </a:xfrm>
              <a:prstGeom prst="rect">
                <a:avLst/>
              </a:prstGeom>
              <a:blipFill>
                <a:blip r:embed="rId7"/>
                <a:stretch>
                  <a:fillRect t="-10000" r="-15385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rapezoid 21">
            <a:extLst>
              <a:ext uri="{FF2B5EF4-FFF2-40B4-BE49-F238E27FC236}">
                <a16:creationId xmlns:a16="http://schemas.microsoft.com/office/drawing/2014/main" id="{A0720BDA-1F0B-0499-77E8-A9FCD2B600AD}"/>
              </a:ext>
            </a:extLst>
          </p:cNvPr>
          <p:cNvSpPr/>
          <p:nvPr/>
        </p:nvSpPr>
        <p:spPr>
          <a:xfrm>
            <a:off x="5918352" y="3744312"/>
            <a:ext cx="1353682" cy="282002"/>
          </a:xfrm>
          <a:prstGeom prst="trapezoid">
            <a:avLst>
              <a:gd name="adj" fmla="val 75005"/>
            </a:avLst>
          </a:prstGeom>
          <a:solidFill>
            <a:srgbClr val="627313"/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CondBr</a:t>
            </a:r>
            <a:endParaRPr lang="en-C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A710E2-36E5-7A8B-8023-35A6A9DC233E}"/>
              </a:ext>
            </a:extLst>
          </p:cNvPr>
          <p:cNvCxnSpPr>
            <a:cxnSpLocks/>
          </p:cNvCxnSpPr>
          <p:nvPr/>
        </p:nvCxnSpPr>
        <p:spPr>
          <a:xfrm>
            <a:off x="6903027" y="4005661"/>
            <a:ext cx="0" cy="5758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1CE78C-B507-C8DC-1C65-8F6276A101D9}"/>
              </a:ext>
            </a:extLst>
          </p:cNvPr>
          <p:cNvCxnSpPr>
            <a:cxnSpLocks/>
          </p:cNvCxnSpPr>
          <p:nvPr/>
        </p:nvCxnSpPr>
        <p:spPr>
          <a:xfrm>
            <a:off x="6264063" y="4026314"/>
            <a:ext cx="0" cy="2791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9E1BA3-F4AE-0148-4B95-676D4FCCCA25}"/>
              </a:ext>
            </a:extLst>
          </p:cNvPr>
          <p:cNvCxnSpPr>
            <a:cxnSpLocks/>
          </p:cNvCxnSpPr>
          <p:nvPr/>
        </p:nvCxnSpPr>
        <p:spPr>
          <a:xfrm>
            <a:off x="6187863" y="4305477"/>
            <a:ext cx="1524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F0EF4E-D333-8FB3-4340-E73F4C747678}"/>
              </a:ext>
            </a:extLst>
          </p:cNvPr>
          <p:cNvCxnSpPr>
            <a:cxnSpLocks/>
          </p:cNvCxnSpPr>
          <p:nvPr/>
        </p:nvCxnSpPr>
        <p:spPr>
          <a:xfrm flipH="1">
            <a:off x="7144335" y="3862285"/>
            <a:ext cx="31081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4C5BA6-C5D7-86D1-1F28-78288952C1A8}"/>
                  </a:ext>
                </a:extLst>
              </p:cNvPr>
              <p:cNvSpPr txBox="1"/>
              <p:nvPr/>
            </p:nvSpPr>
            <p:spPr>
              <a:xfrm>
                <a:off x="7369798" y="3656251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A06600-3A61-5D00-E457-EEA2CF1C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798" y="3656251"/>
                <a:ext cx="482824" cy="369909"/>
              </a:xfrm>
              <a:prstGeom prst="rect">
                <a:avLst/>
              </a:prstGeom>
              <a:blipFill>
                <a:blip r:embed="rId8"/>
                <a:stretch>
                  <a:fillRect t="-10345" r="-15385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4FAD24-8AAD-0E85-1FD2-D9AED64355C9}"/>
                  </a:ext>
                </a:extLst>
              </p:cNvPr>
              <p:cNvSpPr txBox="1"/>
              <p:nvPr/>
            </p:nvSpPr>
            <p:spPr>
              <a:xfrm>
                <a:off x="5699105" y="2306110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AF337E-F8FA-71ED-2E88-C98D9FE9C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105" y="2306110"/>
                <a:ext cx="11572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2DEFAA-1866-B9BF-BA92-A4138BFD90EF}"/>
                  </a:ext>
                </a:extLst>
              </p:cNvPr>
              <p:cNvSpPr txBox="1"/>
              <p:nvPr/>
            </p:nvSpPr>
            <p:spPr>
              <a:xfrm>
                <a:off x="6324383" y="4508428"/>
                <a:ext cx="1157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𝐶𝑜𝑛𝑠𝑢𝑚𝑒𝑟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279135-03D1-96BD-413A-B3CCF665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383" y="4508428"/>
                <a:ext cx="1157288" cy="369332"/>
              </a:xfrm>
              <a:prstGeom prst="rect">
                <a:avLst/>
              </a:prstGeom>
              <a:blipFill>
                <a:blip r:embed="rId10"/>
                <a:stretch>
                  <a:fillRect r="-54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>
            <a:extLst>
              <a:ext uri="{FF2B5EF4-FFF2-40B4-BE49-F238E27FC236}">
                <a16:creationId xmlns:a16="http://schemas.microsoft.com/office/drawing/2014/main" id="{A549188C-56A5-BF13-B1F8-8BE76F10FF2D}"/>
              </a:ext>
            </a:extLst>
          </p:cNvPr>
          <p:cNvSpPr/>
          <p:nvPr/>
        </p:nvSpPr>
        <p:spPr>
          <a:xfrm rot="20890258">
            <a:off x="2369957" y="2201982"/>
            <a:ext cx="764921" cy="985005"/>
          </a:xfrm>
          <a:custGeom>
            <a:avLst/>
            <a:gdLst>
              <a:gd name="connsiteX0" fmla="*/ 0 w 764921"/>
              <a:gd name="connsiteY0" fmla="*/ 781201 h 1159276"/>
              <a:gd name="connsiteX1" fmla="*/ 162046 w 764921"/>
              <a:gd name="connsiteY1" fmla="*/ 1082143 h 1159276"/>
              <a:gd name="connsiteX2" fmla="*/ 428263 w 764921"/>
              <a:gd name="connsiteY2" fmla="*/ 1151591 h 1159276"/>
              <a:gd name="connsiteX3" fmla="*/ 694481 w 764921"/>
              <a:gd name="connsiteY3" fmla="*/ 943247 h 1159276"/>
              <a:gd name="connsiteX4" fmla="*/ 763929 w 764921"/>
              <a:gd name="connsiteY4" fmla="*/ 572857 h 1159276"/>
              <a:gd name="connsiteX5" fmla="*/ 717631 w 764921"/>
              <a:gd name="connsiteY5" fmla="*/ 133019 h 1159276"/>
              <a:gd name="connsiteX6" fmla="*/ 497712 w 764921"/>
              <a:gd name="connsiteY6" fmla="*/ 5697 h 1159276"/>
              <a:gd name="connsiteX7" fmla="*/ 266218 w 764921"/>
              <a:gd name="connsiteY7" fmla="*/ 40421 h 1159276"/>
              <a:gd name="connsiteX8" fmla="*/ 115747 w 764921"/>
              <a:gd name="connsiteY8" fmla="*/ 202467 h 11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921" h="1159276">
                <a:moveTo>
                  <a:pt x="0" y="781201"/>
                </a:moveTo>
                <a:cubicBezTo>
                  <a:pt x="45334" y="900806"/>
                  <a:pt x="90669" y="1020411"/>
                  <a:pt x="162046" y="1082143"/>
                </a:cubicBezTo>
                <a:cubicBezTo>
                  <a:pt x="233423" y="1143875"/>
                  <a:pt x="339524" y="1174740"/>
                  <a:pt x="428263" y="1151591"/>
                </a:cubicBezTo>
                <a:cubicBezTo>
                  <a:pt x="517002" y="1128442"/>
                  <a:pt x="638537" y="1039703"/>
                  <a:pt x="694481" y="943247"/>
                </a:cubicBezTo>
                <a:cubicBezTo>
                  <a:pt x="750425" y="846791"/>
                  <a:pt x="760071" y="707895"/>
                  <a:pt x="763929" y="572857"/>
                </a:cubicBezTo>
                <a:cubicBezTo>
                  <a:pt x="767787" y="437819"/>
                  <a:pt x="762000" y="227545"/>
                  <a:pt x="717631" y="133019"/>
                </a:cubicBezTo>
                <a:cubicBezTo>
                  <a:pt x="673262" y="38493"/>
                  <a:pt x="572947" y="21130"/>
                  <a:pt x="497712" y="5697"/>
                </a:cubicBezTo>
                <a:cubicBezTo>
                  <a:pt x="422477" y="-9736"/>
                  <a:pt x="329879" y="7626"/>
                  <a:pt x="266218" y="40421"/>
                </a:cubicBezTo>
                <a:cubicBezTo>
                  <a:pt x="202557" y="73216"/>
                  <a:pt x="150471" y="161955"/>
                  <a:pt x="115747" y="202467"/>
                </a:cubicBezTo>
              </a:path>
            </a:pathLst>
          </a:cu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365894"/>
      </p:ext>
    </p:extLst>
  </p:cSld>
  <p:clrMapOvr>
    <a:masterClrMapping/>
  </p:clrMapOvr>
  <p:transition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524F-DEA6-00E7-8A5B-A34E3580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097CAA-C7CC-B60E-926B-26F7F2F6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E0863F-A23A-C04A-8BF9-50C2EF9C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1185454-7314-23F0-4A9A-8C5BA490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Flatten</a:t>
            </a:r>
            <a:r>
              <a:rPr lang="zh-CN" altLang="en-US" dirty="0"/>
              <a:t> </a:t>
            </a:r>
            <a:r>
              <a:rPr lang="en-US" altLang="zh-CN" dirty="0"/>
              <a:t>Loops</a:t>
            </a: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9B4C3-D1CC-4411-4031-4D7758AEE77D}"/>
              </a:ext>
            </a:extLst>
          </p:cNvPr>
          <p:cNvSpPr/>
          <p:nvPr/>
        </p:nvSpPr>
        <p:spPr>
          <a:xfrm>
            <a:off x="1990133" y="24549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E066AF-D848-97E7-8774-F462F218C70C}"/>
              </a:ext>
            </a:extLst>
          </p:cNvPr>
          <p:cNvCxnSpPr>
            <a:cxnSpLocks/>
            <a:stCxn id="36" idx="0"/>
            <a:endCxn id="16" idx="0"/>
          </p:cNvCxnSpPr>
          <p:nvPr/>
        </p:nvCxnSpPr>
        <p:spPr>
          <a:xfrm flipH="1">
            <a:off x="2410031" y="29405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46D51-C63F-4F93-4311-774D987C89D2}"/>
                  </a:ext>
                </a:extLst>
              </p:cNvPr>
              <p:cNvSpPr txBox="1"/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46D51-C63F-4F93-4311-774D987C8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742" y="30063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E3E5E4-DB02-4039-D950-F6E83D1DE1FC}"/>
                  </a:ext>
                </a:extLst>
              </p:cNvPr>
              <p:cNvSpPr txBox="1"/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E3E5E4-DB02-4039-D950-F6E83D1DE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9846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F1A9624-A1D0-8A91-47EB-6FE30D665CB9}"/>
              </a:ext>
            </a:extLst>
          </p:cNvPr>
          <p:cNvSpPr txBox="1"/>
          <p:nvPr/>
        </p:nvSpPr>
        <p:spPr>
          <a:xfrm>
            <a:off x="1148264" y="24918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594714-BC57-E653-8BE3-07EA4749D775}"/>
              </a:ext>
            </a:extLst>
          </p:cNvPr>
          <p:cNvSpPr/>
          <p:nvPr/>
        </p:nvSpPr>
        <p:spPr>
          <a:xfrm>
            <a:off x="1993862" y="35883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D8C46D-A642-2A44-4D10-8C33544BD490}"/>
              </a:ext>
            </a:extLst>
          </p:cNvPr>
          <p:cNvSpPr/>
          <p:nvPr/>
        </p:nvSpPr>
        <p:spPr>
          <a:xfrm>
            <a:off x="1364649" y="46507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4F0890-4328-DCFA-B790-77C6A6AAC4DC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flipH="1">
            <a:off x="1780818" y="40807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74BBFF9-90FD-ED77-019F-23853DA20B33}"/>
              </a:ext>
            </a:extLst>
          </p:cNvPr>
          <p:cNvSpPr txBox="1"/>
          <p:nvPr/>
        </p:nvSpPr>
        <p:spPr>
          <a:xfrm>
            <a:off x="556834" y="46903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E84AA0-3B16-2158-7B0E-4AE4D7CA5ED7}"/>
              </a:ext>
            </a:extLst>
          </p:cNvPr>
          <p:cNvSpPr/>
          <p:nvPr/>
        </p:nvSpPr>
        <p:spPr>
          <a:xfrm>
            <a:off x="2379385" y="54671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CF4BED-F3F7-6CC0-1BDD-5020A2B323F8}"/>
              </a:ext>
            </a:extLst>
          </p:cNvPr>
          <p:cNvCxnSpPr>
            <a:cxnSpLocks/>
            <a:stCxn id="16" idx="2"/>
            <a:endCxn id="25" idx="0"/>
          </p:cNvCxnSpPr>
          <p:nvPr/>
        </p:nvCxnSpPr>
        <p:spPr>
          <a:xfrm>
            <a:off x="2410031" y="4080712"/>
            <a:ext cx="385523" cy="138640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FFCF74-1A39-CE84-3BE5-8058F316840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780818" y="51431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B53B79-4401-1F64-D4FF-89F0FBC8E48B}"/>
                  </a:ext>
                </a:extLst>
              </p:cNvPr>
              <p:cNvSpPr txBox="1"/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B53B79-4401-1F64-D4FF-89F0FBC8E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42191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7D5D33-FAFE-6861-501F-D231D5E1ECCB}"/>
                  </a:ext>
                </a:extLst>
              </p:cNvPr>
              <p:cNvSpPr txBox="1"/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7D5D33-FAFE-6861-501F-D231D5E1E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40979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BE347364-239B-A1C7-27C5-7049BA703E9B}"/>
              </a:ext>
            </a:extLst>
          </p:cNvPr>
          <p:cNvSpPr/>
          <p:nvPr/>
        </p:nvSpPr>
        <p:spPr>
          <a:xfrm>
            <a:off x="1990133" y="136357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F93FD6-D780-48E5-3112-6F1EBE84C1D6}"/>
              </a:ext>
            </a:extLst>
          </p:cNvPr>
          <p:cNvCxnSpPr>
            <a:cxnSpLocks/>
            <a:stCxn id="33" idx="2"/>
            <a:endCxn id="7" idx="0"/>
          </p:cNvCxnSpPr>
          <p:nvPr/>
        </p:nvCxnSpPr>
        <p:spPr>
          <a:xfrm>
            <a:off x="2406302" y="1855948"/>
            <a:ext cx="0" cy="59902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35">
            <a:extLst>
              <a:ext uri="{FF2B5EF4-FFF2-40B4-BE49-F238E27FC236}">
                <a16:creationId xmlns:a16="http://schemas.microsoft.com/office/drawing/2014/main" id="{A27D19C0-E458-1A7E-9F1C-AEA1225A8781}"/>
              </a:ext>
            </a:extLst>
          </p:cNvPr>
          <p:cNvSpPr/>
          <p:nvPr/>
        </p:nvSpPr>
        <p:spPr>
          <a:xfrm rot="20890258">
            <a:off x="2369957" y="2201982"/>
            <a:ext cx="764921" cy="985005"/>
          </a:xfrm>
          <a:custGeom>
            <a:avLst/>
            <a:gdLst>
              <a:gd name="connsiteX0" fmla="*/ 0 w 764921"/>
              <a:gd name="connsiteY0" fmla="*/ 781201 h 1159276"/>
              <a:gd name="connsiteX1" fmla="*/ 162046 w 764921"/>
              <a:gd name="connsiteY1" fmla="*/ 1082143 h 1159276"/>
              <a:gd name="connsiteX2" fmla="*/ 428263 w 764921"/>
              <a:gd name="connsiteY2" fmla="*/ 1151591 h 1159276"/>
              <a:gd name="connsiteX3" fmla="*/ 694481 w 764921"/>
              <a:gd name="connsiteY3" fmla="*/ 943247 h 1159276"/>
              <a:gd name="connsiteX4" fmla="*/ 763929 w 764921"/>
              <a:gd name="connsiteY4" fmla="*/ 572857 h 1159276"/>
              <a:gd name="connsiteX5" fmla="*/ 717631 w 764921"/>
              <a:gd name="connsiteY5" fmla="*/ 133019 h 1159276"/>
              <a:gd name="connsiteX6" fmla="*/ 497712 w 764921"/>
              <a:gd name="connsiteY6" fmla="*/ 5697 h 1159276"/>
              <a:gd name="connsiteX7" fmla="*/ 266218 w 764921"/>
              <a:gd name="connsiteY7" fmla="*/ 40421 h 1159276"/>
              <a:gd name="connsiteX8" fmla="*/ 115747 w 764921"/>
              <a:gd name="connsiteY8" fmla="*/ 202467 h 11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921" h="1159276">
                <a:moveTo>
                  <a:pt x="0" y="781201"/>
                </a:moveTo>
                <a:cubicBezTo>
                  <a:pt x="45334" y="900806"/>
                  <a:pt x="90669" y="1020411"/>
                  <a:pt x="162046" y="1082143"/>
                </a:cubicBezTo>
                <a:cubicBezTo>
                  <a:pt x="233423" y="1143875"/>
                  <a:pt x="339524" y="1174740"/>
                  <a:pt x="428263" y="1151591"/>
                </a:cubicBezTo>
                <a:cubicBezTo>
                  <a:pt x="517002" y="1128442"/>
                  <a:pt x="638537" y="1039703"/>
                  <a:pt x="694481" y="943247"/>
                </a:cubicBezTo>
                <a:cubicBezTo>
                  <a:pt x="750425" y="846791"/>
                  <a:pt x="760071" y="707895"/>
                  <a:pt x="763929" y="572857"/>
                </a:cubicBezTo>
                <a:cubicBezTo>
                  <a:pt x="767787" y="437819"/>
                  <a:pt x="762000" y="227545"/>
                  <a:pt x="717631" y="133019"/>
                </a:cubicBezTo>
                <a:cubicBezTo>
                  <a:pt x="673262" y="38493"/>
                  <a:pt x="572947" y="21130"/>
                  <a:pt x="497712" y="5697"/>
                </a:cubicBezTo>
                <a:cubicBezTo>
                  <a:pt x="422477" y="-9736"/>
                  <a:pt x="329879" y="7626"/>
                  <a:pt x="266218" y="40421"/>
                </a:cubicBezTo>
                <a:cubicBezTo>
                  <a:pt x="202557" y="73216"/>
                  <a:pt x="150471" y="161955"/>
                  <a:pt x="115747" y="202467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F000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EF2CEA4-94E4-350B-1DBA-EEBD77DBA920}"/>
              </a:ext>
            </a:extLst>
          </p:cNvPr>
          <p:cNvCxnSpPr>
            <a:cxnSpLocks/>
          </p:cNvCxnSpPr>
          <p:nvPr/>
        </p:nvCxnSpPr>
        <p:spPr>
          <a:xfrm>
            <a:off x="1833422" y="2346960"/>
            <a:ext cx="1107348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BD268E6-2CA9-F4FE-E7DA-8B2C4F11A472}"/>
              </a:ext>
            </a:extLst>
          </p:cNvPr>
          <p:cNvSpPr/>
          <p:nvPr/>
        </p:nvSpPr>
        <p:spPr>
          <a:xfrm>
            <a:off x="1564402" y="1326099"/>
            <a:ext cx="2042397" cy="9454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29674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4D0A-9561-0764-7853-230EC3FC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F4CF62-3D8A-87C4-A79A-55F7110F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AE50A0-D38F-FAA6-2817-DD1E225C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89F35AC6-C38D-D241-CA1D-8BFEBA74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Flatten</a:t>
            </a:r>
            <a:r>
              <a:rPr lang="zh-CN" altLang="en-US" dirty="0"/>
              <a:t> </a:t>
            </a:r>
            <a:r>
              <a:rPr lang="en-US" altLang="zh-CN" dirty="0"/>
              <a:t>Loops</a:t>
            </a:r>
            <a:endParaRPr lang="de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D51A68-CED4-DA66-4E2D-C8E2CBDCAADA}"/>
              </a:ext>
            </a:extLst>
          </p:cNvPr>
          <p:cNvSpPr/>
          <p:nvPr/>
        </p:nvSpPr>
        <p:spPr>
          <a:xfrm>
            <a:off x="1990133" y="15913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44B95B-23D2-1876-0354-2829A889BC6C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410031" y="20769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5F9CB8-E9AD-1955-774E-626B6CF13C44}"/>
                  </a:ext>
                </a:extLst>
              </p:cNvPr>
              <p:cNvSpPr txBox="1"/>
              <p:nvPr/>
            </p:nvSpPr>
            <p:spPr>
              <a:xfrm>
                <a:off x="2856726" y="21427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5F9CB8-E9AD-1955-774E-626B6CF13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726" y="21427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BA8215-2877-3377-F1F3-4D77DCB0F848}"/>
                  </a:ext>
                </a:extLst>
              </p:cNvPr>
              <p:cNvSpPr txBox="1"/>
              <p:nvPr/>
            </p:nvSpPr>
            <p:spPr>
              <a:xfrm>
                <a:off x="1978638" y="21210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BA8215-2877-3377-F1F3-4D77DCB0F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1210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6092AA7-6B2D-ACFB-2DE9-9EB56B76BB11}"/>
              </a:ext>
            </a:extLst>
          </p:cNvPr>
          <p:cNvSpPr txBox="1"/>
          <p:nvPr/>
        </p:nvSpPr>
        <p:spPr>
          <a:xfrm>
            <a:off x="1148264" y="16282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015DD1-BB9F-B64C-B99E-7FF9C487A4D4}"/>
              </a:ext>
            </a:extLst>
          </p:cNvPr>
          <p:cNvSpPr/>
          <p:nvPr/>
        </p:nvSpPr>
        <p:spPr>
          <a:xfrm>
            <a:off x="1993862" y="27247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4F0DA-01F4-8728-DDDC-6F80007D42BB}"/>
              </a:ext>
            </a:extLst>
          </p:cNvPr>
          <p:cNvSpPr/>
          <p:nvPr/>
        </p:nvSpPr>
        <p:spPr>
          <a:xfrm>
            <a:off x="1364649" y="37871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7EB247-7695-1F80-70B6-39E3BF638722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32171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F327DDF-B060-346F-BADF-0416C8E29C00}"/>
              </a:ext>
            </a:extLst>
          </p:cNvPr>
          <p:cNvSpPr txBox="1"/>
          <p:nvPr/>
        </p:nvSpPr>
        <p:spPr>
          <a:xfrm>
            <a:off x="556834" y="38267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34F18D-65CD-CFD8-A0A2-ED9B34944991}"/>
              </a:ext>
            </a:extLst>
          </p:cNvPr>
          <p:cNvSpPr/>
          <p:nvPr/>
        </p:nvSpPr>
        <p:spPr>
          <a:xfrm>
            <a:off x="2379385" y="46035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FA29E9-A1F3-9317-4D55-5E23C7028987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2410031" y="3217112"/>
            <a:ext cx="385523" cy="138640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E3C7C8-63B4-CE8E-7CF1-5A2D6F0247B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780818" y="42795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B9FDB4-1EA1-F0ED-E502-D031DB2C2605}"/>
                  </a:ext>
                </a:extLst>
              </p:cNvPr>
              <p:cNvSpPr txBox="1"/>
              <p:nvPr/>
            </p:nvSpPr>
            <p:spPr>
              <a:xfrm>
                <a:off x="2470770" y="33555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B9FDB4-1EA1-F0ED-E502-D031DB2C2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33555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432082-16CA-30F8-AD90-84FA13DE341A}"/>
                  </a:ext>
                </a:extLst>
              </p:cNvPr>
              <p:cNvSpPr txBox="1"/>
              <p:nvPr/>
            </p:nvSpPr>
            <p:spPr>
              <a:xfrm>
                <a:off x="1666684" y="32343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432082-16CA-30F8-AD90-84FA13DE3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32343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471AC68-42D0-230B-58CC-DBF88FC463CB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406302" y="2083745"/>
            <a:ext cx="1370568" cy="9633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7AA1533-5497-F778-0A7B-77F791CA2A62}"/>
              </a:ext>
            </a:extLst>
          </p:cNvPr>
          <p:cNvSpPr/>
          <p:nvPr/>
        </p:nvSpPr>
        <p:spPr>
          <a:xfrm>
            <a:off x="3773141" y="305389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BB1’</a:t>
            </a:r>
            <a:endParaRPr lang="en-CN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9A1D664-484D-B068-2024-A97AC231566F}"/>
              </a:ext>
            </a:extLst>
          </p:cNvPr>
          <p:cNvSpPr/>
          <p:nvPr/>
        </p:nvSpPr>
        <p:spPr>
          <a:xfrm>
            <a:off x="3356972" y="538247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775CAEE-E9CE-BA50-9822-26CF6223E639}"/>
              </a:ext>
            </a:extLst>
          </p:cNvPr>
          <p:cNvCxnSpPr>
            <a:cxnSpLocks/>
            <a:stCxn id="143" idx="2"/>
            <a:endCxn id="144" idx="0"/>
          </p:cNvCxnSpPr>
          <p:nvPr/>
        </p:nvCxnSpPr>
        <p:spPr>
          <a:xfrm flipH="1">
            <a:off x="3773141" y="3546259"/>
            <a:ext cx="416169" cy="1836216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C81EBA3-9264-275D-5798-AFBD5A251F06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795554" y="5095888"/>
            <a:ext cx="561418" cy="28658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0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30" grpId="0"/>
      <p:bldP spid="35" grpId="0"/>
      <p:bldP spid="143" grpId="0" animBg="1"/>
      <p:bldP spid="14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D5CF-F2B2-1AD2-BFA6-7094592C2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21305C-F23A-1122-4C1C-AD5D57D7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AFACF7-867F-C43D-F716-5A798D6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40146FF-0900-1130-7DB7-70CF2EF6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Flatten</a:t>
            </a:r>
            <a:r>
              <a:rPr lang="zh-CN" altLang="en-US" dirty="0"/>
              <a:t> </a:t>
            </a:r>
            <a:r>
              <a:rPr lang="en-US" altLang="zh-CN" dirty="0"/>
              <a:t>Loops</a:t>
            </a:r>
            <a:endParaRPr lang="de-CH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45BCC-3D58-08E2-6C45-BCD985CD0E30}"/>
              </a:ext>
            </a:extLst>
          </p:cNvPr>
          <p:cNvSpPr/>
          <p:nvPr/>
        </p:nvSpPr>
        <p:spPr>
          <a:xfrm>
            <a:off x="1990133" y="15913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C39A9C3-424F-3048-696D-70EB2642F629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410031" y="20769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124D8B-6398-359C-B8E7-70109171E7BA}"/>
                  </a:ext>
                </a:extLst>
              </p:cNvPr>
              <p:cNvSpPr txBox="1"/>
              <p:nvPr/>
            </p:nvSpPr>
            <p:spPr>
              <a:xfrm>
                <a:off x="2856726" y="2142710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124D8B-6398-359C-B8E7-70109171E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726" y="2142710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FE22B-9AB9-FBE4-8420-992BE6445C10}"/>
                  </a:ext>
                </a:extLst>
              </p:cNvPr>
              <p:cNvSpPr txBox="1"/>
              <p:nvPr/>
            </p:nvSpPr>
            <p:spPr>
              <a:xfrm>
                <a:off x="1978638" y="2121045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FE22B-9AB9-FBE4-8420-992BE6445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638" y="2121045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3E0F4FC-7919-ACF4-2856-F73C1F9501BD}"/>
              </a:ext>
            </a:extLst>
          </p:cNvPr>
          <p:cNvSpPr txBox="1"/>
          <p:nvPr/>
        </p:nvSpPr>
        <p:spPr>
          <a:xfrm>
            <a:off x="1148264" y="16282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31E2E9-F972-954C-62B7-2A88676BF49C}"/>
              </a:ext>
            </a:extLst>
          </p:cNvPr>
          <p:cNvSpPr/>
          <p:nvPr/>
        </p:nvSpPr>
        <p:spPr>
          <a:xfrm>
            <a:off x="1993862" y="27247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D70355-52E3-76FF-DA9A-4FEB93887A52}"/>
              </a:ext>
            </a:extLst>
          </p:cNvPr>
          <p:cNvSpPr/>
          <p:nvPr/>
        </p:nvSpPr>
        <p:spPr>
          <a:xfrm>
            <a:off x="1364649" y="37871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0A46B4-45B9-EE1A-FFE0-B23D2B92AEA0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32171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8A6695-E26F-BE83-F705-A0273D70F0BA}"/>
              </a:ext>
            </a:extLst>
          </p:cNvPr>
          <p:cNvSpPr txBox="1"/>
          <p:nvPr/>
        </p:nvSpPr>
        <p:spPr>
          <a:xfrm>
            <a:off x="556834" y="38267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BF13AA-1467-E785-2D41-DCF14C48ECA9}"/>
              </a:ext>
            </a:extLst>
          </p:cNvPr>
          <p:cNvSpPr/>
          <p:nvPr/>
        </p:nvSpPr>
        <p:spPr>
          <a:xfrm>
            <a:off x="2379385" y="46035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C99D04-A3B8-A0A8-DE31-15AF492BD65E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2410031" y="3217112"/>
            <a:ext cx="385523" cy="1386407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F7752C-BB2F-1F27-8A1F-0C1113695F22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780818" y="4279518"/>
            <a:ext cx="618924" cy="31746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52194A7-B893-3374-0AC9-15A2F29EABC6}"/>
                  </a:ext>
                </a:extLst>
              </p:cNvPr>
              <p:cNvSpPr txBox="1"/>
              <p:nvPr/>
            </p:nvSpPr>
            <p:spPr>
              <a:xfrm>
                <a:off x="2470770" y="3355557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52194A7-B893-3374-0AC9-15A2F29EA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0" y="3355557"/>
                <a:ext cx="470000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782C46-C67E-F5C3-F6F2-A554379240F4}"/>
                  </a:ext>
                </a:extLst>
              </p:cNvPr>
              <p:cNvSpPr txBox="1"/>
              <p:nvPr/>
            </p:nvSpPr>
            <p:spPr>
              <a:xfrm>
                <a:off x="1666684" y="32343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782C46-C67E-F5C3-F6F2-A55437924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32343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C8B53C5F-8E57-E252-0DA4-E65D67B50F9E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406302" y="2083745"/>
            <a:ext cx="1370568" cy="96331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58E371F-3009-8C5D-551C-18CD3861585E}"/>
              </a:ext>
            </a:extLst>
          </p:cNvPr>
          <p:cNvSpPr/>
          <p:nvPr/>
        </p:nvSpPr>
        <p:spPr>
          <a:xfrm>
            <a:off x="3773141" y="305389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BB1’</a:t>
            </a:r>
            <a:endParaRPr lang="en-CN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0910197-A4A0-5F67-0044-56749E04B955}"/>
              </a:ext>
            </a:extLst>
          </p:cNvPr>
          <p:cNvSpPr/>
          <p:nvPr/>
        </p:nvSpPr>
        <p:spPr>
          <a:xfrm>
            <a:off x="3356972" y="538247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0BB8ABF3-4230-3C48-2784-D2B7A60DA844}"/>
              </a:ext>
            </a:extLst>
          </p:cNvPr>
          <p:cNvCxnSpPr>
            <a:cxnSpLocks/>
            <a:stCxn id="143" idx="2"/>
            <a:endCxn id="144" idx="0"/>
          </p:cNvCxnSpPr>
          <p:nvPr/>
        </p:nvCxnSpPr>
        <p:spPr>
          <a:xfrm flipH="1">
            <a:off x="3773141" y="3546259"/>
            <a:ext cx="416169" cy="1836216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30D2EA7-F537-8DF4-3568-78BF3CB1A4C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795554" y="5095888"/>
            <a:ext cx="561418" cy="28658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4D5CE4-D3FB-11D4-0495-FC2675036AC6}"/>
              </a:ext>
            </a:extLst>
          </p:cNvPr>
          <p:cNvGrpSpPr/>
          <p:nvPr/>
        </p:nvGrpSpPr>
        <p:grpSpPr>
          <a:xfrm>
            <a:off x="6649010" y="2476818"/>
            <a:ext cx="2678064" cy="2012187"/>
            <a:chOff x="6649010" y="2476818"/>
            <a:chExt cx="2678064" cy="201218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3F9EDFB-270B-7BC6-3A42-6615519BBD53}"/>
                </a:ext>
              </a:extLst>
            </p:cNvPr>
            <p:cNvCxnSpPr>
              <a:cxnSpLocks/>
            </p:cNvCxnSpPr>
            <p:nvPr/>
          </p:nvCxnSpPr>
          <p:spPr>
            <a:xfrm>
              <a:off x="7336075" y="2805918"/>
              <a:ext cx="0" cy="54393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CA9240A1-00DA-AD0D-FCA0-D130A59D6926}"/>
                </a:ext>
              </a:extLst>
            </p:cNvPr>
            <p:cNvSpPr/>
            <p:nvPr/>
          </p:nvSpPr>
          <p:spPr>
            <a:xfrm>
              <a:off x="6649010" y="3355557"/>
              <a:ext cx="1353682" cy="282002"/>
            </a:xfrm>
            <a:prstGeom prst="trapezoid">
              <a:avLst>
                <a:gd name="adj" fmla="val 75005"/>
              </a:avLst>
            </a:prstGeom>
            <a:solidFill>
              <a:srgbClr val="627313"/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CondBr</a:t>
              </a:r>
              <a:endParaRPr lang="en-CN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D93120B-30A7-2F02-C0EE-F8408C7705A7}"/>
                </a:ext>
              </a:extLst>
            </p:cNvPr>
            <p:cNvCxnSpPr>
              <a:cxnSpLocks/>
            </p:cNvCxnSpPr>
            <p:nvPr/>
          </p:nvCxnSpPr>
          <p:spPr>
            <a:xfrm>
              <a:off x="7633685" y="3616906"/>
              <a:ext cx="0" cy="5758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9FAE824-A816-5B1C-C038-D0B34626C618}"/>
                </a:ext>
              </a:extLst>
            </p:cNvPr>
            <p:cNvCxnSpPr>
              <a:cxnSpLocks/>
            </p:cNvCxnSpPr>
            <p:nvPr/>
          </p:nvCxnSpPr>
          <p:spPr>
            <a:xfrm>
              <a:off x="6994721" y="3637559"/>
              <a:ext cx="0" cy="27916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9D56D34-8699-1F10-FEB5-63D8B9C21AB5}"/>
                </a:ext>
              </a:extLst>
            </p:cNvPr>
            <p:cNvCxnSpPr>
              <a:cxnSpLocks/>
            </p:cNvCxnSpPr>
            <p:nvPr/>
          </p:nvCxnSpPr>
          <p:spPr>
            <a:xfrm>
              <a:off x="6918521" y="3916722"/>
              <a:ext cx="1524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196246E-2AAD-3558-3CB1-426A9266EB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4993" y="3473530"/>
              <a:ext cx="31081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0CCF1D3-9B72-085E-ADB7-5346A95A15E5}"/>
                    </a:ext>
                  </a:extLst>
                </p:cNvPr>
                <p:cNvSpPr txBox="1"/>
                <p:nvPr/>
              </p:nvSpPr>
              <p:spPr>
                <a:xfrm>
                  <a:off x="8100456" y="3267496"/>
                  <a:ext cx="1226618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US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0CCF1D3-9B72-085E-ADB7-5346A95A1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456" y="3267496"/>
                  <a:ext cx="1226618" cy="369909"/>
                </a:xfrm>
                <a:prstGeom prst="rect">
                  <a:avLst/>
                </a:prstGeom>
                <a:blipFill>
                  <a:blip r:embed="rId7"/>
                  <a:stretch>
                    <a:fillRect t="-6667" r="-6122" b="-2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784D268-235A-AB4A-CB30-8B57CAF2179B}"/>
                    </a:ext>
                  </a:extLst>
                </p:cNvPr>
                <p:cNvSpPr txBox="1"/>
                <p:nvPr/>
              </p:nvSpPr>
              <p:spPr>
                <a:xfrm>
                  <a:off x="6762657" y="2476818"/>
                  <a:ext cx="11572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𝑃𝑟𝑜𝑑𝑢𝑐𝑒𝑟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784D268-235A-AB4A-CB30-8B57CAF21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657" y="2476818"/>
                  <a:ext cx="115728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255A21-5C5E-3D77-CD1D-4D2175927A00}"/>
                    </a:ext>
                  </a:extLst>
                </p:cNvPr>
                <p:cNvSpPr txBox="1"/>
                <p:nvPr/>
              </p:nvSpPr>
              <p:spPr>
                <a:xfrm>
                  <a:off x="7055041" y="4119673"/>
                  <a:ext cx="11572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𝐶𝑜𝑛𝑠𝑢𝑚𝑒𝑟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255A21-5C5E-3D77-CD1D-4D2175927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5041" y="4119673"/>
                  <a:ext cx="1157288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348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36934390"/>
      </p:ext>
    </p:extLst>
  </p:cSld>
  <p:clrMapOvr>
    <a:masterClrMapping/>
  </p:clrMapOvr>
  <p:transition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13017-F89E-0711-AD06-826B845C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83B05D-7D1F-9102-3F62-DF8E71A8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E80D04E-755B-5668-6147-BE4D1E94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4F6CB-6FE2-6EF9-F2F9-A65B02DD3789}"/>
              </a:ext>
            </a:extLst>
          </p:cNvPr>
          <p:cNvSpPr txBox="1"/>
          <p:nvPr/>
        </p:nvSpPr>
        <p:spPr>
          <a:xfrm>
            <a:off x="1192431" y="1068362"/>
            <a:ext cx="968200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600"/>
              </a:spcBef>
            </a:pPr>
            <a:r>
              <a:rPr lang="en-US" b="1" dirty="0"/>
              <a:t>We </a:t>
            </a:r>
            <a:r>
              <a:rPr lang="en-US" altLang="zh-CN" b="1" dirty="0"/>
              <a:t>have</a:t>
            </a:r>
            <a:r>
              <a:rPr lang="zh-CN" altLang="en-US" b="1" dirty="0"/>
              <a:t> </a:t>
            </a:r>
            <a:r>
              <a:rPr lang="en-US" b="1" dirty="0"/>
              <a:t>proposed</a:t>
            </a:r>
            <a:r>
              <a:rPr lang="en-US" altLang="zh-CN" b="1" dirty="0"/>
              <a:t>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redesigned MUX-tree structure that simplifies the circuit (PR #613</a:t>
            </a:r>
            <a:r>
              <a:rPr lang="en-US" altLang="zh-CN" dirty="0"/>
              <a:t>).</a:t>
            </a:r>
            <a:endParaRPr lang="en-US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method to handle unavoidable further suppression.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consistent flow that unifies loop-related conditions (PR #620).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Future </a:t>
            </a:r>
            <a:r>
              <a:rPr lang="en-US" altLang="zh-CN" b="1" dirty="0"/>
              <a:t>w</a:t>
            </a:r>
            <a:r>
              <a:rPr lang="en-US" b="1" dirty="0"/>
              <a:t>ork</a:t>
            </a:r>
            <a:r>
              <a:rPr lang="en-US" altLang="zh-CN" b="1" dirty="0"/>
              <a:t>:</a:t>
            </a:r>
            <a:endParaRPr lang="en-US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Complete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US" dirty="0"/>
              <a:t>ode implementation and testing.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Proceed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dirty="0"/>
              <a:t>Milestones 2 and 3.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4E0A3B3-298A-A5AA-ABB5-74855AB5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260917745"/>
      </p:ext>
    </p:extLst>
  </p:cSld>
  <p:clrMapOvr>
    <a:masterClrMapping/>
  </p:clrMapOvr>
  <p:transition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4517D-D0BD-C500-6478-AF931327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527D7B-C79C-CC8C-84DF-C9AF54B1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AD8090-41F9-EFF9-61F8-8B68010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76</a:t>
            </a:fld>
            <a:endParaRPr lang="de-CH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5A9B35-7979-12C0-B8CC-77725AD0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979000"/>
            <a:ext cx="10728325" cy="900000"/>
          </a:xfrm>
        </p:spPr>
        <p:txBody>
          <a:bodyPr/>
          <a:lstStyle/>
          <a:p>
            <a:pPr algn="ctr"/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18778051"/>
      </p:ext>
    </p:extLst>
  </p:cSld>
  <p:clrMapOvr>
    <a:masterClrMapping/>
  </p:clrMapOvr>
  <p:transition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CE54-7065-F19E-2CAD-1451E2D5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C49904-35AB-C144-2FA4-71B2F5D3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68984C-AE48-CB7C-C5E5-8525E7EE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3F4E1C9E-0796-023F-BD12-AFE64040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D0D2B-A306-2934-D1DF-57BE07B41BBD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1.</a:t>
            </a:r>
            <a:r>
              <a:rPr lang="en-US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4.</a:t>
            </a:r>
            <a:r>
              <a:rPr lang="en-US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09422"/>
      </p:ext>
    </p:extLst>
  </p:cSld>
  <p:clrMapOvr>
    <a:masterClrMapping/>
  </p:clrMapOvr>
  <p:transition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B745-F56C-7B2B-45F5-561AE5E1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D30B3-5D54-806D-440D-B6BA1246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3A6934-781B-82FC-0D57-24279C6F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9ECE6F2-3C8D-BF78-D32E-60F15ADA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9CF12-AD2E-C426-C692-C1BC6AFA8E5E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b="1" dirty="0"/>
              <a:t>1.</a:t>
            </a:r>
            <a:r>
              <a:rPr lang="en-US" b="1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4.</a:t>
            </a:r>
            <a:r>
              <a:rPr lang="en-US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2F1285-E7B2-27EA-CC31-041ED8A827AF}"/>
              </a:ext>
            </a:extLst>
          </p:cNvPr>
          <p:cNvSpPr/>
          <p:nvPr/>
        </p:nvSpPr>
        <p:spPr>
          <a:xfrm>
            <a:off x="7471951" y="312193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1A3758-E0EA-C318-150F-EE7574CA00FC}"/>
              </a:ext>
            </a:extLst>
          </p:cNvPr>
          <p:cNvSpPr/>
          <p:nvPr/>
        </p:nvSpPr>
        <p:spPr>
          <a:xfrm>
            <a:off x="7471151" y="43484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90251B-9431-2201-F54B-06BB8864F499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7887320" y="3614299"/>
            <a:ext cx="800" cy="73415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EA02F3-C469-1105-9014-0848AF695B96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7887320" y="4840825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E73DFB-DC21-C4A1-EF0B-AC05A2DC0CD1}"/>
              </a:ext>
            </a:extLst>
          </p:cNvPr>
          <p:cNvSpPr txBox="1"/>
          <p:nvPr/>
        </p:nvSpPr>
        <p:spPr>
          <a:xfrm>
            <a:off x="8316074" y="571605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ACFE90-F5C5-B15B-5480-224F157EF023}"/>
              </a:ext>
            </a:extLst>
          </p:cNvPr>
          <p:cNvSpPr/>
          <p:nvPr/>
        </p:nvSpPr>
        <p:spPr>
          <a:xfrm>
            <a:off x="7483736" y="557368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118DEDB2-6A1A-6E87-EA1F-2AA65B2535C6}"/>
              </a:ext>
            </a:extLst>
          </p:cNvPr>
          <p:cNvSpPr/>
          <p:nvPr/>
        </p:nvSpPr>
        <p:spPr>
          <a:xfrm rot="20890258">
            <a:off x="7886698" y="2883368"/>
            <a:ext cx="764921" cy="985005"/>
          </a:xfrm>
          <a:custGeom>
            <a:avLst/>
            <a:gdLst>
              <a:gd name="connsiteX0" fmla="*/ 0 w 764921"/>
              <a:gd name="connsiteY0" fmla="*/ 781201 h 1159276"/>
              <a:gd name="connsiteX1" fmla="*/ 162046 w 764921"/>
              <a:gd name="connsiteY1" fmla="*/ 1082143 h 1159276"/>
              <a:gd name="connsiteX2" fmla="*/ 428263 w 764921"/>
              <a:gd name="connsiteY2" fmla="*/ 1151591 h 1159276"/>
              <a:gd name="connsiteX3" fmla="*/ 694481 w 764921"/>
              <a:gd name="connsiteY3" fmla="*/ 943247 h 1159276"/>
              <a:gd name="connsiteX4" fmla="*/ 763929 w 764921"/>
              <a:gd name="connsiteY4" fmla="*/ 572857 h 1159276"/>
              <a:gd name="connsiteX5" fmla="*/ 717631 w 764921"/>
              <a:gd name="connsiteY5" fmla="*/ 133019 h 1159276"/>
              <a:gd name="connsiteX6" fmla="*/ 497712 w 764921"/>
              <a:gd name="connsiteY6" fmla="*/ 5697 h 1159276"/>
              <a:gd name="connsiteX7" fmla="*/ 266218 w 764921"/>
              <a:gd name="connsiteY7" fmla="*/ 40421 h 1159276"/>
              <a:gd name="connsiteX8" fmla="*/ 115747 w 764921"/>
              <a:gd name="connsiteY8" fmla="*/ 202467 h 11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921" h="1159276">
                <a:moveTo>
                  <a:pt x="0" y="781201"/>
                </a:moveTo>
                <a:cubicBezTo>
                  <a:pt x="45334" y="900806"/>
                  <a:pt x="90669" y="1020411"/>
                  <a:pt x="162046" y="1082143"/>
                </a:cubicBezTo>
                <a:cubicBezTo>
                  <a:pt x="233423" y="1143875"/>
                  <a:pt x="339524" y="1174740"/>
                  <a:pt x="428263" y="1151591"/>
                </a:cubicBezTo>
                <a:cubicBezTo>
                  <a:pt x="517002" y="1128442"/>
                  <a:pt x="638537" y="1039703"/>
                  <a:pt x="694481" y="943247"/>
                </a:cubicBezTo>
                <a:cubicBezTo>
                  <a:pt x="750425" y="846791"/>
                  <a:pt x="760071" y="707895"/>
                  <a:pt x="763929" y="572857"/>
                </a:cubicBezTo>
                <a:cubicBezTo>
                  <a:pt x="767787" y="437819"/>
                  <a:pt x="762000" y="227545"/>
                  <a:pt x="717631" y="133019"/>
                </a:cubicBezTo>
                <a:cubicBezTo>
                  <a:pt x="673262" y="38493"/>
                  <a:pt x="572947" y="21130"/>
                  <a:pt x="497712" y="5697"/>
                </a:cubicBezTo>
                <a:cubicBezTo>
                  <a:pt x="422477" y="-9736"/>
                  <a:pt x="329879" y="7626"/>
                  <a:pt x="266218" y="40421"/>
                </a:cubicBezTo>
                <a:cubicBezTo>
                  <a:pt x="202557" y="73216"/>
                  <a:pt x="150471" y="161955"/>
                  <a:pt x="115747" y="202467"/>
                </a:cubicBezTo>
              </a:path>
            </a:pathLst>
          </a:cu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C985C00-D961-1117-7FD0-EBBA8F074572}"/>
              </a:ext>
            </a:extLst>
          </p:cNvPr>
          <p:cNvSpPr/>
          <p:nvPr/>
        </p:nvSpPr>
        <p:spPr>
          <a:xfrm>
            <a:off x="7892708" y="2540854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264656-00BB-C7AA-F5D7-B85A01562923}"/>
              </a:ext>
            </a:extLst>
          </p:cNvPr>
          <p:cNvSpPr/>
          <p:nvPr/>
        </p:nvSpPr>
        <p:spPr>
          <a:xfrm>
            <a:off x="7483736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BBC77B-5A03-EE95-5964-9B25D333E956}"/>
              </a:ext>
            </a:extLst>
          </p:cNvPr>
          <p:cNvCxnSpPr>
            <a:cxnSpLocks/>
            <a:stCxn id="24" idx="2"/>
            <a:endCxn id="2" idx="0"/>
          </p:cNvCxnSpPr>
          <p:nvPr/>
        </p:nvCxnSpPr>
        <p:spPr>
          <a:xfrm flipH="1">
            <a:off x="7888120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C6F3427-CC71-1142-A36B-C191D59AF7D2}"/>
              </a:ext>
            </a:extLst>
          </p:cNvPr>
          <p:cNvSpPr txBox="1"/>
          <p:nvPr/>
        </p:nvSpPr>
        <p:spPr>
          <a:xfrm>
            <a:off x="6671844" y="317572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17994634"/>
      </p:ext>
    </p:extLst>
  </p:cSld>
  <p:clrMapOvr>
    <a:masterClrMapping/>
  </p:clrMapOvr>
  <p:transition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B6C89-7897-8AA9-2D31-1B48AF85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2A76A5-17B0-BF52-F208-062C6EE6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F71C8-CF4E-CBDD-8AA6-3B77D6BA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FE8333F-45B2-36EA-27F5-D7B050B4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C6247-CDF1-0771-98EE-EA057E814E13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1.</a:t>
            </a:r>
            <a:r>
              <a:rPr lang="en-US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b="1" dirty="0"/>
              <a:t>2.</a:t>
            </a:r>
            <a:r>
              <a:rPr lang="zh-CN" altLang="en-US" b="1" dirty="0"/>
              <a:t> </a:t>
            </a:r>
            <a:r>
              <a:rPr lang="en-US" b="1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4.</a:t>
            </a:r>
            <a:r>
              <a:rPr lang="en-US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0E97C3-079C-E905-D189-736655A0A4D6}"/>
              </a:ext>
            </a:extLst>
          </p:cNvPr>
          <p:cNvSpPr/>
          <p:nvPr/>
        </p:nvSpPr>
        <p:spPr>
          <a:xfrm>
            <a:off x="7471951" y="3121930"/>
            <a:ext cx="832338" cy="17188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E108BC-57A9-57F7-4734-3950F96D082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887320" y="4840825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E20D35-2B36-0BA1-BCB9-36440A14195A}"/>
              </a:ext>
            </a:extLst>
          </p:cNvPr>
          <p:cNvSpPr txBox="1"/>
          <p:nvPr/>
        </p:nvSpPr>
        <p:spPr>
          <a:xfrm>
            <a:off x="7492891" y="3285249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…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X</a:t>
            </a:r>
            <a:endParaRPr lang="en-CN" dirty="0">
              <a:solidFill>
                <a:schemeClr val="bg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32BFB6-B710-240D-B376-A9845AF4DEF3}"/>
              </a:ext>
            </a:extLst>
          </p:cNvPr>
          <p:cNvSpPr/>
          <p:nvPr/>
        </p:nvSpPr>
        <p:spPr>
          <a:xfrm>
            <a:off x="7483736" y="557368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909A1F2-CF5A-E4A1-5483-04B85E33089F}"/>
              </a:ext>
            </a:extLst>
          </p:cNvPr>
          <p:cNvSpPr/>
          <p:nvPr/>
        </p:nvSpPr>
        <p:spPr>
          <a:xfrm>
            <a:off x="7892708" y="2540854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A53C53-E042-F6A6-D000-20814DE6F8D0}"/>
              </a:ext>
            </a:extLst>
          </p:cNvPr>
          <p:cNvSpPr/>
          <p:nvPr/>
        </p:nvSpPr>
        <p:spPr>
          <a:xfrm>
            <a:off x="7483736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89FE3E-70AE-2726-E45F-38BF2457D27D}"/>
              </a:ext>
            </a:extLst>
          </p:cNvPr>
          <p:cNvCxnSpPr>
            <a:cxnSpLocks/>
            <a:stCxn id="19" idx="2"/>
            <a:endCxn id="3" idx="0"/>
          </p:cNvCxnSpPr>
          <p:nvPr/>
        </p:nvCxnSpPr>
        <p:spPr>
          <a:xfrm flipH="1">
            <a:off x="7888120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85DDB10-6698-B0A1-EC9A-8CD6D2E750CD}"/>
              </a:ext>
            </a:extLst>
          </p:cNvPr>
          <p:cNvSpPr txBox="1"/>
          <p:nvPr/>
        </p:nvSpPr>
        <p:spPr>
          <a:xfrm>
            <a:off x="7483344" y="430817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X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…</a:t>
            </a:r>
            <a:endParaRPr lang="en-C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03355"/>
      </p:ext>
    </p:extLst>
  </p:cSld>
  <p:clrMapOvr>
    <a:masterClrMapping/>
  </p:clrMapOvr>
  <p:transition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F25E-9729-69D1-14CB-FD742C14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BE81EC-1167-6531-F412-D584CA6D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D70137-7750-7ECE-8419-9E8642CE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951E97D-51A9-9849-C566-203F6053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6E56E-2599-35A3-1F95-B29FF699B1F2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1.</a:t>
            </a:r>
            <a:r>
              <a:rPr lang="en-US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b="1" dirty="0"/>
              <a:t>3.</a:t>
            </a:r>
            <a:r>
              <a:rPr lang="zh-CN" altLang="en-US" b="1" dirty="0"/>
              <a:t> </a:t>
            </a:r>
            <a:r>
              <a:rPr lang="en-US" b="1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4.</a:t>
            </a:r>
            <a:r>
              <a:rPr lang="en-US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40D836-0F07-3A3B-F0DB-799C13644804}"/>
              </a:ext>
            </a:extLst>
          </p:cNvPr>
          <p:cNvSpPr/>
          <p:nvPr/>
        </p:nvSpPr>
        <p:spPr>
          <a:xfrm>
            <a:off x="6385429" y="312193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CD1F2C-78AC-56BE-9FBA-26C06CD8A1C8}"/>
              </a:ext>
            </a:extLst>
          </p:cNvPr>
          <p:cNvSpPr/>
          <p:nvPr/>
        </p:nvSpPr>
        <p:spPr>
          <a:xfrm>
            <a:off x="6384629" y="43484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799F9A-C845-A4AB-E44C-85FBD9F793D4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6800798" y="3614299"/>
            <a:ext cx="800" cy="73415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6D46F4-374A-79B7-42AA-EC8DE751285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6800798" y="4840825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7B9011-F937-5BD3-22BD-670FA9EEC5DB}"/>
              </a:ext>
            </a:extLst>
          </p:cNvPr>
          <p:cNvSpPr txBox="1"/>
          <p:nvPr/>
        </p:nvSpPr>
        <p:spPr>
          <a:xfrm>
            <a:off x="5550456" y="315246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428C63-E29B-027C-A921-1D70E13DEE0E}"/>
              </a:ext>
            </a:extLst>
          </p:cNvPr>
          <p:cNvSpPr/>
          <p:nvPr/>
        </p:nvSpPr>
        <p:spPr>
          <a:xfrm>
            <a:off x="6397214" y="557368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86AF66E-E0A5-179C-3C72-513E7940D550}"/>
              </a:ext>
            </a:extLst>
          </p:cNvPr>
          <p:cNvSpPr/>
          <p:nvPr/>
        </p:nvSpPr>
        <p:spPr>
          <a:xfrm>
            <a:off x="6806186" y="2540854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D83456-37D4-A531-CDFB-0B99B9C6DB7E}"/>
              </a:ext>
            </a:extLst>
          </p:cNvPr>
          <p:cNvSpPr/>
          <p:nvPr/>
        </p:nvSpPr>
        <p:spPr>
          <a:xfrm>
            <a:off x="6397214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145BFB-02FD-A291-4C50-B83390BD067F}"/>
              </a:ext>
            </a:extLst>
          </p:cNvPr>
          <p:cNvCxnSpPr>
            <a:cxnSpLocks/>
            <a:stCxn id="17" idx="2"/>
            <a:endCxn id="2" idx="0"/>
          </p:cNvCxnSpPr>
          <p:nvPr/>
        </p:nvCxnSpPr>
        <p:spPr>
          <a:xfrm flipH="1">
            <a:off x="6801598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BC527F-37D3-5BE5-100F-574339DB8993}"/>
              </a:ext>
            </a:extLst>
          </p:cNvPr>
          <p:cNvSpPr txBox="1"/>
          <p:nvPr/>
        </p:nvSpPr>
        <p:spPr>
          <a:xfrm>
            <a:off x="5568788" y="440224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B7588F-668E-0ED6-FE85-3CE4AF3959DA}"/>
              </a:ext>
            </a:extLst>
          </p:cNvPr>
          <p:cNvSpPr/>
          <p:nvPr/>
        </p:nvSpPr>
        <p:spPr>
          <a:xfrm>
            <a:off x="9209244" y="312193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70627D-CE6E-DCF7-8E2A-344E4001B4C4}"/>
              </a:ext>
            </a:extLst>
          </p:cNvPr>
          <p:cNvSpPr/>
          <p:nvPr/>
        </p:nvSpPr>
        <p:spPr>
          <a:xfrm>
            <a:off x="9208444" y="478952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5AF0FF-FEF8-9E95-C06C-5B1060189A7D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9624613" y="3614299"/>
            <a:ext cx="800" cy="117522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00A56D-890D-548C-350E-43A61C9C24C0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flipH="1">
            <a:off x="8999042" y="3614299"/>
            <a:ext cx="626371" cy="36288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B7ABD6-5A72-CB89-0311-DE62D8F55FFF}"/>
              </a:ext>
            </a:extLst>
          </p:cNvPr>
          <p:cNvSpPr txBox="1"/>
          <p:nvPr/>
        </p:nvSpPr>
        <p:spPr>
          <a:xfrm>
            <a:off x="8374271" y="315246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BCE1C3-E36B-1C2B-6FDE-992419F58F1C}"/>
              </a:ext>
            </a:extLst>
          </p:cNvPr>
          <p:cNvSpPr/>
          <p:nvPr/>
        </p:nvSpPr>
        <p:spPr>
          <a:xfrm>
            <a:off x="8582873" y="397718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3214C8-3F65-667C-AF12-6018B9CF40B9}"/>
              </a:ext>
            </a:extLst>
          </p:cNvPr>
          <p:cNvSpPr/>
          <p:nvPr/>
        </p:nvSpPr>
        <p:spPr>
          <a:xfrm>
            <a:off x="9221029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ACC69A-6831-15BF-00D9-CDD2EFD756D2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flipH="1">
            <a:off x="9625413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6C3E17-B6A0-7FE6-129F-ED0F9EDC37BB}"/>
              </a:ext>
            </a:extLst>
          </p:cNvPr>
          <p:cNvSpPr txBox="1"/>
          <p:nvPr/>
        </p:nvSpPr>
        <p:spPr>
          <a:xfrm>
            <a:off x="8392603" y="484331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7C1259D-1892-26C2-E626-B0D730EC69EB}"/>
              </a:ext>
            </a:extLst>
          </p:cNvPr>
          <p:cNvSpPr/>
          <p:nvPr/>
        </p:nvSpPr>
        <p:spPr>
          <a:xfrm>
            <a:off x="9649609" y="2822835"/>
            <a:ext cx="1000978" cy="2948174"/>
          </a:xfrm>
          <a:custGeom>
            <a:avLst/>
            <a:gdLst>
              <a:gd name="connsiteX0" fmla="*/ 0 w 1000978"/>
              <a:gd name="connsiteY0" fmla="*/ 2469927 h 2948174"/>
              <a:gd name="connsiteX1" fmla="*/ 215153 w 1000978"/>
              <a:gd name="connsiteY1" fmla="*/ 2835687 h 2948174"/>
              <a:gd name="connsiteX2" fmla="*/ 731520 w 1000978"/>
              <a:gd name="connsiteY2" fmla="*/ 2900233 h 2948174"/>
              <a:gd name="connsiteX3" fmla="*/ 978946 w 1000978"/>
              <a:gd name="connsiteY3" fmla="*/ 2179471 h 2948174"/>
              <a:gd name="connsiteX4" fmla="*/ 968189 w 1000978"/>
              <a:gd name="connsiteY4" fmla="*/ 522793 h 2948174"/>
              <a:gd name="connsiteX5" fmla="*/ 796066 w 1000978"/>
              <a:gd name="connsiteY5" fmla="*/ 81730 h 2948174"/>
              <a:gd name="connsiteX6" fmla="*/ 419549 w 1000978"/>
              <a:gd name="connsiteY6" fmla="*/ 6426 h 2948174"/>
              <a:gd name="connsiteX7" fmla="*/ 204396 w 1000978"/>
              <a:gd name="connsiteY7" fmla="*/ 167791 h 2948174"/>
              <a:gd name="connsiteX8" fmla="*/ 86062 w 1000978"/>
              <a:gd name="connsiteY8" fmla="*/ 275367 h 294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978" h="2948174">
                <a:moveTo>
                  <a:pt x="0" y="2469927"/>
                </a:moveTo>
                <a:cubicBezTo>
                  <a:pt x="46616" y="2616948"/>
                  <a:pt x="93233" y="2763969"/>
                  <a:pt x="215153" y="2835687"/>
                </a:cubicBezTo>
                <a:cubicBezTo>
                  <a:pt x="337073" y="2907405"/>
                  <a:pt x="604221" y="3009602"/>
                  <a:pt x="731520" y="2900233"/>
                </a:cubicBezTo>
                <a:cubicBezTo>
                  <a:pt x="858819" y="2790864"/>
                  <a:pt x="939501" y="2575711"/>
                  <a:pt x="978946" y="2179471"/>
                </a:cubicBezTo>
                <a:cubicBezTo>
                  <a:pt x="1018391" y="1783231"/>
                  <a:pt x="998669" y="872416"/>
                  <a:pt x="968189" y="522793"/>
                </a:cubicBezTo>
                <a:cubicBezTo>
                  <a:pt x="937709" y="173170"/>
                  <a:pt x="887506" y="167791"/>
                  <a:pt x="796066" y="81730"/>
                </a:cubicBezTo>
                <a:cubicBezTo>
                  <a:pt x="704626" y="-4331"/>
                  <a:pt x="518161" y="-7917"/>
                  <a:pt x="419549" y="6426"/>
                </a:cubicBezTo>
                <a:cubicBezTo>
                  <a:pt x="320937" y="20769"/>
                  <a:pt x="259977" y="122967"/>
                  <a:pt x="204396" y="167791"/>
                </a:cubicBezTo>
                <a:cubicBezTo>
                  <a:pt x="148815" y="212614"/>
                  <a:pt x="117438" y="243990"/>
                  <a:pt x="86062" y="275367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8366471"/>
      </p:ext>
    </p:extLst>
  </p:cSld>
  <p:clrMapOvr>
    <a:masterClrMapping/>
  </p:clrMapOvr>
  <p:transition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A754-2C78-5FD1-3BBA-55CF55A8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BBB8FC-59E4-464E-4984-6FCD3474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B0F877-1596-AA8F-93AF-3D670E41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EA712A1-AA89-BB41-4721-4E493EEB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B3A53-FFCF-BDA8-3E96-8B0FC661AE4A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1.</a:t>
            </a:r>
            <a:r>
              <a:rPr lang="en-US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b="1" dirty="0"/>
              <a:t>4.</a:t>
            </a:r>
            <a:r>
              <a:rPr lang="en-US" b="1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200991-77DC-2803-980A-9414DE7020EC}"/>
              </a:ext>
            </a:extLst>
          </p:cNvPr>
          <p:cNvSpPr/>
          <p:nvPr/>
        </p:nvSpPr>
        <p:spPr>
          <a:xfrm>
            <a:off x="7681658" y="312193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DCE735-3D73-E95A-8AA2-E0A6A22E8396}"/>
              </a:ext>
            </a:extLst>
          </p:cNvPr>
          <p:cNvSpPr/>
          <p:nvPr/>
        </p:nvSpPr>
        <p:spPr>
          <a:xfrm>
            <a:off x="7680858" y="478952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0B9052-6264-1A02-E722-F64EACAE290D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flipH="1">
            <a:off x="8097027" y="3614299"/>
            <a:ext cx="800" cy="117522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32E891-0F6C-EC25-7526-AFBD8A5E8CB8}"/>
              </a:ext>
            </a:extLst>
          </p:cNvPr>
          <p:cNvCxnSpPr>
            <a:cxnSpLocks/>
            <a:stCxn id="3" idx="2"/>
            <a:endCxn id="18" idx="0"/>
          </p:cNvCxnSpPr>
          <p:nvPr/>
        </p:nvCxnSpPr>
        <p:spPr>
          <a:xfrm flipH="1">
            <a:off x="7471456" y="3614299"/>
            <a:ext cx="626371" cy="36288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75D69E-8CFB-A6C0-4708-3C64C7ACF4A7}"/>
              </a:ext>
            </a:extLst>
          </p:cNvPr>
          <p:cNvSpPr txBox="1"/>
          <p:nvPr/>
        </p:nvSpPr>
        <p:spPr>
          <a:xfrm>
            <a:off x="6866298" y="4851039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EACF91-0034-A2B5-690A-5AD2A05B435B}"/>
              </a:ext>
            </a:extLst>
          </p:cNvPr>
          <p:cNvSpPr/>
          <p:nvPr/>
        </p:nvSpPr>
        <p:spPr>
          <a:xfrm>
            <a:off x="7055287" y="397718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EC3308-233F-F1B3-772D-BBE44A336267}"/>
              </a:ext>
            </a:extLst>
          </p:cNvPr>
          <p:cNvSpPr/>
          <p:nvPr/>
        </p:nvSpPr>
        <p:spPr>
          <a:xfrm>
            <a:off x="7693443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9942E-C2D4-C5E1-A0E5-957DC8DEEED7}"/>
              </a:ext>
            </a:extLst>
          </p:cNvPr>
          <p:cNvCxnSpPr>
            <a:cxnSpLocks/>
            <a:stCxn id="19" idx="2"/>
            <a:endCxn id="3" idx="0"/>
          </p:cNvCxnSpPr>
          <p:nvPr/>
        </p:nvCxnSpPr>
        <p:spPr>
          <a:xfrm flipH="1">
            <a:off x="8097827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12627F-99A2-883D-1EE0-3933946D8408}"/>
              </a:ext>
            </a:extLst>
          </p:cNvPr>
          <p:cNvSpPr txBox="1"/>
          <p:nvPr/>
        </p:nvSpPr>
        <p:spPr>
          <a:xfrm>
            <a:off x="6859437" y="317659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E45E2B9-9978-415A-8A53-C8439DF7181A}"/>
              </a:ext>
            </a:extLst>
          </p:cNvPr>
          <p:cNvSpPr/>
          <p:nvPr/>
        </p:nvSpPr>
        <p:spPr>
          <a:xfrm>
            <a:off x="8122023" y="2822835"/>
            <a:ext cx="1000978" cy="2948174"/>
          </a:xfrm>
          <a:custGeom>
            <a:avLst/>
            <a:gdLst>
              <a:gd name="connsiteX0" fmla="*/ 0 w 1000978"/>
              <a:gd name="connsiteY0" fmla="*/ 2469927 h 2948174"/>
              <a:gd name="connsiteX1" fmla="*/ 215153 w 1000978"/>
              <a:gd name="connsiteY1" fmla="*/ 2835687 h 2948174"/>
              <a:gd name="connsiteX2" fmla="*/ 731520 w 1000978"/>
              <a:gd name="connsiteY2" fmla="*/ 2900233 h 2948174"/>
              <a:gd name="connsiteX3" fmla="*/ 978946 w 1000978"/>
              <a:gd name="connsiteY3" fmla="*/ 2179471 h 2948174"/>
              <a:gd name="connsiteX4" fmla="*/ 968189 w 1000978"/>
              <a:gd name="connsiteY4" fmla="*/ 522793 h 2948174"/>
              <a:gd name="connsiteX5" fmla="*/ 796066 w 1000978"/>
              <a:gd name="connsiteY5" fmla="*/ 81730 h 2948174"/>
              <a:gd name="connsiteX6" fmla="*/ 419549 w 1000978"/>
              <a:gd name="connsiteY6" fmla="*/ 6426 h 2948174"/>
              <a:gd name="connsiteX7" fmla="*/ 204396 w 1000978"/>
              <a:gd name="connsiteY7" fmla="*/ 167791 h 2948174"/>
              <a:gd name="connsiteX8" fmla="*/ 86062 w 1000978"/>
              <a:gd name="connsiteY8" fmla="*/ 275367 h 294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978" h="2948174">
                <a:moveTo>
                  <a:pt x="0" y="2469927"/>
                </a:moveTo>
                <a:cubicBezTo>
                  <a:pt x="46616" y="2616948"/>
                  <a:pt x="93233" y="2763969"/>
                  <a:pt x="215153" y="2835687"/>
                </a:cubicBezTo>
                <a:cubicBezTo>
                  <a:pt x="337073" y="2907405"/>
                  <a:pt x="604221" y="3009602"/>
                  <a:pt x="731520" y="2900233"/>
                </a:cubicBezTo>
                <a:cubicBezTo>
                  <a:pt x="858819" y="2790864"/>
                  <a:pt x="939501" y="2575711"/>
                  <a:pt x="978946" y="2179471"/>
                </a:cubicBezTo>
                <a:cubicBezTo>
                  <a:pt x="1018391" y="1783231"/>
                  <a:pt x="998669" y="872416"/>
                  <a:pt x="968189" y="522793"/>
                </a:cubicBezTo>
                <a:cubicBezTo>
                  <a:pt x="937709" y="173170"/>
                  <a:pt x="887506" y="167791"/>
                  <a:pt x="796066" y="81730"/>
                </a:cubicBezTo>
                <a:cubicBezTo>
                  <a:pt x="704626" y="-4331"/>
                  <a:pt x="518161" y="-7917"/>
                  <a:pt x="419549" y="6426"/>
                </a:cubicBezTo>
                <a:cubicBezTo>
                  <a:pt x="320937" y="20769"/>
                  <a:pt x="259977" y="122967"/>
                  <a:pt x="204396" y="167791"/>
                </a:cubicBezTo>
                <a:cubicBezTo>
                  <a:pt x="148815" y="212614"/>
                  <a:pt x="117438" y="243990"/>
                  <a:pt x="86062" y="275367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6574559"/>
      </p:ext>
    </p:extLst>
  </p:cSld>
  <p:clrMapOvr>
    <a:masterClrMapping/>
  </p:clrMapOvr>
  <p:transition>
    <p:wipe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06D7-D58F-4F20-280D-CA8CF15B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08676D-B6E9-7063-497C-1896AF3F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CB5C63-FA9E-A4DC-01C3-78AC1F03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0CC7E173-B7B9-BBDB-BFEC-38B4CAE0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F64AC-68FF-F525-E174-05F2916B1F11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1.</a:t>
            </a:r>
            <a:r>
              <a:rPr lang="en-US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4.</a:t>
            </a:r>
            <a:r>
              <a:rPr lang="en-US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55D29-7E88-7BF2-E51E-20BC00404F95}"/>
              </a:ext>
            </a:extLst>
          </p:cNvPr>
          <p:cNvSpPr/>
          <p:nvPr/>
        </p:nvSpPr>
        <p:spPr>
          <a:xfrm>
            <a:off x="8100783" y="187693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15CBE4-DF96-0861-88EF-9751C7547CD1}"/>
              </a:ext>
            </a:extLst>
          </p:cNvPr>
          <p:cNvSpPr/>
          <p:nvPr/>
        </p:nvSpPr>
        <p:spPr>
          <a:xfrm>
            <a:off x="6822968" y="279719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09C30E-99D6-2F33-570C-C5F7940C36F9}"/>
              </a:ext>
            </a:extLst>
          </p:cNvPr>
          <p:cNvSpPr/>
          <p:nvPr/>
        </p:nvSpPr>
        <p:spPr>
          <a:xfrm>
            <a:off x="8083198" y="374090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D98BE1-2A21-1A84-C607-F1EAB4312072}"/>
              </a:ext>
            </a:extLst>
          </p:cNvPr>
          <p:cNvSpPr/>
          <p:nvPr/>
        </p:nvSpPr>
        <p:spPr>
          <a:xfrm>
            <a:off x="6822968" y="4667027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42D5E4-9A37-EA33-6857-AA8C26965CAD}"/>
              </a:ext>
            </a:extLst>
          </p:cNvPr>
          <p:cNvCxnSpPr>
            <a:cxnSpLocks/>
          </p:cNvCxnSpPr>
          <p:nvPr/>
        </p:nvCxnSpPr>
        <p:spPr>
          <a:xfrm>
            <a:off x="7224483" y="3283703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3A7603-F52A-D224-DA7E-56C43CBF3B94}"/>
              </a:ext>
            </a:extLst>
          </p:cNvPr>
          <p:cNvCxnSpPr/>
          <p:nvPr/>
        </p:nvCxnSpPr>
        <p:spPr>
          <a:xfrm>
            <a:off x="8534536" y="2354649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996F7D-087C-D8C8-EBC6-7A102CCF101A}"/>
              </a:ext>
            </a:extLst>
          </p:cNvPr>
          <p:cNvCxnSpPr>
            <a:cxnSpLocks/>
          </p:cNvCxnSpPr>
          <p:nvPr/>
        </p:nvCxnSpPr>
        <p:spPr>
          <a:xfrm flipH="1">
            <a:off x="7672891" y="2378096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986871-513C-3455-769D-AA1AA1F9521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661168" y="4233273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CF8544-4DF3-B160-A387-1BD6F68C77B8}"/>
                  </a:ext>
                </a:extLst>
              </p:cNvPr>
              <p:cNvSpPr txBox="1"/>
              <p:nvPr/>
            </p:nvSpPr>
            <p:spPr>
              <a:xfrm>
                <a:off x="8534536" y="2427287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CF8544-4DF3-B160-A387-1BD6F68C7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536" y="2427287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EB467A-48C8-DCC9-3BF0-959D0EAA750C}"/>
                  </a:ext>
                </a:extLst>
              </p:cNvPr>
              <p:cNvSpPr txBox="1"/>
              <p:nvPr/>
            </p:nvSpPr>
            <p:spPr>
              <a:xfrm>
                <a:off x="7702198" y="2278859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EB467A-48C8-DCC9-3BF0-959D0EAA7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198" y="2278859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226B35-9224-E067-371A-0438AA246151}"/>
                  </a:ext>
                </a:extLst>
              </p:cNvPr>
              <p:cNvSpPr txBox="1"/>
              <p:nvPr/>
            </p:nvSpPr>
            <p:spPr>
              <a:xfrm>
                <a:off x="7653237" y="3255834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226B35-9224-E067-371A-0438AA246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237" y="3255834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41A784-69CD-EAF3-6DBE-F0082AEA81E8}"/>
                  </a:ext>
                </a:extLst>
              </p:cNvPr>
              <p:cNvSpPr txBox="1"/>
              <p:nvPr/>
            </p:nvSpPr>
            <p:spPr>
              <a:xfrm>
                <a:off x="6306076" y="3491997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41A784-69CD-EAF3-6DBE-F0082AEA8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076" y="3491997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3194EB9-547E-724F-677E-33ACA5FD0CF9}"/>
              </a:ext>
            </a:extLst>
          </p:cNvPr>
          <p:cNvSpPr txBox="1"/>
          <p:nvPr/>
        </p:nvSpPr>
        <p:spPr>
          <a:xfrm>
            <a:off x="5976071" y="473157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54A5FD-02BF-E16D-DB66-E3AF07077AD7}"/>
              </a:ext>
            </a:extLst>
          </p:cNvPr>
          <p:cNvSpPr txBox="1"/>
          <p:nvPr/>
        </p:nvSpPr>
        <p:spPr>
          <a:xfrm>
            <a:off x="8911330" y="193915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20AE8CFA-A1D2-D0FE-6B96-9A890D53F158}"/>
              </a:ext>
            </a:extLst>
          </p:cNvPr>
          <p:cNvSpPr/>
          <p:nvPr/>
        </p:nvSpPr>
        <p:spPr>
          <a:xfrm>
            <a:off x="6420376" y="2054894"/>
            <a:ext cx="1658616" cy="1484371"/>
          </a:xfrm>
          <a:custGeom>
            <a:avLst/>
            <a:gdLst>
              <a:gd name="connsiteX0" fmla="*/ 808762 w 1658616"/>
              <a:gd name="connsiteY0" fmla="*/ 1247703 h 1484371"/>
              <a:gd name="connsiteX1" fmla="*/ 507548 w 1658616"/>
              <a:gd name="connsiteY1" fmla="*/ 1484371 h 1484371"/>
              <a:gd name="connsiteX2" fmla="*/ 1939 w 1658616"/>
              <a:gd name="connsiteY2" fmla="*/ 1247703 h 1484371"/>
              <a:gd name="connsiteX3" fmla="*/ 378456 w 1658616"/>
              <a:gd name="connsiteY3" fmla="*/ 365576 h 1484371"/>
              <a:gd name="connsiteX4" fmla="*/ 1432706 w 1658616"/>
              <a:gd name="connsiteY4" fmla="*/ 32089 h 1484371"/>
              <a:gd name="connsiteX5" fmla="*/ 1658616 w 1658616"/>
              <a:gd name="connsiteY5" fmla="*/ 32089 h 14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8616" h="1484371">
                <a:moveTo>
                  <a:pt x="808762" y="1247703"/>
                </a:moveTo>
                <a:cubicBezTo>
                  <a:pt x="725390" y="1366037"/>
                  <a:pt x="642018" y="1484371"/>
                  <a:pt x="507548" y="1484371"/>
                </a:cubicBezTo>
                <a:cubicBezTo>
                  <a:pt x="373078" y="1484371"/>
                  <a:pt x="23454" y="1434169"/>
                  <a:pt x="1939" y="1247703"/>
                </a:cubicBezTo>
                <a:cubicBezTo>
                  <a:pt x="-19576" y="1061237"/>
                  <a:pt x="139995" y="568178"/>
                  <a:pt x="378456" y="365576"/>
                </a:cubicBezTo>
                <a:cubicBezTo>
                  <a:pt x="616917" y="162974"/>
                  <a:pt x="1219346" y="87670"/>
                  <a:pt x="1432706" y="32089"/>
                </a:cubicBezTo>
                <a:cubicBezTo>
                  <a:pt x="1646066" y="-23492"/>
                  <a:pt x="1652341" y="4298"/>
                  <a:pt x="1658616" y="32089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48661F-F332-03ED-615E-6DFADD0BD53A}"/>
              </a:ext>
            </a:extLst>
          </p:cNvPr>
          <p:cNvSpPr/>
          <p:nvPr/>
        </p:nvSpPr>
        <p:spPr>
          <a:xfrm>
            <a:off x="8078992" y="557448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F41D2C-2206-E3C0-73C9-593C9C76780F}"/>
              </a:ext>
            </a:extLst>
          </p:cNvPr>
          <p:cNvCxnSpPr>
            <a:cxnSpLocks/>
            <a:stCxn id="9" idx="2"/>
            <a:endCxn id="40" idx="0"/>
          </p:cNvCxnSpPr>
          <p:nvPr/>
        </p:nvCxnSpPr>
        <p:spPr>
          <a:xfrm flipH="1">
            <a:off x="8495161" y="4233273"/>
            <a:ext cx="4206" cy="13412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13E418-3FEF-B07A-A5CC-3D25DADDF1F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239137" y="5159396"/>
            <a:ext cx="839855" cy="41508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C7AAC83-C263-3DBF-C922-AA59BB14DEA9}"/>
                  </a:ext>
                </a:extLst>
              </p:cNvPr>
              <p:cNvSpPr txBox="1"/>
              <p:nvPr/>
            </p:nvSpPr>
            <p:spPr>
              <a:xfrm>
                <a:off x="8463121" y="4344009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C7AAC83-C263-3DBF-C922-AA59BB14D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121" y="4344009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C3C7593-6724-C5AD-E2AE-90FD1A521423}"/>
                  </a:ext>
                </a:extLst>
              </p:cNvPr>
              <p:cNvSpPr txBox="1"/>
              <p:nvPr/>
            </p:nvSpPr>
            <p:spPr>
              <a:xfrm>
                <a:off x="7672891" y="418123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C3C7593-6724-C5AD-E2AE-90FD1A52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891" y="4181238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11470"/>
      </p:ext>
    </p:extLst>
  </p:cSld>
  <p:clrMapOvr>
    <a:masterClrMapping/>
  </p:clrMapOvr>
  <p:transition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86C5-6788-7F3D-E740-AFFB4A06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D364AE-301A-451D-BCE6-71268064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258C1C2-E487-1170-4F4F-687D5B90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19E0C-F916-21E2-0186-88EE324B6AB6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F9CE1-7011-04C8-A8A7-257BE4504D12}"/>
              </a:ext>
            </a:extLst>
          </p:cNvPr>
          <p:cNvSpPr txBox="1"/>
          <p:nvPr/>
        </p:nvSpPr>
        <p:spPr>
          <a:xfrm>
            <a:off x="1192431" y="2280985"/>
            <a:ext cx="521150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2C8FBD-64A2-6F4A-21E3-B5CFA1D0FEC6}"/>
              </a:ext>
            </a:extLst>
          </p:cNvPr>
          <p:cNvSpPr/>
          <p:nvPr/>
        </p:nvSpPr>
        <p:spPr>
          <a:xfrm>
            <a:off x="8810647" y="181373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46032F-7AB0-D265-D226-B4251F86F577}"/>
              </a:ext>
            </a:extLst>
          </p:cNvPr>
          <p:cNvSpPr/>
          <p:nvPr/>
        </p:nvSpPr>
        <p:spPr>
          <a:xfrm>
            <a:off x="7532832" y="273399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F27988-544E-CD9E-B70E-6DDC435B90FE}"/>
              </a:ext>
            </a:extLst>
          </p:cNvPr>
          <p:cNvSpPr/>
          <p:nvPr/>
        </p:nvSpPr>
        <p:spPr>
          <a:xfrm>
            <a:off x="8793062" y="367770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10FECD-D134-70E5-B519-D2BEFB8E36E3}"/>
              </a:ext>
            </a:extLst>
          </p:cNvPr>
          <p:cNvSpPr/>
          <p:nvPr/>
        </p:nvSpPr>
        <p:spPr>
          <a:xfrm>
            <a:off x="7532832" y="460382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693BC9-D04B-792D-81E9-B4F495E55008}"/>
              </a:ext>
            </a:extLst>
          </p:cNvPr>
          <p:cNvCxnSpPr>
            <a:cxnSpLocks/>
          </p:cNvCxnSpPr>
          <p:nvPr/>
        </p:nvCxnSpPr>
        <p:spPr>
          <a:xfrm>
            <a:off x="7934347" y="3220502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0CB73A5-F804-5B3F-AF8B-CFD0E75296DD}"/>
              </a:ext>
            </a:extLst>
          </p:cNvPr>
          <p:cNvCxnSpPr/>
          <p:nvPr/>
        </p:nvCxnSpPr>
        <p:spPr>
          <a:xfrm>
            <a:off x="9244400" y="229144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29B1FCD-9010-529B-C50B-F5A32C38CCC4}"/>
              </a:ext>
            </a:extLst>
          </p:cNvPr>
          <p:cNvCxnSpPr>
            <a:cxnSpLocks/>
          </p:cNvCxnSpPr>
          <p:nvPr/>
        </p:nvCxnSpPr>
        <p:spPr>
          <a:xfrm flipH="1">
            <a:off x="8382755" y="2314895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DC73F5E-7F83-8B61-56F5-29F1058B1057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8371032" y="4170072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1C0C362-C66D-0A8D-ABD6-B81B5BC13A62}"/>
                  </a:ext>
                </a:extLst>
              </p:cNvPr>
              <p:cNvSpPr txBox="1"/>
              <p:nvPr/>
            </p:nvSpPr>
            <p:spPr>
              <a:xfrm>
                <a:off x="9244400" y="2364086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1C0C362-C66D-0A8D-ABD6-B81B5BC1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400" y="2364086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43ED68A-D925-E06C-4E3A-13F36C6532D1}"/>
                  </a:ext>
                </a:extLst>
              </p:cNvPr>
              <p:cNvSpPr txBox="1"/>
              <p:nvPr/>
            </p:nvSpPr>
            <p:spPr>
              <a:xfrm>
                <a:off x="8412062" y="22156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43ED68A-D925-E06C-4E3A-13F36C653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062" y="2215658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A57D97A-6873-A60D-7216-1165B0A2CFA4}"/>
                  </a:ext>
                </a:extLst>
              </p:cNvPr>
              <p:cNvSpPr txBox="1"/>
              <p:nvPr/>
            </p:nvSpPr>
            <p:spPr>
              <a:xfrm>
                <a:off x="8363101" y="3192633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A57D97A-6873-A60D-7216-1165B0A2C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101" y="3192633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300ACA-0A63-E7B6-32A4-46734B2ACE25}"/>
                  </a:ext>
                </a:extLst>
              </p:cNvPr>
              <p:cNvSpPr txBox="1"/>
              <p:nvPr/>
            </p:nvSpPr>
            <p:spPr>
              <a:xfrm>
                <a:off x="7015940" y="3428796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300ACA-0A63-E7B6-32A4-46734B2AC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940" y="3428796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88E93003-ACFD-846A-4121-BCA6770519D9}"/>
              </a:ext>
            </a:extLst>
          </p:cNvPr>
          <p:cNvSpPr txBox="1"/>
          <p:nvPr/>
        </p:nvSpPr>
        <p:spPr>
          <a:xfrm>
            <a:off x="9621194" y="187595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B507D74B-DF63-48ED-E858-778B5C3410B8}"/>
              </a:ext>
            </a:extLst>
          </p:cNvPr>
          <p:cNvSpPr/>
          <p:nvPr/>
        </p:nvSpPr>
        <p:spPr>
          <a:xfrm>
            <a:off x="7130240" y="1991693"/>
            <a:ext cx="1658616" cy="1484371"/>
          </a:xfrm>
          <a:custGeom>
            <a:avLst/>
            <a:gdLst>
              <a:gd name="connsiteX0" fmla="*/ 808762 w 1658616"/>
              <a:gd name="connsiteY0" fmla="*/ 1247703 h 1484371"/>
              <a:gd name="connsiteX1" fmla="*/ 507548 w 1658616"/>
              <a:gd name="connsiteY1" fmla="*/ 1484371 h 1484371"/>
              <a:gd name="connsiteX2" fmla="*/ 1939 w 1658616"/>
              <a:gd name="connsiteY2" fmla="*/ 1247703 h 1484371"/>
              <a:gd name="connsiteX3" fmla="*/ 378456 w 1658616"/>
              <a:gd name="connsiteY3" fmla="*/ 365576 h 1484371"/>
              <a:gd name="connsiteX4" fmla="*/ 1432706 w 1658616"/>
              <a:gd name="connsiteY4" fmla="*/ 32089 h 1484371"/>
              <a:gd name="connsiteX5" fmla="*/ 1658616 w 1658616"/>
              <a:gd name="connsiteY5" fmla="*/ 32089 h 14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8616" h="1484371">
                <a:moveTo>
                  <a:pt x="808762" y="1247703"/>
                </a:moveTo>
                <a:cubicBezTo>
                  <a:pt x="725390" y="1366037"/>
                  <a:pt x="642018" y="1484371"/>
                  <a:pt x="507548" y="1484371"/>
                </a:cubicBezTo>
                <a:cubicBezTo>
                  <a:pt x="373078" y="1484371"/>
                  <a:pt x="23454" y="1434169"/>
                  <a:pt x="1939" y="1247703"/>
                </a:cubicBezTo>
                <a:cubicBezTo>
                  <a:pt x="-19576" y="1061237"/>
                  <a:pt x="139995" y="568178"/>
                  <a:pt x="378456" y="365576"/>
                </a:cubicBezTo>
                <a:cubicBezTo>
                  <a:pt x="616917" y="162974"/>
                  <a:pt x="1219346" y="87670"/>
                  <a:pt x="1432706" y="32089"/>
                </a:cubicBezTo>
                <a:cubicBezTo>
                  <a:pt x="1646066" y="-23492"/>
                  <a:pt x="1652341" y="4298"/>
                  <a:pt x="1658616" y="32089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DD79262-1C89-F21E-C2E6-8B0D8DB2F5E9}"/>
              </a:ext>
            </a:extLst>
          </p:cNvPr>
          <p:cNvSpPr/>
          <p:nvPr/>
        </p:nvSpPr>
        <p:spPr>
          <a:xfrm>
            <a:off x="8788856" y="551128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A188C6D3-8668-CA31-6CAB-3BE325C779A0}"/>
              </a:ext>
            </a:extLst>
          </p:cNvPr>
          <p:cNvCxnSpPr>
            <a:cxnSpLocks/>
            <a:stCxn id="46" idx="2"/>
            <a:endCxn id="128" idx="0"/>
          </p:cNvCxnSpPr>
          <p:nvPr/>
        </p:nvCxnSpPr>
        <p:spPr>
          <a:xfrm flipH="1">
            <a:off x="9205025" y="4170072"/>
            <a:ext cx="4206" cy="13412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B62CC64-3908-9ACD-FB03-6B8026F3EB5D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949001" y="5096195"/>
            <a:ext cx="839855" cy="41508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BFCA536-8AF1-4639-B31C-E917141CD906}"/>
                  </a:ext>
                </a:extLst>
              </p:cNvPr>
              <p:cNvSpPr txBox="1"/>
              <p:nvPr/>
            </p:nvSpPr>
            <p:spPr>
              <a:xfrm>
                <a:off x="9172985" y="4280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BFCA536-8AF1-4639-B31C-E917141CD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985" y="4280808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E5F468D-77AB-CB34-8ED2-824FD5E4AF63}"/>
                  </a:ext>
                </a:extLst>
              </p:cNvPr>
              <p:cNvSpPr txBox="1"/>
              <p:nvPr/>
            </p:nvSpPr>
            <p:spPr>
              <a:xfrm>
                <a:off x="8382755" y="41180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E5F468D-77AB-CB34-8ED2-824FD5E4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755" y="4118037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TextBox 135">
            <a:extLst>
              <a:ext uri="{FF2B5EF4-FFF2-40B4-BE49-F238E27FC236}">
                <a16:creationId xmlns:a16="http://schemas.microsoft.com/office/drawing/2014/main" id="{B0B97980-3393-B5A1-756D-4C24540F6C49}"/>
              </a:ext>
            </a:extLst>
          </p:cNvPr>
          <p:cNvSpPr txBox="1"/>
          <p:nvPr/>
        </p:nvSpPr>
        <p:spPr>
          <a:xfrm>
            <a:off x="7520659" y="42810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37" name="Datumsplatzhalter 3">
            <a:extLst>
              <a:ext uri="{FF2B5EF4-FFF2-40B4-BE49-F238E27FC236}">
                <a16:creationId xmlns:a16="http://schemas.microsoft.com/office/drawing/2014/main" id="{867BF52E-E303-18A7-BDEE-7867320C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278934321"/>
      </p:ext>
    </p:extLst>
  </p:cSld>
  <p:clrMapOvr>
    <a:masterClrMapping/>
  </p:clrMapOvr>
  <p:transition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CBFA3-58A3-9339-6730-82495CD8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8454AF-4DA7-2196-14E7-057E5CB6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FC4F0AE4-E3E7-3087-CDCF-C4F5A7F7F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86F65-1A3C-32F7-A84E-F4A7B962ECA1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238DCC-DE19-C0FC-D6F6-C8B0AF23090B}"/>
              </a:ext>
            </a:extLst>
          </p:cNvPr>
          <p:cNvSpPr/>
          <p:nvPr/>
        </p:nvSpPr>
        <p:spPr>
          <a:xfrm>
            <a:off x="8810647" y="181373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C68B89-340A-3FF7-DA09-6DEA997005A5}"/>
              </a:ext>
            </a:extLst>
          </p:cNvPr>
          <p:cNvSpPr/>
          <p:nvPr/>
        </p:nvSpPr>
        <p:spPr>
          <a:xfrm>
            <a:off x="7532832" y="273399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EBCFAC3-C6BC-F73A-93F7-C9A3E3427DF8}"/>
              </a:ext>
            </a:extLst>
          </p:cNvPr>
          <p:cNvSpPr/>
          <p:nvPr/>
        </p:nvSpPr>
        <p:spPr>
          <a:xfrm>
            <a:off x="8793062" y="367770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FDD219A-05FC-9268-708A-1DCA15B06BDD}"/>
              </a:ext>
            </a:extLst>
          </p:cNvPr>
          <p:cNvSpPr/>
          <p:nvPr/>
        </p:nvSpPr>
        <p:spPr>
          <a:xfrm>
            <a:off x="7532832" y="460382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FBD3914-B6B0-16C6-8116-25B1FE851F84}"/>
              </a:ext>
            </a:extLst>
          </p:cNvPr>
          <p:cNvCxnSpPr>
            <a:cxnSpLocks/>
          </p:cNvCxnSpPr>
          <p:nvPr/>
        </p:nvCxnSpPr>
        <p:spPr>
          <a:xfrm>
            <a:off x="7934347" y="3220502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75008E-9483-5924-A84D-61450057F0FA}"/>
              </a:ext>
            </a:extLst>
          </p:cNvPr>
          <p:cNvCxnSpPr/>
          <p:nvPr/>
        </p:nvCxnSpPr>
        <p:spPr>
          <a:xfrm>
            <a:off x="9244400" y="229144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892AE2-B64C-65B0-3018-1ADD3CBA8F94}"/>
              </a:ext>
            </a:extLst>
          </p:cNvPr>
          <p:cNvCxnSpPr>
            <a:cxnSpLocks/>
          </p:cNvCxnSpPr>
          <p:nvPr/>
        </p:nvCxnSpPr>
        <p:spPr>
          <a:xfrm flipH="1">
            <a:off x="8382755" y="2314895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38B04F5-606E-FC03-BA77-83D440FEAFDA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8371032" y="4170072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1373E2-E57A-6A2D-FA84-1FFFECF09F75}"/>
                  </a:ext>
                </a:extLst>
              </p:cNvPr>
              <p:cNvSpPr txBox="1"/>
              <p:nvPr/>
            </p:nvSpPr>
            <p:spPr>
              <a:xfrm>
                <a:off x="9244400" y="2364086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1373E2-E57A-6A2D-FA84-1FFFECF0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400" y="2364086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4C1D65-FE51-B8CA-86FB-C37A81A7DBF0}"/>
                  </a:ext>
                </a:extLst>
              </p:cNvPr>
              <p:cNvSpPr txBox="1"/>
              <p:nvPr/>
            </p:nvSpPr>
            <p:spPr>
              <a:xfrm>
                <a:off x="8412062" y="22156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4C1D65-FE51-B8CA-86FB-C37A81A7D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062" y="2215658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FCB1B0A-2101-41A9-ED01-E6843C14F488}"/>
                  </a:ext>
                </a:extLst>
              </p:cNvPr>
              <p:cNvSpPr txBox="1"/>
              <p:nvPr/>
            </p:nvSpPr>
            <p:spPr>
              <a:xfrm>
                <a:off x="8363101" y="3192633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FCB1B0A-2101-41A9-ED01-E6843C14F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101" y="3192633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7FEE93F-8EFF-7DDD-A3F5-E929FAA0E151}"/>
                  </a:ext>
                </a:extLst>
              </p:cNvPr>
              <p:cNvSpPr txBox="1"/>
              <p:nvPr/>
            </p:nvSpPr>
            <p:spPr>
              <a:xfrm>
                <a:off x="7015940" y="3428796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7FEE93F-8EFF-7DDD-A3F5-E929FAA0E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940" y="3428796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D57434F5-35FF-6D67-81C1-81782058E1B1}"/>
              </a:ext>
            </a:extLst>
          </p:cNvPr>
          <p:cNvSpPr txBox="1"/>
          <p:nvPr/>
        </p:nvSpPr>
        <p:spPr>
          <a:xfrm>
            <a:off x="9621194" y="187595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3EF04C88-D08B-F528-5DE9-A1884B79BE2A}"/>
              </a:ext>
            </a:extLst>
          </p:cNvPr>
          <p:cNvSpPr/>
          <p:nvPr/>
        </p:nvSpPr>
        <p:spPr>
          <a:xfrm>
            <a:off x="7130240" y="1991693"/>
            <a:ext cx="1658616" cy="1484371"/>
          </a:xfrm>
          <a:custGeom>
            <a:avLst/>
            <a:gdLst>
              <a:gd name="connsiteX0" fmla="*/ 808762 w 1658616"/>
              <a:gd name="connsiteY0" fmla="*/ 1247703 h 1484371"/>
              <a:gd name="connsiteX1" fmla="*/ 507548 w 1658616"/>
              <a:gd name="connsiteY1" fmla="*/ 1484371 h 1484371"/>
              <a:gd name="connsiteX2" fmla="*/ 1939 w 1658616"/>
              <a:gd name="connsiteY2" fmla="*/ 1247703 h 1484371"/>
              <a:gd name="connsiteX3" fmla="*/ 378456 w 1658616"/>
              <a:gd name="connsiteY3" fmla="*/ 365576 h 1484371"/>
              <a:gd name="connsiteX4" fmla="*/ 1432706 w 1658616"/>
              <a:gd name="connsiteY4" fmla="*/ 32089 h 1484371"/>
              <a:gd name="connsiteX5" fmla="*/ 1658616 w 1658616"/>
              <a:gd name="connsiteY5" fmla="*/ 32089 h 14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8616" h="1484371">
                <a:moveTo>
                  <a:pt x="808762" y="1247703"/>
                </a:moveTo>
                <a:cubicBezTo>
                  <a:pt x="725390" y="1366037"/>
                  <a:pt x="642018" y="1484371"/>
                  <a:pt x="507548" y="1484371"/>
                </a:cubicBezTo>
                <a:cubicBezTo>
                  <a:pt x="373078" y="1484371"/>
                  <a:pt x="23454" y="1434169"/>
                  <a:pt x="1939" y="1247703"/>
                </a:cubicBezTo>
                <a:cubicBezTo>
                  <a:pt x="-19576" y="1061237"/>
                  <a:pt x="139995" y="568178"/>
                  <a:pt x="378456" y="365576"/>
                </a:cubicBezTo>
                <a:cubicBezTo>
                  <a:pt x="616917" y="162974"/>
                  <a:pt x="1219346" y="87670"/>
                  <a:pt x="1432706" y="32089"/>
                </a:cubicBezTo>
                <a:cubicBezTo>
                  <a:pt x="1646066" y="-23492"/>
                  <a:pt x="1652341" y="4298"/>
                  <a:pt x="1658616" y="32089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8188366-6A0D-BF5A-F6D8-F6DC855D9970}"/>
              </a:ext>
            </a:extLst>
          </p:cNvPr>
          <p:cNvSpPr/>
          <p:nvPr/>
        </p:nvSpPr>
        <p:spPr>
          <a:xfrm>
            <a:off x="8788856" y="551128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32F9A07-5A66-AAD2-A133-2C384957CF7A}"/>
              </a:ext>
            </a:extLst>
          </p:cNvPr>
          <p:cNvCxnSpPr>
            <a:cxnSpLocks/>
            <a:stCxn id="46" idx="2"/>
            <a:endCxn id="128" idx="0"/>
          </p:cNvCxnSpPr>
          <p:nvPr/>
        </p:nvCxnSpPr>
        <p:spPr>
          <a:xfrm flipH="1">
            <a:off x="9205025" y="4170072"/>
            <a:ext cx="4206" cy="13412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A428FEC-144B-84FE-7CCC-F825D24843D8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949001" y="5096195"/>
            <a:ext cx="839855" cy="41508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DA190EC-65C3-EB6D-4EB8-DD4BD57481F1}"/>
                  </a:ext>
                </a:extLst>
              </p:cNvPr>
              <p:cNvSpPr txBox="1"/>
              <p:nvPr/>
            </p:nvSpPr>
            <p:spPr>
              <a:xfrm>
                <a:off x="9172985" y="4280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DA190EC-65C3-EB6D-4EB8-DD4BD5748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985" y="4280808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EDF1635-AAFF-F897-D046-71E79E2603A1}"/>
                  </a:ext>
                </a:extLst>
              </p:cNvPr>
              <p:cNvSpPr txBox="1"/>
              <p:nvPr/>
            </p:nvSpPr>
            <p:spPr>
              <a:xfrm>
                <a:off x="8382755" y="41180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EDF1635-AAFF-F897-D046-71E79E260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755" y="4118037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351CA63C-F7DA-E130-1E39-A9DAF29FCE13}"/>
              </a:ext>
            </a:extLst>
          </p:cNvPr>
          <p:cNvSpPr/>
          <p:nvPr/>
        </p:nvSpPr>
        <p:spPr>
          <a:xfrm>
            <a:off x="7589284" y="63075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DAD4C0B-6C78-910A-6A35-8518443DD6AB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8421622" y="6003652"/>
            <a:ext cx="783403" cy="30390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0F68709-5E57-64F8-3036-6CED1DC8BDD2}"/>
              </a:ext>
            </a:extLst>
          </p:cNvPr>
          <p:cNvSpPr txBox="1"/>
          <p:nvPr/>
        </p:nvSpPr>
        <p:spPr>
          <a:xfrm>
            <a:off x="7520659" y="42810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5AB7391D-8DB9-1F22-4F49-5B916DDB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4F81F-2884-80F2-16F5-099EEEE62D9D}"/>
              </a:ext>
            </a:extLst>
          </p:cNvPr>
          <p:cNvSpPr txBox="1"/>
          <p:nvPr/>
        </p:nvSpPr>
        <p:spPr>
          <a:xfrm>
            <a:off x="1192431" y="2280985"/>
            <a:ext cx="521150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</p:txBody>
      </p:sp>
    </p:spTree>
    <p:extLst>
      <p:ext uri="{BB962C8B-B14F-4D97-AF65-F5344CB8AC3E}">
        <p14:creationId xmlns:p14="http://schemas.microsoft.com/office/powerpoint/2010/main" val="3598462219"/>
      </p:ext>
    </p:extLst>
  </p:cSld>
  <p:clrMapOvr>
    <a:masterClrMapping/>
  </p:clrMapOvr>
  <p:transition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0AF0-3D88-F191-4EB7-FD545529E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1EC43B-794B-6C58-4081-F0ABFDFD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10C32DFE-9C02-0D8A-2527-F9792149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25695-6CA3-87E9-4A8D-5A279CC75237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206FC1-DC71-5EA1-8DBB-22C85BABEA4E}"/>
              </a:ext>
            </a:extLst>
          </p:cNvPr>
          <p:cNvSpPr/>
          <p:nvPr/>
        </p:nvSpPr>
        <p:spPr>
          <a:xfrm>
            <a:off x="8810647" y="181373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B8F475-B5E9-3FCB-A8E4-F4BDFA37C7F9}"/>
              </a:ext>
            </a:extLst>
          </p:cNvPr>
          <p:cNvSpPr/>
          <p:nvPr/>
        </p:nvSpPr>
        <p:spPr>
          <a:xfrm>
            <a:off x="7532832" y="273399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3B9196E-597C-792F-3049-D54B17A5E9DB}"/>
              </a:ext>
            </a:extLst>
          </p:cNvPr>
          <p:cNvSpPr/>
          <p:nvPr/>
        </p:nvSpPr>
        <p:spPr>
          <a:xfrm>
            <a:off x="8793062" y="367770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B168D7-5B7C-B8B2-D8C4-DADC796680CB}"/>
              </a:ext>
            </a:extLst>
          </p:cNvPr>
          <p:cNvSpPr/>
          <p:nvPr/>
        </p:nvSpPr>
        <p:spPr>
          <a:xfrm>
            <a:off x="7532832" y="460382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723F178-C06A-BE01-41B0-E6AD1A2AEA34}"/>
              </a:ext>
            </a:extLst>
          </p:cNvPr>
          <p:cNvCxnSpPr>
            <a:cxnSpLocks/>
          </p:cNvCxnSpPr>
          <p:nvPr/>
        </p:nvCxnSpPr>
        <p:spPr>
          <a:xfrm>
            <a:off x="7934347" y="3220502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6279BCE-7215-1B6C-09EC-C77F84358F49}"/>
              </a:ext>
            </a:extLst>
          </p:cNvPr>
          <p:cNvCxnSpPr/>
          <p:nvPr/>
        </p:nvCxnSpPr>
        <p:spPr>
          <a:xfrm>
            <a:off x="9244400" y="229144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36D1B5A-E289-3DA5-6A7D-743C6D7DF98D}"/>
              </a:ext>
            </a:extLst>
          </p:cNvPr>
          <p:cNvCxnSpPr>
            <a:cxnSpLocks/>
          </p:cNvCxnSpPr>
          <p:nvPr/>
        </p:nvCxnSpPr>
        <p:spPr>
          <a:xfrm flipH="1">
            <a:off x="8382755" y="2314895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CEF3B9B-D9C1-DBE7-0683-8D66BA5D4166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8371032" y="4170072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298337-8755-8C60-27A8-E0FAA2B1469E}"/>
                  </a:ext>
                </a:extLst>
              </p:cNvPr>
              <p:cNvSpPr txBox="1"/>
              <p:nvPr/>
            </p:nvSpPr>
            <p:spPr>
              <a:xfrm>
                <a:off x="9244400" y="2364086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1373E2-E57A-6A2D-FA84-1FFFECF0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400" y="2364086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8F075F-505B-94EA-D65B-F806CDEBA490}"/>
                  </a:ext>
                </a:extLst>
              </p:cNvPr>
              <p:cNvSpPr txBox="1"/>
              <p:nvPr/>
            </p:nvSpPr>
            <p:spPr>
              <a:xfrm>
                <a:off x="8412062" y="22156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4C1D65-FE51-B8CA-86FB-C37A81A7D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062" y="2215658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0457FE5-C319-AF4D-2C55-D7B859A171A9}"/>
                  </a:ext>
                </a:extLst>
              </p:cNvPr>
              <p:cNvSpPr txBox="1"/>
              <p:nvPr/>
            </p:nvSpPr>
            <p:spPr>
              <a:xfrm>
                <a:off x="8363101" y="3192633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FCB1B0A-2101-41A9-ED01-E6843C14F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101" y="3192633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C944A6-4D35-028D-A8B2-92567804B1F0}"/>
                  </a:ext>
                </a:extLst>
              </p:cNvPr>
              <p:cNvSpPr txBox="1"/>
              <p:nvPr/>
            </p:nvSpPr>
            <p:spPr>
              <a:xfrm>
                <a:off x="7015940" y="3428796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7FEE93F-8EFF-7DDD-A3F5-E929FAA0E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940" y="3428796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47D25BF0-F18F-F11D-8692-705F07DE4C02}"/>
              </a:ext>
            </a:extLst>
          </p:cNvPr>
          <p:cNvSpPr txBox="1"/>
          <p:nvPr/>
        </p:nvSpPr>
        <p:spPr>
          <a:xfrm>
            <a:off x="9621194" y="187595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CC78909E-6628-D656-87A8-93FECBA9519E}"/>
              </a:ext>
            </a:extLst>
          </p:cNvPr>
          <p:cNvSpPr/>
          <p:nvPr/>
        </p:nvSpPr>
        <p:spPr>
          <a:xfrm>
            <a:off x="7130240" y="1991693"/>
            <a:ext cx="1658616" cy="1484371"/>
          </a:xfrm>
          <a:custGeom>
            <a:avLst/>
            <a:gdLst>
              <a:gd name="connsiteX0" fmla="*/ 808762 w 1658616"/>
              <a:gd name="connsiteY0" fmla="*/ 1247703 h 1484371"/>
              <a:gd name="connsiteX1" fmla="*/ 507548 w 1658616"/>
              <a:gd name="connsiteY1" fmla="*/ 1484371 h 1484371"/>
              <a:gd name="connsiteX2" fmla="*/ 1939 w 1658616"/>
              <a:gd name="connsiteY2" fmla="*/ 1247703 h 1484371"/>
              <a:gd name="connsiteX3" fmla="*/ 378456 w 1658616"/>
              <a:gd name="connsiteY3" fmla="*/ 365576 h 1484371"/>
              <a:gd name="connsiteX4" fmla="*/ 1432706 w 1658616"/>
              <a:gd name="connsiteY4" fmla="*/ 32089 h 1484371"/>
              <a:gd name="connsiteX5" fmla="*/ 1658616 w 1658616"/>
              <a:gd name="connsiteY5" fmla="*/ 32089 h 14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8616" h="1484371">
                <a:moveTo>
                  <a:pt x="808762" y="1247703"/>
                </a:moveTo>
                <a:cubicBezTo>
                  <a:pt x="725390" y="1366037"/>
                  <a:pt x="642018" y="1484371"/>
                  <a:pt x="507548" y="1484371"/>
                </a:cubicBezTo>
                <a:cubicBezTo>
                  <a:pt x="373078" y="1484371"/>
                  <a:pt x="23454" y="1434169"/>
                  <a:pt x="1939" y="1247703"/>
                </a:cubicBezTo>
                <a:cubicBezTo>
                  <a:pt x="-19576" y="1061237"/>
                  <a:pt x="139995" y="568178"/>
                  <a:pt x="378456" y="365576"/>
                </a:cubicBezTo>
                <a:cubicBezTo>
                  <a:pt x="616917" y="162974"/>
                  <a:pt x="1219346" y="87670"/>
                  <a:pt x="1432706" y="32089"/>
                </a:cubicBezTo>
                <a:cubicBezTo>
                  <a:pt x="1646066" y="-23492"/>
                  <a:pt x="1652341" y="4298"/>
                  <a:pt x="1658616" y="32089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AFE45FA-B1E8-D097-5CDD-544E856C1BAB}"/>
              </a:ext>
            </a:extLst>
          </p:cNvPr>
          <p:cNvSpPr/>
          <p:nvPr/>
        </p:nvSpPr>
        <p:spPr>
          <a:xfrm>
            <a:off x="8788856" y="551128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F0C2A73-DD88-2451-7F6E-AE4505E1F582}"/>
              </a:ext>
            </a:extLst>
          </p:cNvPr>
          <p:cNvCxnSpPr>
            <a:cxnSpLocks/>
            <a:stCxn id="46" idx="2"/>
            <a:endCxn id="128" idx="0"/>
          </p:cNvCxnSpPr>
          <p:nvPr/>
        </p:nvCxnSpPr>
        <p:spPr>
          <a:xfrm flipH="1">
            <a:off x="9205025" y="4170072"/>
            <a:ext cx="4206" cy="13412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6C3330C-1937-FF2B-DB89-12EFA3A9D144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949001" y="5096195"/>
            <a:ext cx="839855" cy="41508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7F3F852-9B9F-86A0-7971-15A6267DD63A}"/>
                  </a:ext>
                </a:extLst>
              </p:cNvPr>
              <p:cNvSpPr txBox="1"/>
              <p:nvPr/>
            </p:nvSpPr>
            <p:spPr>
              <a:xfrm>
                <a:off x="9172985" y="4280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DA190EC-65C3-EB6D-4EB8-DD4BD5748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985" y="4280808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BF66A23-543B-0C19-FD44-565B38D01AD6}"/>
                  </a:ext>
                </a:extLst>
              </p:cNvPr>
              <p:cNvSpPr txBox="1"/>
              <p:nvPr/>
            </p:nvSpPr>
            <p:spPr>
              <a:xfrm>
                <a:off x="8382755" y="41180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EDF1635-AAFF-F897-D046-71E79E260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755" y="4118037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DF906F31-E4F6-D576-508E-74E172E1C212}"/>
              </a:ext>
            </a:extLst>
          </p:cNvPr>
          <p:cNvSpPr/>
          <p:nvPr/>
        </p:nvSpPr>
        <p:spPr>
          <a:xfrm>
            <a:off x="7589284" y="63075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3A994A9-C0B7-74C2-D08C-12048D281D98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8421622" y="6003652"/>
            <a:ext cx="783403" cy="30390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C6547E2-B34F-7856-7593-ACC7176AF959}"/>
              </a:ext>
            </a:extLst>
          </p:cNvPr>
          <p:cNvSpPr txBox="1"/>
          <p:nvPr/>
        </p:nvSpPr>
        <p:spPr>
          <a:xfrm>
            <a:off x="7520659" y="42810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0094BD21-BDFE-6C23-AF46-B60FA5CB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6E804-7575-C0C1-76AC-F488BA78DDC6}"/>
              </a:ext>
            </a:extLst>
          </p:cNvPr>
          <p:cNvSpPr txBox="1"/>
          <p:nvPr/>
        </p:nvSpPr>
        <p:spPr>
          <a:xfrm>
            <a:off x="1192431" y="2280985"/>
            <a:ext cx="521150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</p:txBody>
      </p:sp>
    </p:spTree>
    <p:extLst>
      <p:ext uri="{BB962C8B-B14F-4D97-AF65-F5344CB8AC3E}">
        <p14:creationId xmlns:p14="http://schemas.microsoft.com/office/powerpoint/2010/main" val="2296120491"/>
      </p:ext>
    </p:extLst>
  </p:cSld>
  <p:clrMapOvr>
    <a:masterClrMapping/>
  </p:clrMapOvr>
  <p:transition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5A5F-591B-2520-5140-5ACE407C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3A8854-82A8-0569-613B-65DF439E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D5A2FFB-33E5-3BE1-B4F8-740E770C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BE1D7-0385-099B-2C3B-D4CFFC80DE24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DB87B775-53CF-24CC-5FC6-78342CC2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085A3-058B-3588-F7DA-CD0B6B1737D5}"/>
              </a:ext>
            </a:extLst>
          </p:cNvPr>
          <p:cNvSpPr txBox="1"/>
          <p:nvPr/>
        </p:nvSpPr>
        <p:spPr>
          <a:xfrm>
            <a:off x="1192431" y="2280985"/>
            <a:ext cx="521150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9552D8-4682-7742-5AE3-80DE75509B77}"/>
              </a:ext>
            </a:extLst>
          </p:cNvPr>
          <p:cNvSpPr/>
          <p:nvPr/>
        </p:nvSpPr>
        <p:spPr>
          <a:xfrm>
            <a:off x="9370207" y="181373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D0B87E-3743-5CA2-4899-DA499D4EB290}"/>
              </a:ext>
            </a:extLst>
          </p:cNvPr>
          <p:cNvSpPr/>
          <p:nvPr/>
        </p:nvSpPr>
        <p:spPr>
          <a:xfrm>
            <a:off x="8092392" y="273399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AA7624-063B-E4C3-17BE-8109F26CCA45}"/>
              </a:ext>
            </a:extLst>
          </p:cNvPr>
          <p:cNvSpPr/>
          <p:nvPr/>
        </p:nvSpPr>
        <p:spPr>
          <a:xfrm>
            <a:off x="9352622" y="367770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17AC14-D9F7-DDB4-D73E-BA2A77825E31}"/>
              </a:ext>
            </a:extLst>
          </p:cNvPr>
          <p:cNvSpPr/>
          <p:nvPr/>
        </p:nvSpPr>
        <p:spPr>
          <a:xfrm>
            <a:off x="8092392" y="460382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BC9BD62-DA4C-ACE0-9AFA-F0F4FDF9D190}"/>
              </a:ext>
            </a:extLst>
          </p:cNvPr>
          <p:cNvCxnSpPr>
            <a:cxnSpLocks/>
          </p:cNvCxnSpPr>
          <p:nvPr/>
        </p:nvCxnSpPr>
        <p:spPr>
          <a:xfrm>
            <a:off x="8493907" y="3220502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84DD65-D823-C889-F7C8-21FD1CDC6FB9}"/>
              </a:ext>
            </a:extLst>
          </p:cNvPr>
          <p:cNvCxnSpPr/>
          <p:nvPr/>
        </p:nvCxnSpPr>
        <p:spPr>
          <a:xfrm>
            <a:off x="9803960" y="229144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C7DAEA-48A2-9FE6-70FC-446BC9C5E238}"/>
              </a:ext>
            </a:extLst>
          </p:cNvPr>
          <p:cNvCxnSpPr>
            <a:cxnSpLocks/>
          </p:cNvCxnSpPr>
          <p:nvPr/>
        </p:nvCxnSpPr>
        <p:spPr>
          <a:xfrm flipH="1">
            <a:off x="8942315" y="2314895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CB73EB-DA80-1AAE-1BB2-39A3E8003A04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8930592" y="4170072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10AD1B-C4C4-1F9B-EEEC-87BE14A09611}"/>
                  </a:ext>
                </a:extLst>
              </p:cNvPr>
              <p:cNvSpPr txBox="1"/>
              <p:nvPr/>
            </p:nvSpPr>
            <p:spPr>
              <a:xfrm>
                <a:off x="9803960" y="2364086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10AD1B-C4C4-1F9B-EEEC-87BE14A09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960" y="2364086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751898-AD71-74D4-E62A-4CC43AA24C92}"/>
                  </a:ext>
                </a:extLst>
              </p:cNvPr>
              <p:cNvSpPr txBox="1"/>
              <p:nvPr/>
            </p:nvSpPr>
            <p:spPr>
              <a:xfrm>
                <a:off x="8971622" y="22156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751898-AD71-74D4-E62A-4CC43AA24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22" y="2215658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77C0E6A-F07B-8F67-FCAD-CD73A0501392}"/>
                  </a:ext>
                </a:extLst>
              </p:cNvPr>
              <p:cNvSpPr txBox="1"/>
              <p:nvPr/>
            </p:nvSpPr>
            <p:spPr>
              <a:xfrm>
                <a:off x="8922661" y="3192633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77C0E6A-F07B-8F67-FCAD-CD73A0501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661" y="3192633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43D4B8F-D877-D4B1-06B9-CC3EBC4A08A4}"/>
                  </a:ext>
                </a:extLst>
              </p:cNvPr>
              <p:cNvSpPr txBox="1"/>
              <p:nvPr/>
            </p:nvSpPr>
            <p:spPr>
              <a:xfrm>
                <a:off x="7545468" y="3238396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43D4B8F-D877-D4B1-06B9-CC3EBC4A0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468" y="3238396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1FBA30A-0F3F-E8FA-A0DD-BFE9674CDF1B}"/>
              </a:ext>
            </a:extLst>
          </p:cNvPr>
          <p:cNvSpPr txBox="1"/>
          <p:nvPr/>
        </p:nvSpPr>
        <p:spPr>
          <a:xfrm>
            <a:off x="10180754" y="187595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4A9AF8-0DCE-E451-CC7B-5A25CA9F8A07}"/>
              </a:ext>
            </a:extLst>
          </p:cNvPr>
          <p:cNvSpPr/>
          <p:nvPr/>
        </p:nvSpPr>
        <p:spPr>
          <a:xfrm>
            <a:off x="9348416" y="551128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7AF1BE5-0763-C330-4379-E9C9FFA6764E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9764585" y="4170072"/>
            <a:ext cx="4206" cy="13412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362F498-E5E8-61AC-967A-60F1E6AE5238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8508561" y="5096195"/>
            <a:ext cx="839855" cy="41508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81313B9-13BB-3CC3-36FD-A5491EDBD637}"/>
                  </a:ext>
                </a:extLst>
              </p:cNvPr>
              <p:cNvSpPr txBox="1"/>
              <p:nvPr/>
            </p:nvSpPr>
            <p:spPr>
              <a:xfrm>
                <a:off x="9732545" y="4280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81313B9-13BB-3CC3-36FD-A5491EDBD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545" y="4280808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514B052-B605-A1AA-5F5D-89B5466B1DD7}"/>
                  </a:ext>
                </a:extLst>
              </p:cNvPr>
              <p:cNvSpPr txBox="1"/>
              <p:nvPr/>
            </p:nvSpPr>
            <p:spPr>
              <a:xfrm>
                <a:off x="8942315" y="41180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514B052-B605-A1AA-5F5D-89B5466B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15" y="4118037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Rectangle 136">
            <a:extLst>
              <a:ext uri="{FF2B5EF4-FFF2-40B4-BE49-F238E27FC236}">
                <a16:creationId xmlns:a16="http://schemas.microsoft.com/office/drawing/2014/main" id="{D74A0050-807A-5946-B21E-10F8B0CA6B6F}"/>
              </a:ext>
            </a:extLst>
          </p:cNvPr>
          <p:cNvSpPr/>
          <p:nvPr/>
        </p:nvSpPr>
        <p:spPr>
          <a:xfrm>
            <a:off x="8148844" y="63075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AC6F2AC-5BB9-04CA-F13B-4AFBD217E904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8981182" y="6003652"/>
            <a:ext cx="783403" cy="30390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97994B2F-C3AC-22EA-35EC-5CF33D2AEC12}"/>
              </a:ext>
            </a:extLst>
          </p:cNvPr>
          <p:cNvSpPr txBox="1"/>
          <p:nvPr/>
        </p:nvSpPr>
        <p:spPr>
          <a:xfrm>
            <a:off x="8080219" y="42810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9528F18-B738-72F9-E7EE-6AC76136828C}"/>
              </a:ext>
            </a:extLst>
          </p:cNvPr>
          <p:cNvCxnSpPr>
            <a:cxnSpLocks/>
            <a:stCxn id="35" idx="2"/>
            <a:endCxn id="141" idx="0"/>
          </p:cNvCxnSpPr>
          <p:nvPr/>
        </p:nvCxnSpPr>
        <p:spPr>
          <a:xfrm flipH="1">
            <a:off x="7420134" y="3226364"/>
            <a:ext cx="1088427" cy="68066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8B8DC2C-B39C-7969-2D0E-EE071A6489C4}"/>
              </a:ext>
            </a:extLst>
          </p:cNvPr>
          <p:cNvSpPr/>
          <p:nvPr/>
        </p:nvSpPr>
        <p:spPr>
          <a:xfrm>
            <a:off x="7003965" y="390702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BB0’</a:t>
            </a:r>
            <a:endParaRPr lang="en-CN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F1DC9D5-D0B3-4FFB-B28B-393FCF231665}"/>
              </a:ext>
            </a:extLst>
          </p:cNvPr>
          <p:cNvCxnSpPr>
            <a:cxnSpLocks/>
            <a:stCxn id="141" idx="2"/>
          </p:cNvCxnSpPr>
          <p:nvPr/>
        </p:nvCxnSpPr>
        <p:spPr>
          <a:xfrm>
            <a:off x="7420134" y="4399394"/>
            <a:ext cx="1031358" cy="19081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012695"/>
      </p:ext>
    </p:extLst>
  </p:cSld>
  <p:clrMapOvr>
    <a:masterClrMapping/>
  </p:clrMapOvr>
  <p:transition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242A-FD91-1955-BB74-66E1E40F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61C6B9-FBC3-A654-DE2C-E9E76D62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A3F99BD4-D8C4-0827-B732-AB62AB5D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0398B-B250-98E4-44FF-3857F63FB109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43B1E6-CCA7-7B67-5013-2DBFEDB8FDBC}"/>
              </a:ext>
            </a:extLst>
          </p:cNvPr>
          <p:cNvSpPr/>
          <p:nvPr/>
        </p:nvSpPr>
        <p:spPr>
          <a:xfrm>
            <a:off x="9370207" y="181373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E5FE95-5779-E91C-2E76-D389493D4D5B}"/>
              </a:ext>
            </a:extLst>
          </p:cNvPr>
          <p:cNvSpPr/>
          <p:nvPr/>
        </p:nvSpPr>
        <p:spPr>
          <a:xfrm>
            <a:off x="8092392" y="273399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CF29D9-8CB2-5A5C-31FC-C688C0373A1D}"/>
              </a:ext>
            </a:extLst>
          </p:cNvPr>
          <p:cNvSpPr/>
          <p:nvPr/>
        </p:nvSpPr>
        <p:spPr>
          <a:xfrm>
            <a:off x="9352622" y="367770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C2E899-B107-7E70-F74B-B77B5C1257DA}"/>
              </a:ext>
            </a:extLst>
          </p:cNvPr>
          <p:cNvSpPr/>
          <p:nvPr/>
        </p:nvSpPr>
        <p:spPr>
          <a:xfrm>
            <a:off x="8092392" y="460382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A08FDF2-ABEF-2B08-B6FC-5EFBFAD9FE02}"/>
              </a:ext>
            </a:extLst>
          </p:cNvPr>
          <p:cNvCxnSpPr>
            <a:cxnSpLocks/>
          </p:cNvCxnSpPr>
          <p:nvPr/>
        </p:nvCxnSpPr>
        <p:spPr>
          <a:xfrm>
            <a:off x="8493907" y="3220502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B8DA252-7EE9-BAF9-1EE5-1FC94EB52AB7}"/>
              </a:ext>
            </a:extLst>
          </p:cNvPr>
          <p:cNvCxnSpPr/>
          <p:nvPr/>
        </p:nvCxnSpPr>
        <p:spPr>
          <a:xfrm>
            <a:off x="9803960" y="229144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094414-F8B9-7E23-1F50-4C8D663A45F4}"/>
              </a:ext>
            </a:extLst>
          </p:cNvPr>
          <p:cNvCxnSpPr>
            <a:cxnSpLocks/>
          </p:cNvCxnSpPr>
          <p:nvPr/>
        </p:nvCxnSpPr>
        <p:spPr>
          <a:xfrm flipH="1">
            <a:off x="8942315" y="2314895"/>
            <a:ext cx="879230" cy="4440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F6FACA4-60A9-5CD4-17CE-8EA608FF553B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8930592" y="4170072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95123D8-BA6E-43E1-DBF7-8B5441E3370B}"/>
                  </a:ext>
                </a:extLst>
              </p:cNvPr>
              <p:cNvSpPr txBox="1"/>
              <p:nvPr/>
            </p:nvSpPr>
            <p:spPr>
              <a:xfrm>
                <a:off x="9803960" y="2364086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95123D8-BA6E-43E1-DBF7-8B5441E33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960" y="2364086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0DE1B0-FE2B-FDFD-1C1F-7AD610FBD10E}"/>
                  </a:ext>
                </a:extLst>
              </p:cNvPr>
              <p:cNvSpPr txBox="1"/>
              <p:nvPr/>
            </p:nvSpPr>
            <p:spPr>
              <a:xfrm>
                <a:off x="8971622" y="22156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0DE1B0-FE2B-FDFD-1C1F-7AD610FBD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22" y="2215658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6856B87-EDA7-8E32-662A-40E8A0569ED8}"/>
                  </a:ext>
                </a:extLst>
              </p:cNvPr>
              <p:cNvSpPr txBox="1"/>
              <p:nvPr/>
            </p:nvSpPr>
            <p:spPr>
              <a:xfrm>
                <a:off x="8922661" y="3192633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6856B87-EDA7-8E32-662A-40E8A0569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661" y="3192633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ABF1793-57A4-6ADC-339C-0C93AF7133AC}"/>
                  </a:ext>
                </a:extLst>
              </p:cNvPr>
              <p:cNvSpPr txBox="1"/>
              <p:nvPr/>
            </p:nvSpPr>
            <p:spPr>
              <a:xfrm>
                <a:off x="7545468" y="3238396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ABF1793-57A4-6ADC-339C-0C93AF713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468" y="3238396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9CF474C2-ACD6-72A0-72AE-B17FD3459504}"/>
              </a:ext>
            </a:extLst>
          </p:cNvPr>
          <p:cNvSpPr txBox="1"/>
          <p:nvPr/>
        </p:nvSpPr>
        <p:spPr>
          <a:xfrm>
            <a:off x="10180754" y="187595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D6628E0-7AFD-2525-708F-B992D47500E7}"/>
              </a:ext>
            </a:extLst>
          </p:cNvPr>
          <p:cNvSpPr/>
          <p:nvPr/>
        </p:nvSpPr>
        <p:spPr>
          <a:xfrm>
            <a:off x="9348416" y="551128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2F7318D-98AA-42B8-6F79-850427DCC222}"/>
              </a:ext>
            </a:extLst>
          </p:cNvPr>
          <p:cNvCxnSpPr>
            <a:cxnSpLocks/>
            <a:stCxn id="46" idx="2"/>
            <a:endCxn id="128" idx="0"/>
          </p:cNvCxnSpPr>
          <p:nvPr/>
        </p:nvCxnSpPr>
        <p:spPr>
          <a:xfrm flipH="1">
            <a:off x="9764585" y="4170072"/>
            <a:ext cx="4206" cy="134121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B5ABB2A-7C85-368B-338B-F016A8C56E61}"/>
              </a:ext>
            </a:extLst>
          </p:cNvPr>
          <p:cNvCxnSpPr>
            <a:cxnSpLocks/>
            <a:stCxn id="50" idx="2"/>
            <a:endCxn id="133" idx="0"/>
          </p:cNvCxnSpPr>
          <p:nvPr/>
        </p:nvCxnSpPr>
        <p:spPr>
          <a:xfrm>
            <a:off x="8508561" y="5096195"/>
            <a:ext cx="56452" cy="121136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7254239-7EB2-CA4F-6E9E-47BD88CF9637}"/>
                  </a:ext>
                </a:extLst>
              </p:cNvPr>
              <p:cNvSpPr txBox="1"/>
              <p:nvPr/>
            </p:nvSpPr>
            <p:spPr>
              <a:xfrm>
                <a:off x="9732545" y="4280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7254239-7EB2-CA4F-6E9E-47BD88CF9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545" y="4280808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E8F9A8E-2BF8-16B5-454C-AD77A1DFCF5C}"/>
                  </a:ext>
                </a:extLst>
              </p:cNvPr>
              <p:cNvSpPr txBox="1"/>
              <p:nvPr/>
            </p:nvSpPr>
            <p:spPr>
              <a:xfrm>
                <a:off x="8942315" y="41180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E8F9A8E-2BF8-16B5-454C-AD77A1DFC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15" y="4118037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40DB7E1C-63E3-8D32-AEE6-5FEE447AA7A9}"/>
              </a:ext>
            </a:extLst>
          </p:cNvPr>
          <p:cNvSpPr/>
          <p:nvPr/>
        </p:nvSpPr>
        <p:spPr>
          <a:xfrm>
            <a:off x="8148844" y="63075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3180EC6-945A-1C49-DAF0-01097C4009E3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8981182" y="6003652"/>
            <a:ext cx="783403" cy="30390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CD927149-F9F6-A124-88C6-409232F4C6CF}"/>
              </a:ext>
            </a:extLst>
          </p:cNvPr>
          <p:cNvSpPr txBox="1"/>
          <p:nvPr/>
        </p:nvSpPr>
        <p:spPr>
          <a:xfrm>
            <a:off x="8080219" y="42810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E1F99FF-E104-29CA-C6CA-74E89F25F3F4}"/>
              </a:ext>
            </a:extLst>
          </p:cNvPr>
          <p:cNvCxnSpPr>
            <a:cxnSpLocks/>
            <a:stCxn id="44" idx="2"/>
            <a:endCxn id="3" idx="0"/>
          </p:cNvCxnSpPr>
          <p:nvPr/>
        </p:nvCxnSpPr>
        <p:spPr>
          <a:xfrm flipH="1">
            <a:off x="7420134" y="3226364"/>
            <a:ext cx="1088427" cy="68066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BFA5166-BF18-937D-988A-AA0378F2C579}"/>
              </a:ext>
            </a:extLst>
          </p:cNvPr>
          <p:cNvSpPr/>
          <p:nvPr/>
        </p:nvSpPr>
        <p:spPr>
          <a:xfrm>
            <a:off x="7003965" y="390702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BB0’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F0C738-6430-B654-AB46-92FED2F6BFE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420134" y="4399394"/>
            <a:ext cx="1031358" cy="19081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atumsplatzhalter 3">
            <a:extLst>
              <a:ext uri="{FF2B5EF4-FFF2-40B4-BE49-F238E27FC236}">
                <a16:creationId xmlns:a16="http://schemas.microsoft.com/office/drawing/2014/main" id="{52A83A1E-6A09-B7BE-32B5-C269CBFB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14A3D0-0CC9-33E9-C9EE-0542AF04ABEA}"/>
              </a:ext>
            </a:extLst>
          </p:cNvPr>
          <p:cNvSpPr txBox="1"/>
          <p:nvPr/>
        </p:nvSpPr>
        <p:spPr>
          <a:xfrm>
            <a:off x="1192431" y="2280985"/>
            <a:ext cx="52115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consumer BB is visited, connect it to the sink.</a:t>
            </a:r>
          </a:p>
        </p:txBody>
      </p:sp>
    </p:spTree>
    <p:extLst>
      <p:ext uri="{BB962C8B-B14F-4D97-AF65-F5344CB8AC3E}">
        <p14:creationId xmlns:p14="http://schemas.microsoft.com/office/powerpoint/2010/main" val="2684384088"/>
      </p:ext>
    </p:extLst>
  </p:cSld>
  <p:clrMapOvr>
    <a:masterClrMapping/>
  </p:clrMapOvr>
  <p:transition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A640-8249-3868-B6C3-64F1779F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AE3720-80A6-E80B-F026-E1B28BEA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E77F8BB-EE14-9E2C-4113-F2299669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3B4A1-3D0B-3B2B-E7EE-3C9B9743B3F3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EEE8A1-37F0-5C42-13FB-EF7DA2232904}"/>
              </a:ext>
            </a:extLst>
          </p:cNvPr>
          <p:cNvSpPr/>
          <p:nvPr/>
        </p:nvSpPr>
        <p:spPr>
          <a:xfrm>
            <a:off x="9370207" y="181373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AE5B0E-32B8-9DCB-940E-CD61247D8741}"/>
              </a:ext>
            </a:extLst>
          </p:cNvPr>
          <p:cNvSpPr/>
          <p:nvPr/>
        </p:nvSpPr>
        <p:spPr>
          <a:xfrm>
            <a:off x="8092392" y="273399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7E446B-FC40-6354-D80F-BA187A21ED8E}"/>
              </a:ext>
            </a:extLst>
          </p:cNvPr>
          <p:cNvSpPr/>
          <p:nvPr/>
        </p:nvSpPr>
        <p:spPr>
          <a:xfrm>
            <a:off x="9352622" y="367770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4503A5-C32B-F80C-9062-672B8D1DF657}"/>
              </a:ext>
            </a:extLst>
          </p:cNvPr>
          <p:cNvSpPr/>
          <p:nvPr/>
        </p:nvSpPr>
        <p:spPr>
          <a:xfrm>
            <a:off x="8092392" y="460382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3E7C8BB-4680-FDFC-2DE9-720206C47EA7}"/>
              </a:ext>
            </a:extLst>
          </p:cNvPr>
          <p:cNvCxnSpPr>
            <a:cxnSpLocks/>
          </p:cNvCxnSpPr>
          <p:nvPr/>
        </p:nvCxnSpPr>
        <p:spPr>
          <a:xfrm>
            <a:off x="8493907" y="3220502"/>
            <a:ext cx="861646" cy="45720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2AA686F-68D2-97A8-B3A6-49C22C4389C3}"/>
              </a:ext>
            </a:extLst>
          </p:cNvPr>
          <p:cNvCxnSpPr/>
          <p:nvPr/>
        </p:nvCxnSpPr>
        <p:spPr>
          <a:xfrm>
            <a:off x="9803960" y="2291448"/>
            <a:ext cx="0" cy="13774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AD6D634-8DA6-D84D-D28C-D486B57B04D5}"/>
              </a:ext>
            </a:extLst>
          </p:cNvPr>
          <p:cNvCxnSpPr>
            <a:cxnSpLocks/>
          </p:cNvCxnSpPr>
          <p:nvPr/>
        </p:nvCxnSpPr>
        <p:spPr>
          <a:xfrm flipH="1">
            <a:off x="8942315" y="2314895"/>
            <a:ext cx="879230" cy="44401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82EF0C1-25EE-CF28-832B-FFE457086599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8930592" y="4170072"/>
            <a:ext cx="838199" cy="48064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5388DC0-68FC-9C50-9CC1-8BCEAF64642B}"/>
                  </a:ext>
                </a:extLst>
              </p:cNvPr>
              <p:cNvSpPr txBox="1"/>
              <p:nvPr/>
            </p:nvSpPr>
            <p:spPr>
              <a:xfrm>
                <a:off x="9803960" y="2364086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5388DC0-68FC-9C50-9CC1-8BCEAF646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960" y="2364086"/>
                <a:ext cx="482824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45417BF-A5A9-5234-6C9C-29AAC2142D4F}"/>
                  </a:ext>
                </a:extLst>
              </p:cNvPr>
              <p:cNvSpPr txBox="1"/>
              <p:nvPr/>
            </p:nvSpPr>
            <p:spPr>
              <a:xfrm>
                <a:off x="8971622" y="2215658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45417BF-A5A9-5234-6C9C-29AAC2142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622" y="2215658"/>
                <a:ext cx="48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C89C57-92DE-7611-6E92-770D03044C64}"/>
                  </a:ext>
                </a:extLst>
              </p:cNvPr>
              <p:cNvSpPr txBox="1"/>
              <p:nvPr/>
            </p:nvSpPr>
            <p:spPr>
              <a:xfrm>
                <a:off x="8922661" y="3192633"/>
                <a:ext cx="48282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C89C57-92DE-7611-6E92-770D03044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661" y="3192633"/>
                <a:ext cx="482824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B1304E-5299-2417-7068-0E37BD87B0B1}"/>
                  </a:ext>
                </a:extLst>
              </p:cNvPr>
              <p:cNvSpPr txBox="1"/>
              <p:nvPr/>
            </p:nvSpPr>
            <p:spPr>
              <a:xfrm>
                <a:off x="7545468" y="3238396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B1304E-5299-2417-7068-0E37BD87B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468" y="3238396"/>
                <a:ext cx="48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64E5C696-2CF4-F7BD-CFC0-A04EF8F5425F}"/>
              </a:ext>
            </a:extLst>
          </p:cNvPr>
          <p:cNvSpPr txBox="1"/>
          <p:nvPr/>
        </p:nvSpPr>
        <p:spPr>
          <a:xfrm>
            <a:off x="10180754" y="187595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9C9D40F-DA33-D22A-2BE8-D3ACF2D8FC42}"/>
              </a:ext>
            </a:extLst>
          </p:cNvPr>
          <p:cNvSpPr/>
          <p:nvPr/>
        </p:nvSpPr>
        <p:spPr>
          <a:xfrm>
            <a:off x="9348416" y="551128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8D7DE00-85D5-3E21-9AF0-C9B11D9F5A42}"/>
              </a:ext>
            </a:extLst>
          </p:cNvPr>
          <p:cNvCxnSpPr>
            <a:cxnSpLocks/>
            <a:stCxn id="46" idx="2"/>
            <a:endCxn id="128" idx="0"/>
          </p:cNvCxnSpPr>
          <p:nvPr/>
        </p:nvCxnSpPr>
        <p:spPr>
          <a:xfrm flipH="1">
            <a:off x="9764585" y="4170072"/>
            <a:ext cx="4206" cy="134121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2F8BC06-F71F-6B29-D2E8-16C0A41954D7}"/>
              </a:ext>
            </a:extLst>
          </p:cNvPr>
          <p:cNvCxnSpPr>
            <a:cxnSpLocks/>
            <a:stCxn id="50" idx="2"/>
            <a:endCxn id="133" idx="0"/>
          </p:cNvCxnSpPr>
          <p:nvPr/>
        </p:nvCxnSpPr>
        <p:spPr>
          <a:xfrm>
            <a:off x="8508561" y="5096195"/>
            <a:ext cx="56452" cy="121136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92A6C97-89DE-F444-B64C-316EC682770A}"/>
                  </a:ext>
                </a:extLst>
              </p:cNvPr>
              <p:cNvSpPr txBox="1"/>
              <p:nvPr/>
            </p:nvSpPr>
            <p:spPr>
              <a:xfrm>
                <a:off x="9732545" y="4280808"/>
                <a:ext cx="470000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92A6C97-89DE-F444-B64C-316EC6827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545" y="4280808"/>
                <a:ext cx="470000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CBB0B93-4967-96B1-2A4B-95B1F9E824F9}"/>
                  </a:ext>
                </a:extLst>
              </p:cNvPr>
              <p:cNvSpPr txBox="1"/>
              <p:nvPr/>
            </p:nvSpPr>
            <p:spPr>
              <a:xfrm>
                <a:off x="8942315" y="41180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CBB0B93-4967-96B1-2A4B-95B1F9E82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15" y="4118037"/>
                <a:ext cx="470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0648809C-5A69-18BC-D275-EF9715CC47E7}"/>
              </a:ext>
            </a:extLst>
          </p:cNvPr>
          <p:cNvSpPr/>
          <p:nvPr/>
        </p:nvSpPr>
        <p:spPr>
          <a:xfrm>
            <a:off x="8148844" y="63075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EA8FD1D5-8919-5A49-6D92-02CD271BFFDC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8981182" y="6003652"/>
            <a:ext cx="783403" cy="30390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100954D-DDB9-4A8D-7DBE-62F4C7FE0BE0}"/>
              </a:ext>
            </a:extLst>
          </p:cNvPr>
          <p:cNvSpPr txBox="1"/>
          <p:nvPr/>
        </p:nvSpPr>
        <p:spPr>
          <a:xfrm>
            <a:off x="8080219" y="428109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97A4FC-E3C9-41FC-E909-0AD64028B7CC}"/>
              </a:ext>
            </a:extLst>
          </p:cNvPr>
          <p:cNvCxnSpPr>
            <a:cxnSpLocks/>
            <a:stCxn id="44" idx="2"/>
            <a:endCxn id="3" idx="0"/>
          </p:cNvCxnSpPr>
          <p:nvPr/>
        </p:nvCxnSpPr>
        <p:spPr>
          <a:xfrm flipH="1">
            <a:off x="7420134" y="3226364"/>
            <a:ext cx="1088427" cy="68066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2F7A5E9-2AB0-FA90-D08F-E753B97FA517}"/>
              </a:ext>
            </a:extLst>
          </p:cNvPr>
          <p:cNvSpPr/>
          <p:nvPr/>
        </p:nvSpPr>
        <p:spPr>
          <a:xfrm>
            <a:off x="7003965" y="390702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BB0’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B3C9D1-3E76-7042-1317-716C9DF0A6C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420134" y="4399394"/>
            <a:ext cx="1031358" cy="190816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atumsplatzhalter 3">
            <a:extLst>
              <a:ext uri="{FF2B5EF4-FFF2-40B4-BE49-F238E27FC236}">
                <a16:creationId xmlns:a16="http://schemas.microsoft.com/office/drawing/2014/main" id="{20D4EB8C-6A7C-E301-B11E-5A7F79C8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B5BABB-B347-4B0E-8FDF-72B8DD489657}"/>
                  </a:ext>
                </a:extLst>
              </p:cNvPr>
              <p:cNvSpPr txBox="1"/>
              <p:nvPr/>
            </p:nvSpPr>
            <p:spPr>
              <a:xfrm>
                <a:off x="1111502" y="5842829"/>
                <a:ext cx="6100548" cy="434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𝑠𝑢𝑝𝑝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acc>
                          <m:r>
                            <a:rPr lang="zh-CN" altLang="en-US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ctrlPr>
                                <a:rPr lang="en-US" altLang="zh-CN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acc>
                              <m:r>
                                <a:rPr lang="zh-CN" altLang="en-US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acc>
                      <m:r>
                        <a:rPr lang="zh-CN" altLang="en-US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B5BABB-B347-4B0E-8FDF-72B8DD489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502" y="5842829"/>
                <a:ext cx="6100548" cy="434478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FC6DD2E-01FE-1EBD-3CA3-C25E50B7C69A}"/>
              </a:ext>
            </a:extLst>
          </p:cNvPr>
          <p:cNvSpPr txBox="1"/>
          <p:nvPr/>
        </p:nvSpPr>
        <p:spPr>
          <a:xfrm>
            <a:off x="1192431" y="2280985"/>
            <a:ext cx="52115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consumer BB is visited, connect it to the sink.</a:t>
            </a:r>
          </a:p>
        </p:txBody>
      </p:sp>
    </p:spTree>
    <p:extLst>
      <p:ext uri="{BB962C8B-B14F-4D97-AF65-F5344CB8AC3E}">
        <p14:creationId xmlns:p14="http://schemas.microsoft.com/office/powerpoint/2010/main" val="752122952"/>
      </p:ext>
    </p:extLst>
  </p:cSld>
  <p:clrMapOvr>
    <a:masterClrMapping/>
  </p:clrMapOvr>
  <p:transition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E1D1-B14B-D146-A9AE-C34923C2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FD2D92-4B95-5B5D-7335-E44EA9CD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FFA7B1-69C2-31D3-8739-0A505523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1650788-49C4-68C2-0E5F-FF6A9839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E8164-67E4-432B-7D0C-C8B3C0B20E55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strike="sngStrike" dirty="0"/>
              <a:t>1.</a:t>
            </a:r>
            <a:r>
              <a:rPr lang="en-US" strike="sngStrike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b="1" dirty="0"/>
              <a:t>2.</a:t>
            </a:r>
            <a:r>
              <a:rPr lang="zh-CN" altLang="en-US" b="1" dirty="0"/>
              <a:t> </a:t>
            </a:r>
            <a:r>
              <a:rPr lang="en-US" b="1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strike="sngStrike" dirty="0"/>
              <a:t>4.</a:t>
            </a:r>
            <a:r>
              <a:rPr lang="en-US" strike="sngStrike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E5B658-9FF7-96E9-BD4A-00607E2D5F55}"/>
              </a:ext>
            </a:extLst>
          </p:cNvPr>
          <p:cNvSpPr/>
          <p:nvPr/>
        </p:nvSpPr>
        <p:spPr>
          <a:xfrm>
            <a:off x="7471951" y="3121930"/>
            <a:ext cx="832338" cy="17188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9B2CB6-EDF7-B02D-AE35-B0D623E5590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887320" y="4840825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22F57F-FBA4-4AE7-1D5D-9E4446DC5FBB}"/>
              </a:ext>
            </a:extLst>
          </p:cNvPr>
          <p:cNvSpPr txBox="1"/>
          <p:nvPr/>
        </p:nvSpPr>
        <p:spPr>
          <a:xfrm>
            <a:off x="7492891" y="3285249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…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X</a:t>
            </a:r>
            <a:endParaRPr lang="en-CN" dirty="0">
              <a:solidFill>
                <a:schemeClr val="bg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DEDCE5-AF4F-F947-1ED8-CBBC98BBE25E}"/>
              </a:ext>
            </a:extLst>
          </p:cNvPr>
          <p:cNvSpPr/>
          <p:nvPr/>
        </p:nvSpPr>
        <p:spPr>
          <a:xfrm>
            <a:off x="7483736" y="557368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4916433-B7E9-C8FA-D71D-0DC0409F7761}"/>
              </a:ext>
            </a:extLst>
          </p:cNvPr>
          <p:cNvSpPr/>
          <p:nvPr/>
        </p:nvSpPr>
        <p:spPr>
          <a:xfrm>
            <a:off x="7892708" y="2540854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79DD8E-3961-BDDC-0D58-1E17685A0C11}"/>
              </a:ext>
            </a:extLst>
          </p:cNvPr>
          <p:cNvSpPr/>
          <p:nvPr/>
        </p:nvSpPr>
        <p:spPr>
          <a:xfrm>
            <a:off x="7483736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093D25-BC4D-8738-9283-9E5D292B991E}"/>
              </a:ext>
            </a:extLst>
          </p:cNvPr>
          <p:cNvCxnSpPr>
            <a:cxnSpLocks/>
            <a:stCxn id="19" idx="2"/>
            <a:endCxn id="3" idx="0"/>
          </p:cNvCxnSpPr>
          <p:nvPr/>
        </p:nvCxnSpPr>
        <p:spPr>
          <a:xfrm flipH="1">
            <a:off x="7888120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B50A54-3245-48FF-722C-73F0A1AC0F8C}"/>
              </a:ext>
            </a:extLst>
          </p:cNvPr>
          <p:cNvSpPr txBox="1"/>
          <p:nvPr/>
        </p:nvSpPr>
        <p:spPr>
          <a:xfrm>
            <a:off x="7483344" y="430817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X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…</a:t>
            </a:r>
            <a:endParaRPr lang="en-C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530112"/>
      </p:ext>
    </p:extLst>
  </p:cSld>
  <p:clrMapOvr>
    <a:masterClrMapping/>
  </p:clrMapOvr>
  <p:transition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CE26-5032-E1DF-0D67-081016F9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D9752C-FAA9-FF42-FA84-BF266810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59D9072-B1DF-C469-8C8A-7313ED2C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E4036-A029-8384-9DB0-681CEF27915B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5F377481-7A1E-D99E-3D3E-D0D9AC23C1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19370-EFC0-7FCA-590B-FAAE8602B5B3}"/>
              </a:ext>
            </a:extLst>
          </p:cNvPr>
          <p:cNvSpPr/>
          <p:nvPr/>
        </p:nvSpPr>
        <p:spPr>
          <a:xfrm>
            <a:off x="6789559" y="3384162"/>
            <a:ext cx="832338" cy="17188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78852F-1A74-C770-85E1-6C73E09C322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204928" y="5103057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8E0701-CEA6-6B16-161A-3044A143997F}"/>
              </a:ext>
            </a:extLst>
          </p:cNvPr>
          <p:cNvSpPr txBox="1"/>
          <p:nvPr/>
        </p:nvSpPr>
        <p:spPr>
          <a:xfrm>
            <a:off x="6810499" y="354748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…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X</a:t>
            </a:r>
            <a:endParaRPr lang="en-CN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EFFA2D-307B-7552-2F28-51145935F963}"/>
              </a:ext>
            </a:extLst>
          </p:cNvPr>
          <p:cNvSpPr/>
          <p:nvPr/>
        </p:nvSpPr>
        <p:spPr>
          <a:xfrm>
            <a:off x="6801344" y="583591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B3770C8-F305-79B5-8C9C-893C5B046E1D}"/>
              </a:ext>
            </a:extLst>
          </p:cNvPr>
          <p:cNvSpPr/>
          <p:nvPr/>
        </p:nvSpPr>
        <p:spPr>
          <a:xfrm>
            <a:off x="7210316" y="2803086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2E5E99-B253-1D80-BD39-7E4832ACF93C}"/>
              </a:ext>
            </a:extLst>
          </p:cNvPr>
          <p:cNvSpPr/>
          <p:nvPr/>
        </p:nvSpPr>
        <p:spPr>
          <a:xfrm>
            <a:off x="6801344" y="218585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AB7A59-3743-39F0-DCE7-8A11CD16CFA1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7205728" y="2678220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D99282-B81C-A84D-9404-93464D379298}"/>
              </a:ext>
            </a:extLst>
          </p:cNvPr>
          <p:cNvSpPr txBox="1"/>
          <p:nvPr/>
        </p:nvSpPr>
        <p:spPr>
          <a:xfrm>
            <a:off x="6800952" y="457040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X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…</a:t>
            </a:r>
            <a:endParaRPr lang="en-CN" dirty="0">
              <a:solidFill>
                <a:schemeClr val="bg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ACEF79-569F-1DBB-4BF1-45A7888C1796}"/>
              </a:ext>
            </a:extLst>
          </p:cNvPr>
          <p:cNvSpPr/>
          <p:nvPr/>
        </p:nvSpPr>
        <p:spPr>
          <a:xfrm>
            <a:off x="9439507" y="3384162"/>
            <a:ext cx="832338" cy="53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6AC1D5-03F3-E40A-15B1-E7E6479740CB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9855676" y="3916813"/>
            <a:ext cx="11785" cy="72949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F13B06B-BCBB-7214-0E02-1D3B2C738D07}"/>
              </a:ext>
            </a:extLst>
          </p:cNvPr>
          <p:cNvSpPr/>
          <p:nvPr/>
        </p:nvSpPr>
        <p:spPr>
          <a:xfrm>
            <a:off x="9451292" y="464630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8BF37C-B113-D5E3-51F8-7152E758B38B}"/>
              </a:ext>
            </a:extLst>
          </p:cNvPr>
          <p:cNvSpPr/>
          <p:nvPr/>
        </p:nvSpPr>
        <p:spPr>
          <a:xfrm>
            <a:off x="10676636" y="4256320"/>
            <a:ext cx="832338" cy="53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BB1’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27DDDD-327A-0E21-CEC0-F0211EA0C21C}"/>
              </a:ext>
            </a:extLst>
          </p:cNvPr>
          <p:cNvSpPr txBox="1"/>
          <p:nvPr/>
        </p:nvSpPr>
        <p:spPr>
          <a:xfrm>
            <a:off x="1192431" y="2280985"/>
            <a:ext cx="52115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consumer BB is visited, connect it to the sink.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FE8EA7-2F1B-6CBF-E4C7-22F557EB1F4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855676" y="3916813"/>
            <a:ext cx="820960" cy="33950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9CA0C5E-75B2-55EB-6D17-FDF476349BD5}"/>
              </a:ext>
            </a:extLst>
          </p:cNvPr>
          <p:cNvSpPr txBox="1"/>
          <p:nvPr/>
        </p:nvSpPr>
        <p:spPr>
          <a:xfrm>
            <a:off x="10111403" y="305373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…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AAC820-81A3-1997-4CF5-F4CD3BA37C95}"/>
              </a:ext>
            </a:extLst>
          </p:cNvPr>
          <p:cNvSpPr txBox="1"/>
          <p:nvPr/>
        </p:nvSpPr>
        <p:spPr>
          <a:xfrm>
            <a:off x="10801797" y="391681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…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X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CCD824-CCBF-E9A0-9951-6BD91920A96F}"/>
              </a:ext>
            </a:extLst>
          </p:cNvPr>
          <p:cNvSpPr/>
          <p:nvPr/>
        </p:nvSpPr>
        <p:spPr>
          <a:xfrm>
            <a:off x="10111344" y="565369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907F48F-1155-8B96-15B5-14A6C1F47DC9}"/>
              </a:ext>
            </a:extLst>
          </p:cNvPr>
          <p:cNvCxnSpPr>
            <a:cxnSpLocks/>
            <a:stCxn id="20" idx="2"/>
            <a:endCxn id="38" idx="0"/>
          </p:cNvCxnSpPr>
          <p:nvPr/>
        </p:nvCxnSpPr>
        <p:spPr>
          <a:xfrm>
            <a:off x="9867461" y="5138674"/>
            <a:ext cx="660052" cy="51502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333105-188A-AD1F-F472-98E39C030B71}"/>
              </a:ext>
            </a:extLst>
          </p:cNvPr>
          <p:cNvCxnSpPr>
            <a:cxnSpLocks/>
            <a:stCxn id="28" idx="2"/>
            <a:endCxn id="38" idx="0"/>
          </p:cNvCxnSpPr>
          <p:nvPr/>
        </p:nvCxnSpPr>
        <p:spPr>
          <a:xfrm flipH="1">
            <a:off x="10527513" y="4788971"/>
            <a:ext cx="565292" cy="86472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ight Arrow 46">
            <a:extLst>
              <a:ext uri="{FF2B5EF4-FFF2-40B4-BE49-F238E27FC236}">
                <a16:creationId xmlns:a16="http://schemas.microsoft.com/office/drawing/2014/main" id="{786B716F-32C5-66BB-658F-51452E4C9E85}"/>
              </a:ext>
            </a:extLst>
          </p:cNvPr>
          <p:cNvSpPr/>
          <p:nvPr/>
        </p:nvSpPr>
        <p:spPr>
          <a:xfrm>
            <a:off x="8756573" y="3983458"/>
            <a:ext cx="260241" cy="405244"/>
          </a:xfrm>
          <a:prstGeom prst="rightArrow">
            <a:avLst>
              <a:gd name="adj1" fmla="val 47415"/>
              <a:gd name="adj2" fmla="val 50000"/>
            </a:avLst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0524274"/>
      </p:ext>
    </p:extLst>
  </p:cSld>
  <p:clrMapOvr>
    <a:masterClrMapping/>
  </p:clrMapOvr>
  <p:transition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E887-34D5-3486-7A8C-54084857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DF2A56-A6CE-EAF2-D5AF-B9C1008B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925597-D10A-1212-3762-CB6826D1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29B2A63-DEE5-738E-73EA-78AF0755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BA54B-2C72-4E5A-3A78-C3891CF69F32}"/>
              </a:ext>
            </a:extLst>
          </p:cNvPr>
          <p:cNvSpPr txBox="1"/>
          <p:nvPr/>
        </p:nvSpPr>
        <p:spPr>
          <a:xfrm>
            <a:off x="1192431" y="1068363"/>
            <a:ext cx="968200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previous method for handling loop-related suppression logic,</a:t>
            </a:r>
            <a:r>
              <a:rPr lang="zh-CN" altLang="en-US" dirty="0"/>
              <a:t> </a:t>
            </a:r>
            <a:r>
              <a:rPr lang="en-US" dirty="0"/>
              <a:t>the relationship between a producer and a consumer falls into four categories:</a:t>
            </a:r>
          </a:p>
          <a:p>
            <a:pPr>
              <a:spcBef>
                <a:spcPts val="600"/>
              </a:spcBef>
            </a:pPr>
            <a:r>
              <a:rPr lang="en-US" altLang="zh-CN" strike="sngStrike" dirty="0"/>
              <a:t>1.</a:t>
            </a:r>
            <a:r>
              <a:rPr lang="en-US" strike="sngStrike" dirty="0"/>
              <a:t> More producers than consumers. </a:t>
            </a:r>
          </a:p>
          <a:p>
            <a:pPr>
              <a:spcBef>
                <a:spcPts val="600"/>
              </a:spcBef>
            </a:pPr>
            <a:r>
              <a:rPr lang="en-US" altLang="zh-CN" strike="sngStrike" dirty="0"/>
              <a:t>2.</a:t>
            </a:r>
            <a:r>
              <a:rPr lang="zh-CN" altLang="en-US" strike="sngStrike" dirty="0"/>
              <a:t> </a:t>
            </a:r>
            <a:r>
              <a:rPr lang="en-US" strike="sngStrike" dirty="0"/>
              <a:t>The producer is also the consumer. </a:t>
            </a:r>
          </a:p>
          <a:p>
            <a:pPr>
              <a:spcBef>
                <a:spcPts val="600"/>
              </a:spcBef>
            </a:pPr>
            <a:r>
              <a:rPr lang="en-US" altLang="zh-CN" b="1" dirty="0"/>
              <a:t>3.</a:t>
            </a:r>
            <a:r>
              <a:rPr lang="zh-CN" altLang="en-US" b="1" dirty="0"/>
              <a:t> </a:t>
            </a:r>
            <a:r>
              <a:rPr lang="en-US" b="1" dirty="0"/>
              <a:t>Backward edge. </a:t>
            </a:r>
          </a:p>
          <a:p>
            <a:pPr>
              <a:spcBef>
                <a:spcPts val="600"/>
              </a:spcBef>
            </a:pPr>
            <a:r>
              <a:rPr lang="en-US" altLang="zh-CN" strike="sngStrike" dirty="0"/>
              <a:t>4.</a:t>
            </a:r>
            <a:r>
              <a:rPr lang="en-US" strike="sngStrike" dirty="0"/>
              <a:t> Direct suppression. 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56376-253F-994F-5077-59E83ADA7082}"/>
              </a:ext>
            </a:extLst>
          </p:cNvPr>
          <p:cNvSpPr/>
          <p:nvPr/>
        </p:nvSpPr>
        <p:spPr>
          <a:xfrm>
            <a:off x="6385429" y="312193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8EC19-22EB-25F4-433D-F937E57F47A6}"/>
              </a:ext>
            </a:extLst>
          </p:cNvPr>
          <p:cNvSpPr/>
          <p:nvPr/>
        </p:nvSpPr>
        <p:spPr>
          <a:xfrm>
            <a:off x="6384629" y="434845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B76F4A-96B7-3654-0A0A-5E89DBF95FBE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6800798" y="3614299"/>
            <a:ext cx="800" cy="73415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A0DA3E-4007-728A-7972-CCDE6E342255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6800798" y="4840825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AAD5DB-B476-9E92-1FC3-584108DBD597}"/>
              </a:ext>
            </a:extLst>
          </p:cNvPr>
          <p:cNvSpPr txBox="1"/>
          <p:nvPr/>
        </p:nvSpPr>
        <p:spPr>
          <a:xfrm>
            <a:off x="5550456" y="315246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6A05C0-2AE5-7558-1B17-AE7979919B17}"/>
              </a:ext>
            </a:extLst>
          </p:cNvPr>
          <p:cNvSpPr/>
          <p:nvPr/>
        </p:nvSpPr>
        <p:spPr>
          <a:xfrm>
            <a:off x="6397214" y="557368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2B61389-9C64-E7D1-6385-BD5193C9A2B5}"/>
              </a:ext>
            </a:extLst>
          </p:cNvPr>
          <p:cNvSpPr/>
          <p:nvPr/>
        </p:nvSpPr>
        <p:spPr>
          <a:xfrm>
            <a:off x="6806186" y="2540854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19305E-6953-318A-3535-5AF5F4CA00CE}"/>
              </a:ext>
            </a:extLst>
          </p:cNvPr>
          <p:cNvSpPr/>
          <p:nvPr/>
        </p:nvSpPr>
        <p:spPr>
          <a:xfrm>
            <a:off x="6397214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790FAF-E08D-8FF2-DAB4-A01C1901BFAC}"/>
              </a:ext>
            </a:extLst>
          </p:cNvPr>
          <p:cNvCxnSpPr>
            <a:cxnSpLocks/>
            <a:stCxn id="17" idx="2"/>
            <a:endCxn id="2" idx="0"/>
          </p:cNvCxnSpPr>
          <p:nvPr/>
        </p:nvCxnSpPr>
        <p:spPr>
          <a:xfrm flipH="1">
            <a:off x="6801598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FE6B542-9DB5-F1B2-AE71-266D179BA860}"/>
              </a:ext>
            </a:extLst>
          </p:cNvPr>
          <p:cNvSpPr txBox="1"/>
          <p:nvPr/>
        </p:nvSpPr>
        <p:spPr>
          <a:xfrm>
            <a:off x="5568788" y="440224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B5DAC1-6256-BB4C-9E60-06E0D17617A9}"/>
              </a:ext>
            </a:extLst>
          </p:cNvPr>
          <p:cNvSpPr/>
          <p:nvPr/>
        </p:nvSpPr>
        <p:spPr>
          <a:xfrm>
            <a:off x="9209244" y="312193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6C1A4B-41CB-767D-19FA-1A4DF13A0DD9}"/>
              </a:ext>
            </a:extLst>
          </p:cNvPr>
          <p:cNvSpPr/>
          <p:nvPr/>
        </p:nvSpPr>
        <p:spPr>
          <a:xfrm>
            <a:off x="9208444" y="478952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9392F2-2196-818B-C3F0-2F52D67C6463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9624613" y="3614299"/>
            <a:ext cx="800" cy="117522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1C6D79-91D4-FF6D-D28D-21BB1631E5F8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flipH="1">
            <a:off x="8999042" y="3614299"/>
            <a:ext cx="626371" cy="36288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EDBBD6E-6473-D295-35F4-12EC8F94282E}"/>
              </a:ext>
            </a:extLst>
          </p:cNvPr>
          <p:cNvSpPr txBox="1"/>
          <p:nvPr/>
        </p:nvSpPr>
        <p:spPr>
          <a:xfrm>
            <a:off x="8374271" y="315246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E97E17-D442-CFF9-4BD6-C0EA5712A7E0}"/>
              </a:ext>
            </a:extLst>
          </p:cNvPr>
          <p:cNvSpPr/>
          <p:nvPr/>
        </p:nvSpPr>
        <p:spPr>
          <a:xfrm>
            <a:off x="8582873" y="397718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12492F-5A88-3F38-8F65-60809DA61391}"/>
              </a:ext>
            </a:extLst>
          </p:cNvPr>
          <p:cNvSpPr/>
          <p:nvPr/>
        </p:nvSpPr>
        <p:spPr>
          <a:xfrm>
            <a:off x="9221029" y="192361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0B59DCB-7946-A8DE-0D3E-7EE19CFCF1CA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flipH="1">
            <a:off x="9625413" y="241598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546CCF5-7C35-63AE-FB72-281EF6F2A772}"/>
              </a:ext>
            </a:extLst>
          </p:cNvPr>
          <p:cNvSpPr txBox="1"/>
          <p:nvPr/>
        </p:nvSpPr>
        <p:spPr>
          <a:xfrm>
            <a:off x="8392603" y="484331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710A42E8-B914-B998-AE06-887FBF440928}"/>
              </a:ext>
            </a:extLst>
          </p:cNvPr>
          <p:cNvSpPr/>
          <p:nvPr/>
        </p:nvSpPr>
        <p:spPr>
          <a:xfrm>
            <a:off x="9649609" y="2822835"/>
            <a:ext cx="1000978" cy="2948174"/>
          </a:xfrm>
          <a:custGeom>
            <a:avLst/>
            <a:gdLst>
              <a:gd name="connsiteX0" fmla="*/ 0 w 1000978"/>
              <a:gd name="connsiteY0" fmla="*/ 2469927 h 2948174"/>
              <a:gd name="connsiteX1" fmla="*/ 215153 w 1000978"/>
              <a:gd name="connsiteY1" fmla="*/ 2835687 h 2948174"/>
              <a:gd name="connsiteX2" fmla="*/ 731520 w 1000978"/>
              <a:gd name="connsiteY2" fmla="*/ 2900233 h 2948174"/>
              <a:gd name="connsiteX3" fmla="*/ 978946 w 1000978"/>
              <a:gd name="connsiteY3" fmla="*/ 2179471 h 2948174"/>
              <a:gd name="connsiteX4" fmla="*/ 968189 w 1000978"/>
              <a:gd name="connsiteY4" fmla="*/ 522793 h 2948174"/>
              <a:gd name="connsiteX5" fmla="*/ 796066 w 1000978"/>
              <a:gd name="connsiteY5" fmla="*/ 81730 h 2948174"/>
              <a:gd name="connsiteX6" fmla="*/ 419549 w 1000978"/>
              <a:gd name="connsiteY6" fmla="*/ 6426 h 2948174"/>
              <a:gd name="connsiteX7" fmla="*/ 204396 w 1000978"/>
              <a:gd name="connsiteY7" fmla="*/ 167791 h 2948174"/>
              <a:gd name="connsiteX8" fmla="*/ 86062 w 1000978"/>
              <a:gd name="connsiteY8" fmla="*/ 275367 h 294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978" h="2948174">
                <a:moveTo>
                  <a:pt x="0" y="2469927"/>
                </a:moveTo>
                <a:cubicBezTo>
                  <a:pt x="46616" y="2616948"/>
                  <a:pt x="93233" y="2763969"/>
                  <a:pt x="215153" y="2835687"/>
                </a:cubicBezTo>
                <a:cubicBezTo>
                  <a:pt x="337073" y="2907405"/>
                  <a:pt x="604221" y="3009602"/>
                  <a:pt x="731520" y="2900233"/>
                </a:cubicBezTo>
                <a:cubicBezTo>
                  <a:pt x="858819" y="2790864"/>
                  <a:pt x="939501" y="2575711"/>
                  <a:pt x="978946" y="2179471"/>
                </a:cubicBezTo>
                <a:cubicBezTo>
                  <a:pt x="1018391" y="1783231"/>
                  <a:pt x="998669" y="872416"/>
                  <a:pt x="968189" y="522793"/>
                </a:cubicBezTo>
                <a:cubicBezTo>
                  <a:pt x="937709" y="173170"/>
                  <a:pt x="887506" y="167791"/>
                  <a:pt x="796066" y="81730"/>
                </a:cubicBezTo>
                <a:cubicBezTo>
                  <a:pt x="704626" y="-4331"/>
                  <a:pt x="518161" y="-7917"/>
                  <a:pt x="419549" y="6426"/>
                </a:cubicBezTo>
                <a:cubicBezTo>
                  <a:pt x="320937" y="20769"/>
                  <a:pt x="259977" y="122967"/>
                  <a:pt x="204396" y="167791"/>
                </a:cubicBezTo>
                <a:cubicBezTo>
                  <a:pt x="148815" y="212614"/>
                  <a:pt x="117438" y="243990"/>
                  <a:pt x="86062" y="275367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58493656"/>
      </p:ext>
    </p:extLst>
  </p:cSld>
  <p:clrMapOvr>
    <a:masterClrMapping/>
  </p:clrMapOvr>
  <p:transition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5CE67-28FC-FF8E-5E1F-AA2371E9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0CB0E-3A65-F7FF-255E-0D21A4E0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2CB028F1-901C-4368-8467-CCA0EB27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FDF25-7165-FA15-7749-3B26080EBCA4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82FEBDA2-AC0C-AB39-88EA-6A38E1E3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DF5A41-179F-5AC2-73C8-BB59ED718B89}"/>
              </a:ext>
            </a:extLst>
          </p:cNvPr>
          <p:cNvSpPr/>
          <p:nvPr/>
        </p:nvSpPr>
        <p:spPr>
          <a:xfrm>
            <a:off x="9451292" y="349856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C4EF53-BB1C-DFE1-AE54-F441AD19EC30}"/>
              </a:ext>
            </a:extLst>
          </p:cNvPr>
          <p:cNvSpPr/>
          <p:nvPr/>
        </p:nvSpPr>
        <p:spPr>
          <a:xfrm>
            <a:off x="10676636" y="4256320"/>
            <a:ext cx="832338" cy="53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F9A0C7-12B9-9AA8-5007-C9CF3265A26B}"/>
              </a:ext>
            </a:extLst>
          </p:cNvPr>
          <p:cNvSpPr txBox="1"/>
          <p:nvPr/>
        </p:nvSpPr>
        <p:spPr>
          <a:xfrm>
            <a:off x="1192431" y="2280985"/>
            <a:ext cx="52115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consumer BB is visited, connect it to the sink.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BAF3B4-F955-6FF6-C009-C9F422917AAA}"/>
              </a:ext>
            </a:extLst>
          </p:cNvPr>
          <p:cNvCxnSpPr>
            <a:cxnSpLocks/>
            <a:stCxn id="20" idx="2"/>
            <a:endCxn id="28" idx="1"/>
          </p:cNvCxnSpPr>
          <p:nvPr/>
        </p:nvCxnSpPr>
        <p:spPr>
          <a:xfrm>
            <a:off x="9867461" y="3990938"/>
            <a:ext cx="809175" cy="531708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A20FC82-C5B9-A659-BF4D-B17C908D2970}"/>
              </a:ext>
            </a:extLst>
          </p:cNvPr>
          <p:cNvSpPr txBox="1"/>
          <p:nvPr/>
        </p:nvSpPr>
        <p:spPr>
          <a:xfrm>
            <a:off x="9480151" y="314340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…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8A91F7-ECFE-04AB-379F-D1D4091A0FF9}"/>
              </a:ext>
            </a:extLst>
          </p:cNvPr>
          <p:cNvSpPr txBox="1"/>
          <p:nvPr/>
        </p:nvSpPr>
        <p:spPr>
          <a:xfrm>
            <a:off x="10801797" y="391681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…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X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2962E6-2CBD-D221-27A3-46DC02E6FCCF}"/>
              </a:ext>
            </a:extLst>
          </p:cNvPr>
          <p:cNvSpPr/>
          <p:nvPr/>
        </p:nvSpPr>
        <p:spPr>
          <a:xfrm>
            <a:off x="10111344" y="575886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E16D74-AFEC-44F8-B667-0D6D6BEC197A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9870903" y="5171786"/>
            <a:ext cx="656610" cy="58707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104A13-0753-7C08-67BD-86A0AEB1B11B}"/>
              </a:ext>
            </a:extLst>
          </p:cNvPr>
          <p:cNvCxnSpPr>
            <a:cxnSpLocks/>
            <a:stCxn id="28" idx="2"/>
            <a:endCxn id="38" idx="0"/>
          </p:cNvCxnSpPr>
          <p:nvPr/>
        </p:nvCxnSpPr>
        <p:spPr>
          <a:xfrm flipH="1">
            <a:off x="10527513" y="4788971"/>
            <a:ext cx="565292" cy="96988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ight Arrow 46">
            <a:extLst>
              <a:ext uri="{FF2B5EF4-FFF2-40B4-BE49-F238E27FC236}">
                <a16:creationId xmlns:a16="http://schemas.microsoft.com/office/drawing/2014/main" id="{1F8BB50D-D22D-F1B3-CD5C-8C9C7F7F2579}"/>
              </a:ext>
            </a:extLst>
          </p:cNvPr>
          <p:cNvSpPr/>
          <p:nvPr/>
        </p:nvSpPr>
        <p:spPr>
          <a:xfrm>
            <a:off x="8756573" y="3983458"/>
            <a:ext cx="260241" cy="405244"/>
          </a:xfrm>
          <a:prstGeom prst="rightArrow">
            <a:avLst>
              <a:gd name="adj1" fmla="val 47415"/>
              <a:gd name="adj2" fmla="val 50000"/>
            </a:avLst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8F52A8-8BEB-295D-4287-9F1412FDD837}"/>
              </a:ext>
            </a:extLst>
          </p:cNvPr>
          <p:cNvSpPr/>
          <p:nvPr/>
        </p:nvSpPr>
        <p:spPr>
          <a:xfrm>
            <a:off x="7099221" y="3465360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B01FD-E0F7-07FE-A678-4F588101DDEB}"/>
              </a:ext>
            </a:extLst>
          </p:cNvPr>
          <p:cNvSpPr/>
          <p:nvPr/>
        </p:nvSpPr>
        <p:spPr>
          <a:xfrm>
            <a:off x="7098421" y="469188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5C03B4-FE80-A7BA-09A3-DA26E25CAC76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7514590" y="3957729"/>
            <a:ext cx="800" cy="73415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CC9A82-F705-D454-843E-967981928507}"/>
              </a:ext>
            </a:extLst>
          </p:cNvPr>
          <p:cNvCxnSpPr>
            <a:cxnSpLocks/>
            <a:stCxn id="3" idx="2"/>
            <a:endCxn id="21" idx="0"/>
          </p:cNvCxnSpPr>
          <p:nvPr/>
        </p:nvCxnSpPr>
        <p:spPr>
          <a:xfrm>
            <a:off x="7514590" y="5184255"/>
            <a:ext cx="12585" cy="73285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E06324-55DC-8D87-2BFD-8F1E0A5F3852}"/>
              </a:ext>
            </a:extLst>
          </p:cNvPr>
          <p:cNvSpPr txBox="1"/>
          <p:nvPr/>
        </p:nvSpPr>
        <p:spPr>
          <a:xfrm>
            <a:off x="6264248" y="349589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9E5D5A-DEFF-0442-BBC3-76A9584A537D}"/>
              </a:ext>
            </a:extLst>
          </p:cNvPr>
          <p:cNvSpPr/>
          <p:nvPr/>
        </p:nvSpPr>
        <p:spPr>
          <a:xfrm>
            <a:off x="7111006" y="591711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6F5530F-D916-7147-A37A-3C59E5071AC8}"/>
              </a:ext>
            </a:extLst>
          </p:cNvPr>
          <p:cNvSpPr/>
          <p:nvPr/>
        </p:nvSpPr>
        <p:spPr>
          <a:xfrm>
            <a:off x="7519978" y="2884284"/>
            <a:ext cx="1092300" cy="2744072"/>
          </a:xfrm>
          <a:custGeom>
            <a:avLst/>
            <a:gdLst>
              <a:gd name="connsiteX0" fmla="*/ 0 w 1092300"/>
              <a:gd name="connsiteY0" fmla="*/ 2315339 h 2744072"/>
              <a:gd name="connsiteX1" fmla="*/ 324091 w 1092300"/>
              <a:gd name="connsiteY1" fmla="*/ 2697303 h 2744072"/>
              <a:gd name="connsiteX2" fmla="*/ 949124 w 1092300"/>
              <a:gd name="connsiteY2" fmla="*/ 2604706 h 2744072"/>
              <a:gd name="connsiteX3" fmla="*/ 1088020 w 1092300"/>
              <a:gd name="connsiteY3" fmla="*/ 1505111 h 2744072"/>
              <a:gd name="connsiteX4" fmla="*/ 995423 w 1092300"/>
              <a:gd name="connsiteY4" fmla="*/ 312919 h 2744072"/>
              <a:gd name="connsiteX5" fmla="*/ 428263 w 1092300"/>
              <a:gd name="connsiteY5" fmla="*/ 402 h 2744072"/>
              <a:gd name="connsiteX6" fmla="*/ 138896 w 1092300"/>
              <a:gd name="connsiteY6" fmla="*/ 255045 h 2744072"/>
              <a:gd name="connsiteX7" fmla="*/ 69448 w 1092300"/>
              <a:gd name="connsiteY7" fmla="*/ 590711 h 274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2300" h="2744072">
                <a:moveTo>
                  <a:pt x="0" y="2315339"/>
                </a:moveTo>
                <a:cubicBezTo>
                  <a:pt x="82952" y="2482207"/>
                  <a:pt x="165904" y="2649075"/>
                  <a:pt x="324091" y="2697303"/>
                </a:cubicBezTo>
                <a:cubicBezTo>
                  <a:pt x="482278" y="2745531"/>
                  <a:pt x="821803" y="2803405"/>
                  <a:pt x="949124" y="2604706"/>
                </a:cubicBezTo>
                <a:cubicBezTo>
                  <a:pt x="1076445" y="2406007"/>
                  <a:pt x="1080304" y="1887075"/>
                  <a:pt x="1088020" y="1505111"/>
                </a:cubicBezTo>
                <a:cubicBezTo>
                  <a:pt x="1095736" y="1123147"/>
                  <a:pt x="1105382" y="563704"/>
                  <a:pt x="995423" y="312919"/>
                </a:cubicBezTo>
                <a:cubicBezTo>
                  <a:pt x="885464" y="62134"/>
                  <a:pt x="571017" y="10048"/>
                  <a:pt x="428263" y="402"/>
                </a:cubicBezTo>
                <a:cubicBezTo>
                  <a:pt x="285509" y="-9244"/>
                  <a:pt x="198698" y="156660"/>
                  <a:pt x="138896" y="255045"/>
                </a:cubicBezTo>
                <a:cubicBezTo>
                  <a:pt x="79094" y="353430"/>
                  <a:pt x="74271" y="472070"/>
                  <a:pt x="69448" y="590711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5C7CE9-AE90-08FE-028A-013C051E5168}"/>
              </a:ext>
            </a:extLst>
          </p:cNvPr>
          <p:cNvSpPr/>
          <p:nvPr/>
        </p:nvSpPr>
        <p:spPr>
          <a:xfrm>
            <a:off x="7111006" y="22670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10BDCE-044B-F20F-FAE2-1D9412057662}"/>
              </a:ext>
            </a:extLst>
          </p:cNvPr>
          <p:cNvCxnSpPr>
            <a:cxnSpLocks/>
            <a:stCxn id="23" idx="2"/>
            <a:endCxn id="2" idx="0"/>
          </p:cNvCxnSpPr>
          <p:nvPr/>
        </p:nvCxnSpPr>
        <p:spPr>
          <a:xfrm flipH="1">
            <a:off x="7515390" y="2759418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79BA2B-98C3-1602-133C-F7FCF6D1CB41}"/>
              </a:ext>
            </a:extLst>
          </p:cNvPr>
          <p:cNvSpPr txBox="1"/>
          <p:nvPr/>
        </p:nvSpPr>
        <p:spPr>
          <a:xfrm>
            <a:off x="6282580" y="474567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395242-E081-EB99-EF13-987D12AB08E1}"/>
              </a:ext>
            </a:extLst>
          </p:cNvPr>
          <p:cNvSpPr/>
          <p:nvPr/>
        </p:nvSpPr>
        <p:spPr>
          <a:xfrm>
            <a:off x="9454734" y="4679417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48E08D-8C91-DB2A-C29A-9BFED7C18279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>
            <a:off x="9867461" y="3990938"/>
            <a:ext cx="3442" cy="68847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0C5B0BF-4B65-9A4C-C6A3-67B798E04F8D}"/>
              </a:ext>
            </a:extLst>
          </p:cNvPr>
          <p:cNvSpPr txBox="1"/>
          <p:nvPr/>
        </p:nvSpPr>
        <p:spPr>
          <a:xfrm>
            <a:off x="7195552" y="532054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en-C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0CEF3D-713D-A005-A5C2-A6EC239248D4}"/>
              </a:ext>
            </a:extLst>
          </p:cNvPr>
          <p:cNvSpPr txBox="1"/>
          <p:nvPr/>
        </p:nvSpPr>
        <p:spPr>
          <a:xfrm>
            <a:off x="7840320" y="524329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AC261C-8A5A-E42E-C763-EFCD18442D3B}"/>
              </a:ext>
            </a:extLst>
          </p:cNvPr>
          <p:cNvSpPr txBox="1"/>
          <p:nvPr/>
        </p:nvSpPr>
        <p:spPr>
          <a:xfrm>
            <a:off x="9524912" y="414014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667969-BB57-4441-772C-EB2161EF1DEB}"/>
              </a:ext>
            </a:extLst>
          </p:cNvPr>
          <p:cNvSpPr txBox="1"/>
          <p:nvPr/>
        </p:nvSpPr>
        <p:spPr>
          <a:xfrm>
            <a:off x="10317268" y="395772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81312299"/>
      </p:ext>
    </p:extLst>
  </p:cSld>
  <p:clrMapOvr>
    <a:masterClrMapping/>
  </p:clrMapOvr>
  <p:transition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E911-6AE3-1B98-DB5A-93D7D46C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143073-C3A7-AF88-4BDD-8D76C851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1BB13561-6B1E-9B79-3A54-DCD50B01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Loop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4EF780-AB1E-4048-47C6-F12A389BECF8}"/>
              </a:ext>
            </a:extLst>
          </p:cNvPr>
          <p:cNvSpPr txBox="1"/>
          <p:nvPr/>
        </p:nvSpPr>
        <p:spPr>
          <a:xfrm>
            <a:off x="1192431" y="1068363"/>
            <a:ext cx="9682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The FTD paper proposes flattening the loops to make the CFG acyclic. By flattening the loops, the four conditions are unified, and we can apply a single common workflow. In this case, only one branch is introduced per data delivery.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67236D8-16A5-7E7F-E9D5-851AE5B2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E1E15C-685F-411B-529F-282111A71507}"/>
              </a:ext>
            </a:extLst>
          </p:cNvPr>
          <p:cNvSpPr/>
          <p:nvPr/>
        </p:nvSpPr>
        <p:spPr>
          <a:xfrm>
            <a:off x="9634096" y="28512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E420B-0064-7DB8-7DAF-66BB6F52525A}"/>
              </a:ext>
            </a:extLst>
          </p:cNvPr>
          <p:cNvSpPr txBox="1"/>
          <p:nvPr/>
        </p:nvSpPr>
        <p:spPr>
          <a:xfrm>
            <a:off x="1192431" y="2280985"/>
            <a:ext cx="52115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dirty="0"/>
              <a:t>a flattened CFG: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dirty="0"/>
              <a:t>tart</a:t>
            </a:r>
            <a:r>
              <a:rPr lang="en-US" altLang="zh-CN" dirty="0"/>
              <a:t>ing</a:t>
            </a:r>
            <a:r>
              <a:rPr lang="en-US" dirty="0"/>
              <a:t> from the producer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new sink and connect the previous sink to this new sink.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producer BB is visited again, create a new BB and connect it to the sink.</a:t>
            </a:r>
            <a:r>
              <a:rPr lang="zh-CN" altLang="en-US" dirty="0"/>
              <a:t> </a:t>
            </a:r>
            <a:r>
              <a:rPr lang="en-US" dirty="0"/>
              <a:t>If it is also a consumer BB, then the consumer role is assigned to this revisited BB.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 consumer BB is visited, connect it to the sink.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AE156B-CCD5-D3ED-8156-74C2091F7DDC}"/>
              </a:ext>
            </a:extLst>
          </p:cNvPr>
          <p:cNvSpPr txBox="1"/>
          <p:nvPr/>
        </p:nvSpPr>
        <p:spPr>
          <a:xfrm>
            <a:off x="10458297" y="291276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…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D6CEA8-1C58-C729-113F-2CFFBF59CBA7}"/>
              </a:ext>
            </a:extLst>
          </p:cNvPr>
          <p:cNvSpPr txBox="1"/>
          <p:nvPr/>
        </p:nvSpPr>
        <p:spPr>
          <a:xfrm>
            <a:off x="10458296" y="412421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…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X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41D356-8B3F-C969-1E84-428890567846}"/>
              </a:ext>
            </a:extLst>
          </p:cNvPr>
          <p:cNvSpPr/>
          <p:nvPr/>
        </p:nvSpPr>
        <p:spPr>
          <a:xfrm>
            <a:off x="9634096" y="526649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Sink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C313CD0-70E8-4E3A-B8CF-FFC6497D878E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10050265" y="4551238"/>
            <a:ext cx="0" cy="71525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ight Arrow 46">
            <a:extLst>
              <a:ext uri="{FF2B5EF4-FFF2-40B4-BE49-F238E27FC236}">
                <a16:creationId xmlns:a16="http://schemas.microsoft.com/office/drawing/2014/main" id="{E0DFC47A-6905-5AF3-E6A9-5D27B76D03EE}"/>
              </a:ext>
            </a:extLst>
          </p:cNvPr>
          <p:cNvSpPr/>
          <p:nvPr/>
        </p:nvSpPr>
        <p:spPr>
          <a:xfrm>
            <a:off x="9084125" y="3983458"/>
            <a:ext cx="260241" cy="405244"/>
          </a:xfrm>
          <a:prstGeom prst="rightArrow">
            <a:avLst>
              <a:gd name="adj1" fmla="val 47415"/>
              <a:gd name="adj2" fmla="val 50000"/>
            </a:avLst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AD9D8F-DEFE-D2DC-A077-4C4DA30C2F7A}"/>
              </a:ext>
            </a:extLst>
          </p:cNvPr>
          <p:cNvSpPr/>
          <p:nvPr/>
        </p:nvSpPr>
        <p:spPr>
          <a:xfrm>
            <a:off x="9634096" y="405886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21C6300-2367-974D-A3D3-2E2DA6BC72E8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>
            <a:off x="10050265" y="3343618"/>
            <a:ext cx="0" cy="715251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9EF4092-AF28-1299-B3E3-54B76D6ED1CF}"/>
              </a:ext>
            </a:extLst>
          </p:cNvPr>
          <p:cNvSpPr/>
          <p:nvPr/>
        </p:nvSpPr>
        <p:spPr>
          <a:xfrm>
            <a:off x="7367288" y="345040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156E85-ACE8-5C0D-6C61-8C3A90EFAC55}"/>
              </a:ext>
            </a:extLst>
          </p:cNvPr>
          <p:cNvSpPr/>
          <p:nvPr/>
        </p:nvSpPr>
        <p:spPr>
          <a:xfrm>
            <a:off x="7366488" y="511799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03B831-7FA0-4BCA-77E1-FD1E621A176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7782657" y="3942774"/>
            <a:ext cx="800" cy="117522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A20D10-DFCE-216A-D1B7-0524DF783B11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7157086" y="3942774"/>
            <a:ext cx="626371" cy="36288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12BDD1-5256-14CF-8175-E95E6B87F91A}"/>
              </a:ext>
            </a:extLst>
          </p:cNvPr>
          <p:cNvSpPr txBox="1"/>
          <p:nvPr/>
        </p:nvSpPr>
        <p:spPr>
          <a:xfrm>
            <a:off x="6532315" y="348093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DEF56A-E2D1-E087-7930-FD0D0CDD941F}"/>
              </a:ext>
            </a:extLst>
          </p:cNvPr>
          <p:cNvSpPr/>
          <p:nvPr/>
        </p:nvSpPr>
        <p:spPr>
          <a:xfrm>
            <a:off x="6740917" y="4305661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BB3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5B3FD0-B0B3-8E41-A267-B2DEB31C83DC}"/>
              </a:ext>
            </a:extLst>
          </p:cNvPr>
          <p:cNvSpPr/>
          <p:nvPr/>
        </p:nvSpPr>
        <p:spPr>
          <a:xfrm>
            <a:off x="7379073" y="2252094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BB0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6C6F89-D65F-13C7-7DAD-F4AEC2955E00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 flipH="1">
            <a:off x="7783457" y="2744463"/>
            <a:ext cx="11785" cy="70594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846C55-0EC1-1AA8-58C6-79014CE6489B}"/>
              </a:ext>
            </a:extLst>
          </p:cNvPr>
          <p:cNvSpPr txBox="1"/>
          <p:nvPr/>
        </p:nvSpPr>
        <p:spPr>
          <a:xfrm>
            <a:off x="6550647" y="517178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7A442A3-4005-076F-EC2E-27611611B1FE}"/>
              </a:ext>
            </a:extLst>
          </p:cNvPr>
          <p:cNvSpPr/>
          <p:nvPr/>
        </p:nvSpPr>
        <p:spPr>
          <a:xfrm>
            <a:off x="7807653" y="3151310"/>
            <a:ext cx="1000978" cy="2948174"/>
          </a:xfrm>
          <a:custGeom>
            <a:avLst/>
            <a:gdLst>
              <a:gd name="connsiteX0" fmla="*/ 0 w 1000978"/>
              <a:gd name="connsiteY0" fmla="*/ 2469927 h 2948174"/>
              <a:gd name="connsiteX1" fmla="*/ 215153 w 1000978"/>
              <a:gd name="connsiteY1" fmla="*/ 2835687 h 2948174"/>
              <a:gd name="connsiteX2" fmla="*/ 731520 w 1000978"/>
              <a:gd name="connsiteY2" fmla="*/ 2900233 h 2948174"/>
              <a:gd name="connsiteX3" fmla="*/ 978946 w 1000978"/>
              <a:gd name="connsiteY3" fmla="*/ 2179471 h 2948174"/>
              <a:gd name="connsiteX4" fmla="*/ 968189 w 1000978"/>
              <a:gd name="connsiteY4" fmla="*/ 522793 h 2948174"/>
              <a:gd name="connsiteX5" fmla="*/ 796066 w 1000978"/>
              <a:gd name="connsiteY5" fmla="*/ 81730 h 2948174"/>
              <a:gd name="connsiteX6" fmla="*/ 419549 w 1000978"/>
              <a:gd name="connsiteY6" fmla="*/ 6426 h 2948174"/>
              <a:gd name="connsiteX7" fmla="*/ 204396 w 1000978"/>
              <a:gd name="connsiteY7" fmla="*/ 167791 h 2948174"/>
              <a:gd name="connsiteX8" fmla="*/ 86062 w 1000978"/>
              <a:gd name="connsiteY8" fmla="*/ 275367 h 294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978" h="2948174">
                <a:moveTo>
                  <a:pt x="0" y="2469927"/>
                </a:moveTo>
                <a:cubicBezTo>
                  <a:pt x="46616" y="2616948"/>
                  <a:pt x="93233" y="2763969"/>
                  <a:pt x="215153" y="2835687"/>
                </a:cubicBezTo>
                <a:cubicBezTo>
                  <a:pt x="337073" y="2907405"/>
                  <a:pt x="604221" y="3009602"/>
                  <a:pt x="731520" y="2900233"/>
                </a:cubicBezTo>
                <a:cubicBezTo>
                  <a:pt x="858819" y="2790864"/>
                  <a:pt x="939501" y="2575711"/>
                  <a:pt x="978946" y="2179471"/>
                </a:cubicBezTo>
                <a:cubicBezTo>
                  <a:pt x="1018391" y="1783231"/>
                  <a:pt x="998669" y="872416"/>
                  <a:pt x="968189" y="522793"/>
                </a:cubicBezTo>
                <a:cubicBezTo>
                  <a:pt x="937709" y="173170"/>
                  <a:pt x="887506" y="167791"/>
                  <a:pt x="796066" y="81730"/>
                </a:cubicBezTo>
                <a:cubicBezTo>
                  <a:pt x="704626" y="-4331"/>
                  <a:pt x="518161" y="-7917"/>
                  <a:pt x="419549" y="6426"/>
                </a:cubicBezTo>
                <a:cubicBezTo>
                  <a:pt x="320937" y="20769"/>
                  <a:pt x="259977" y="122967"/>
                  <a:pt x="204396" y="167791"/>
                </a:cubicBezTo>
                <a:cubicBezTo>
                  <a:pt x="148815" y="212614"/>
                  <a:pt x="117438" y="243990"/>
                  <a:pt x="86062" y="275367"/>
                </a:cubicBezTo>
              </a:path>
            </a:pathLst>
          </a:cu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0999453"/>
      </p:ext>
    </p:extLst>
  </p:cSld>
  <p:clrMapOvr>
    <a:masterClrMapping/>
  </p:clrMapOvr>
  <p:transition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A467-7291-93E6-FAC7-3296EA54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1A5D44-C2E7-866C-A55B-02D5B76C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7341C8-AF91-B12C-CB28-E56782BA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0D417BF-EA7D-174F-5CB2-4A7ADC55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CN" altLang="zh-CN" dirty="0"/>
              <a:t>Corner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endParaRPr lang="de-CH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3997D-0A6B-9907-9F50-ECCE1D7AFE63}"/>
              </a:ext>
            </a:extLst>
          </p:cNvPr>
          <p:cNvSpPr/>
          <p:nvPr/>
        </p:nvSpPr>
        <p:spPr>
          <a:xfrm>
            <a:off x="1990133" y="1591376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BB1</a:t>
            </a:r>
            <a:endParaRPr lang="en-C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D8996F7-2A1E-E19C-B3D4-66A9C6F396BC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410031" y="2076911"/>
            <a:ext cx="3156" cy="647832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3DB5E6-30BF-8CCC-533C-225CB4E2A11E}"/>
                  </a:ext>
                </a:extLst>
              </p:cNvPr>
              <p:cNvSpPr txBox="1"/>
              <p:nvPr/>
            </p:nvSpPr>
            <p:spPr>
              <a:xfrm>
                <a:off x="3317187" y="4277143"/>
                <a:ext cx="48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3DB5E6-30BF-8CCC-533C-225CB4E2A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187" y="4277143"/>
                <a:ext cx="4828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274B91A-10C4-986C-6E37-7FE6DF3A5367}"/>
              </a:ext>
            </a:extLst>
          </p:cNvPr>
          <p:cNvSpPr txBox="1"/>
          <p:nvPr/>
        </p:nvSpPr>
        <p:spPr>
          <a:xfrm>
            <a:off x="1148264" y="162824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94D182-88EF-A8DA-BDEC-752EA672AE3E}"/>
              </a:ext>
            </a:extLst>
          </p:cNvPr>
          <p:cNvSpPr/>
          <p:nvPr/>
        </p:nvSpPr>
        <p:spPr>
          <a:xfrm>
            <a:off x="1993862" y="2724743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BB2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4AAB55-7431-2AFC-87C5-06F241AE8B62}"/>
              </a:ext>
            </a:extLst>
          </p:cNvPr>
          <p:cNvSpPr/>
          <p:nvPr/>
        </p:nvSpPr>
        <p:spPr>
          <a:xfrm>
            <a:off x="1364649" y="3787149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2D9343-E4C9-8DEB-313F-662ECFA499DD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780818" y="3217112"/>
            <a:ext cx="629213" cy="57003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63292E-B335-8B96-2757-79031B9D4730}"/>
              </a:ext>
            </a:extLst>
          </p:cNvPr>
          <p:cNvSpPr txBox="1"/>
          <p:nvPr/>
        </p:nvSpPr>
        <p:spPr>
          <a:xfrm>
            <a:off x="556834" y="382677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97B1CA-231C-1DBE-BF0E-A5B9EA995B09}"/>
              </a:ext>
            </a:extLst>
          </p:cNvPr>
          <p:cNvSpPr/>
          <p:nvPr/>
        </p:nvSpPr>
        <p:spPr>
          <a:xfrm>
            <a:off x="2090280" y="4960945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BB5</a:t>
            </a:r>
            <a:endParaRPr lang="en-C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39C4CC-B5ED-1DA8-CE70-0883E86C3FB1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1780818" y="4279518"/>
            <a:ext cx="725631" cy="681427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E6310D-43D3-1473-8558-283E19924982}"/>
                  </a:ext>
                </a:extLst>
              </p:cNvPr>
              <p:cNvSpPr txBox="1"/>
              <p:nvPr/>
            </p:nvSpPr>
            <p:spPr>
              <a:xfrm>
                <a:off x="1666684" y="32343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782C46-C67E-F5C3-F6F2-A55437924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84" y="3234350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Rectangle 142">
            <a:extLst>
              <a:ext uri="{FF2B5EF4-FFF2-40B4-BE49-F238E27FC236}">
                <a16:creationId xmlns:a16="http://schemas.microsoft.com/office/drawing/2014/main" id="{DFF1D776-257B-095B-D755-5E71935216E0}"/>
              </a:ext>
            </a:extLst>
          </p:cNvPr>
          <p:cNvSpPr/>
          <p:nvPr/>
        </p:nvSpPr>
        <p:spPr>
          <a:xfrm>
            <a:off x="3317187" y="3661737"/>
            <a:ext cx="832338" cy="4923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BB4</a:t>
            </a:r>
            <a:endParaRPr lang="en-CN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4398C1E-2270-3887-A276-A03280592E90}"/>
              </a:ext>
            </a:extLst>
          </p:cNvPr>
          <p:cNvCxnSpPr>
            <a:cxnSpLocks/>
            <a:stCxn id="143" idx="2"/>
            <a:endCxn id="21" idx="0"/>
          </p:cNvCxnSpPr>
          <p:nvPr/>
        </p:nvCxnSpPr>
        <p:spPr>
          <a:xfrm flipH="1">
            <a:off x="2506449" y="4154106"/>
            <a:ext cx="1226907" cy="80683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74E3F1-3183-1804-605F-A73F74B63BC4}"/>
              </a:ext>
            </a:extLst>
          </p:cNvPr>
          <p:cNvCxnSpPr>
            <a:cxnSpLocks/>
            <a:stCxn id="17" idx="2"/>
            <a:endCxn id="143" idx="1"/>
          </p:cNvCxnSpPr>
          <p:nvPr/>
        </p:nvCxnSpPr>
        <p:spPr>
          <a:xfrm>
            <a:off x="2410031" y="3217112"/>
            <a:ext cx="907156" cy="69081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85A344-727F-1463-DDE9-2FEC6BF69320}"/>
              </a:ext>
            </a:extLst>
          </p:cNvPr>
          <p:cNvCxnSpPr>
            <a:cxnSpLocks/>
            <a:stCxn id="143" idx="0"/>
            <a:endCxn id="17" idx="3"/>
          </p:cNvCxnSpPr>
          <p:nvPr/>
        </p:nvCxnSpPr>
        <p:spPr>
          <a:xfrm flipH="1" flipV="1">
            <a:off x="2826200" y="2970928"/>
            <a:ext cx="907156" cy="690809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E494B6C-CE81-E8C6-7331-9AB4A246A650}"/>
                  </a:ext>
                </a:extLst>
              </p:cNvPr>
              <p:cNvSpPr txBox="1"/>
              <p:nvPr/>
            </p:nvSpPr>
            <p:spPr>
              <a:xfrm>
                <a:off x="3310276" y="3096002"/>
                <a:ext cx="482231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E494B6C-CE81-E8C6-7331-9AB4A246A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276" y="3096002"/>
                <a:ext cx="482231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12FB35-EF3E-B430-602E-083251BF6379}"/>
                  </a:ext>
                </a:extLst>
              </p:cNvPr>
              <p:cNvSpPr txBox="1"/>
              <p:nvPr/>
            </p:nvSpPr>
            <p:spPr>
              <a:xfrm>
                <a:off x="2429587" y="3528630"/>
                <a:ext cx="482231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CN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12FB35-EF3E-B430-602E-083251BF6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587" y="3528630"/>
                <a:ext cx="482231" cy="3699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341758"/>
      </p:ext>
    </p:extLst>
  </p:cSld>
  <p:clrMapOvr>
    <a:masterClrMapping/>
  </p:clrMapOvr>
  <p:transition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B6D9-CC9A-C772-424E-EF08E17FC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E975B9-8B36-3F2F-D494-A31E14DB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C2712B-7B6C-E3A0-AB0B-441DBDF9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F8CFE6A0-3501-CF2C-4512-BE7F55E7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prod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producer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start.</a:t>
            </a:r>
            <a:endParaRPr lang="de-CH" dirty="0"/>
          </a:p>
        </p:txBody>
      </p:sp>
      <p:sp>
        <p:nvSpPr>
          <p:cNvPr id="13" name="Bent-Up Arrow 12">
            <a:hlinkClick r:id="rId3" action="ppaction://hlinksldjump"/>
            <a:extLst>
              <a:ext uri="{FF2B5EF4-FFF2-40B4-BE49-F238E27FC236}">
                <a16:creationId xmlns:a16="http://schemas.microsoft.com/office/drawing/2014/main" id="{D9D8F8C0-C3CA-A26F-537A-3D4FD8753D37}"/>
              </a:ext>
            </a:extLst>
          </p:cNvPr>
          <p:cNvSpPr/>
          <p:nvPr/>
        </p:nvSpPr>
        <p:spPr>
          <a:xfrm rot="16200000" flipH="1">
            <a:off x="11840626" y="6534801"/>
            <a:ext cx="219570" cy="194857"/>
          </a:xfrm>
          <a:prstGeom prst="bent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9A203-0788-F131-0B01-BB86475AAC1C}"/>
              </a:ext>
            </a:extLst>
          </p:cNvPr>
          <p:cNvSpPr txBox="1"/>
          <p:nvPr/>
        </p:nvSpPr>
        <p:spPr>
          <a:xfrm>
            <a:off x="731836" y="1299404"/>
            <a:ext cx="102286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FTD direct suppression (without loops), we eliminate all common blocks that both the producer and the consumer are control-dependent on. As a result, the producer’s entire control-dependence set is removed, so </a:t>
            </a:r>
            <a:r>
              <a:rPr lang="en-US" i="1" dirty="0" err="1"/>
              <a:t>f</a:t>
            </a:r>
            <a:r>
              <a:rPr lang="en-US" i="1" baseline="-25000" dirty="0" err="1"/>
              <a:t>prod</a:t>
            </a:r>
            <a:r>
              <a:rPr lang="en-US" dirty="0"/>
              <a:t> is always 1.</a:t>
            </a:r>
          </a:p>
          <a:p>
            <a:endParaRPr lang="en-US" dirty="0"/>
          </a:p>
          <a:p>
            <a:r>
              <a:rPr lang="en-US" dirty="0"/>
              <a:t>In our loop-flattening approach, the loop conditions are </a:t>
            </a:r>
            <a:r>
              <a:rPr lang="en-US" altLang="zh-CN" dirty="0"/>
              <a:t>changed</a:t>
            </a:r>
            <a:r>
              <a:rPr lang="en-US" dirty="0"/>
              <a:t> to the direct-suppression form without loops. Therefore, the same reasoning applies.</a:t>
            </a:r>
          </a:p>
        </p:txBody>
      </p:sp>
    </p:spTree>
    <p:extLst>
      <p:ext uri="{BB962C8B-B14F-4D97-AF65-F5344CB8AC3E}">
        <p14:creationId xmlns:p14="http://schemas.microsoft.com/office/powerpoint/2010/main" val="3289516294"/>
      </p:ext>
    </p:extLst>
  </p:cSld>
  <p:clrMapOvr>
    <a:masterClrMapping/>
  </p:clrMapOvr>
  <p:transition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6E09-9752-3E38-3DB9-BD241A43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CF6771-5526-33F9-F6F6-C449CFF8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9B7E49-3AA7-733D-DD66-D9C55831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8892D5C-BE51-548C-97A3-BAEFE116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A MUX Tree </a:t>
            </a:r>
            <a:r>
              <a:rPr lang="en-US" altLang="zh-CN" dirty="0"/>
              <a:t>Characteristic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6490A-5647-5776-E2B3-CBC39A78183D}"/>
              </a:ext>
            </a:extLst>
          </p:cNvPr>
          <p:cNvSpPr txBox="1"/>
          <p:nvPr/>
        </p:nvSpPr>
        <p:spPr>
          <a:xfrm>
            <a:off x="731835" y="1145328"/>
            <a:ext cx="1050222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Each Boolean expression is in Sum-of-Products (SOP) form. Each product corresponds to a path in the MUX tree containing condition variables.</a:t>
            </a:r>
          </a:p>
          <a:p>
            <a:pPr>
              <a:spcBef>
                <a:spcPts val="1800"/>
              </a:spcBef>
            </a:pPr>
            <a:r>
              <a:rPr lang="en-US" dirty="0"/>
              <a:t>We rely on one </a:t>
            </a:r>
            <a:r>
              <a:rPr lang="en-US" altLang="zh-CN" dirty="0"/>
              <a:t>characteristic</a:t>
            </a:r>
            <a:r>
              <a:rPr lang="en-US" dirty="0"/>
              <a:t> (true but not proved here):</a:t>
            </a:r>
          </a:p>
          <a:p>
            <a:pPr>
              <a:spcBef>
                <a:spcPts val="600"/>
              </a:spcBef>
            </a:pPr>
            <a:r>
              <a:rPr lang="en-US" dirty="0"/>
              <a:t>For any product term in the SOP expression, the correct</a:t>
            </a:r>
            <a:r>
              <a:rPr lang="zh-CN" altLang="en-US" dirty="0"/>
              <a:t> </a:t>
            </a:r>
            <a:r>
              <a:rPr lang="en-US" altLang="zh-CN" dirty="0"/>
              <a:t>minimized</a:t>
            </a:r>
            <a:r>
              <a:rPr lang="zh-CN" altLang="en-US" dirty="0"/>
              <a:t> </a:t>
            </a:r>
            <a:r>
              <a:rPr lang="en-US" dirty="0"/>
              <a:t>MUX tree has a corresponding path whose consumed variables — and the order in which they are consumed — exactly match the variables and their order in that product term.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58E7AE-3EFB-55CD-4C3A-24E0FE3CB231}"/>
              </a:ext>
            </a:extLst>
          </p:cNvPr>
          <p:cNvSpPr/>
          <p:nvPr/>
        </p:nvSpPr>
        <p:spPr>
          <a:xfrm>
            <a:off x="2126969" y="5190726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F46C90-F0EC-790D-6866-028109415570}"/>
              </a:ext>
            </a:extLst>
          </p:cNvPr>
          <p:cNvGrpSpPr/>
          <p:nvPr/>
        </p:nvGrpSpPr>
        <p:grpSpPr>
          <a:xfrm>
            <a:off x="2470096" y="4873602"/>
            <a:ext cx="598449" cy="307777"/>
            <a:chOff x="1550604" y="3020176"/>
            <a:chExt cx="598449" cy="43464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11E42C4-3581-F064-DFB9-90DF5610652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03069BD-E17A-F363-F12E-59E2808A047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E59D18-99E4-F500-CBA7-E77CCEB0E6D1}"/>
              </a:ext>
            </a:extLst>
          </p:cNvPr>
          <p:cNvCxnSpPr>
            <a:cxnSpLocks/>
          </p:cNvCxnSpPr>
          <p:nvPr/>
        </p:nvCxnSpPr>
        <p:spPr>
          <a:xfrm flipH="1">
            <a:off x="3402455" y="5445565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66F11D-4F9D-D028-57BD-50FF405A8318}"/>
                  </a:ext>
                </a:extLst>
              </p:cNvPr>
              <p:cNvSpPr txBox="1"/>
              <p:nvPr/>
            </p:nvSpPr>
            <p:spPr>
              <a:xfrm>
                <a:off x="3711483" y="5216983"/>
                <a:ext cx="764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66F11D-4F9D-D028-57BD-50FF405A8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483" y="5216983"/>
                <a:ext cx="764953" cy="369332"/>
              </a:xfrm>
              <a:prstGeom prst="rect">
                <a:avLst/>
              </a:prstGeom>
              <a:blipFill>
                <a:blip r:embed="rId3"/>
                <a:stretch>
                  <a:fillRect l="-11475" r="-11475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8323C4-5573-64B5-843D-EE33A325826D}"/>
                  </a:ext>
                </a:extLst>
              </p:cNvPr>
              <p:cNvSpPr txBox="1"/>
              <p:nvPr/>
            </p:nvSpPr>
            <p:spPr>
              <a:xfrm>
                <a:off x="2940713" y="4495921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8323C4-5573-64B5-843D-EE33A325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713" y="4495921"/>
                <a:ext cx="254878" cy="369332"/>
              </a:xfrm>
              <a:prstGeom prst="rect">
                <a:avLst/>
              </a:prstGeom>
              <a:blipFill>
                <a:blip r:embed="rId4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9F343C-7B18-7F9B-D13C-D1E5FDC99763}"/>
                  </a:ext>
                </a:extLst>
              </p:cNvPr>
              <p:cNvSpPr txBox="1"/>
              <p:nvPr/>
            </p:nvSpPr>
            <p:spPr>
              <a:xfrm>
                <a:off x="2349289" y="448365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9F343C-7B18-7F9B-D13C-D1E5FDC9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289" y="4483654"/>
                <a:ext cx="254878" cy="369332"/>
              </a:xfrm>
              <a:prstGeom prst="rect">
                <a:avLst/>
              </a:prstGeom>
              <a:blipFill>
                <a:blip r:embed="rId5"/>
                <a:stretch>
                  <a:fillRect l="-19048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C17C824-D5E0-A412-5C32-F8D122810E0F}"/>
              </a:ext>
            </a:extLst>
          </p:cNvPr>
          <p:cNvSpPr txBox="1"/>
          <p:nvPr/>
        </p:nvSpPr>
        <p:spPr>
          <a:xfrm>
            <a:off x="2252015" y="49635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435D94-56F0-2615-2BA2-7FC2B22F880D}"/>
              </a:ext>
            </a:extLst>
          </p:cNvPr>
          <p:cNvSpPr txBox="1"/>
          <p:nvPr/>
        </p:nvSpPr>
        <p:spPr>
          <a:xfrm>
            <a:off x="2851014" y="496355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5294D6-E9B0-4019-9EE4-60260327CCFA}"/>
              </a:ext>
            </a:extLst>
          </p:cNvPr>
          <p:cNvSpPr/>
          <p:nvPr/>
        </p:nvSpPr>
        <p:spPr>
          <a:xfrm>
            <a:off x="5068708" y="5202993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1AEBA2-D266-1DD2-ABA7-385BA943CD0E}"/>
              </a:ext>
            </a:extLst>
          </p:cNvPr>
          <p:cNvGrpSpPr/>
          <p:nvPr/>
        </p:nvGrpSpPr>
        <p:grpSpPr>
          <a:xfrm>
            <a:off x="5411835" y="4885869"/>
            <a:ext cx="598449" cy="307777"/>
            <a:chOff x="1550604" y="3020176"/>
            <a:chExt cx="598449" cy="43464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1CE4E9A-77A9-FB78-2E33-63BD49875AC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6701834-DBAB-5EC5-832B-BD98B064678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5AC742-E67A-FEF9-1FEF-05474482877D}"/>
              </a:ext>
            </a:extLst>
          </p:cNvPr>
          <p:cNvCxnSpPr>
            <a:cxnSpLocks/>
          </p:cNvCxnSpPr>
          <p:nvPr/>
        </p:nvCxnSpPr>
        <p:spPr>
          <a:xfrm flipH="1">
            <a:off x="6344194" y="5457832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4353B5-170E-7F6E-8A8C-25EBD1E47DEE}"/>
                  </a:ext>
                </a:extLst>
              </p:cNvPr>
              <p:cNvSpPr txBox="1"/>
              <p:nvPr/>
            </p:nvSpPr>
            <p:spPr>
              <a:xfrm>
                <a:off x="6653222" y="5229250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4353B5-170E-7F6E-8A8C-25EBD1E47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222" y="5229250"/>
                <a:ext cx="254877" cy="369332"/>
              </a:xfrm>
              <a:prstGeom prst="rect">
                <a:avLst/>
              </a:prstGeom>
              <a:blipFill>
                <a:blip r:embed="rId6"/>
                <a:stretch>
                  <a:fillRect l="-23810" r="-23810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B285B2-015E-E625-5314-0D51E3435886}"/>
                  </a:ext>
                </a:extLst>
              </p:cNvPr>
              <p:cNvSpPr txBox="1"/>
              <p:nvPr/>
            </p:nvSpPr>
            <p:spPr>
              <a:xfrm>
                <a:off x="5755407" y="4517521"/>
                <a:ext cx="764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B285B2-015E-E625-5314-0D51E3435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407" y="4517521"/>
                <a:ext cx="764953" cy="369332"/>
              </a:xfrm>
              <a:prstGeom prst="rect">
                <a:avLst/>
              </a:prstGeom>
              <a:blipFill>
                <a:blip r:embed="rId7"/>
                <a:stretch>
                  <a:fillRect l="-13115" r="-9836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8BEB1E-19CE-DE36-17D5-DA3BB1588715}"/>
                  </a:ext>
                </a:extLst>
              </p:cNvPr>
              <p:cNvSpPr txBox="1"/>
              <p:nvPr/>
            </p:nvSpPr>
            <p:spPr>
              <a:xfrm>
                <a:off x="4990454" y="4508188"/>
                <a:ext cx="764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8BEB1E-19CE-DE36-17D5-DA3BB1588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454" y="4508188"/>
                <a:ext cx="764953" cy="369332"/>
              </a:xfrm>
              <a:prstGeom prst="rect">
                <a:avLst/>
              </a:prstGeom>
              <a:blipFill>
                <a:blip r:embed="rId8"/>
                <a:stretch>
                  <a:fillRect l="-13115" r="-9836" b="-3448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D8B772B-6B5A-8AEA-9B3B-348B3650415E}"/>
              </a:ext>
            </a:extLst>
          </p:cNvPr>
          <p:cNvSpPr txBox="1"/>
          <p:nvPr/>
        </p:nvSpPr>
        <p:spPr>
          <a:xfrm>
            <a:off x="5193754" y="497582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0AFDF6-0C4E-951C-50B8-2CEC98DF00CB}"/>
              </a:ext>
            </a:extLst>
          </p:cNvPr>
          <p:cNvSpPr txBox="1"/>
          <p:nvPr/>
        </p:nvSpPr>
        <p:spPr>
          <a:xfrm>
            <a:off x="5792753" y="497582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1ACEB5-C7C9-5EFB-6386-EE7638198C5A}"/>
              </a:ext>
            </a:extLst>
          </p:cNvPr>
          <p:cNvSpPr/>
          <p:nvPr/>
        </p:nvSpPr>
        <p:spPr>
          <a:xfrm>
            <a:off x="7738249" y="5190725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A4D786-3C8F-F91E-2D41-53FECB3C26E2}"/>
              </a:ext>
            </a:extLst>
          </p:cNvPr>
          <p:cNvGrpSpPr/>
          <p:nvPr/>
        </p:nvGrpSpPr>
        <p:grpSpPr>
          <a:xfrm>
            <a:off x="8081376" y="4873601"/>
            <a:ext cx="598449" cy="307777"/>
            <a:chOff x="1550604" y="3020176"/>
            <a:chExt cx="598449" cy="43464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B0D9DD0-ACCF-0704-FA60-22428B31511A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DCAC332-E3DB-C4D2-B16B-B22096F1151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46F6F7-FA8A-AA95-CD44-1309C3A07E4E}"/>
              </a:ext>
            </a:extLst>
          </p:cNvPr>
          <p:cNvCxnSpPr>
            <a:cxnSpLocks/>
          </p:cNvCxnSpPr>
          <p:nvPr/>
        </p:nvCxnSpPr>
        <p:spPr>
          <a:xfrm flipH="1">
            <a:off x="9013735" y="5445564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C62362-9453-EBAF-7CE1-9504788F4A70}"/>
                  </a:ext>
                </a:extLst>
              </p:cNvPr>
              <p:cNvSpPr txBox="1"/>
              <p:nvPr/>
            </p:nvSpPr>
            <p:spPr>
              <a:xfrm>
                <a:off x="9322763" y="5216982"/>
                <a:ext cx="764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C62362-9453-EBAF-7CE1-9504788F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763" y="5216982"/>
                <a:ext cx="764953" cy="369332"/>
              </a:xfrm>
              <a:prstGeom prst="rect">
                <a:avLst/>
              </a:prstGeom>
              <a:blipFill>
                <a:blip r:embed="rId9"/>
                <a:stretch>
                  <a:fillRect l="-11290" r="-9677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A1C8D80-7E26-E445-D1E0-4B3490641FAC}"/>
                  </a:ext>
                </a:extLst>
              </p:cNvPr>
              <p:cNvSpPr txBox="1"/>
              <p:nvPr/>
            </p:nvSpPr>
            <p:spPr>
              <a:xfrm>
                <a:off x="8289103" y="4521613"/>
                <a:ext cx="512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400" b="0" dirty="0">
                    <a:solidFill>
                      <a:schemeClr val="tx2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A1C8D80-7E26-E445-D1E0-4B3490641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103" y="4521613"/>
                <a:ext cx="512769" cy="369332"/>
              </a:xfrm>
              <a:prstGeom prst="rect">
                <a:avLst/>
              </a:prstGeom>
              <a:blipFill>
                <a:blip r:embed="rId10"/>
                <a:stretch>
                  <a:fillRect l="-35714" t="-27586" r="-16667" b="-4827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A06F62-B2E9-FF1D-EEB2-088AFFB5188B}"/>
                  </a:ext>
                </a:extLst>
              </p:cNvPr>
              <p:cNvSpPr txBox="1"/>
              <p:nvPr/>
            </p:nvSpPr>
            <p:spPr>
              <a:xfrm>
                <a:off x="7931671" y="4504269"/>
                <a:ext cx="27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A06F62-B2E9-FF1D-EEB2-088AFFB51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671" y="4504269"/>
                <a:ext cx="277320" cy="369332"/>
              </a:xfrm>
              <a:prstGeom prst="rect">
                <a:avLst/>
              </a:prstGeom>
              <a:blipFill>
                <a:blip r:embed="rId11"/>
                <a:stretch>
                  <a:fillRect l="-21739" r="-21739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E1D996A-EF0A-B786-F7D1-91D1A5E4A19E}"/>
              </a:ext>
            </a:extLst>
          </p:cNvPr>
          <p:cNvSpPr txBox="1"/>
          <p:nvPr/>
        </p:nvSpPr>
        <p:spPr>
          <a:xfrm>
            <a:off x="7863295" y="496355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A0F162-177F-50E4-5622-10DB3C8FA025}"/>
              </a:ext>
            </a:extLst>
          </p:cNvPr>
          <p:cNvSpPr txBox="1"/>
          <p:nvPr/>
        </p:nvSpPr>
        <p:spPr>
          <a:xfrm>
            <a:off x="8462294" y="496355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754BA6-F123-443D-286F-A921D6B00172}"/>
              </a:ext>
            </a:extLst>
          </p:cNvPr>
          <p:cNvSpPr txBox="1"/>
          <p:nvPr/>
        </p:nvSpPr>
        <p:spPr>
          <a:xfrm>
            <a:off x="731835" y="3926705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Examples </a:t>
            </a:r>
            <a:r>
              <a:rPr lang="en-US" altLang="zh-CN" dirty="0"/>
              <a:t>r</a:t>
            </a:r>
            <a:r>
              <a:rPr lang="en-US" dirty="0"/>
              <a:t>equiring </a:t>
            </a:r>
            <a:r>
              <a:rPr lang="en-US" altLang="zh-CN" dirty="0"/>
              <a:t>m</a:t>
            </a:r>
            <a:r>
              <a:rPr lang="en-US" dirty="0"/>
              <a:t>inimization</a:t>
            </a:r>
            <a:r>
              <a:rPr lang="en-US" altLang="zh-CN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61352"/>
      </p:ext>
    </p:extLst>
  </p:cSld>
  <p:clrMapOvr>
    <a:masterClrMapping/>
  </p:clrMapOvr>
  <p:transition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1436-B834-FC49-EFAB-824C5134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FA49E2-D558-8C1E-A012-B9EC02F8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E75403-51EC-515F-5CE1-E5F8FA54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206C0E8-13B4-F652-30C1-F241C728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D1B40BF-99FB-5756-7ADF-44D16E38618E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D8D616-A0BA-DB4E-F846-C2A7CB7C2C52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D2E172-1D53-C1B1-4C0F-B0D3AA5B704F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B3EB7F-377F-43FD-448C-D5B44BEC1E86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ACC532F-654A-7E94-918E-93F0F963D351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98F7F87-134B-8C78-A7DB-D9223FF4400A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6E63DB1-63EA-7F7D-AA86-C29F39314C21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1A787FF-A4EC-86DA-ED18-63F6536F541F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2C94CF-3CEB-10B2-8FF3-7569F25620D0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2F376F9-1BB9-AC54-0181-68320BD35682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F60B8BB-CF18-EDE2-63AE-6941AB52F626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A9D4E127-A32E-7DA4-ECE3-C1F47E60D617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913B37F-A68E-FD34-3CCD-7F1FD54F4E8D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3515151-6F1F-5BE1-F554-998758B58988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250CBE6-752B-387C-0747-B451E551EE7E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97A9890-D5A1-D535-D044-F044A7CAC769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5CB83D9-824C-1A08-ED31-D6436489420B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986D56-F8E1-428C-8619-8C43918C03F1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DBA5A29-6B35-593A-C7A7-DF00F0B4CA28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46D0BE7-8C84-81CB-D004-B55823E3A07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18AEFD1-9106-9D2F-4CD3-12FA6E6E39A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53D902-9422-450E-999F-579F14B41F18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9F7482-D040-A0C6-F5C0-D00453553765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9F7482-D040-A0C6-F5C0-D00453553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507BBE6-B456-2490-5644-BE6F5CF7A84B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507BBE6-B456-2490-5644-BE6F5CF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E1FEBC-3F2E-F14B-21F3-495FF54446E7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E1FEBC-3F2E-F14B-21F3-495FF544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5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FFCF3582-9A7C-62AC-767A-EF51300B84E4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BF91CA0-8AC1-1E7C-3054-6E5256A81559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8DF5C75-9EF9-7D39-3113-A5FEBE6374B0}"/>
              </a:ext>
            </a:extLst>
          </p:cNvPr>
          <p:cNvSpPr txBox="1"/>
          <p:nvPr/>
        </p:nvSpPr>
        <p:spPr>
          <a:xfrm>
            <a:off x="1192431" y="1068363"/>
            <a:ext cx="968200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600"/>
              </a:spcBef>
            </a:pPr>
            <a:r>
              <a:rPr lang="en-US" dirty="0"/>
              <a:t>Given an ROBDD, there can be different choices of (u, v) pairs.</a:t>
            </a:r>
          </a:p>
          <a:p>
            <a:pPr>
              <a:spcBef>
                <a:spcPts val="600"/>
              </a:spcBef>
            </a:pPr>
            <a:r>
              <a:rPr lang="en-US" dirty="0"/>
              <a:t>We omit pairs where both u and v are terminals, because in these cases the MUX can be optimized away.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9FE2375-75D6-39C2-2541-DA39B0D6BA60}"/>
              </a:ext>
            </a:extLst>
          </p:cNvPr>
          <p:cNvSpPr/>
          <p:nvPr/>
        </p:nvSpPr>
        <p:spPr>
          <a:xfrm>
            <a:off x="7691747" y="38047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D178757-0A17-7BDD-E0C9-818B2D923509}"/>
              </a:ext>
            </a:extLst>
          </p:cNvPr>
          <p:cNvGrpSpPr/>
          <p:nvPr/>
        </p:nvGrpSpPr>
        <p:grpSpPr>
          <a:xfrm>
            <a:off x="8034874" y="3487625"/>
            <a:ext cx="598449" cy="307777"/>
            <a:chOff x="1550604" y="3020176"/>
            <a:chExt cx="598449" cy="434647"/>
          </a:xfrm>
        </p:grpSpPr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5266AFEE-BAC0-576D-814D-9784E67F0F2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2CC3DF8-A9F0-BB16-7CE4-12CE15BA7E8E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7331D37-534B-E5D7-FC58-68F06B7BD2B6}"/>
              </a:ext>
            </a:extLst>
          </p:cNvPr>
          <p:cNvCxnSpPr>
            <a:cxnSpLocks/>
          </p:cNvCxnSpPr>
          <p:nvPr/>
        </p:nvCxnSpPr>
        <p:spPr>
          <a:xfrm flipH="1">
            <a:off x="8967233" y="40595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CCF1D76-8DCE-B4F2-13E1-80C722081B81}"/>
                  </a:ext>
                </a:extLst>
              </p:cNvPr>
              <p:cNvSpPr txBox="1"/>
              <p:nvPr/>
            </p:nvSpPr>
            <p:spPr>
              <a:xfrm>
                <a:off x="9276261" y="3831006"/>
                <a:ext cx="1937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𝑜𝑟𝑖𝑔𝑖𝑛𝑎𝑙</m:t>
                      </m:r>
                      <m:r>
                        <a:rPr lang="zh-CN" alt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𝐵𝐷𝐷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CCF1D76-8DCE-B4F2-13E1-80C722081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261" y="3831006"/>
                <a:ext cx="1937582" cy="369332"/>
              </a:xfrm>
              <a:prstGeom prst="rect">
                <a:avLst/>
              </a:prstGeom>
              <a:blipFill>
                <a:blip r:embed="rId6"/>
                <a:stretch>
                  <a:fillRect l="-4545" t="-6667" r="-1948" b="-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363D954-6F4D-0621-6E39-41C560FFDA08}"/>
                  </a:ext>
                </a:extLst>
              </p:cNvPr>
              <p:cNvSpPr txBox="1"/>
              <p:nvPr/>
            </p:nvSpPr>
            <p:spPr>
              <a:xfrm>
                <a:off x="8505491" y="3109944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363D954-6F4D-0621-6E39-41C560FFD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491" y="3109944"/>
                <a:ext cx="254878" cy="369332"/>
              </a:xfrm>
              <a:prstGeom prst="rect">
                <a:avLst/>
              </a:prstGeom>
              <a:blipFill>
                <a:blip r:embed="rId7"/>
                <a:stretch>
                  <a:fillRect l="-23810" r="-23810" b="-32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A499F57-226B-65FA-F51A-CF36B2DCF76E}"/>
                  </a:ext>
                </a:extLst>
              </p:cNvPr>
              <p:cNvSpPr txBox="1"/>
              <p:nvPr/>
            </p:nvSpPr>
            <p:spPr>
              <a:xfrm>
                <a:off x="7914067" y="3097677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A499F57-226B-65FA-F51A-CF36B2DC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067" y="3097677"/>
                <a:ext cx="254878" cy="369332"/>
              </a:xfrm>
              <a:prstGeom prst="rect">
                <a:avLst/>
              </a:prstGeom>
              <a:blipFill>
                <a:blip r:embed="rId8"/>
                <a:stretch>
                  <a:fillRect l="-23810" r="-19048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TextBox 166">
            <a:extLst>
              <a:ext uri="{FF2B5EF4-FFF2-40B4-BE49-F238E27FC236}">
                <a16:creationId xmlns:a16="http://schemas.microsoft.com/office/drawing/2014/main" id="{F1BC6CE7-290E-C4D8-B489-25997EE59839}"/>
              </a:ext>
            </a:extLst>
          </p:cNvPr>
          <p:cNvSpPr txBox="1"/>
          <p:nvPr/>
        </p:nvSpPr>
        <p:spPr>
          <a:xfrm>
            <a:off x="7816793" y="35775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5EF6FEC-CC4F-0898-1F92-ADBAD97F4F33}"/>
              </a:ext>
            </a:extLst>
          </p:cNvPr>
          <p:cNvSpPr txBox="1"/>
          <p:nvPr/>
        </p:nvSpPr>
        <p:spPr>
          <a:xfrm>
            <a:off x="8415792" y="35775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F5C8B74-8131-C0E2-70E8-50133117E6A3}"/>
              </a:ext>
            </a:extLst>
          </p:cNvPr>
          <p:cNvSpPr txBox="1"/>
          <p:nvPr/>
        </p:nvSpPr>
        <p:spPr>
          <a:xfrm>
            <a:off x="6323655" y="2583286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two-terminal</a:t>
            </a:r>
            <a:r>
              <a:rPr lang="zh-CN" altLang="en-US" dirty="0"/>
              <a:t> </a:t>
            </a:r>
            <a:r>
              <a:rPr lang="en-US" altLang="zh-CN" dirty="0"/>
              <a:t>case:</a:t>
            </a:r>
            <a:endParaRPr lang="en-CN" dirty="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7AAAC78-BCAE-10EC-F789-5A76C7D67820}"/>
              </a:ext>
            </a:extLst>
          </p:cNvPr>
          <p:cNvCxnSpPr/>
          <p:nvPr/>
        </p:nvCxnSpPr>
        <p:spPr>
          <a:xfrm>
            <a:off x="4859072" y="5242065"/>
            <a:ext cx="1056094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5F9D170-D22C-D06C-7A2C-6FFE41A92F39}"/>
              </a:ext>
            </a:extLst>
          </p:cNvPr>
          <p:cNvCxnSpPr/>
          <p:nvPr/>
        </p:nvCxnSpPr>
        <p:spPr>
          <a:xfrm>
            <a:off x="3790213" y="5242065"/>
            <a:ext cx="1056094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EEFEAE2C-250F-3363-C5F6-D1965502137D}"/>
              </a:ext>
            </a:extLst>
          </p:cNvPr>
          <p:cNvSpPr/>
          <p:nvPr/>
        </p:nvSpPr>
        <p:spPr>
          <a:xfrm>
            <a:off x="3865944" y="2442201"/>
            <a:ext cx="1886674" cy="3098959"/>
          </a:xfrm>
          <a:custGeom>
            <a:avLst/>
            <a:gdLst>
              <a:gd name="connsiteX0" fmla="*/ 868102 w 1886674"/>
              <a:gd name="connsiteY0" fmla="*/ 23207 h 2465465"/>
              <a:gd name="connsiteX1" fmla="*/ 752355 w 1886674"/>
              <a:gd name="connsiteY1" fmla="*/ 46356 h 2465465"/>
              <a:gd name="connsiteX2" fmla="*/ 659757 w 1886674"/>
              <a:gd name="connsiteY2" fmla="*/ 92655 h 2465465"/>
              <a:gd name="connsiteX3" fmla="*/ 590309 w 1886674"/>
              <a:gd name="connsiteY3" fmla="*/ 150528 h 2465465"/>
              <a:gd name="connsiteX4" fmla="*/ 567160 w 1886674"/>
              <a:gd name="connsiteY4" fmla="*/ 185252 h 2465465"/>
              <a:gd name="connsiteX5" fmla="*/ 509286 w 1886674"/>
              <a:gd name="connsiteY5" fmla="*/ 243126 h 2465465"/>
              <a:gd name="connsiteX6" fmla="*/ 497712 w 1886674"/>
              <a:gd name="connsiteY6" fmla="*/ 277850 h 2465465"/>
              <a:gd name="connsiteX7" fmla="*/ 451413 w 1886674"/>
              <a:gd name="connsiteY7" fmla="*/ 312574 h 2465465"/>
              <a:gd name="connsiteX8" fmla="*/ 416689 w 1886674"/>
              <a:gd name="connsiteY8" fmla="*/ 347298 h 2465465"/>
              <a:gd name="connsiteX9" fmla="*/ 347241 w 1886674"/>
              <a:gd name="connsiteY9" fmla="*/ 439895 h 2465465"/>
              <a:gd name="connsiteX10" fmla="*/ 289367 w 1886674"/>
              <a:gd name="connsiteY10" fmla="*/ 509343 h 2465465"/>
              <a:gd name="connsiteX11" fmla="*/ 266218 w 1886674"/>
              <a:gd name="connsiteY11" fmla="*/ 532493 h 2465465"/>
              <a:gd name="connsiteX12" fmla="*/ 243069 w 1886674"/>
              <a:gd name="connsiteY12" fmla="*/ 578791 h 2465465"/>
              <a:gd name="connsiteX13" fmla="*/ 208345 w 1886674"/>
              <a:gd name="connsiteY13" fmla="*/ 613515 h 2465465"/>
              <a:gd name="connsiteX14" fmla="*/ 185195 w 1886674"/>
              <a:gd name="connsiteY14" fmla="*/ 659814 h 2465465"/>
              <a:gd name="connsiteX15" fmla="*/ 162046 w 1886674"/>
              <a:gd name="connsiteY15" fmla="*/ 694538 h 2465465"/>
              <a:gd name="connsiteX16" fmla="*/ 150471 w 1886674"/>
              <a:gd name="connsiteY16" fmla="*/ 729262 h 2465465"/>
              <a:gd name="connsiteX17" fmla="*/ 104172 w 1886674"/>
              <a:gd name="connsiteY17" fmla="*/ 833434 h 2465465"/>
              <a:gd name="connsiteX18" fmla="*/ 92598 w 1886674"/>
              <a:gd name="connsiteY18" fmla="*/ 868158 h 2465465"/>
              <a:gd name="connsiteX19" fmla="*/ 81023 w 1886674"/>
              <a:gd name="connsiteY19" fmla="*/ 902883 h 2465465"/>
              <a:gd name="connsiteX20" fmla="*/ 69448 w 1886674"/>
              <a:gd name="connsiteY20" fmla="*/ 983905 h 2465465"/>
              <a:gd name="connsiteX21" fmla="*/ 57874 w 1886674"/>
              <a:gd name="connsiteY21" fmla="*/ 1053353 h 2465465"/>
              <a:gd name="connsiteX22" fmla="*/ 34724 w 1886674"/>
              <a:gd name="connsiteY22" fmla="*/ 1215399 h 2465465"/>
              <a:gd name="connsiteX23" fmla="*/ 23150 w 1886674"/>
              <a:gd name="connsiteY23" fmla="*/ 1389019 h 2465465"/>
              <a:gd name="connsiteX24" fmla="*/ 11575 w 1886674"/>
              <a:gd name="connsiteY24" fmla="*/ 1481617 h 2465465"/>
              <a:gd name="connsiteX25" fmla="*/ 0 w 1886674"/>
              <a:gd name="connsiteY25" fmla="*/ 1632088 h 2465465"/>
              <a:gd name="connsiteX26" fmla="*/ 11575 w 1886674"/>
              <a:gd name="connsiteY26" fmla="*/ 2314994 h 2465465"/>
              <a:gd name="connsiteX27" fmla="*/ 23150 w 1886674"/>
              <a:gd name="connsiteY27" fmla="*/ 2349718 h 2465465"/>
              <a:gd name="connsiteX28" fmla="*/ 57874 w 1886674"/>
              <a:gd name="connsiteY28" fmla="*/ 2372867 h 2465465"/>
              <a:gd name="connsiteX29" fmla="*/ 115747 w 1886674"/>
              <a:gd name="connsiteY29" fmla="*/ 2407591 h 2465465"/>
              <a:gd name="connsiteX30" fmla="*/ 219919 w 1886674"/>
              <a:gd name="connsiteY30" fmla="*/ 2453890 h 2465465"/>
              <a:gd name="connsiteX31" fmla="*/ 254643 w 1886674"/>
              <a:gd name="connsiteY31" fmla="*/ 2465465 h 2465465"/>
              <a:gd name="connsiteX32" fmla="*/ 474562 w 1886674"/>
              <a:gd name="connsiteY32" fmla="*/ 2453890 h 2465465"/>
              <a:gd name="connsiteX33" fmla="*/ 509286 w 1886674"/>
              <a:gd name="connsiteY33" fmla="*/ 2442315 h 2465465"/>
              <a:gd name="connsiteX34" fmla="*/ 555585 w 1886674"/>
              <a:gd name="connsiteY34" fmla="*/ 2430741 h 2465465"/>
              <a:gd name="connsiteX35" fmla="*/ 625033 w 1886674"/>
              <a:gd name="connsiteY35" fmla="*/ 2419166 h 2465465"/>
              <a:gd name="connsiteX36" fmla="*/ 740780 w 1886674"/>
              <a:gd name="connsiteY36" fmla="*/ 2396017 h 2465465"/>
              <a:gd name="connsiteX37" fmla="*/ 1620456 w 1886674"/>
              <a:gd name="connsiteY37" fmla="*/ 2372867 h 2465465"/>
              <a:gd name="connsiteX38" fmla="*/ 1701479 w 1886674"/>
              <a:gd name="connsiteY38" fmla="*/ 2349718 h 2465465"/>
              <a:gd name="connsiteX39" fmla="*/ 1724628 w 1886674"/>
              <a:gd name="connsiteY39" fmla="*/ 2314994 h 2465465"/>
              <a:gd name="connsiteX40" fmla="*/ 1759352 w 1886674"/>
              <a:gd name="connsiteY40" fmla="*/ 2291845 h 2465465"/>
              <a:gd name="connsiteX41" fmla="*/ 1805651 w 1886674"/>
              <a:gd name="connsiteY41" fmla="*/ 2222396 h 2465465"/>
              <a:gd name="connsiteX42" fmla="*/ 1851950 w 1886674"/>
              <a:gd name="connsiteY42" fmla="*/ 2141374 h 2465465"/>
              <a:gd name="connsiteX43" fmla="*/ 1863524 w 1886674"/>
              <a:gd name="connsiteY43" fmla="*/ 2095075 h 2465465"/>
              <a:gd name="connsiteX44" fmla="*/ 1886674 w 1886674"/>
              <a:gd name="connsiteY44" fmla="*/ 2014052 h 2465465"/>
              <a:gd name="connsiteX45" fmla="*/ 1875099 w 1886674"/>
              <a:gd name="connsiteY45" fmla="*/ 1724685 h 2465465"/>
              <a:gd name="connsiteX46" fmla="*/ 1851950 w 1886674"/>
              <a:gd name="connsiteY46" fmla="*/ 1574214 h 2465465"/>
              <a:gd name="connsiteX47" fmla="*/ 1840375 w 1886674"/>
              <a:gd name="connsiteY47" fmla="*/ 1481617 h 2465465"/>
              <a:gd name="connsiteX48" fmla="*/ 1828800 w 1886674"/>
              <a:gd name="connsiteY48" fmla="*/ 1412169 h 2465465"/>
              <a:gd name="connsiteX49" fmla="*/ 1794076 w 1886674"/>
              <a:gd name="connsiteY49" fmla="*/ 1238548 h 2465465"/>
              <a:gd name="connsiteX50" fmla="*/ 1782502 w 1886674"/>
              <a:gd name="connsiteY50" fmla="*/ 1192250 h 2465465"/>
              <a:gd name="connsiteX51" fmla="*/ 1759352 w 1886674"/>
              <a:gd name="connsiteY51" fmla="*/ 1122802 h 2465465"/>
              <a:gd name="connsiteX52" fmla="*/ 1747778 w 1886674"/>
              <a:gd name="connsiteY52" fmla="*/ 1076503 h 2465465"/>
              <a:gd name="connsiteX53" fmla="*/ 1724628 w 1886674"/>
              <a:gd name="connsiteY53" fmla="*/ 1007055 h 2465465"/>
              <a:gd name="connsiteX54" fmla="*/ 1689904 w 1886674"/>
              <a:gd name="connsiteY54" fmla="*/ 868158 h 2465465"/>
              <a:gd name="connsiteX55" fmla="*/ 1643605 w 1886674"/>
              <a:gd name="connsiteY55" fmla="*/ 740837 h 2465465"/>
              <a:gd name="connsiteX56" fmla="*/ 1620456 w 1886674"/>
              <a:gd name="connsiteY56" fmla="*/ 659814 h 2465465"/>
              <a:gd name="connsiteX57" fmla="*/ 1597307 w 1886674"/>
              <a:gd name="connsiteY57" fmla="*/ 590366 h 2465465"/>
              <a:gd name="connsiteX58" fmla="*/ 1574157 w 1886674"/>
              <a:gd name="connsiteY58" fmla="*/ 486194 h 2465465"/>
              <a:gd name="connsiteX59" fmla="*/ 1551008 w 1886674"/>
              <a:gd name="connsiteY59" fmla="*/ 405171 h 2465465"/>
              <a:gd name="connsiteX60" fmla="*/ 1527859 w 1886674"/>
              <a:gd name="connsiteY60" fmla="*/ 370447 h 2465465"/>
              <a:gd name="connsiteX61" fmla="*/ 1481560 w 1886674"/>
              <a:gd name="connsiteY61" fmla="*/ 254700 h 2465465"/>
              <a:gd name="connsiteX62" fmla="*/ 1458410 w 1886674"/>
              <a:gd name="connsiteY62" fmla="*/ 231551 h 2465465"/>
              <a:gd name="connsiteX63" fmla="*/ 1435261 w 1886674"/>
              <a:gd name="connsiteY63" fmla="*/ 196827 h 2465465"/>
              <a:gd name="connsiteX64" fmla="*/ 1354238 w 1886674"/>
              <a:gd name="connsiteY64" fmla="*/ 127379 h 2465465"/>
              <a:gd name="connsiteX65" fmla="*/ 1296365 w 1886674"/>
              <a:gd name="connsiteY65" fmla="*/ 92655 h 2465465"/>
              <a:gd name="connsiteX66" fmla="*/ 1226917 w 1886674"/>
              <a:gd name="connsiteY66" fmla="*/ 57931 h 2465465"/>
              <a:gd name="connsiteX67" fmla="*/ 1192193 w 1886674"/>
              <a:gd name="connsiteY67" fmla="*/ 46356 h 2465465"/>
              <a:gd name="connsiteX68" fmla="*/ 1006998 w 1886674"/>
              <a:gd name="connsiteY68" fmla="*/ 23207 h 2465465"/>
              <a:gd name="connsiteX69" fmla="*/ 879676 w 1886674"/>
              <a:gd name="connsiteY69" fmla="*/ 57 h 2465465"/>
              <a:gd name="connsiteX70" fmla="*/ 868102 w 1886674"/>
              <a:gd name="connsiteY70" fmla="*/ 23207 h 2465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886674" h="2465465">
                <a:moveTo>
                  <a:pt x="868102" y="23207"/>
                </a:moveTo>
                <a:cubicBezTo>
                  <a:pt x="846882" y="30924"/>
                  <a:pt x="789394" y="29520"/>
                  <a:pt x="752355" y="46356"/>
                </a:cubicBezTo>
                <a:cubicBezTo>
                  <a:pt x="720939" y="60636"/>
                  <a:pt x="684159" y="68253"/>
                  <a:pt x="659757" y="92655"/>
                </a:cubicBezTo>
                <a:cubicBezTo>
                  <a:pt x="615196" y="137216"/>
                  <a:pt x="638653" y="118299"/>
                  <a:pt x="590309" y="150528"/>
                </a:cubicBezTo>
                <a:cubicBezTo>
                  <a:pt x="582593" y="162103"/>
                  <a:pt x="576320" y="174783"/>
                  <a:pt x="567160" y="185252"/>
                </a:cubicBezTo>
                <a:cubicBezTo>
                  <a:pt x="549195" y="205784"/>
                  <a:pt x="509286" y="243126"/>
                  <a:pt x="509286" y="243126"/>
                </a:cubicBezTo>
                <a:cubicBezTo>
                  <a:pt x="505428" y="254701"/>
                  <a:pt x="505523" y="268477"/>
                  <a:pt x="497712" y="277850"/>
                </a:cubicBezTo>
                <a:cubicBezTo>
                  <a:pt x="485362" y="292670"/>
                  <a:pt x="466060" y="300019"/>
                  <a:pt x="451413" y="312574"/>
                </a:cubicBezTo>
                <a:cubicBezTo>
                  <a:pt x="438985" y="323227"/>
                  <a:pt x="427055" y="334629"/>
                  <a:pt x="416689" y="347298"/>
                </a:cubicBezTo>
                <a:cubicBezTo>
                  <a:pt x="392257" y="377159"/>
                  <a:pt x="374523" y="412613"/>
                  <a:pt x="347241" y="439895"/>
                </a:cubicBezTo>
                <a:cubicBezTo>
                  <a:pt x="264764" y="522372"/>
                  <a:pt x="353820" y="428776"/>
                  <a:pt x="289367" y="509343"/>
                </a:cubicBezTo>
                <a:cubicBezTo>
                  <a:pt x="282550" y="517864"/>
                  <a:pt x="272271" y="523413"/>
                  <a:pt x="266218" y="532493"/>
                </a:cubicBezTo>
                <a:cubicBezTo>
                  <a:pt x="256647" y="546849"/>
                  <a:pt x="253098" y="564751"/>
                  <a:pt x="243069" y="578791"/>
                </a:cubicBezTo>
                <a:cubicBezTo>
                  <a:pt x="233555" y="592111"/>
                  <a:pt x="217859" y="600195"/>
                  <a:pt x="208345" y="613515"/>
                </a:cubicBezTo>
                <a:cubicBezTo>
                  <a:pt x="198316" y="627556"/>
                  <a:pt x="193756" y="644833"/>
                  <a:pt x="185195" y="659814"/>
                </a:cubicBezTo>
                <a:cubicBezTo>
                  <a:pt x="178293" y="671892"/>
                  <a:pt x="168267" y="682096"/>
                  <a:pt x="162046" y="694538"/>
                </a:cubicBezTo>
                <a:cubicBezTo>
                  <a:pt x="156590" y="705451"/>
                  <a:pt x="155927" y="718349"/>
                  <a:pt x="150471" y="729262"/>
                </a:cubicBezTo>
                <a:cubicBezTo>
                  <a:pt x="95446" y="839311"/>
                  <a:pt x="163892" y="654274"/>
                  <a:pt x="104172" y="833434"/>
                </a:cubicBezTo>
                <a:lnTo>
                  <a:pt x="92598" y="868158"/>
                </a:lnTo>
                <a:lnTo>
                  <a:pt x="81023" y="902883"/>
                </a:lnTo>
                <a:cubicBezTo>
                  <a:pt x="77165" y="929890"/>
                  <a:pt x="73596" y="956941"/>
                  <a:pt x="69448" y="983905"/>
                </a:cubicBezTo>
                <a:cubicBezTo>
                  <a:pt x="65879" y="1007101"/>
                  <a:pt x="60976" y="1030090"/>
                  <a:pt x="57874" y="1053353"/>
                </a:cubicBezTo>
                <a:cubicBezTo>
                  <a:pt x="35881" y="1218306"/>
                  <a:pt x="57794" y="1100052"/>
                  <a:pt x="34724" y="1215399"/>
                </a:cubicBezTo>
                <a:cubicBezTo>
                  <a:pt x="30866" y="1273272"/>
                  <a:pt x="28175" y="1331235"/>
                  <a:pt x="23150" y="1389019"/>
                </a:cubicBezTo>
                <a:cubicBezTo>
                  <a:pt x="20455" y="1420008"/>
                  <a:pt x="14524" y="1450651"/>
                  <a:pt x="11575" y="1481617"/>
                </a:cubicBezTo>
                <a:cubicBezTo>
                  <a:pt x="6805" y="1531696"/>
                  <a:pt x="3858" y="1581931"/>
                  <a:pt x="0" y="1632088"/>
                </a:cubicBezTo>
                <a:cubicBezTo>
                  <a:pt x="3858" y="1859723"/>
                  <a:pt x="4234" y="2087444"/>
                  <a:pt x="11575" y="2314994"/>
                </a:cubicBezTo>
                <a:cubicBezTo>
                  <a:pt x="11968" y="2327188"/>
                  <a:pt x="15528" y="2340191"/>
                  <a:pt x="23150" y="2349718"/>
                </a:cubicBezTo>
                <a:cubicBezTo>
                  <a:pt x="31840" y="2360581"/>
                  <a:pt x="47011" y="2364177"/>
                  <a:pt x="57874" y="2372867"/>
                </a:cubicBezTo>
                <a:cubicBezTo>
                  <a:pt x="103270" y="2409184"/>
                  <a:pt x="55443" y="2387491"/>
                  <a:pt x="115747" y="2407591"/>
                </a:cubicBezTo>
                <a:cubicBezTo>
                  <a:pt x="170775" y="2444277"/>
                  <a:pt x="137273" y="2426341"/>
                  <a:pt x="219919" y="2453890"/>
                </a:cubicBezTo>
                <a:lnTo>
                  <a:pt x="254643" y="2465465"/>
                </a:lnTo>
                <a:cubicBezTo>
                  <a:pt x="327949" y="2461607"/>
                  <a:pt x="401456" y="2460536"/>
                  <a:pt x="474562" y="2453890"/>
                </a:cubicBezTo>
                <a:cubicBezTo>
                  <a:pt x="486713" y="2452785"/>
                  <a:pt x="497555" y="2445667"/>
                  <a:pt x="509286" y="2442315"/>
                </a:cubicBezTo>
                <a:cubicBezTo>
                  <a:pt x="524582" y="2437945"/>
                  <a:pt x="539986" y="2433861"/>
                  <a:pt x="555585" y="2430741"/>
                </a:cubicBezTo>
                <a:cubicBezTo>
                  <a:pt x="578598" y="2426138"/>
                  <a:pt x="601966" y="2423491"/>
                  <a:pt x="625033" y="2419166"/>
                </a:cubicBezTo>
                <a:cubicBezTo>
                  <a:pt x="663705" y="2411915"/>
                  <a:pt x="701461" y="2397473"/>
                  <a:pt x="740780" y="2396017"/>
                </a:cubicBezTo>
                <a:cubicBezTo>
                  <a:pt x="1242260" y="2377443"/>
                  <a:pt x="949075" y="2386569"/>
                  <a:pt x="1620456" y="2372867"/>
                </a:cubicBezTo>
                <a:cubicBezTo>
                  <a:pt x="1623484" y="2372110"/>
                  <a:pt x="1693929" y="2355758"/>
                  <a:pt x="1701479" y="2349718"/>
                </a:cubicBezTo>
                <a:cubicBezTo>
                  <a:pt x="1712342" y="2341028"/>
                  <a:pt x="1714791" y="2324831"/>
                  <a:pt x="1724628" y="2314994"/>
                </a:cubicBezTo>
                <a:cubicBezTo>
                  <a:pt x="1734465" y="2305157"/>
                  <a:pt x="1747777" y="2299561"/>
                  <a:pt x="1759352" y="2291845"/>
                </a:cubicBezTo>
                <a:cubicBezTo>
                  <a:pt x="1774785" y="2268695"/>
                  <a:pt x="1793208" y="2247281"/>
                  <a:pt x="1805651" y="2222396"/>
                </a:cubicBezTo>
                <a:cubicBezTo>
                  <a:pt x="1835021" y="2163655"/>
                  <a:pt x="1819229" y="2190454"/>
                  <a:pt x="1851950" y="2141374"/>
                </a:cubicBezTo>
                <a:cubicBezTo>
                  <a:pt x="1855808" y="2125941"/>
                  <a:pt x="1859154" y="2110371"/>
                  <a:pt x="1863524" y="2095075"/>
                </a:cubicBezTo>
                <a:cubicBezTo>
                  <a:pt x="1896745" y="1978798"/>
                  <a:pt x="1850475" y="2158843"/>
                  <a:pt x="1886674" y="2014052"/>
                </a:cubicBezTo>
                <a:cubicBezTo>
                  <a:pt x="1882816" y="1917596"/>
                  <a:pt x="1881121" y="1821030"/>
                  <a:pt x="1875099" y="1724685"/>
                </a:cubicBezTo>
                <a:cubicBezTo>
                  <a:pt x="1873026" y="1691512"/>
                  <a:pt x="1856980" y="1609426"/>
                  <a:pt x="1851950" y="1574214"/>
                </a:cubicBezTo>
                <a:cubicBezTo>
                  <a:pt x="1847551" y="1543421"/>
                  <a:pt x="1844774" y="1512410"/>
                  <a:pt x="1840375" y="1481617"/>
                </a:cubicBezTo>
                <a:cubicBezTo>
                  <a:pt x="1837056" y="1458384"/>
                  <a:pt x="1832369" y="1435365"/>
                  <a:pt x="1828800" y="1412169"/>
                </a:cubicBezTo>
                <a:cubicBezTo>
                  <a:pt x="1809509" y="1286778"/>
                  <a:pt x="1827595" y="1372625"/>
                  <a:pt x="1794076" y="1238548"/>
                </a:cubicBezTo>
                <a:cubicBezTo>
                  <a:pt x="1790218" y="1223115"/>
                  <a:pt x="1787533" y="1207341"/>
                  <a:pt x="1782502" y="1192250"/>
                </a:cubicBezTo>
                <a:cubicBezTo>
                  <a:pt x="1774785" y="1169101"/>
                  <a:pt x="1766364" y="1146175"/>
                  <a:pt x="1759352" y="1122802"/>
                </a:cubicBezTo>
                <a:cubicBezTo>
                  <a:pt x="1754781" y="1107565"/>
                  <a:pt x="1752349" y="1091740"/>
                  <a:pt x="1747778" y="1076503"/>
                </a:cubicBezTo>
                <a:cubicBezTo>
                  <a:pt x="1740766" y="1053130"/>
                  <a:pt x="1729414" y="1030983"/>
                  <a:pt x="1724628" y="1007055"/>
                </a:cubicBezTo>
                <a:cubicBezTo>
                  <a:pt x="1710402" y="935925"/>
                  <a:pt x="1714378" y="947700"/>
                  <a:pt x="1689904" y="868158"/>
                </a:cubicBezTo>
                <a:cubicBezTo>
                  <a:pt x="1662108" y="777819"/>
                  <a:pt x="1674180" y="822371"/>
                  <a:pt x="1643605" y="740837"/>
                </a:cubicBezTo>
                <a:cubicBezTo>
                  <a:pt x="1624162" y="688989"/>
                  <a:pt x="1638691" y="720599"/>
                  <a:pt x="1620456" y="659814"/>
                </a:cubicBezTo>
                <a:cubicBezTo>
                  <a:pt x="1613444" y="636442"/>
                  <a:pt x="1601319" y="614435"/>
                  <a:pt x="1597307" y="590366"/>
                </a:cubicBezTo>
                <a:cubicBezTo>
                  <a:pt x="1576415" y="465018"/>
                  <a:pt x="1596954" y="565987"/>
                  <a:pt x="1574157" y="486194"/>
                </a:cubicBezTo>
                <a:cubicBezTo>
                  <a:pt x="1569210" y="468880"/>
                  <a:pt x="1560261" y="423678"/>
                  <a:pt x="1551008" y="405171"/>
                </a:cubicBezTo>
                <a:cubicBezTo>
                  <a:pt x="1544787" y="392729"/>
                  <a:pt x="1533509" y="383159"/>
                  <a:pt x="1527859" y="370447"/>
                </a:cubicBezTo>
                <a:cubicBezTo>
                  <a:pt x="1502766" y="313987"/>
                  <a:pt x="1513137" y="302066"/>
                  <a:pt x="1481560" y="254700"/>
                </a:cubicBezTo>
                <a:cubicBezTo>
                  <a:pt x="1475507" y="245620"/>
                  <a:pt x="1465227" y="240072"/>
                  <a:pt x="1458410" y="231551"/>
                </a:cubicBezTo>
                <a:cubicBezTo>
                  <a:pt x="1449720" y="220688"/>
                  <a:pt x="1444314" y="207389"/>
                  <a:pt x="1435261" y="196827"/>
                </a:cubicBezTo>
                <a:cubicBezTo>
                  <a:pt x="1374466" y="125899"/>
                  <a:pt x="1410092" y="172063"/>
                  <a:pt x="1354238" y="127379"/>
                </a:cubicBezTo>
                <a:cubicBezTo>
                  <a:pt x="1308842" y="91062"/>
                  <a:pt x="1356669" y="112755"/>
                  <a:pt x="1296365" y="92655"/>
                </a:cubicBezTo>
                <a:cubicBezTo>
                  <a:pt x="1260015" y="56305"/>
                  <a:pt x="1286647" y="74997"/>
                  <a:pt x="1226917" y="57931"/>
                </a:cubicBezTo>
                <a:cubicBezTo>
                  <a:pt x="1215186" y="54579"/>
                  <a:pt x="1204103" y="49003"/>
                  <a:pt x="1192193" y="46356"/>
                </a:cubicBezTo>
                <a:cubicBezTo>
                  <a:pt x="1133447" y="33301"/>
                  <a:pt x="1065224" y="29029"/>
                  <a:pt x="1006998" y="23207"/>
                </a:cubicBezTo>
                <a:cubicBezTo>
                  <a:pt x="950354" y="9046"/>
                  <a:pt x="948798" y="6969"/>
                  <a:pt x="879676" y="57"/>
                </a:cubicBezTo>
                <a:cubicBezTo>
                  <a:pt x="868159" y="-1095"/>
                  <a:pt x="889322" y="15490"/>
                  <a:pt x="868102" y="23207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D083D7C-9243-0D0F-D66C-D6A5A76C1704}"/>
              </a:ext>
            </a:extLst>
          </p:cNvPr>
          <p:cNvSpPr/>
          <p:nvPr/>
        </p:nvSpPr>
        <p:spPr>
          <a:xfrm>
            <a:off x="4874018" y="4868677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BC766A4-1434-7401-AE6F-94D2688559D2}"/>
              </a:ext>
            </a:extLst>
          </p:cNvPr>
          <p:cNvSpPr/>
          <p:nvPr/>
        </p:nvSpPr>
        <p:spPr>
          <a:xfrm>
            <a:off x="4036993" y="4868677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0472749"/>
      </p:ext>
    </p:extLst>
  </p:cSld>
  <p:clrMapOvr>
    <a:masterClrMapping/>
  </p:clrMapOvr>
  <p:transition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7FA3-8B29-288F-82DA-97F8D9D0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FCB5F7-0BF9-1966-D946-7D24C0A8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5BA8C2-9604-FE3B-E813-C0DB4B01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9499B2D0-3937-BC59-3F71-567A6410D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Single-Occurrence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de-CH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0C6FC9-8469-9894-83C4-2060B5BF4338}"/>
              </a:ext>
            </a:extLst>
          </p:cNvPr>
          <p:cNvSpPr/>
          <p:nvPr/>
        </p:nvSpPr>
        <p:spPr>
          <a:xfrm>
            <a:off x="4525926" y="249985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B88F67-981E-E1F6-834E-4CE5EC7C9A19}"/>
              </a:ext>
            </a:extLst>
          </p:cNvPr>
          <p:cNvSpPr/>
          <p:nvPr/>
        </p:nvSpPr>
        <p:spPr>
          <a:xfrm>
            <a:off x="4014933" y="3947953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7B8CAF-B7D5-88DF-018B-4D97FDA738E9}"/>
              </a:ext>
            </a:extLst>
          </p:cNvPr>
          <p:cNvSpPr/>
          <p:nvPr/>
        </p:nvSpPr>
        <p:spPr>
          <a:xfrm>
            <a:off x="4980238" y="335752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c1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D007F7-A0E1-47EF-19F8-A1A488946D68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 flipH="1">
            <a:off x="4318260" y="3017665"/>
            <a:ext cx="296508" cy="9302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39B92F-0FE0-1BD1-28B2-2379E4BBFB45}"/>
              </a:ext>
            </a:extLst>
          </p:cNvPr>
          <p:cNvCxnSpPr>
            <a:cxnSpLocks/>
            <a:stCxn id="2" idx="5"/>
            <a:endCxn id="13" idx="0"/>
          </p:cNvCxnSpPr>
          <p:nvPr/>
        </p:nvCxnSpPr>
        <p:spPr>
          <a:xfrm>
            <a:off x="5043737" y="3017665"/>
            <a:ext cx="239828" cy="33986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F4825F-2705-B1CF-3D01-8B8A7677CD0B}"/>
              </a:ext>
            </a:extLst>
          </p:cNvPr>
          <p:cNvCxnSpPr>
            <a:cxnSpLocks/>
            <a:stCxn id="10" idx="4"/>
            <a:endCxn id="39" idx="0"/>
          </p:cNvCxnSpPr>
          <p:nvPr/>
        </p:nvCxnSpPr>
        <p:spPr>
          <a:xfrm>
            <a:off x="4318260" y="4554606"/>
            <a:ext cx="113883" cy="3813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704E073-8862-F76C-1ACC-F6737E2450BD}"/>
              </a:ext>
            </a:extLst>
          </p:cNvPr>
          <p:cNvSpPr/>
          <p:nvPr/>
        </p:nvSpPr>
        <p:spPr>
          <a:xfrm>
            <a:off x="4128816" y="4935988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0D3BDFF-983C-3111-423A-14C626F5F24E}"/>
              </a:ext>
            </a:extLst>
          </p:cNvPr>
          <p:cNvSpPr/>
          <p:nvPr/>
        </p:nvSpPr>
        <p:spPr>
          <a:xfrm>
            <a:off x="4936957" y="4934515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1DA8121-6221-E403-388D-36D28C4F0EC7}"/>
              </a:ext>
            </a:extLst>
          </p:cNvPr>
          <p:cNvCxnSpPr>
            <a:cxnSpLocks/>
            <a:stCxn id="10" idx="5"/>
            <a:endCxn id="42" idx="1"/>
          </p:cNvCxnSpPr>
          <p:nvPr/>
        </p:nvCxnSpPr>
        <p:spPr>
          <a:xfrm>
            <a:off x="4532744" y="4465764"/>
            <a:ext cx="493055" cy="55759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16FFF-26F5-4944-E75F-DF0B77B08DC9}"/>
              </a:ext>
            </a:extLst>
          </p:cNvPr>
          <p:cNvCxnSpPr>
            <a:cxnSpLocks/>
            <a:stCxn id="13" idx="3"/>
            <a:endCxn id="10" idx="6"/>
          </p:cNvCxnSpPr>
          <p:nvPr/>
        </p:nvCxnSpPr>
        <p:spPr>
          <a:xfrm flipH="1">
            <a:off x="4621586" y="3875339"/>
            <a:ext cx="447494" cy="3759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9B1F99C-7B47-F754-55C9-96E23B9B9AE8}"/>
              </a:ext>
            </a:extLst>
          </p:cNvPr>
          <p:cNvCxnSpPr>
            <a:cxnSpLocks/>
            <a:stCxn id="13" idx="4"/>
            <a:endCxn id="42" idx="0"/>
          </p:cNvCxnSpPr>
          <p:nvPr/>
        </p:nvCxnSpPr>
        <p:spPr>
          <a:xfrm flipH="1">
            <a:off x="5240284" y="3964181"/>
            <a:ext cx="43281" cy="9703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8013DED4-AFD1-7595-5204-ABB8060214D2}"/>
              </a:ext>
            </a:extLst>
          </p:cNvPr>
          <p:cNvSpPr txBox="1"/>
          <p:nvPr/>
        </p:nvSpPr>
        <p:spPr>
          <a:xfrm>
            <a:off x="4234461" y="321557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AEF6935-D1F4-A088-1FB0-1C4089DD785E}"/>
              </a:ext>
            </a:extLst>
          </p:cNvPr>
          <p:cNvSpPr txBox="1"/>
          <p:nvPr/>
        </p:nvSpPr>
        <p:spPr>
          <a:xfrm>
            <a:off x="5093449" y="295261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00A4955-B645-9C70-D663-1FBE873DBDCA}"/>
              </a:ext>
            </a:extLst>
          </p:cNvPr>
          <p:cNvSpPr txBox="1"/>
          <p:nvPr/>
        </p:nvSpPr>
        <p:spPr>
          <a:xfrm>
            <a:off x="5240283" y="426305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43E4C1A-5044-AF47-D564-6947B6142667}"/>
              </a:ext>
            </a:extLst>
          </p:cNvPr>
          <p:cNvSpPr txBox="1"/>
          <p:nvPr/>
        </p:nvSpPr>
        <p:spPr>
          <a:xfrm>
            <a:off x="4682417" y="379206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806D1FA-160C-3EA8-88EC-80C63CCB306F}"/>
              </a:ext>
            </a:extLst>
          </p:cNvPr>
          <p:cNvSpPr txBox="1"/>
          <p:nvPr/>
        </p:nvSpPr>
        <p:spPr>
          <a:xfrm>
            <a:off x="4070824" y="454055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E9E0DE7-5B19-D4F1-2C26-18620291B513}"/>
              </a:ext>
            </a:extLst>
          </p:cNvPr>
          <p:cNvSpPr txBox="1"/>
          <p:nvPr/>
        </p:nvSpPr>
        <p:spPr>
          <a:xfrm>
            <a:off x="4686568" y="447525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526D09-D82C-B86C-47CF-5CD46AE2AC5C}"/>
              </a:ext>
            </a:extLst>
          </p:cNvPr>
          <p:cNvSpPr/>
          <p:nvPr/>
        </p:nvSpPr>
        <p:spPr>
          <a:xfrm>
            <a:off x="1417522" y="398697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2B9C640-B270-CBB5-0A40-202B6A066417}"/>
              </a:ext>
            </a:extLst>
          </p:cNvPr>
          <p:cNvGrpSpPr/>
          <p:nvPr/>
        </p:nvGrpSpPr>
        <p:grpSpPr>
          <a:xfrm>
            <a:off x="1760649" y="3669846"/>
            <a:ext cx="598449" cy="307777"/>
            <a:chOff x="1550604" y="3020176"/>
            <a:chExt cx="598449" cy="4346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FFEBF9B-DC73-2EBA-BA9F-ECE387AB401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759D0D4-14EE-8D4A-C273-2F9FD501B597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760B8B-46DE-6328-3173-98CBAD85AC62}"/>
              </a:ext>
            </a:extLst>
          </p:cNvPr>
          <p:cNvCxnSpPr>
            <a:cxnSpLocks/>
          </p:cNvCxnSpPr>
          <p:nvPr/>
        </p:nvCxnSpPr>
        <p:spPr>
          <a:xfrm flipH="1">
            <a:off x="2693008" y="4241809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63A380E-04AF-8397-F84C-D0EB7F52E9EC}"/>
                  </a:ext>
                </a:extLst>
              </p:cNvPr>
              <p:cNvSpPr txBox="1"/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63A380E-04AF-8397-F84C-D0EB7F52E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26" y="4010120"/>
                <a:ext cx="263918" cy="369332"/>
              </a:xfrm>
              <a:prstGeom prst="rect">
                <a:avLst/>
              </a:prstGeom>
              <a:blipFill>
                <a:blip r:embed="rId3"/>
                <a:stretch>
                  <a:fillRect l="-31818" r="-31818" b="-3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ADF2CA-81B9-D15C-D98F-BD0BAC3EAC4F}"/>
                  </a:ext>
                </a:extLst>
              </p:cNvPr>
              <p:cNvSpPr txBox="1"/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ADF2CA-81B9-D15C-D98F-BD0BAC3EA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66" y="3292165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661D23B-1564-3761-A5EA-E12C9F1004F4}"/>
                  </a:ext>
                </a:extLst>
              </p:cNvPr>
              <p:cNvSpPr txBox="1"/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661D23B-1564-3761-A5EA-E12C9F10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42" y="3256748"/>
                <a:ext cx="277768" cy="369332"/>
              </a:xfrm>
              <a:prstGeom prst="rect">
                <a:avLst/>
              </a:prstGeom>
              <a:blipFill>
                <a:blip r:embed="rId5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42166965-B591-FB82-5555-8AD177999288}"/>
              </a:ext>
            </a:extLst>
          </p:cNvPr>
          <p:cNvSpPr txBox="1"/>
          <p:nvPr/>
        </p:nvSpPr>
        <p:spPr>
          <a:xfrm>
            <a:off x="1542568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377163B-CEFE-8ED9-588A-506373F0706B}"/>
              </a:ext>
            </a:extLst>
          </p:cNvPr>
          <p:cNvSpPr txBox="1"/>
          <p:nvPr/>
        </p:nvSpPr>
        <p:spPr>
          <a:xfrm>
            <a:off x="2141567" y="37598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6C473EC-2094-4CA2-D015-43FC399ECA21}"/>
              </a:ext>
            </a:extLst>
          </p:cNvPr>
          <p:cNvCxnSpPr/>
          <p:nvPr/>
        </p:nvCxnSpPr>
        <p:spPr>
          <a:xfrm>
            <a:off x="4331025" y="2805594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50A636B-EAD2-038E-8EE8-AC85A05F50BC}"/>
              </a:ext>
            </a:extLst>
          </p:cNvPr>
          <p:cNvSpPr/>
          <p:nvPr/>
        </p:nvSpPr>
        <p:spPr>
          <a:xfrm>
            <a:off x="7691747" y="380474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2A1CFAD-37FB-B757-9D2D-A0B0E0B2FD11}"/>
              </a:ext>
            </a:extLst>
          </p:cNvPr>
          <p:cNvGrpSpPr/>
          <p:nvPr/>
        </p:nvGrpSpPr>
        <p:grpSpPr>
          <a:xfrm>
            <a:off x="8034874" y="3487625"/>
            <a:ext cx="598449" cy="307777"/>
            <a:chOff x="1550604" y="3020176"/>
            <a:chExt cx="598449" cy="434647"/>
          </a:xfrm>
        </p:grpSpPr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CFC1D1BA-A870-7433-4087-DE82D2EF4BB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DC215BBF-5985-985D-C1AE-14538BA0A018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AD8855E-8E6A-ABA3-76A0-0CB383230343}"/>
              </a:ext>
            </a:extLst>
          </p:cNvPr>
          <p:cNvCxnSpPr>
            <a:cxnSpLocks/>
          </p:cNvCxnSpPr>
          <p:nvPr/>
        </p:nvCxnSpPr>
        <p:spPr>
          <a:xfrm flipH="1">
            <a:off x="8967233" y="4059588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C7E286E-7EDD-43DF-10AF-02421121922C}"/>
                  </a:ext>
                </a:extLst>
              </p:cNvPr>
              <p:cNvSpPr txBox="1"/>
              <p:nvPr/>
            </p:nvSpPr>
            <p:spPr>
              <a:xfrm>
                <a:off x="9276261" y="3831006"/>
                <a:ext cx="254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C7E286E-7EDD-43DF-10AF-024211219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261" y="3831006"/>
                <a:ext cx="254877" cy="369332"/>
              </a:xfrm>
              <a:prstGeom prst="rect">
                <a:avLst/>
              </a:prstGeom>
              <a:blipFill>
                <a:blip r:embed="rId6"/>
                <a:stretch>
                  <a:fillRect l="-23810" r="-23810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396076A-28CF-5EBB-FE1F-846F097DA266}"/>
                  </a:ext>
                </a:extLst>
              </p:cNvPr>
              <p:cNvSpPr txBox="1"/>
              <p:nvPr/>
            </p:nvSpPr>
            <p:spPr>
              <a:xfrm>
                <a:off x="8346055" y="3107434"/>
                <a:ext cx="5966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𝑆𝑢𝑏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396076A-28CF-5EBB-FE1F-846F097DA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055" y="3107434"/>
                <a:ext cx="596638" cy="369332"/>
              </a:xfrm>
              <a:prstGeom prst="rect">
                <a:avLst/>
              </a:prstGeom>
              <a:blipFill>
                <a:blip r:embed="rId7"/>
                <a:stretch>
                  <a:fillRect l="-12500" r="-8333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0296445C-681F-6E22-24E8-A6612A0A0EDB}"/>
                  </a:ext>
                </a:extLst>
              </p:cNvPr>
              <p:cNvSpPr txBox="1"/>
              <p:nvPr/>
            </p:nvSpPr>
            <p:spPr>
              <a:xfrm>
                <a:off x="7669966" y="3095298"/>
                <a:ext cx="7298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𝑂𝑟𝑖𝑔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0296445C-681F-6E22-24E8-A6612A0A0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66" y="3095298"/>
                <a:ext cx="729815" cy="369332"/>
              </a:xfrm>
              <a:prstGeom prst="rect">
                <a:avLst/>
              </a:prstGeom>
              <a:blipFill>
                <a:blip r:embed="rId8"/>
                <a:stretch>
                  <a:fillRect l="-11864" r="-11864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TextBox 166">
            <a:extLst>
              <a:ext uri="{FF2B5EF4-FFF2-40B4-BE49-F238E27FC236}">
                <a16:creationId xmlns:a16="http://schemas.microsoft.com/office/drawing/2014/main" id="{F306997E-90D5-357A-0D26-1D4FB2CB983B}"/>
              </a:ext>
            </a:extLst>
          </p:cNvPr>
          <p:cNvSpPr txBox="1"/>
          <p:nvPr/>
        </p:nvSpPr>
        <p:spPr>
          <a:xfrm>
            <a:off x="7816793" y="35775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398E041-3B95-3096-06B9-02390799232F}"/>
              </a:ext>
            </a:extLst>
          </p:cNvPr>
          <p:cNvSpPr txBox="1"/>
          <p:nvPr/>
        </p:nvSpPr>
        <p:spPr>
          <a:xfrm>
            <a:off x="8415792" y="357757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0D4F98D-EFCE-F96E-445D-CE7D8C940BB9}"/>
              </a:ext>
            </a:extLst>
          </p:cNvPr>
          <p:cNvSpPr txBox="1"/>
          <p:nvPr/>
        </p:nvSpPr>
        <p:spPr>
          <a:xfrm>
            <a:off x="6323655" y="2583286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root</a:t>
            </a:r>
            <a:r>
              <a:rPr lang="zh-CN" altLang="en-US" dirty="0"/>
              <a:t> </a:t>
            </a:r>
            <a:r>
              <a:rPr lang="en-US" altLang="zh-CN" dirty="0"/>
              <a:t>case:</a:t>
            </a:r>
            <a:endParaRPr lang="en-C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EB8E6E-31B9-E737-93BD-87E6FC6845F2}"/>
              </a:ext>
            </a:extLst>
          </p:cNvPr>
          <p:cNvCxnSpPr/>
          <p:nvPr/>
        </p:nvCxnSpPr>
        <p:spPr>
          <a:xfrm>
            <a:off x="4735469" y="3669846"/>
            <a:ext cx="105609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DB61AB-78B4-07BE-1861-4719A80E9F02}"/>
              </a:ext>
            </a:extLst>
          </p:cNvPr>
          <p:cNvSpPr txBox="1"/>
          <p:nvPr/>
        </p:nvSpPr>
        <p:spPr>
          <a:xfrm>
            <a:off x="1192431" y="1068363"/>
            <a:ext cx="968200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600"/>
              </a:spcBef>
            </a:pPr>
            <a:r>
              <a:rPr lang="en-US" dirty="0"/>
              <a:t>Given an ROBDD, there can be different choices of (u, v) pairs.</a:t>
            </a:r>
          </a:p>
          <a:p>
            <a:pPr>
              <a:spcBef>
                <a:spcPts val="600"/>
              </a:spcBef>
            </a:pPr>
            <a:r>
              <a:rPr lang="en-US" dirty="0"/>
              <a:t>We omit pairs that contain the root, because in these cases the MUX can be optimized away.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3A63EAB-D448-0F4B-44C7-ECB941399D21}"/>
              </a:ext>
            </a:extLst>
          </p:cNvPr>
          <p:cNvSpPr/>
          <p:nvPr/>
        </p:nvSpPr>
        <p:spPr>
          <a:xfrm>
            <a:off x="3865944" y="2442201"/>
            <a:ext cx="1886674" cy="3098959"/>
          </a:xfrm>
          <a:custGeom>
            <a:avLst/>
            <a:gdLst>
              <a:gd name="connsiteX0" fmla="*/ 868102 w 1886674"/>
              <a:gd name="connsiteY0" fmla="*/ 23207 h 2465465"/>
              <a:gd name="connsiteX1" fmla="*/ 752355 w 1886674"/>
              <a:gd name="connsiteY1" fmla="*/ 46356 h 2465465"/>
              <a:gd name="connsiteX2" fmla="*/ 659757 w 1886674"/>
              <a:gd name="connsiteY2" fmla="*/ 92655 h 2465465"/>
              <a:gd name="connsiteX3" fmla="*/ 590309 w 1886674"/>
              <a:gd name="connsiteY3" fmla="*/ 150528 h 2465465"/>
              <a:gd name="connsiteX4" fmla="*/ 567160 w 1886674"/>
              <a:gd name="connsiteY4" fmla="*/ 185252 h 2465465"/>
              <a:gd name="connsiteX5" fmla="*/ 509286 w 1886674"/>
              <a:gd name="connsiteY5" fmla="*/ 243126 h 2465465"/>
              <a:gd name="connsiteX6" fmla="*/ 497712 w 1886674"/>
              <a:gd name="connsiteY6" fmla="*/ 277850 h 2465465"/>
              <a:gd name="connsiteX7" fmla="*/ 451413 w 1886674"/>
              <a:gd name="connsiteY7" fmla="*/ 312574 h 2465465"/>
              <a:gd name="connsiteX8" fmla="*/ 416689 w 1886674"/>
              <a:gd name="connsiteY8" fmla="*/ 347298 h 2465465"/>
              <a:gd name="connsiteX9" fmla="*/ 347241 w 1886674"/>
              <a:gd name="connsiteY9" fmla="*/ 439895 h 2465465"/>
              <a:gd name="connsiteX10" fmla="*/ 289367 w 1886674"/>
              <a:gd name="connsiteY10" fmla="*/ 509343 h 2465465"/>
              <a:gd name="connsiteX11" fmla="*/ 266218 w 1886674"/>
              <a:gd name="connsiteY11" fmla="*/ 532493 h 2465465"/>
              <a:gd name="connsiteX12" fmla="*/ 243069 w 1886674"/>
              <a:gd name="connsiteY12" fmla="*/ 578791 h 2465465"/>
              <a:gd name="connsiteX13" fmla="*/ 208345 w 1886674"/>
              <a:gd name="connsiteY13" fmla="*/ 613515 h 2465465"/>
              <a:gd name="connsiteX14" fmla="*/ 185195 w 1886674"/>
              <a:gd name="connsiteY14" fmla="*/ 659814 h 2465465"/>
              <a:gd name="connsiteX15" fmla="*/ 162046 w 1886674"/>
              <a:gd name="connsiteY15" fmla="*/ 694538 h 2465465"/>
              <a:gd name="connsiteX16" fmla="*/ 150471 w 1886674"/>
              <a:gd name="connsiteY16" fmla="*/ 729262 h 2465465"/>
              <a:gd name="connsiteX17" fmla="*/ 104172 w 1886674"/>
              <a:gd name="connsiteY17" fmla="*/ 833434 h 2465465"/>
              <a:gd name="connsiteX18" fmla="*/ 92598 w 1886674"/>
              <a:gd name="connsiteY18" fmla="*/ 868158 h 2465465"/>
              <a:gd name="connsiteX19" fmla="*/ 81023 w 1886674"/>
              <a:gd name="connsiteY19" fmla="*/ 902883 h 2465465"/>
              <a:gd name="connsiteX20" fmla="*/ 69448 w 1886674"/>
              <a:gd name="connsiteY20" fmla="*/ 983905 h 2465465"/>
              <a:gd name="connsiteX21" fmla="*/ 57874 w 1886674"/>
              <a:gd name="connsiteY21" fmla="*/ 1053353 h 2465465"/>
              <a:gd name="connsiteX22" fmla="*/ 34724 w 1886674"/>
              <a:gd name="connsiteY22" fmla="*/ 1215399 h 2465465"/>
              <a:gd name="connsiteX23" fmla="*/ 23150 w 1886674"/>
              <a:gd name="connsiteY23" fmla="*/ 1389019 h 2465465"/>
              <a:gd name="connsiteX24" fmla="*/ 11575 w 1886674"/>
              <a:gd name="connsiteY24" fmla="*/ 1481617 h 2465465"/>
              <a:gd name="connsiteX25" fmla="*/ 0 w 1886674"/>
              <a:gd name="connsiteY25" fmla="*/ 1632088 h 2465465"/>
              <a:gd name="connsiteX26" fmla="*/ 11575 w 1886674"/>
              <a:gd name="connsiteY26" fmla="*/ 2314994 h 2465465"/>
              <a:gd name="connsiteX27" fmla="*/ 23150 w 1886674"/>
              <a:gd name="connsiteY27" fmla="*/ 2349718 h 2465465"/>
              <a:gd name="connsiteX28" fmla="*/ 57874 w 1886674"/>
              <a:gd name="connsiteY28" fmla="*/ 2372867 h 2465465"/>
              <a:gd name="connsiteX29" fmla="*/ 115747 w 1886674"/>
              <a:gd name="connsiteY29" fmla="*/ 2407591 h 2465465"/>
              <a:gd name="connsiteX30" fmla="*/ 219919 w 1886674"/>
              <a:gd name="connsiteY30" fmla="*/ 2453890 h 2465465"/>
              <a:gd name="connsiteX31" fmla="*/ 254643 w 1886674"/>
              <a:gd name="connsiteY31" fmla="*/ 2465465 h 2465465"/>
              <a:gd name="connsiteX32" fmla="*/ 474562 w 1886674"/>
              <a:gd name="connsiteY32" fmla="*/ 2453890 h 2465465"/>
              <a:gd name="connsiteX33" fmla="*/ 509286 w 1886674"/>
              <a:gd name="connsiteY33" fmla="*/ 2442315 h 2465465"/>
              <a:gd name="connsiteX34" fmla="*/ 555585 w 1886674"/>
              <a:gd name="connsiteY34" fmla="*/ 2430741 h 2465465"/>
              <a:gd name="connsiteX35" fmla="*/ 625033 w 1886674"/>
              <a:gd name="connsiteY35" fmla="*/ 2419166 h 2465465"/>
              <a:gd name="connsiteX36" fmla="*/ 740780 w 1886674"/>
              <a:gd name="connsiteY36" fmla="*/ 2396017 h 2465465"/>
              <a:gd name="connsiteX37" fmla="*/ 1620456 w 1886674"/>
              <a:gd name="connsiteY37" fmla="*/ 2372867 h 2465465"/>
              <a:gd name="connsiteX38" fmla="*/ 1701479 w 1886674"/>
              <a:gd name="connsiteY38" fmla="*/ 2349718 h 2465465"/>
              <a:gd name="connsiteX39" fmla="*/ 1724628 w 1886674"/>
              <a:gd name="connsiteY39" fmla="*/ 2314994 h 2465465"/>
              <a:gd name="connsiteX40" fmla="*/ 1759352 w 1886674"/>
              <a:gd name="connsiteY40" fmla="*/ 2291845 h 2465465"/>
              <a:gd name="connsiteX41" fmla="*/ 1805651 w 1886674"/>
              <a:gd name="connsiteY41" fmla="*/ 2222396 h 2465465"/>
              <a:gd name="connsiteX42" fmla="*/ 1851950 w 1886674"/>
              <a:gd name="connsiteY42" fmla="*/ 2141374 h 2465465"/>
              <a:gd name="connsiteX43" fmla="*/ 1863524 w 1886674"/>
              <a:gd name="connsiteY43" fmla="*/ 2095075 h 2465465"/>
              <a:gd name="connsiteX44" fmla="*/ 1886674 w 1886674"/>
              <a:gd name="connsiteY44" fmla="*/ 2014052 h 2465465"/>
              <a:gd name="connsiteX45" fmla="*/ 1875099 w 1886674"/>
              <a:gd name="connsiteY45" fmla="*/ 1724685 h 2465465"/>
              <a:gd name="connsiteX46" fmla="*/ 1851950 w 1886674"/>
              <a:gd name="connsiteY46" fmla="*/ 1574214 h 2465465"/>
              <a:gd name="connsiteX47" fmla="*/ 1840375 w 1886674"/>
              <a:gd name="connsiteY47" fmla="*/ 1481617 h 2465465"/>
              <a:gd name="connsiteX48" fmla="*/ 1828800 w 1886674"/>
              <a:gd name="connsiteY48" fmla="*/ 1412169 h 2465465"/>
              <a:gd name="connsiteX49" fmla="*/ 1794076 w 1886674"/>
              <a:gd name="connsiteY49" fmla="*/ 1238548 h 2465465"/>
              <a:gd name="connsiteX50" fmla="*/ 1782502 w 1886674"/>
              <a:gd name="connsiteY50" fmla="*/ 1192250 h 2465465"/>
              <a:gd name="connsiteX51" fmla="*/ 1759352 w 1886674"/>
              <a:gd name="connsiteY51" fmla="*/ 1122802 h 2465465"/>
              <a:gd name="connsiteX52" fmla="*/ 1747778 w 1886674"/>
              <a:gd name="connsiteY52" fmla="*/ 1076503 h 2465465"/>
              <a:gd name="connsiteX53" fmla="*/ 1724628 w 1886674"/>
              <a:gd name="connsiteY53" fmla="*/ 1007055 h 2465465"/>
              <a:gd name="connsiteX54" fmla="*/ 1689904 w 1886674"/>
              <a:gd name="connsiteY54" fmla="*/ 868158 h 2465465"/>
              <a:gd name="connsiteX55" fmla="*/ 1643605 w 1886674"/>
              <a:gd name="connsiteY55" fmla="*/ 740837 h 2465465"/>
              <a:gd name="connsiteX56" fmla="*/ 1620456 w 1886674"/>
              <a:gd name="connsiteY56" fmla="*/ 659814 h 2465465"/>
              <a:gd name="connsiteX57" fmla="*/ 1597307 w 1886674"/>
              <a:gd name="connsiteY57" fmla="*/ 590366 h 2465465"/>
              <a:gd name="connsiteX58" fmla="*/ 1574157 w 1886674"/>
              <a:gd name="connsiteY58" fmla="*/ 486194 h 2465465"/>
              <a:gd name="connsiteX59" fmla="*/ 1551008 w 1886674"/>
              <a:gd name="connsiteY59" fmla="*/ 405171 h 2465465"/>
              <a:gd name="connsiteX60" fmla="*/ 1527859 w 1886674"/>
              <a:gd name="connsiteY60" fmla="*/ 370447 h 2465465"/>
              <a:gd name="connsiteX61" fmla="*/ 1481560 w 1886674"/>
              <a:gd name="connsiteY61" fmla="*/ 254700 h 2465465"/>
              <a:gd name="connsiteX62" fmla="*/ 1458410 w 1886674"/>
              <a:gd name="connsiteY62" fmla="*/ 231551 h 2465465"/>
              <a:gd name="connsiteX63" fmla="*/ 1435261 w 1886674"/>
              <a:gd name="connsiteY63" fmla="*/ 196827 h 2465465"/>
              <a:gd name="connsiteX64" fmla="*/ 1354238 w 1886674"/>
              <a:gd name="connsiteY64" fmla="*/ 127379 h 2465465"/>
              <a:gd name="connsiteX65" fmla="*/ 1296365 w 1886674"/>
              <a:gd name="connsiteY65" fmla="*/ 92655 h 2465465"/>
              <a:gd name="connsiteX66" fmla="*/ 1226917 w 1886674"/>
              <a:gd name="connsiteY66" fmla="*/ 57931 h 2465465"/>
              <a:gd name="connsiteX67" fmla="*/ 1192193 w 1886674"/>
              <a:gd name="connsiteY67" fmla="*/ 46356 h 2465465"/>
              <a:gd name="connsiteX68" fmla="*/ 1006998 w 1886674"/>
              <a:gd name="connsiteY68" fmla="*/ 23207 h 2465465"/>
              <a:gd name="connsiteX69" fmla="*/ 879676 w 1886674"/>
              <a:gd name="connsiteY69" fmla="*/ 57 h 2465465"/>
              <a:gd name="connsiteX70" fmla="*/ 868102 w 1886674"/>
              <a:gd name="connsiteY70" fmla="*/ 23207 h 2465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886674" h="2465465">
                <a:moveTo>
                  <a:pt x="868102" y="23207"/>
                </a:moveTo>
                <a:cubicBezTo>
                  <a:pt x="846882" y="30924"/>
                  <a:pt x="789394" y="29520"/>
                  <a:pt x="752355" y="46356"/>
                </a:cubicBezTo>
                <a:cubicBezTo>
                  <a:pt x="720939" y="60636"/>
                  <a:pt x="684159" y="68253"/>
                  <a:pt x="659757" y="92655"/>
                </a:cubicBezTo>
                <a:cubicBezTo>
                  <a:pt x="615196" y="137216"/>
                  <a:pt x="638653" y="118299"/>
                  <a:pt x="590309" y="150528"/>
                </a:cubicBezTo>
                <a:cubicBezTo>
                  <a:pt x="582593" y="162103"/>
                  <a:pt x="576320" y="174783"/>
                  <a:pt x="567160" y="185252"/>
                </a:cubicBezTo>
                <a:cubicBezTo>
                  <a:pt x="549195" y="205784"/>
                  <a:pt x="509286" y="243126"/>
                  <a:pt x="509286" y="243126"/>
                </a:cubicBezTo>
                <a:cubicBezTo>
                  <a:pt x="505428" y="254701"/>
                  <a:pt x="505523" y="268477"/>
                  <a:pt x="497712" y="277850"/>
                </a:cubicBezTo>
                <a:cubicBezTo>
                  <a:pt x="485362" y="292670"/>
                  <a:pt x="466060" y="300019"/>
                  <a:pt x="451413" y="312574"/>
                </a:cubicBezTo>
                <a:cubicBezTo>
                  <a:pt x="438985" y="323227"/>
                  <a:pt x="427055" y="334629"/>
                  <a:pt x="416689" y="347298"/>
                </a:cubicBezTo>
                <a:cubicBezTo>
                  <a:pt x="392257" y="377159"/>
                  <a:pt x="374523" y="412613"/>
                  <a:pt x="347241" y="439895"/>
                </a:cubicBezTo>
                <a:cubicBezTo>
                  <a:pt x="264764" y="522372"/>
                  <a:pt x="353820" y="428776"/>
                  <a:pt x="289367" y="509343"/>
                </a:cubicBezTo>
                <a:cubicBezTo>
                  <a:pt x="282550" y="517864"/>
                  <a:pt x="272271" y="523413"/>
                  <a:pt x="266218" y="532493"/>
                </a:cubicBezTo>
                <a:cubicBezTo>
                  <a:pt x="256647" y="546849"/>
                  <a:pt x="253098" y="564751"/>
                  <a:pt x="243069" y="578791"/>
                </a:cubicBezTo>
                <a:cubicBezTo>
                  <a:pt x="233555" y="592111"/>
                  <a:pt x="217859" y="600195"/>
                  <a:pt x="208345" y="613515"/>
                </a:cubicBezTo>
                <a:cubicBezTo>
                  <a:pt x="198316" y="627556"/>
                  <a:pt x="193756" y="644833"/>
                  <a:pt x="185195" y="659814"/>
                </a:cubicBezTo>
                <a:cubicBezTo>
                  <a:pt x="178293" y="671892"/>
                  <a:pt x="168267" y="682096"/>
                  <a:pt x="162046" y="694538"/>
                </a:cubicBezTo>
                <a:cubicBezTo>
                  <a:pt x="156590" y="705451"/>
                  <a:pt x="155927" y="718349"/>
                  <a:pt x="150471" y="729262"/>
                </a:cubicBezTo>
                <a:cubicBezTo>
                  <a:pt x="95446" y="839311"/>
                  <a:pt x="163892" y="654274"/>
                  <a:pt x="104172" y="833434"/>
                </a:cubicBezTo>
                <a:lnTo>
                  <a:pt x="92598" y="868158"/>
                </a:lnTo>
                <a:lnTo>
                  <a:pt x="81023" y="902883"/>
                </a:lnTo>
                <a:cubicBezTo>
                  <a:pt x="77165" y="929890"/>
                  <a:pt x="73596" y="956941"/>
                  <a:pt x="69448" y="983905"/>
                </a:cubicBezTo>
                <a:cubicBezTo>
                  <a:pt x="65879" y="1007101"/>
                  <a:pt x="60976" y="1030090"/>
                  <a:pt x="57874" y="1053353"/>
                </a:cubicBezTo>
                <a:cubicBezTo>
                  <a:pt x="35881" y="1218306"/>
                  <a:pt x="57794" y="1100052"/>
                  <a:pt x="34724" y="1215399"/>
                </a:cubicBezTo>
                <a:cubicBezTo>
                  <a:pt x="30866" y="1273272"/>
                  <a:pt x="28175" y="1331235"/>
                  <a:pt x="23150" y="1389019"/>
                </a:cubicBezTo>
                <a:cubicBezTo>
                  <a:pt x="20455" y="1420008"/>
                  <a:pt x="14524" y="1450651"/>
                  <a:pt x="11575" y="1481617"/>
                </a:cubicBezTo>
                <a:cubicBezTo>
                  <a:pt x="6805" y="1531696"/>
                  <a:pt x="3858" y="1581931"/>
                  <a:pt x="0" y="1632088"/>
                </a:cubicBezTo>
                <a:cubicBezTo>
                  <a:pt x="3858" y="1859723"/>
                  <a:pt x="4234" y="2087444"/>
                  <a:pt x="11575" y="2314994"/>
                </a:cubicBezTo>
                <a:cubicBezTo>
                  <a:pt x="11968" y="2327188"/>
                  <a:pt x="15528" y="2340191"/>
                  <a:pt x="23150" y="2349718"/>
                </a:cubicBezTo>
                <a:cubicBezTo>
                  <a:pt x="31840" y="2360581"/>
                  <a:pt x="47011" y="2364177"/>
                  <a:pt x="57874" y="2372867"/>
                </a:cubicBezTo>
                <a:cubicBezTo>
                  <a:pt x="103270" y="2409184"/>
                  <a:pt x="55443" y="2387491"/>
                  <a:pt x="115747" y="2407591"/>
                </a:cubicBezTo>
                <a:cubicBezTo>
                  <a:pt x="170775" y="2444277"/>
                  <a:pt x="137273" y="2426341"/>
                  <a:pt x="219919" y="2453890"/>
                </a:cubicBezTo>
                <a:lnTo>
                  <a:pt x="254643" y="2465465"/>
                </a:lnTo>
                <a:cubicBezTo>
                  <a:pt x="327949" y="2461607"/>
                  <a:pt x="401456" y="2460536"/>
                  <a:pt x="474562" y="2453890"/>
                </a:cubicBezTo>
                <a:cubicBezTo>
                  <a:pt x="486713" y="2452785"/>
                  <a:pt x="497555" y="2445667"/>
                  <a:pt x="509286" y="2442315"/>
                </a:cubicBezTo>
                <a:cubicBezTo>
                  <a:pt x="524582" y="2437945"/>
                  <a:pt x="539986" y="2433861"/>
                  <a:pt x="555585" y="2430741"/>
                </a:cubicBezTo>
                <a:cubicBezTo>
                  <a:pt x="578598" y="2426138"/>
                  <a:pt x="601966" y="2423491"/>
                  <a:pt x="625033" y="2419166"/>
                </a:cubicBezTo>
                <a:cubicBezTo>
                  <a:pt x="663705" y="2411915"/>
                  <a:pt x="701461" y="2397473"/>
                  <a:pt x="740780" y="2396017"/>
                </a:cubicBezTo>
                <a:cubicBezTo>
                  <a:pt x="1242260" y="2377443"/>
                  <a:pt x="949075" y="2386569"/>
                  <a:pt x="1620456" y="2372867"/>
                </a:cubicBezTo>
                <a:cubicBezTo>
                  <a:pt x="1623484" y="2372110"/>
                  <a:pt x="1693929" y="2355758"/>
                  <a:pt x="1701479" y="2349718"/>
                </a:cubicBezTo>
                <a:cubicBezTo>
                  <a:pt x="1712342" y="2341028"/>
                  <a:pt x="1714791" y="2324831"/>
                  <a:pt x="1724628" y="2314994"/>
                </a:cubicBezTo>
                <a:cubicBezTo>
                  <a:pt x="1734465" y="2305157"/>
                  <a:pt x="1747777" y="2299561"/>
                  <a:pt x="1759352" y="2291845"/>
                </a:cubicBezTo>
                <a:cubicBezTo>
                  <a:pt x="1774785" y="2268695"/>
                  <a:pt x="1793208" y="2247281"/>
                  <a:pt x="1805651" y="2222396"/>
                </a:cubicBezTo>
                <a:cubicBezTo>
                  <a:pt x="1835021" y="2163655"/>
                  <a:pt x="1819229" y="2190454"/>
                  <a:pt x="1851950" y="2141374"/>
                </a:cubicBezTo>
                <a:cubicBezTo>
                  <a:pt x="1855808" y="2125941"/>
                  <a:pt x="1859154" y="2110371"/>
                  <a:pt x="1863524" y="2095075"/>
                </a:cubicBezTo>
                <a:cubicBezTo>
                  <a:pt x="1896745" y="1978798"/>
                  <a:pt x="1850475" y="2158843"/>
                  <a:pt x="1886674" y="2014052"/>
                </a:cubicBezTo>
                <a:cubicBezTo>
                  <a:pt x="1882816" y="1917596"/>
                  <a:pt x="1881121" y="1821030"/>
                  <a:pt x="1875099" y="1724685"/>
                </a:cubicBezTo>
                <a:cubicBezTo>
                  <a:pt x="1873026" y="1691512"/>
                  <a:pt x="1856980" y="1609426"/>
                  <a:pt x="1851950" y="1574214"/>
                </a:cubicBezTo>
                <a:cubicBezTo>
                  <a:pt x="1847551" y="1543421"/>
                  <a:pt x="1844774" y="1512410"/>
                  <a:pt x="1840375" y="1481617"/>
                </a:cubicBezTo>
                <a:cubicBezTo>
                  <a:pt x="1837056" y="1458384"/>
                  <a:pt x="1832369" y="1435365"/>
                  <a:pt x="1828800" y="1412169"/>
                </a:cubicBezTo>
                <a:cubicBezTo>
                  <a:pt x="1809509" y="1286778"/>
                  <a:pt x="1827595" y="1372625"/>
                  <a:pt x="1794076" y="1238548"/>
                </a:cubicBezTo>
                <a:cubicBezTo>
                  <a:pt x="1790218" y="1223115"/>
                  <a:pt x="1787533" y="1207341"/>
                  <a:pt x="1782502" y="1192250"/>
                </a:cubicBezTo>
                <a:cubicBezTo>
                  <a:pt x="1774785" y="1169101"/>
                  <a:pt x="1766364" y="1146175"/>
                  <a:pt x="1759352" y="1122802"/>
                </a:cubicBezTo>
                <a:cubicBezTo>
                  <a:pt x="1754781" y="1107565"/>
                  <a:pt x="1752349" y="1091740"/>
                  <a:pt x="1747778" y="1076503"/>
                </a:cubicBezTo>
                <a:cubicBezTo>
                  <a:pt x="1740766" y="1053130"/>
                  <a:pt x="1729414" y="1030983"/>
                  <a:pt x="1724628" y="1007055"/>
                </a:cubicBezTo>
                <a:cubicBezTo>
                  <a:pt x="1710402" y="935925"/>
                  <a:pt x="1714378" y="947700"/>
                  <a:pt x="1689904" y="868158"/>
                </a:cubicBezTo>
                <a:cubicBezTo>
                  <a:pt x="1662108" y="777819"/>
                  <a:pt x="1674180" y="822371"/>
                  <a:pt x="1643605" y="740837"/>
                </a:cubicBezTo>
                <a:cubicBezTo>
                  <a:pt x="1624162" y="688989"/>
                  <a:pt x="1638691" y="720599"/>
                  <a:pt x="1620456" y="659814"/>
                </a:cubicBezTo>
                <a:cubicBezTo>
                  <a:pt x="1613444" y="636442"/>
                  <a:pt x="1601319" y="614435"/>
                  <a:pt x="1597307" y="590366"/>
                </a:cubicBezTo>
                <a:cubicBezTo>
                  <a:pt x="1576415" y="465018"/>
                  <a:pt x="1596954" y="565987"/>
                  <a:pt x="1574157" y="486194"/>
                </a:cubicBezTo>
                <a:cubicBezTo>
                  <a:pt x="1569210" y="468880"/>
                  <a:pt x="1560261" y="423678"/>
                  <a:pt x="1551008" y="405171"/>
                </a:cubicBezTo>
                <a:cubicBezTo>
                  <a:pt x="1544787" y="392729"/>
                  <a:pt x="1533509" y="383159"/>
                  <a:pt x="1527859" y="370447"/>
                </a:cubicBezTo>
                <a:cubicBezTo>
                  <a:pt x="1502766" y="313987"/>
                  <a:pt x="1513137" y="302066"/>
                  <a:pt x="1481560" y="254700"/>
                </a:cubicBezTo>
                <a:cubicBezTo>
                  <a:pt x="1475507" y="245620"/>
                  <a:pt x="1465227" y="240072"/>
                  <a:pt x="1458410" y="231551"/>
                </a:cubicBezTo>
                <a:cubicBezTo>
                  <a:pt x="1449720" y="220688"/>
                  <a:pt x="1444314" y="207389"/>
                  <a:pt x="1435261" y="196827"/>
                </a:cubicBezTo>
                <a:cubicBezTo>
                  <a:pt x="1374466" y="125899"/>
                  <a:pt x="1410092" y="172063"/>
                  <a:pt x="1354238" y="127379"/>
                </a:cubicBezTo>
                <a:cubicBezTo>
                  <a:pt x="1308842" y="91062"/>
                  <a:pt x="1356669" y="112755"/>
                  <a:pt x="1296365" y="92655"/>
                </a:cubicBezTo>
                <a:cubicBezTo>
                  <a:pt x="1260015" y="56305"/>
                  <a:pt x="1286647" y="74997"/>
                  <a:pt x="1226917" y="57931"/>
                </a:cubicBezTo>
                <a:cubicBezTo>
                  <a:pt x="1215186" y="54579"/>
                  <a:pt x="1204103" y="49003"/>
                  <a:pt x="1192193" y="46356"/>
                </a:cubicBezTo>
                <a:cubicBezTo>
                  <a:pt x="1133447" y="33301"/>
                  <a:pt x="1065224" y="29029"/>
                  <a:pt x="1006998" y="23207"/>
                </a:cubicBezTo>
                <a:cubicBezTo>
                  <a:pt x="950354" y="9046"/>
                  <a:pt x="948798" y="6969"/>
                  <a:pt x="879676" y="57"/>
                </a:cubicBezTo>
                <a:cubicBezTo>
                  <a:pt x="868159" y="-1095"/>
                  <a:pt x="889322" y="15490"/>
                  <a:pt x="868102" y="23207"/>
                </a:cubicBezTo>
                <a:close/>
              </a:path>
            </a:pathLst>
          </a:custGeom>
          <a:noFill/>
          <a:ln w="28575">
            <a:solidFill>
              <a:srgbClr val="215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C1433860-B913-8488-065A-F385B424B3C9}"/>
              </a:ext>
            </a:extLst>
          </p:cNvPr>
          <p:cNvSpPr/>
          <p:nvPr/>
        </p:nvSpPr>
        <p:spPr>
          <a:xfrm>
            <a:off x="3893752" y="3285154"/>
            <a:ext cx="1791629" cy="2421916"/>
          </a:xfrm>
          <a:custGeom>
            <a:avLst/>
            <a:gdLst>
              <a:gd name="connsiteX0" fmla="*/ 1464527 w 1791629"/>
              <a:gd name="connsiteY0" fmla="*/ 13253 h 2421916"/>
              <a:gd name="connsiteX1" fmla="*/ 1412488 w 1791629"/>
              <a:gd name="connsiteY1" fmla="*/ 20687 h 2421916"/>
              <a:gd name="connsiteX2" fmla="*/ 1353015 w 1791629"/>
              <a:gd name="connsiteY2" fmla="*/ 35555 h 2421916"/>
              <a:gd name="connsiteX3" fmla="*/ 1263805 w 1791629"/>
              <a:gd name="connsiteY3" fmla="*/ 50423 h 2421916"/>
              <a:gd name="connsiteX4" fmla="*/ 1226634 w 1791629"/>
              <a:gd name="connsiteY4" fmla="*/ 57858 h 2421916"/>
              <a:gd name="connsiteX5" fmla="*/ 1182029 w 1791629"/>
              <a:gd name="connsiteY5" fmla="*/ 72726 h 2421916"/>
              <a:gd name="connsiteX6" fmla="*/ 1159727 w 1791629"/>
              <a:gd name="connsiteY6" fmla="*/ 80160 h 2421916"/>
              <a:gd name="connsiteX7" fmla="*/ 1115122 w 1791629"/>
              <a:gd name="connsiteY7" fmla="*/ 102462 h 2421916"/>
              <a:gd name="connsiteX8" fmla="*/ 1055649 w 1791629"/>
              <a:gd name="connsiteY8" fmla="*/ 147067 h 2421916"/>
              <a:gd name="connsiteX9" fmla="*/ 1033347 w 1791629"/>
              <a:gd name="connsiteY9" fmla="*/ 154501 h 2421916"/>
              <a:gd name="connsiteX10" fmla="*/ 988742 w 1791629"/>
              <a:gd name="connsiteY10" fmla="*/ 176804 h 2421916"/>
              <a:gd name="connsiteX11" fmla="*/ 944137 w 1791629"/>
              <a:gd name="connsiteY11" fmla="*/ 199106 h 2421916"/>
              <a:gd name="connsiteX12" fmla="*/ 877229 w 1791629"/>
              <a:gd name="connsiteY12" fmla="*/ 228843 h 2421916"/>
              <a:gd name="connsiteX13" fmla="*/ 854927 w 1791629"/>
              <a:gd name="connsiteY13" fmla="*/ 236277 h 2421916"/>
              <a:gd name="connsiteX14" fmla="*/ 810322 w 1791629"/>
              <a:gd name="connsiteY14" fmla="*/ 258579 h 2421916"/>
              <a:gd name="connsiteX15" fmla="*/ 773151 w 1791629"/>
              <a:gd name="connsiteY15" fmla="*/ 280882 h 2421916"/>
              <a:gd name="connsiteX16" fmla="*/ 728547 w 1791629"/>
              <a:gd name="connsiteY16" fmla="*/ 303184 h 2421916"/>
              <a:gd name="connsiteX17" fmla="*/ 706244 w 1791629"/>
              <a:gd name="connsiteY17" fmla="*/ 318053 h 2421916"/>
              <a:gd name="connsiteX18" fmla="*/ 669073 w 1791629"/>
              <a:gd name="connsiteY18" fmla="*/ 325487 h 2421916"/>
              <a:gd name="connsiteX19" fmla="*/ 587298 w 1791629"/>
              <a:gd name="connsiteY19" fmla="*/ 340355 h 2421916"/>
              <a:gd name="connsiteX20" fmla="*/ 542693 w 1791629"/>
              <a:gd name="connsiteY20" fmla="*/ 384960 h 2421916"/>
              <a:gd name="connsiteX21" fmla="*/ 520390 w 1791629"/>
              <a:gd name="connsiteY21" fmla="*/ 414697 h 2421916"/>
              <a:gd name="connsiteX22" fmla="*/ 498088 w 1791629"/>
              <a:gd name="connsiteY22" fmla="*/ 429565 h 2421916"/>
              <a:gd name="connsiteX23" fmla="*/ 453483 w 1791629"/>
              <a:gd name="connsiteY23" fmla="*/ 474170 h 2421916"/>
              <a:gd name="connsiteX24" fmla="*/ 431181 w 1791629"/>
              <a:gd name="connsiteY24" fmla="*/ 496472 h 2421916"/>
              <a:gd name="connsiteX25" fmla="*/ 401444 w 1791629"/>
              <a:gd name="connsiteY25" fmla="*/ 511340 h 2421916"/>
              <a:gd name="connsiteX26" fmla="*/ 386576 w 1791629"/>
              <a:gd name="connsiteY26" fmla="*/ 526209 h 2421916"/>
              <a:gd name="connsiteX27" fmla="*/ 364273 w 1791629"/>
              <a:gd name="connsiteY27" fmla="*/ 533643 h 2421916"/>
              <a:gd name="connsiteX28" fmla="*/ 341971 w 1791629"/>
              <a:gd name="connsiteY28" fmla="*/ 548511 h 2421916"/>
              <a:gd name="connsiteX29" fmla="*/ 327103 w 1791629"/>
              <a:gd name="connsiteY29" fmla="*/ 570814 h 2421916"/>
              <a:gd name="connsiteX30" fmla="*/ 260195 w 1791629"/>
              <a:gd name="connsiteY30" fmla="*/ 600550 h 2421916"/>
              <a:gd name="connsiteX31" fmla="*/ 237893 w 1791629"/>
              <a:gd name="connsiteY31" fmla="*/ 607984 h 2421916"/>
              <a:gd name="connsiteX32" fmla="*/ 223025 w 1791629"/>
              <a:gd name="connsiteY32" fmla="*/ 622853 h 2421916"/>
              <a:gd name="connsiteX33" fmla="*/ 178420 w 1791629"/>
              <a:gd name="connsiteY33" fmla="*/ 645155 h 2421916"/>
              <a:gd name="connsiteX34" fmla="*/ 148683 w 1791629"/>
              <a:gd name="connsiteY34" fmla="*/ 674892 h 2421916"/>
              <a:gd name="connsiteX35" fmla="*/ 133815 w 1791629"/>
              <a:gd name="connsiteY35" fmla="*/ 697194 h 2421916"/>
              <a:gd name="connsiteX36" fmla="*/ 111512 w 1791629"/>
              <a:gd name="connsiteY36" fmla="*/ 704628 h 2421916"/>
              <a:gd name="connsiteX37" fmla="*/ 81776 w 1791629"/>
              <a:gd name="connsiteY37" fmla="*/ 741799 h 2421916"/>
              <a:gd name="connsiteX38" fmla="*/ 44605 w 1791629"/>
              <a:gd name="connsiteY38" fmla="*/ 778970 h 2421916"/>
              <a:gd name="connsiteX39" fmla="*/ 37171 w 1791629"/>
              <a:gd name="connsiteY39" fmla="*/ 801272 h 2421916"/>
              <a:gd name="connsiteX40" fmla="*/ 22303 w 1791629"/>
              <a:gd name="connsiteY40" fmla="*/ 823575 h 2421916"/>
              <a:gd name="connsiteX41" fmla="*/ 14868 w 1791629"/>
              <a:gd name="connsiteY41" fmla="*/ 853311 h 2421916"/>
              <a:gd name="connsiteX42" fmla="*/ 0 w 1791629"/>
              <a:gd name="connsiteY42" fmla="*/ 920218 h 2421916"/>
              <a:gd name="connsiteX43" fmla="*/ 7434 w 1791629"/>
              <a:gd name="connsiteY43" fmla="*/ 1106072 h 2421916"/>
              <a:gd name="connsiteX44" fmla="*/ 14868 w 1791629"/>
              <a:gd name="connsiteY44" fmla="*/ 1158111 h 2421916"/>
              <a:gd name="connsiteX45" fmla="*/ 22303 w 1791629"/>
              <a:gd name="connsiteY45" fmla="*/ 1254755 h 2421916"/>
              <a:gd name="connsiteX46" fmla="*/ 29737 w 1791629"/>
              <a:gd name="connsiteY46" fmla="*/ 1381136 h 2421916"/>
              <a:gd name="connsiteX47" fmla="*/ 37171 w 1791629"/>
              <a:gd name="connsiteY47" fmla="*/ 1403438 h 2421916"/>
              <a:gd name="connsiteX48" fmla="*/ 44605 w 1791629"/>
              <a:gd name="connsiteY48" fmla="*/ 1433175 h 2421916"/>
              <a:gd name="connsiteX49" fmla="*/ 52039 w 1791629"/>
              <a:gd name="connsiteY49" fmla="*/ 1470345 h 2421916"/>
              <a:gd name="connsiteX50" fmla="*/ 59473 w 1791629"/>
              <a:gd name="connsiteY50" fmla="*/ 1492648 h 2421916"/>
              <a:gd name="connsiteX51" fmla="*/ 66908 w 1791629"/>
              <a:gd name="connsiteY51" fmla="*/ 1522384 h 2421916"/>
              <a:gd name="connsiteX52" fmla="*/ 74342 w 1791629"/>
              <a:gd name="connsiteY52" fmla="*/ 1604160 h 2421916"/>
              <a:gd name="connsiteX53" fmla="*/ 81776 w 1791629"/>
              <a:gd name="connsiteY53" fmla="*/ 1633897 h 2421916"/>
              <a:gd name="connsiteX54" fmla="*/ 89210 w 1791629"/>
              <a:gd name="connsiteY54" fmla="*/ 1671067 h 2421916"/>
              <a:gd name="connsiteX55" fmla="*/ 104078 w 1791629"/>
              <a:gd name="connsiteY55" fmla="*/ 1752843 h 2421916"/>
              <a:gd name="connsiteX56" fmla="*/ 118947 w 1791629"/>
              <a:gd name="connsiteY56" fmla="*/ 1812316 h 2421916"/>
              <a:gd name="connsiteX57" fmla="*/ 126381 w 1791629"/>
              <a:gd name="connsiteY57" fmla="*/ 1834618 h 2421916"/>
              <a:gd name="connsiteX58" fmla="*/ 133815 w 1791629"/>
              <a:gd name="connsiteY58" fmla="*/ 1871789 h 2421916"/>
              <a:gd name="connsiteX59" fmla="*/ 156117 w 1791629"/>
              <a:gd name="connsiteY59" fmla="*/ 1953565 h 2421916"/>
              <a:gd name="connsiteX60" fmla="*/ 178420 w 1791629"/>
              <a:gd name="connsiteY60" fmla="*/ 2027906 h 2421916"/>
              <a:gd name="connsiteX61" fmla="*/ 185854 w 1791629"/>
              <a:gd name="connsiteY61" fmla="*/ 2050209 h 2421916"/>
              <a:gd name="connsiteX62" fmla="*/ 193288 w 1791629"/>
              <a:gd name="connsiteY62" fmla="*/ 2072511 h 2421916"/>
              <a:gd name="connsiteX63" fmla="*/ 200722 w 1791629"/>
              <a:gd name="connsiteY63" fmla="*/ 2102248 h 2421916"/>
              <a:gd name="connsiteX64" fmla="*/ 215590 w 1791629"/>
              <a:gd name="connsiteY64" fmla="*/ 2146853 h 2421916"/>
              <a:gd name="connsiteX65" fmla="*/ 252761 w 1791629"/>
              <a:gd name="connsiteY65" fmla="*/ 2176589 h 2421916"/>
              <a:gd name="connsiteX66" fmla="*/ 267629 w 1791629"/>
              <a:gd name="connsiteY66" fmla="*/ 2198892 h 2421916"/>
              <a:gd name="connsiteX67" fmla="*/ 304800 w 1791629"/>
              <a:gd name="connsiteY67" fmla="*/ 2236062 h 2421916"/>
              <a:gd name="connsiteX68" fmla="*/ 319668 w 1791629"/>
              <a:gd name="connsiteY68" fmla="*/ 2258365 h 2421916"/>
              <a:gd name="connsiteX69" fmla="*/ 364273 w 1791629"/>
              <a:gd name="connsiteY69" fmla="*/ 2288101 h 2421916"/>
              <a:gd name="connsiteX70" fmla="*/ 379142 w 1791629"/>
              <a:gd name="connsiteY70" fmla="*/ 2302970 h 2421916"/>
              <a:gd name="connsiteX71" fmla="*/ 401444 w 1791629"/>
              <a:gd name="connsiteY71" fmla="*/ 2310404 h 2421916"/>
              <a:gd name="connsiteX72" fmla="*/ 423747 w 1791629"/>
              <a:gd name="connsiteY72" fmla="*/ 2325272 h 2421916"/>
              <a:gd name="connsiteX73" fmla="*/ 468351 w 1791629"/>
              <a:gd name="connsiteY73" fmla="*/ 2340140 h 2421916"/>
              <a:gd name="connsiteX74" fmla="*/ 550127 w 1791629"/>
              <a:gd name="connsiteY74" fmla="*/ 2362443 h 2421916"/>
              <a:gd name="connsiteX75" fmla="*/ 579864 w 1791629"/>
              <a:gd name="connsiteY75" fmla="*/ 2369877 h 2421916"/>
              <a:gd name="connsiteX76" fmla="*/ 609600 w 1791629"/>
              <a:gd name="connsiteY76" fmla="*/ 2377311 h 2421916"/>
              <a:gd name="connsiteX77" fmla="*/ 721112 w 1791629"/>
              <a:gd name="connsiteY77" fmla="*/ 2392179 h 2421916"/>
              <a:gd name="connsiteX78" fmla="*/ 773151 w 1791629"/>
              <a:gd name="connsiteY78" fmla="*/ 2399614 h 2421916"/>
              <a:gd name="connsiteX79" fmla="*/ 802888 w 1791629"/>
              <a:gd name="connsiteY79" fmla="*/ 2407048 h 2421916"/>
              <a:gd name="connsiteX80" fmla="*/ 929268 w 1791629"/>
              <a:gd name="connsiteY80" fmla="*/ 2421916 h 2421916"/>
              <a:gd name="connsiteX81" fmla="*/ 1144859 w 1791629"/>
              <a:gd name="connsiteY81" fmla="*/ 2414482 h 2421916"/>
              <a:gd name="connsiteX82" fmla="*/ 1234068 w 1791629"/>
              <a:gd name="connsiteY82" fmla="*/ 2407048 h 2421916"/>
              <a:gd name="connsiteX83" fmla="*/ 1353015 w 1791629"/>
              <a:gd name="connsiteY83" fmla="*/ 2392179 h 2421916"/>
              <a:gd name="connsiteX84" fmla="*/ 1397620 w 1791629"/>
              <a:gd name="connsiteY84" fmla="*/ 2377311 h 2421916"/>
              <a:gd name="connsiteX85" fmla="*/ 1486829 w 1791629"/>
              <a:gd name="connsiteY85" fmla="*/ 2317838 h 2421916"/>
              <a:gd name="connsiteX86" fmla="*/ 1509132 w 1791629"/>
              <a:gd name="connsiteY86" fmla="*/ 2302970 h 2421916"/>
              <a:gd name="connsiteX87" fmla="*/ 1531434 w 1791629"/>
              <a:gd name="connsiteY87" fmla="*/ 2288101 h 2421916"/>
              <a:gd name="connsiteX88" fmla="*/ 1553737 w 1791629"/>
              <a:gd name="connsiteY88" fmla="*/ 2280667 h 2421916"/>
              <a:gd name="connsiteX89" fmla="*/ 1568605 w 1791629"/>
              <a:gd name="connsiteY89" fmla="*/ 2258365 h 2421916"/>
              <a:gd name="connsiteX90" fmla="*/ 1590908 w 1791629"/>
              <a:gd name="connsiteY90" fmla="*/ 2243497 h 2421916"/>
              <a:gd name="connsiteX91" fmla="*/ 1605776 w 1791629"/>
              <a:gd name="connsiteY91" fmla="*/ 2184023 h 2421916"/>
              <a:gd name="connsiteX92" fmla="*/ 1620644 w 1791629"/>
              <a:gd name="connsiteY92" fmla="*/ 2161721 h 2421916"/>
              <a:gd name="connsiteX93" fmla="*/ 1642947 w 1791629"/>
              <a:gd name="connsiteY93" fmla="*/ 2124550 h 2421916"/>
              <a:gd name="connsiteX94" fmla="*/ 1650381 w 1791629"/>
              <a:gd name="connsiteY94" fmla="*/ 2102248 h 2421916"/>
              <a:gd name="connsiteX95" fmla="*/ 1665249 w 1791629"/>
              <a:gd name="connsiteY95" fmla="*/ 2079945 h 2421916"/>
              <a:gd name="connsiteX96" fmla="*/ 1672683 w 1791629"/>
              <a:gd name="connsiteY96" fmla="*/ 2057643 h 2421916"/>
              <a:gd name="connsiteX97" fmla="*/ 1687551 w 1791629"/>
              <a:gd name="connsiteY97" fmla="*/ 2035340 h 2421916"/>
              <a:gd name="connsiteX98" fmla="*/ 1702420 w 1791629"/>
              <a:gd name="connsiteY98" fmla="*/ 1990736 h 2421916"/>
              <a:gd name="connsiteX99" fmla="*/ 1709854 w 1791629"/>
              <a:gd name="connsiteY99" fmla="*/ 1968433 h 2421916"/>
              <a:gd name="connsiteX100" fmla="*/ 1717288 w 1791629"/>
              <a:gd name="connsiteY100" fmla="*/ 1790014 h 2421916"/>
              <a:gd name="connsiteX101" fmla="*/ 1724722 w 1791629"/>
              <a:gd name="connsiteY101" fmla="*/ 1745409 h 2421916"/>
              <a:gd name="connsiteX102" fmla="*/ 1739590 w 1791629"/>
              <a:gd name="connsiteY102" fmla="*/ 1381136 h 2421916"/>
              <a:gd name="connsiteX103" fmla="*/ 1747025 w 1791629"/>
              <a:gd name="connsiteY103" fmla="*/ 1306794 h 2421916"/>
              <a:gd name="connsiteX104" fmla="*/ 1761893 w 1791629"/>
              <a:gd name="connsiteY104" fmla="*/ 964823 h 2421916"/>
              <a:gd name="connsiteX105" fmla="*/ 1769327 w 1791629"/>
              <a:gd name="connsiteY105" fmla="*/ 942521 h 2421916"/>
              <a:gd name="connsiteX106" fmla="*/ 1776761 w 1791629"/>
              <a:gd name="connsiteY106" fmla="*/ 563379 h 2421916"/>
              <a:gd name="connsiteX107" fmla="*/ 1791629 w 1791629"/>
              <a:gd name="connsiteY107" fmla="*/ 466736 h 2421916"/>
              <a:gd name="connsiteX108" fmla="*/ 1769327 w 1791629"/>
              <a:gd name="connsiteY108" fmla="*/ 206540 h 2421916"/>
              <a:gd name="connsiteX109" fmla="*/ 1761893 w 1791629"/>
              <a:gd name="connsiteY109" fmla="*/ 184238 h 2421916"/>
              <a:gd name="connsiteX110" fmla="*/ 1717288 w 1791629"/>
              <a:gd name="connsiteY110" fmla="*/ 124765 h 2421916"/>
              <a:gd name="connsiteX111" fmla="*/ 1694986 w 1791629"/>
              <a:gd name="connsiteY111" fmla="*/ 117331 h 2421916"/>
              <a:gd name="connsiteX112" fmla="*/ 1635512 w 1791629"/>
              <a:gd name="connsiteY112" fmla="*/ 72726 h 2421916"/>
              <a:gd name="connsiteX113" fmla="*/ 1613210 w 1791629"/>
              <a:gd name="connsiteY113" fmla="*/ 57858 h 2421916"/>
              <a:gd name="connsiteX114" fmla="*/ 1561171 w 1791629"/>
              <a:gd name="connsiteY114" fmla="*/ 20687 h 2421916"/>
              <a:gd name="connsiteX115" fmla="*/ 1546303 w 1791629"/>
              <a:gd name="connsiteY115" fmla="*/ 5818 h 2421916"/>
              <a:gd name="connsiteX116" fmla="*/ 1464527 w 1791629"/>
              <a:gd name="connsiteY116" fmla="*/ 13253 h 2421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791629" h="2421916">
                <a:moveTo>
                  <a:pt x="1464527" y="13253"/>
                </a:moveTo>
                <a:cubicBezTo>
                  <a:pt x="1442225" y="15731"/>
                  <a:pt x="1429670" y="17251"/>
                  <a:pt x="1412488" y="20687"/>
                </a:cubicBezTo>
                <a:cubicBezTo>
                  <a:pt x="1392450" y="24694"/>
                  <a:pt x="1373292" y="33020"/>
                  <a:pt x="1353015" y="35555"/>
                </a:cubicBezTo>
                <a:cubicBezTo>
                  <a:pt x="1255981" y="47684"/>
                  <a:pt x="1326948" y="36391"/>
                  <a:pt x="1263805" y="50423"/>
                </a:cubicBezTo>
                <a:cubicBezTo>
                  <a:pt x="1251470" y="53164"/>
                  <a:pt x="1238825" y="54533"/>
                  <a:pt x="1226634" y="57858"/>
                </a:cubicBezTo>
                <a:cubicBezTo>
                  <a:pt x="1211514" y="61982"/>
                  <a:pt x="1196897" y="67770"/>
                  <a:pt x="1182029" y="72726"/>
                </a:cubicBezTo>
                <a:cubicBezTo>
                  <a:pt x="1174595" y="75204"/>
                  <a:pt x="1166247" y="75813"/>
                  <a:pt x="1159727" y="80160"/>
                </a:cubicBezTo>
                <a:cubicBezTo>
                  <a:pt x="1130905" y="99375"/>
                  <a:pt x="1145901" y="92203"/>
                  <a:pt x="1115122" y="102462"/>
                </a:cubicBezTo>
                <a:cubicBezTo>
                  <a:pt x="1097509" y="120076"/>
                  <a:pt x="1080871" y="138660"/>
                  <a:pt x="1055649" y="147067"/>
                </a:cubicBezTo>
                <a:lnTo>
                  <a:pt x="1033347" y="154501"/>
                </a:lnTo>
                <a:cubicBezTo>
                  <a:pt x="969437" y="197109"/>
                  <a:pt x="1050292" y="146030"/>
                  <a:pt x="988742" y="176804"/>
                </a:cubicBezTo>
                <a:cubicBezTo>
                  <a:pt x="931097" y="205626"/>
                  <a:pt x="1000193" y="180421"/>
                  <a:pt x="944137" y="199106"/>
                </a:cubicBezTo>
                <a:cubicBezTo>
                  <a:pt x="908794" y="222669"/>
                  <a:pt x="930311" y="211149"/>
                  <a:pt x="877229" y="228843"/>
                </a:cubicBezTo>
                <a:cubicBezTo>
                  <a:pt x="869795" y="231321"/>
                  <a:pt x="861447" y="231930"/>
                  <a:pt x="854927" y="236277"/>
                </a:cubicBezTo>
                <a:cubicBezTo>
                  <a:pt x="826105" y="255492"/>
                  <a:pt x="841101" y="248320"/>
                  <a:pt x="810322" y="258579"/>
                </a:cubicBezTo>
                <a:cubicBezTo>
                  <a:pt x="781282" y="287621"/>
                  <a:pt x="811753" y="261581"/>
                  <a:pt x="773151" y="280882"/>
                </a:cubicBezTo>
                <a:cubicBezTo>
                  <a:pt x="715503" y="309705"/>
                  <a:pt x="784607" y="284497"/>
                  <a:pt x="728547" y="303184"/>
                </a:cubicBezTo>
                <a:cubicBezTo>
                  <a:pt x="721113" y="308140"/>
                  <a:pt x="714610" y="314916"/>
                  <a:pt x="706244" y="318053"/>
                </a:cubicBezTo>
                <a:cubicBezTo>
                  <a:pt x="694413" y="322490"/>
                  <a:pt x="681537" y="323410"/>
                  <a:pt x="669073" y="325487"/>
                </a:cubicBezTo>
                <a:cubicBezTo>
                  <a:pt x="589163" y="338805"/>
                  <a:pt x="644387" y="326083"/>
                  <a:pt x="587298" y="340355"/>
                </a:cubicBezTo>
                <a:cubicBezTo>
                  <a:pt x="572430" y="355223"/>
                  <a:pt x="555309" y="368138"/>
                  <a:pt x="542693" y="384960"/>
                </a:cubicBezTo>
                <a:cubicBezTo>
                  <a:pt x="535259" y="394872"/>
                  <a:pt x="529151" y="405936"/>
                  <a:pt x="520390" y="414697"/>
                </a:cubicBezTo>
                <a:cubicBezTo>
                  <a:pt x="514072" y="421015"/>
                  <a:pt x="504766" y="423629"/>
                  <a:pt x="498088" y="429565"/>
                </a:cubicBezTo>
                <a:cubicBezTo>
                  <a:pt x="482372" y="443535"/>
                  <a:pt x="468351" y="459302"/>
                  <a:pt x="453483" y="474170"/>
                </a:cubicBezTo>
                <a:cubicBezTo>
                  <a:pt x="446049" y="481604"/>
                  <a:pt x="440584" y="491770"/>
                  <a:pt x="431181" y="496472"/>
                </a:cubicBezTo>
                <a:lnTo>
                  <a:pt x="401444" y="511340"/>
                </a:lnTo>
                <a:cubicBezTo>
                  <a:pt x="396488" y="516296"/>
                  <a:pt x="392586" y="522603"/>
                  <a:pt x="386576" y="526209"/>
                </a:cubicBezTo>
                <a:cubicBezTo>
                  <a:pt x="379856" y="530241"/>
                  <a:pt x="371282" y="530139"/>
                  <a:pt x="364273" y="533643"/>
                </a:cubicBezTo>
                <a:cubicBezTo>
                  <a:pt x="356282" y="537639"/>
                  <a:pt x="349405" y="543555"/>
                  <a:pt x="341971" y="548511"/>
                </a:cubicBezTo>
                <a:cubicBezTo>
                  <a:pt x="337015" y="555945"/>
                  <a:pt x="333421" y="564496"/>
                  <a:pt x="327103" y="570814"/>
                </a:cubicBezTo>
                <a:cubicBezTo>
                  <a:pt x="309433" y="588484"/>
                  <a:pt x="282276" y="593190"/>
                  <a:pt x="260195" y="600550"/>
                </a:cubicBezTo>
                <a:lnTo>
                  <a:pt x="237893" y="607984"/>
                </a:lnTo>
                <a:cubicBezTo>
                  <a:pt x="232937" y="612940"/>
                  <a:pt x="229035" y="619247"/>
                  <a:pt x="223025" y="622853"/>
                </a:cubicBezTo>
                <a:cubicBezTo>
                  <a:pt x="179049" y="649239"/>
                  <a:pt x="222288" y="607554"/>
                  <a:pt x="178420" y="645155"/>
                </a:cubicBezTo>
                <a:cubicBezTo>
                  <a:pt x="167777" y="654278"/>
                  <a:pt x="156459" y="663228"/>
                  <a:pt x="148683" y="674892"/>
                </a:cubicBezTo>
                <a:cubicBezTo>
                  <a:pt x="143727" y="682326"/>
                  <a:pt x="140792" y="691613"/>
                  <a:pt x="133815" y="697194"/>
                </a:cubicBezTo>
                <a:cubicBezTo>
                  <a:pt x="127696" y="702089"/>
                  <a:pt x="118946" y="702150"/>
                  <a:pt x="111512" y="704628"/>
                </a:cubicBezTo>
                <a:cubicBezTo>
                  <a:pt x="53524" y="762620"/>
                  <a:pt x="147445" y="666749"/>
                  <a:pt x="81776" y="741799"/>
                </a:cubicBezTo>
                <a:cubicBezTo>
                  <a:pt x="70237" y="754986"/>
                  <a:pt x="44605" y="778970"/>
                  <a:pt x="44605" y="778970"/>
                </a:cubicBezTo>
                <a:cubicBezTo>
                  <a:pt x="42127" y="786404"/>
                  <a:pt x="40675" y="794263"/>
                  <a:pt x="37171" y="801272"/>
                </a:cubicBezTo>
                <a:cubicBezTo>
                  <a:pt x="33175" y="809264"/>
                  <a:pt x="25823" y="815363"/>
                  <a:pt x="22303" y="823575"/>
                </a:cubicBezTo>
                <a:cubicBezTo>
                  <a:pt x="18278" y="832966"/>
                  <a:pt x="17675" y="843487"/>
                  <a:pt x="14868" y="853311"/>
                </a:cubicBezTo>
                <a:cubicBezTo>
                  <a:pt x="229" y="904544"/>
                  <a:pt x="13413" y="839743"/>
                  <a:pt x="0" y="920218"/>
                </a:cubicBezTo>
                <a:cubicBezTo>
                  <a:pt x="2478" y="982169"/>
                  <a:pt x="3567" y="1044192"/>
                  <a:pt x="7434" y="1106072"/>
                </a:cubicBezTo>
                <a:cubicBezTo>
                  <a:pt x="8527" y="1123560"/>
                  <a:pt x="13124" y="1140676"/>
                  <a:pt x="14868" y="1158111"/>
                </a:cubicBezTo>
                <a:cubicBezTo>
                  <a:pt x="18083" y="1190260"/>
                  <a:pt x="20154" y="1222517"/>
                  <a:pt x="22303" y="1254755"/>
                </a:cubicBezTo>
                <a:cubicBezTo>
                  <a:pt x="25110" y="1296861"/>
                  <a:pt x="25538" y="1339146"/>
                  <a:pt x="29737" y="1381136"/>
                </a:cubicBezTo>
                <a:cubicBezTo>
                  <a:pt x="30517" y="1388933"/>
                  <a:pt x="35018" y="1395903"/>
                  <a:pt x="37171" y="1403438"/>
                </a:cubicBezTo>
                <a:cubicBezTo>
                  <a:pt x="39978" y="1413262"/>
                  <a:pt x="42389" y="1423201"/>
                  <a:pt x="44605" y="1433175"/>
                </a:cubicBezTo>
                <a:cubicBezTo>
                  <a:pt x="47346" y="1445509"/>
                  <a:pt x="48975" y="1458087"/>
                  <a:pt x="52039" y="1470345"/>
                </a:cubicBezTo>
                <a:cubicBezTo>
                  <a:pt x="53940" y="1477947"/>
                  <a:pt x="57320" y="1485113"/>
                  <a:pt x="59473" y="1492648"/>
                </a:cubicBezTo>
                <a:cubicBezTo>
                  <a:pt x="62280" y="1502472"/>
                  <a:pt x="64430" y="1512472"/>
                  <a:pt x="66908" y="1522384"/>
                </a:cubicBezTo>
                <a:cubicBezTo>
                  <a:pt x="69386" y="1549643"/>
                  <a:pt x="70725" y="1577029"/>
                  <a:pt x="74342" y="1604160"/>
                </a:cubicBezTo>
                <a:cubicBezTo>
                  <a:pt x="75692" y="1614288"/>
                  <a:pt x="79560" y="1623923"/>
                  <a:pt x="81776" y="1633897"/>
                </a:cubicBezTo>
                <a:cubicBezTo>
                  <a:pt x="84517" y="1646231"/>
                  <a:pt x="86950" y="1658635"/>
                  <a:pt x="89210" y="1671067"/>
                </a:cubicBezTo>
                <a:cubicBezTo>
                  <a:pt x="95713" y="1706836"/>
                  <a:pt x="96209" y="1718747"/>
                  <a:pt x="104078" y="1752843"/>
                </a:cubicBezTo>
                <a:cubicBezTo>
                  <a:pt x="108673" y="1772754"/>
                  <a:pt x="112485" y="1792930"/>
                  <a:pt x="118947" y="1812316"/>
                </a:cubicBezTo>
                <a:cubicBezTo>
                  <a:pt x="121425" y="1819750"/>
                  <a:pt x="124480" y="1827016"/>
                  <a:pt x="126381" y="1834618"/>
                </a:cubicBezTo>
                <a:cubicBezTo>
                  <a:pt x="129446" y="1846876"/>
                  <a:pt x="130974" y="1859477"/>
                  <a:pt x="133815" y="1871789"/>
                </a:cubicBezTo>
                <a:cubicBezTo>
                  <a:pt x="165613" y="2009584"/>
                  <a:pt x="136458" y="1884756"/>
                  <a:pt x="156117" y="1953565"/>
                </a:cubicBezTo>
                <a:cubicBezTo>
                  <a:pt x="178585" y="2032206"/>
                  <a:pt x="143088" y="1921913"/>
                  <a:pt x="178420" y="2027906"/>
                </a:cubicBezTo>
                <a:lnTo>
                  <a:pt x="185854" y="2050209"/>
                </a:lnTo>
                <a:cubicBezTo>
                  <a:pt x="188332" y="2057643"/>
                  <a:pt x="191388" y="2064909"/>
                  <a:pt x="193288" y="2072511"/>
                </a:cubicBezTo>
                <a:cubicBezTo>
                  <a:pt x="195766" y="2082423"/>
                  <a:pt x="197786" y="2092462"/>
                  <a:pt x="200722" y="2102248"/>
                </a:cubicBezTo>
                <a:cubicBezTo>
                  <a:pt x="205225" y="2117260"/>
                  <a:pt x="204507" y="2135771"/>
                  <a:pt x="215590" y="2146853"/>
                </a:cubicBezTo>
                <a:cubicBezTo>
                  <a:pt x="236777" y="2168038"/>
                  <a:pt x="224627" y="2157833"/>
                  <a:pt x="252761" y="2176589"/>
                </a:cubicBezTo>
                <a:cubicBezTo>
                  <a:pt x="257717" y="2184023"/>
                  <a:pt x="261745" y="2192168"/>
                  <a:pt x="267629" y="2198892"/>
                </a:cubicBezTo>
                <a:cubicBezTo>
                  <a:pt x="279168" y="2212079"/>
                  <a:pt x="295081" y="2221482"/>
                  <a:pt x="304800" y="2236062"/>
                </a:cubicBezTo>
                <a:cubicBezTo>
                  <a:pt x="309756" y="2243496"/>
                  <a:pt x="312944" y="2252481"/>
                  <a:pt x="319668" y="2258365"/>
                </a:cubicBezTo>
                <a:cubicBezTo>
                  <a:pt x="333116" y="2270132"/>
                  <a:pt x="351637" y="2275465"/>
                  <a:pt x="364273" y="2288101"/>
                </a:cubicBezTo>
                <a:cubicBezTo>
                  <a:pt x="369229" y="2293057"/>
                  <a:pt x="373132" y="2299364"/>
                  <a:pt x="379142" y="2302970"/>
                </a:cubicBezTo>
                <a:cubicBezTo>
                  <a:pt x="385861" y="2307002"/>
                  <a:pt x="394435" y="2306900"/>
                  <a:pt x="401444" y="2310404"/>
                </a:cubicBezTo>
                <a:cubicBezTo>
                  <a:pt x="409436" y="2314400"/>
                  <a:pt x="415582" y="2321643"/>
                  <a:pt x="423747" y="2325272"/>
                </a:cubicBezTo>
                <a:cubicBezTo>
                  <a:pt x="438069" y="2331637"/>
                  <a:pt x="453483" y="2335184"/>
                  <a:pt x="468351" y="2340140"/>
                </a:cubicBezTo>
                <a:cubicBezTo>
                  <a:pt x="510049" y="2354040"/>
                  <a:pt x="483027" y="2345668"/>
                  <a:pt x="550127" y="2362443"/>
                </a:cubicBezTo>
                <a:lnTo>
                  <a:pt x="579864" y="2369877"/>
                </a:lnTo>
                <a:cubicBezTo>
                  <a:pt x="589776" y="2372355"/>
                  <a:pt x="599486" y="2375866"/>
                  <a:pt x="609600" y="2377311"/>
                </a:cubicBezTo>
                <a:lnTo>
                  <a:pt x="721112" y="2392179"/>
                </a:lnTo>
                <a:cubicBezTo>
                  <a:pt x="738481" y="2394495"/>
                  <a:pt x="755911" y="2396479"/>
                  <a:pt x="773151" y="2399614"/>
                </a:cubicBezTo>
                <a:cubicBezTo>
                  <a:pt x="783204" y="2401442"/>
                  <a:pt x="792810" y="2405368"/>
                  <a:pt x="802888" y="2407048"/>
                </a:cubicBezTo>
                <a:cubicBezTo>
                  <a:pt x="823323" y="2410454"/>
                  <a:pt x="911360" y="2419926"/>
                  <a:pt x="929268" y="2421916"/>
                </a:cubicBezTo>
                <a:lnTo>
                  <a:pt x="1144859" y="2414482"/>
                </a:lnTo>
                <a:cubicBezTo>
                  <a:pt x="1174663" y="2413028"/>
                  <a:pt x="1204363" y="2409877"/>
                  <a:pt x="1234068" y="2407048"/>
                </a:cubicBezTo>
                <a:cubicBezTo>
                  <a:pt x="1290297" y="2401693"/>
                  <a:pt x="1300699" y="2399654"/>
                  <a:pt x="1353015" y="2392179"/>
                </a:cubicBezTo>
                <a:cubicBezTo>
                  <a:pt x="1367883" y="2387223"/>
                  <a:pt x="1384580" y="2386004"/>
                  <a:pt x="1397620" y="2377311"/>
                </a:cubicBezTo>
                <a:lnTo>
                  <a:pt x="1486829" y="2317838"/>
                </a:lnTo>
                <a:lnTo>
                  <a:pt x="1509132" y="2302970"/>
                </a:lnTo>
                <a:cubicBezTo>
                  <a:pt x="1516566" y="2298014"/>
                  <a:pt x="1522958" y="2290926"/>
                  <a:pt x="1531434" y="2288101"/>
                </a:cubicBezTo>
                <a:lnTo>
                  <a:pt x="1553737" y="2280667"/>
                </a:lnTo>
                <a:cubicBezTo>
                  <a:pt x="1558693" y="2273233"/>
                  <a:pt x="1562287" y="2264683"/>
                  <a:pt x="1568605" y="2258365"/>
                </a:cubicBezTo>
                <a:cubicBezTo>
                  <a:pt x="1574923" y="2252047"/>
                  <a:pt x="1586912" y="2251489"/>
                  <a:pt x="1590908" y="2243497"/>
                </a:cubicBezTo>
                <a:cubicBezTo>
                  <a:pt x="1600047" y="2225220"/>
                  <a:pt x="1600820" y="2203848"/>
                  <a:pt x="1605776" y="2184023"/>
                </a:cubicBezTo>
                <a:cubicBezTo>
                  <a:pt x="1607943" y="2175355"/>
                  <a:pt x="1615688" y="2169155"/>
                  <a:pt x="1620644" y="2161721"/>
                </a:cubicBezTo>
                <a:cubicBezTo>
                  <a:pt x="1641702" y="2098543"/>
                  <a:pt x="1612333" y="2175571"/>
                  <a:pt x="1642947" y="2124550"/>
                </a:cubicBezTo>
                <a:cubicBezTo>
                  <a:pt x="1646979" y="2117831"/>
                  <a:pt x="1646877" y="2109257"/>
                  <a:pt x="1650381" y="2102248"/>
                </a:cubicBezTo>
                <a:cubicBezTo>
                  <a:pt x="1654377" y="2094256"/>
                  <a:pt x="1661253" y="2087937"/>
                  <a:pt x="1665249" y="2079945"/>
                </a:cubicBezTo>
                <a:cubicBezTo>
                  <a:pt x="1668753" y="2072936"/>
                  <a:pt x="1669179" y="2064652"/>
                  <a:pt x="1672683" y="2057643"/>
                </a:cubicBezTo>
                <a:cubicBezTo>
                  <a:pt x="1676679" y="2049651"/>
                  <a:pt x="1683922" y="2043505"/>
                  <a:pt x="1687551" y="2035340"/>
                </a:cubicBezTo>
                <a:cubicBezTo>
                  <a:pt x="1693916" y="2021018"/>
                  <a:pt x="1697464" y="2005604"/>
                  <a:pt x="1702420" y="1990736"/>
                </a:cubicBezTo>
                <a:lnTo>
                  <a:pt x="1709854" y="1968433"/>
                </a:lnTo>
                <a:cubicBezTo>
                  <a:pt x="1712332" y="1908960"/>
                  <a:pt x="1713329" y="1849407"/>
                  <a:pt x="1717288" y="1790014"/>
                </a:cubicBezTo>
                <a:cubicBezTo>
                  <a:pt x="1718291" y="1774974"/>
                  <a:pt x="1723685" y="1760447"/>
                  <a:pt x="1724722" y="1745409"/>
                </a:cubicBezTo>
                <a:cubicBezTo>
                  <a:pt x="1729571" y="1675103"/>
                  <a:pt x="1736051" y="1444840"/>
                  <a:pt x="1739590" y="1381136"/>
                </a:cubicBezTo>
                <a:cubicBezTo>
                  <a:pt x="1740972" y="1356270"/>
                  <a:pt x="1744547" y="1331575"/>
                  <a:pt x="1747025" y="1306794"/>
                </a:cubicBezTo>
                <a:cubicBezTo>
                  <a:pt x="1748818" y="1233271"/>
                  <a:pt x="1735268" y="1071326"/>
                  <a:pt x="1761893" y="964823"/>
                </a:cubicBezTo>
                <a:cubicBezTo>
                  <a:pt x="1763794" y="957221"/>
                  <a:pt x="1766849" y="949955"/>
                  <a:pt x="1769327" y="942521"/>
                </a:cubicBezTo>
                <a:cubicBezTo>
                  <a:pt x="1771805" y="816140"/>
                  <a:pt x="1772405" y="689709"/>
                  <a:pt x="1776761" y="563379"/>
                </a:cubicBezTo>
                <a:cubicBezTo>
                  <a:pt x="1777177" y="551316"/>
                  <a:pt x="1789185" y="481400"/>
                  <a:pt x="1791629" y="466736"/>
                </a:cubicBezTo>
                <a:cubicBezTo>
                  <a:pt x="1783655" y="235486"/>
                  <a:pt x="1806933" y="319361"/>
                  <a:pt x="1769327" y="206540"/>
                </a:cubicBezTo>
                <a:lnTo>
                  <a:pt x="1761893" y="184238"/>
                </a:lnTo>
                <a:cubicBezTo>
                  <a:pt x="1753693" y="159638"/>
                  <a:pt x="1749322" y="135443"/>
                  <a:pt x="1717288" y="124765"/>
                </a:cubicBezTo>
                <a:lnTo>
                  <a:pt x="1694986" y="117331"/>
                </a:lnTo>
                <a:cubicBezTo>
                  <a:pt x="1667481" y="89826"/>
                  <a:pt x="1685950" y="106351"/>
                  <a:pt x="1635512" y="72726"/>
                </a:cubicBezTo>
                <a:cubicBezTo>
                  <a:pt x="1628078" y="67770"/>
                  <a:pt x="1619528" y="64176"/>
                  <a:pt x="1613210" y="57858"/>
                </a:cubicBezTo>
                <a:cubicBezTo>
                  <a:pt x="1577932" y="22580"/>
                  <a:pt x="1596772" y="32554"/>
                  <a:pt x="1561171" y="20687"/>
                </a:cubicBezTo>
                <a:cubicBezTo>
                  <a:pt x="1556215" y="15731"/>
                  <a:pt x="1552572" y="8953"/>
                  <a:pt x="1546303" y="5818"/>
                </a:cubicBezTo>
                <a:cubicBezTo>
                  <a:pt x="1515000" y="-9834"/>
                  <a:pt x="1486829" y="10775"/>
                  <a:pt x="1464527" y="13253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0619DEF-E957-B3BA-969C-5F6D5DE8D84A}"/>
              </a:ext>
            </a:extLst>
          </p:cNvPr>
          <p:cNvSpPr/>
          <p:nvPr/>
        </p:nvSpPr>
        <p:spPr>
          <a:xfrm>
            <a:off x="4458113" y="2380821"/>
            <a:ext cx="742278" cy="711536"/>
          </a:xfrm>
          <a:custGeom>
            <a:avLst/>
            <a:gdLst>
              <a:gd name="connsiteX0" fmla="*/ 204395 w 742278"/>
              <a:gd name="connsiteY0" fmla="*/ 1531 h 711536"/>
              <a:gd name="connsiteX1" fmla="*/ 161365 w 742278"/>
              <a:gd name="connsiteY1" fmla="*/ 76835 h 711536"/>
              <a:gd name="connsiteX2" fmla="*/ 139849 w 742278"/>
              <a:gd name="connsiteY2" fmla="*/ 109107 h 711536"/>
              <a:gd name="connsiteX3" fmla="*/ 118334 w 742278"/>
              <a:gd name="connsiteY3" fmla="*/ 173653 h 711536"/>
              <a:gd name="connsiteX4" fmla="*/ 107576 w 742278"/>
              <a:gd name="connsiteY4" fmla="*/ 205926 h 711536"/>
              <a:gd name="connsiteX5" fmla="*/ 64546 w 742278"/>
              <a:gd name="connsiteY5" fmla="*/ 270472 h 711536"/>
              <a:gd name="connsiteX6" fmla="*/ 32273 w 742278"/>
              <a:gd name="connsiteY6" fmla="*/ 335018 h 711536"/>
              <a:gd name="connsiteX7" fmla="*/ 10758 w 742278"/>
              <a:gd name="connsiteY7" fmla="*/ 399564 h 711536"/>
              <a:gd name="connsiteX8" fmla="*/ 0 w 742278"/>
              <a:gd name="connsiteY8" fmla="*/ 431837 h 711536"/>
              <a:gd name="connsiteX9" fmla="*/ 43031 w 742278"/>
              <a:gd name="connsiteY9" fmla="*/ 603959 h 711536"/>
              <a:gd name="connsiteX10" fmla="*/ 64546 w 742278"/>
              <a:gd name="connsiteY10" fmla="*/ 625475 h 711536"/>
              <a:gd name="connsiteX11" fmla="*/ 86061 w 742278"/>
              <a:gd name="connsiteY11" fmla="*/ 657747 h 711536"/>
              <a:gd name="connsiteX12" fmla="*/ 225911 w 742278"/>
              <a:gd name="connsiteY12" fmla="*/ 690020 h 711536"/>
              <a:gd name="connsiteX13" fmla="*/ 290456 w 742278"/>
              <a:gd name="connsiteY13" fmla="*/ 711536 h 711536"/>
              <a:gd name="connsiteX14" fmla="*/ 580913 w 742278"/>
              <a:gd name="connsiteY14" fmla="*/ 700778 h 711536"/>
              <a:gd name="connsiteX15" fmla="*/ 645459 w 742278"/>
              <a:gd name="connsiteY15" fmla="*/ 679263 h 711536"/>
              <a:gd name="connsiteX16" fmla="*/ 677732 w 742278"/>
              <a:gd name="connsiteY16" fmla="*/ 668505 h 711536"/>
              <a:gd name="connsiteX17" fmla="*/ 720762 w 742278"/>
              <a:gd name="connsiteY17" fmla="*/ 593202 h 711536"/>
              <a:gd name="connsiteX18" fmla="*/ 731520 w 742278"/>
              <a:gd name="connsiteY18" fmla="*/ 550171 h 711536"/>
              <a:gd name="connsiteX19" fmla="*/ 742278 w 742278"/>
              <a:gd name="connsiteY19" fmla="*/ 517898 h 711536"/>
              <a:gd name="connsiteX20" fmla="*/ 731520 w 742278"/>
              <a:gd name="connsiteY20" fmla="*/ 335018 h 711536"/>
              <a:gd name="connsiteX21" fmla="*/ 710005 w 742278"/>
              <a:gd name="connsiteY21" fmla="*/ 302745 h 711536"/>
              <a:gd name="connsiteX22" fmla="*/ 677732 w 742278"/>
              <a:gd name="connsiteY22" fmla="*/ 238199 h 711536"/>
              <a:gd name="connsiteX23" fmla="*/ 613186 w 742278"/>
              <a:gd name="connsiteY23" fmla="*/ 119865 h 711536"/>
              <a:gd name="connsiteX24" fmla="*/ 570155 w 742278"/>
              <a:gd name="connsiteY24" fmla="*/ 87592 h 711536"/>
              <a:gd name="connsiteX25" fmla="*/ 537882 w 742278"/>
              <a:gd name="connsiteY25" fmla="*/ 55319 h 711536"/>
              <a:gd name="connsiteX26" fmla="*/ 441064 w 742278"/>
              <a:gd name="connsiteY26" fmla="*/ 12289 h 711536"/>
              <a:gd name="connsiteX27" fmla="*/ 408791 w 742278"/>
              <a:gd name="connsiteY27" fmla="*/ 1531 h 711536"/>
              <a:gd name="connsiteX28" fmla="*/ 193638 w 742278"/>
              <a:gd name="connsiteY28" fmla="*/ 23046 h 711536"/>
              <a:gd name="connsiteX29" fmla="*/ 204395 w 742278"/>
              <a:gd name="connsiteY29" fmla="*/ 1531 h 71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278" h="711536">
                <a:moveTo>
                  <a:pt x="204395" y="1531"/>
                </a:moveTo>
                <a:cubicBezTo>
                  <a:pt x="199016" y="10496"/>
                  <a:pt x="176239" y="52045"/>
                  <a:pt x="161365" y="76835"/>
                </a:cubicBezTo>
                <a:cubicBezTo>
                  <a:pt x="154713" y="87921"/>
                  <a:pt x="145100" y="97292"/>
                  <a:pt x="139849" y="109107"/>
                </a:cubicBezTo>
                <a:cubicBezTo>
                  <a:pt x="130638" y="129831"/>
                  <a:pt x="125506" y="152138"/>
                  <a:pt x="118334" y="173653"/>
                </a:cubicBezTo>
                <a:cubicBezTo>
                  <a:pt x="114748" y="184411"/>
                  <a:pt x="113866" y="196491"/>
                  <a:pt x="107576" y="205926"/>
                </a:cubicBezTo>
                <a:cubicBezTo>
                  <a:pt x="93233" y="227441"/>
                  <a:pt x="72723" y="245941"/>
                  <a:pt x="64546" y="270472"/>
                </a:cubicBezTo>
                <a:cubicBezTo>
                  <a:pt x="25308" y="388182"/>
                  <a:pt x="87888" y="209882"/>
                  <a:pt x="32273" y="335018"/>
                </a:cubicBezTo>
                <a:cubicBezTo>
                  <a:pt x="23062" y="355742"/>
                  <a:pt x="17930" y="378049"/>
                  <a:pt x="10758" y="399564"/>
                </a:cubicBezTo>
                <a:lnTo>
                  <a:pt x="0" y="431837"/>
                </a:lnTo>
                <a:cubicBezTo>
                  <a:pt x="10517" y="558042"/>
                  <a:pt x="-14432" y="535003"/>
                  <a:pt x="43031" y="603959"/>
                </a:cubicBezTo>
                <a:cubicBezTo>
                  <a:pt x="49524" y="611751"/>
                  <a:pt x="58210" y="617555"/>
                  <a:pt x="64546" y="625475"/>
                </a:cubicBezTo>
                <a:cubicBezTo>
                  <a:pt x="72622" y="635571"/>
                  <a:pt x="74497" y="651965"/>
                  <a:pt x="86061" y="657747"/>
                </a:cubicBezTo>
                <a:cubicBezTo>
                  <a:pt x="118535" y="673984"/>
                  <a:pt x="187231" y="679471"/>
                  <a:pt x="225911" y="690020"/>
                </a:cubicBezTo>
                <a:cubicBezTo>
                  <a:pt x="247791" y="695987"/>
                  <a:pt x="290456" y="711536"/>
                  <a:pt x="290456" y="711536"/>
                </a:cubicBezTo>
                <a:cubicBezTo>
                  <a:pt x="387275" y="707950"/>
                  <a:pt x="484426" y="709550"/>
                  <a:pt x="580913" y="700778"/>
                </a:cubicBezTo>
                <a:cubicBezTo>
                  <a:pt x="603499" y="698725"/>
                  <a:pt x="623944" y="686435"/>
                  <a:pt x="645459" y="679263"/>
                </a:cubicBezTo>
                <a:lnTo>
                  <a:pt x="677732" y="668505"/>
                </a:lnTo>
                <a:cubicBezTo>
                  <a:pt x="695566" y="641753"/>
                  <a:pt x="709063" y="624398"/>
                  <a:pt x="720762" y="593202"/>
                </a:cubicBezTo>
                <a:cubicBezTo>
                  <a:pt x="725953" y="579358"/>
                  <a:pt x="727458" y="564387"/>
                  <a:pt x="731520" y="550171"/>
                </a:cubicBezTo>
                <a:cubicBezTo>
                  <a:pt x="734635" y="539268"/>
                  <a:pt x="738692" y="528656"/>
                  <a:pt x="742278" y="517898"/>
                </a:cubicBezTo>
                <a:cubicBezTo>
                  <a:pt x="738692" y="456938"/>
                  <a:pt x="740578" y="395408"/>
                  <a:pt x="731520" y="335018"/>
                </a:cubicBezTo>
                <a:cubicBezTo>
                  <a:pt x="729602" y="322232"/>
                  <a:pt x="715098" y="314629"/>
                  <a:pt x="710005" y="302745"/>
                </a:cubicBezTo>
                <a:cubicBezTo>
                  <a:pt x="680265" y="233353"/>
                  <a:pt x="721035" y="281504"/>
                  <a:pt x="677732" y="238199"/>
                </a:cubicBezTo>
                <a:cubicBezTo>
                  <a:pt x="663814" y="203405"/>
                  <a:pt x="643893" y="142895"/>
                  <a:pt x="613186" y="119865"/>
                </a:cubicBezTo>
                <a:cubicBezTo>
                  <a:pt x="598842" y="109107"/>
                  <a:pt x="583768" y="99260"/>
                  <a:pt x="570155" y="87592"/>
                </a:cubicBezTo>
                <a:cubicBezTo>
                  <a:pt x="558604" y="77691"/>
                  <a:pt x="549569" y="65058"/>
                  <a:pt x="537882" y="55319"/>
                </a:cubicBezTo>
                <a:cubicBezTo>
                  <a:pt x="503787" y="26907"/>
                  <a:pt x="487970" y="27925"/>
                  <a:pt x="441064" y="12289"/>
                </a:cubicBezTo>
                <a:lnTo>
                  <a:pt x="408791" y="1531"/>
                </a:lnTo>
                <a:cubicBezTo>
                  <a:pt x="309529" y="7370"/>
                  <a:pt x="266214" y="-5983"/>
                  <a:pt x="193638" y="23046"/>
                </a:cubicBezTo>
                <a:cubicBezTo>
                  <a:pt x="186193" y="26024"/>
                  <a:pt x="209774" y="-7434"/>
                  <a:pt x="204395" y="153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8851016"/>
      </p:ext>
    </p:extLst>
  </p:cSld>
  <p:clrMapOvr>
    <a:masterClrMapping/>
  </p:clrMapOvr>
  <p:transition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241B-9D17-4F15-AF2B-0F0728A0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878ADB-1995-A73A-1241-6CC30AE8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70A0B1-D75A-1CC2-5185-B2FDA359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E8ACC391-DAE7-D356-F0D0-A70521BC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461CE85-5A29-1BB1-15DD-12A3AAFCDEBA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the Algorithm Produces Single or Multiple Occurrences</a:t>
            </a:r>
            <a:r>
              <a:rPr lang="en-US" altLang="zh-CN" b="1" dirty="0"/>
              <a:t>?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5B4066-BEE7-A122-9090-3C018D9A0940}"/>
                  </a:ext>
                </a:extLst>
              </p:cNvPr>
              <p:cNvSpPr txBox="1"/>
              <p:nvPr/>
            </p:nvSpPr>
            <p:spPr>
              <a:xfrm>
                <a:off x="3943324" y="1701643"/>
                <a:ext cx="7194261" cy="2215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marL="342900" indent="-3429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CN" dirty="0"/>
                  <a:t>Since</a:t>
                </a:r>
                <a:r>
                  <a:rPr lang="zh-CN" altLang="en-US" dirty="0"/>
                  <a:t> </a:t>
                </a:r>
                <a:r>
                  <a:rPr lang="en-US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G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F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dirty="0"/>
                  <a:t>we </a:t>
                </a:r>
                <a:r>
                  <a:rPr lang="en-US" altLang="zh-CN" dirty="0"/>
                  <a:t>focus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H</a:t>
                </a:r>
                <a:r>
                  <a:rPr lang="en-US" altLang="zh-CN" dirty="0"/>
                  <a:t>.</a:t>
                </a:r>
              </a:p>
              <a:p>
                <a:pPr marL="342900" indent="-3429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dirty="0"/>
                  <a:t>If the root of </a:t>
                </a:r>
                <a:r>
                  <a:rPr lang="en-US" i="1" dirty="0">
                    <a:solidFill>
                      <a:srgbClr val="215CAF"/>
                    </a:solidFill>
                  </a:rPr>
                  <a:t>g</a:t>
                </a:r>
                <a:r>
                  <a:rPr lang="en-US" dirty="0"/>
                  <a:t> is the terminal of the whole subgraph, then </a:t>
                </a:r>
                <a:r>
                  <a:rPr lang="en-US" b="1" dirty="0"/>
                  <a:t>G 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 Hence,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altLang="zh-CN" b="1" dirty="0"/>
                  <a:t>H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=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dirty="0"/>
                  <a:t>, and the same conclusion applies to </a:t>
                </a:r>
                <a:r>
                  <a:rPr lang="en-US" i="1" dirty="0">
                    <a:solidFill>
                      <a:srgbClr val="00B050"/>
                    </a:solidFill>
                  </a:rPr>
                  <a:t>h</a:t>
                </a:r>
                <a:r>
                  <a:rPr lang="en-US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In the following, we assume that neither the root of g nor the root of h is a terminal.</a:t>
                </a:r>
              </a:p>
              <a:p>
                <a:pPr marL="342900" indent="-342900">
                  <a:spcBef>
                    <a:spcPts val="1200"/>
                  </a:spcBef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5B4066-BEE7-A122-9090-3C018D9A0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701643"/>
                <a:ext cx="7194261" cy="2215991"/>
              </a:xfrm>
              <a:prstGeom prst="rect">
                <a:avLst/>
              </a:prstGeom>
              <a:blipFill>
                <a:blip r:embed="rId3"/>
                <a:stretch>
                  <a:fillRect l="-705" t="-568" r="-10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19FF01A0-49EE-B53E-A670-EC0E6C67C4D4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149A54A-5787-4845-C93C-B4B49EFBB648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40505EA-8AA4-6AD4-B612-351957645572}"/>
              </a:ext>
            </a:extLst>
          </p:cNvPr>
          <p:cNvSpPr/>
          <p:nvPr/>
        </p:nvSpPr>
        <p:spPr>
          <a:xfrm>
            <a:off x="2596451" y="2731481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3F8B7A-098B-E6B6-580D-C67BB0041A19}"/>
                  </a:ext>
                </a:extLst>
              </p:cNvPr>
              <p:cNvSpPr txBox="1"/>
              <p:nvPr/>
            </p:nvSpPr>
            <p:spPr>
              <a:xfrm>
                <a:off x="1007671" y="4318428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3F8B7A-098B-E6B6-580D-C67BB0041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71" y="4318428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1739" r="-17391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427ABE-65BB-DC13-7428-7E5445625233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427ABE-65BB-DC13-7428-7E5445625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6E860E41-AF65-B429-FA1C-8D0127EA1C30}"/>
              </a:ext>
            </a:extLst>
          </p:cNvPr>
          <p:cNvSpPr/>
          <p:nvPr/>
        </p:nvSpPr>
        <p:spPr>
          <a:xfrm>
            <a:off x="2371638" y="3459342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5D51A3B-D2B2-04C7-0E2F-4A87B6191B64}"/>
              </a:ext>
            </a:extLst>
          </p:cNvPr>
          <p:cNvSpPr/>
          <p:nvPr/>
        </p:nvSpPr>
        <p:spPr>
          <a:xfrm>
            <a:off x="2728753" y="3800192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5FE7A15-06D5-3A2B-E098-A39B26F44FBB}"/>
              </a:ext>
            </a:extLst>
          </p:cNvPr>
          <p:cNvCxnSpPr>
            <a:cxnSpLocks/>
            <a:stCxn id="39" idx="3"/>
            <a:endCxn id="46" idx="7"/>
          </p:cNvCxnSpPr>
          <p:nvPr/>
        </p:nvCxnSpPr>
        <p:spPr>
          <a:xfrm flipH="1">
            <a:off x="2649101" y="3249292"/>
            <a:ext cx="36192" cy="25765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458D796-1522-457C-C855-1AC504C3FB01}"/>
              </a:ext>
            </a:extLst>
          </p:cNvPr>
          <p:cNvCxnSpPr>
            <a:cxnSpLocks/>
            <a:stCxn id="39" idx="4"/>
            <a:endCxn id="47" idx="0"/>
          </p:cNvCxnSpPr>
          <p:nvPr/>
        </p:nvCxnSpPr>
        <p:spPr>
          <a:xfrm flipH="1">
            <a:off x="2891287" y="3338134"/>
            <a:ext cx="8491" cy="46205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9894C1-6C2C-916B-35C4-DA6D00942E43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2649101" y="3736805"/>
            <a:ext cx="127257" cy="11099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41C9A12-2E36-D7F6-42B5-D59E1363FC39}"/>
              </a:ext>
            </a:extLst>
          </p:cNvPr>
          <p:cNvCxnSpPr>
            <a:cxnSpLocks/>
            <a:stCxn id="46" idx="3"/>
          </p:cNvCxnSpPr>
          <p:nvPr/>
        </p:nvCxnSpPr>
        <p:spPr>
          <a:xfrm flipH="1">
            <a:off x="1924469" y="3736805"/>
            <a:ext cx="494774" cy="8478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F361534-F111-33DE-4750-D8055997891B}"/>
              </a:ext>
            </a:extLst>
          </p:cNvPr>
          <p:cNvCxnSpPr>
            <a:cxnSpLocks/>
            <a:stCxn id="47" idx="3"/>
            <a:endCxn id="33" idx="6"/>
          </p:cNvCxnSpPr>
          <p:nvPr/>
        </p:nvCxnSpPr>
        <p:spPr>
          <a:xfrm flipH="1">
            <a:off x="1939651" y="4077655"/>
            <a:ext cx="836707" cy="61010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21A28A1-DB6E-FE5D-3E01-03830C7C5DFA}"/>
              </a:ext>
            </a:extLst>
          </p:cNvPr>
          <p:cNvCxnSpPr>
            <a:cxnSpLocks/>
            <a:stCxn id="47" idx="4"/>
            <a:endCxn id="35" idx="0"/>
          </p:cNvCxnSpPr>
          <p:nvPr/>
        </p:nvCxnSpPr>
        <p:spPr>
          <a:xfrm>
            <a:off x="2891287" y="4125260"/>
            <a:ext cx="8491" cy="25917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75C3BAC-8E9A-7C33-9201-62E4BA59B49A}"/>
              </a:ext>
            </a:extLst>
          </p:cNvPr>
          <p:cNvSpPr txBox="1"/>
          <p:nvPr/>
        </p:nvSpPr>
        <p:spPr>
          <a:xfrm>
            <a:off x="1338807" y="449276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u(1)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D10D7C-F480-D8FB-3812-7C5F821259BC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47E504F-8957-C284-17AD-D7A08FA4090E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6CBEC4B-7AF1-5D71-08C5-DC0D55ADB517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9B1ACD6-A74F-8E87-18C2-449DE40DC3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150905A-B607-1EFE-920F-1245A2FAC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DFDC08D-8190-6ADB-3342-1ADEA06933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1A0C35F-B1A0-C288-4623-A561EFC6144C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1A0C35F-B1A0-C288-4623-A561EFC61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120AEFA-61FA-CA44-1804-16B57D8F4FBB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120AEFA-61FA-CA44-1804-16B57D8F4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D857BBF-D4A8-B2D2-0BCB-D1D92FE16ECE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D857BBF-D4A8-B2D2-0BCB-D1D92FE16E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1552523"/>
      </p:ext>
    </p:extLst>
  </p:cSld>
  <p:clrMapOvr>
    <a:masterClrMapping/>
  </p:clrMapOvr>
  <p:transition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8DBB-853E-E3A6-D80B-0F6266C7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0D7152-5D16-72A4-DF45-72B0478E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F7C5F9-B3D7-C7B6-6FF3-BFBCD473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454AB5A-B4B0-2D07-C602-A0BA49B90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Check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815C727-36B5-6EC2-8818-AD600EBEAA4A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When the Algorithm Produces Single or Multiple Occurrences</a:t>
            </a:r>
            <a:r>
              <a:rPr lang="en-US" altLang="zh-CN" b="1" dirty="0"/>
              <a:t>?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40F97E-75AE-8753-A83F-CC15A91DF704}"/>
                  </a:ext>
                </a:extLst>
              </p:cNvPr>
              <p:cNvSpPr txBox="1"/>
              <p:nvPr/>
            </p:nvSpPr>
            <p:spPr>
              <a:xfrm>
                <a:off x="3943324" y="1701643"/>
                <a:ext cx="7755617" cy="1908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>
                  <a:spcBef>
                    <a:spcPts val="1200"/>
                  </a:spcBef>
                </a:pP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dirty="0"/>
                  <a:t>multiple-occurrence variable appears in our MUX tree </a:t>
                </a: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dirty="0"/>
                  <a:t>only </a:t>
                </a:r>
                <a:r>
                  <a:rPr lang="en-US" altLang="zh-CN" dirty="0"/>
                  <a:t>if,</a:t>
                </a:r>
                <a:r>
                  <a:rPr lang="en-US" dirty="0"/>
                  <a:t> in </a:t>
                </a:r>
                <a:r>
                  <a:rPr lang="en-US" altLang="zh-CN" dirty="0"/>
                  <a:t>some</a:t>
                </a:r>
                <a:r>
                  <a:rPr lang="en-US" dirty="0"/>
                  <a:t> iteration of the decomposition, there exists a vertex </a:t>
                </a:r>
                <a:r>
                  <a:rPr lang="en-US" i="1" dirty="0"/>
                  <a:t>c</a:t>
                </a:r>
                <a:r>
                  <a:rPr lang="en-US" dirty="0"/>
                  <a:t> such that </a:t>
                </a:r>
                <a:r>
                  <a:rPr lang="en-US" altLang="zh-CN" i="1" dirty="0"/>
                  <a:t>c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b="1" dirty="0"/>
                  <a:t>G</a:t>
                </a:r>
                <a:r>
                  <a:rPr lang="zh-CN" altLang="en-US" b="1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i="1" dirty="0"/>
                  <a:t>c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b="1" dirty="0"/>
                  <a:t>H</a:t>
                </a:r>
                <a:r>
                  <a:rPr lang="en-US" dirty="0"/>
                  <a:t>. In this case, </a:t>
                </a:r>
                <a:r>
                  <a:rPr lang="en-US" i="1" dirty="0"/>
                  <a:t>c</a:t>
                </a:r>
                <a:r>
                  <a:rPr lang="en-US" dirty="0"/>
                  <a:t> appears both</a:t>
                </a:r>
                <a:r>
                  <a:rPr lang="zh-CN" altLang="en-US" dirty="0"/>
                  <a:t> </a:t>
                </a:r>
                <a:r>
                  <a:rPr lang="en-US" dirty="0"/>
                  <a:t>in the </a:t>
                </a:r>
                <a:r>
                  <a:rPr lang="en-US" i="1" dirty="0">
                    <a:solidFill>
                      <a:srgbClr val="215CAF"/>
                    </a:solidFill>
                  </a:rPr>
                  <a:t>g</a:t>
                </a:r>
                <a:r>
                  <a:rPr lang="en-US" dirty="0"/>
                  <a:t>-subtree and in the </a:t>
                </a:r>
                <a:r>
                  <a:rPr lang="en-US" i="1" dirty="0">
                    <a:solidFill>
                      <a:srgbClr val="00B050"/>
                    </a:solidFill>
                  </a:rPr>
                  <a:t>h</a:t>
                </a:r>
                <a:r>
                  <a:rPr lang="en-US" dirty="0"/>
                  <a:t>-subtree.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We then prove that if such a vertex exists, it is impossible to construct a single-occurrence MUX tree.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40F97E-75AE-8753-A83F-CC15A91DF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24" y="1701643"/>
                <a:ext cx="7755617" cy="1908215"/>
              </a:xfrm>
              <a:prstGeom prst="rect">
                <a:avLst/>
              </a:prstGeom>
              <a:blipFill>
                <a:blip r:embed="rId3"/>
                <a:stretch>
                  <a:fillRect l="-654" t="-658" r="-1471" b="-39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76F58540-0011-D25A-F38D-FC0DA2D63D05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73E800-FD46-1824-1CC5-D2E758F144D5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5FFEDC4-EF35-5AFC-1267-72BFA8F36348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30C4C2-B97E-7AB1-F7BE-FFEF84429F31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696F06CE-C82C-9DC5-23C6-2756BD7A6033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8CC75E-2C6F-3453-8441-253649536CC0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A68452-12B5-7686-26E9-1E3550A21354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2FC28C-F827-FEF4-C579-ABF4ED3FB8F0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EB876B-2200-D772-C25F-7909F4179072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BA6042-DC14-781D-54FA-33B110E59798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FF9EA76-F298-DC8C-5D76-E6D0BE615095}"/>
              </a:ext>
            </a:extLst>
          </p:cNvPr>
          <p:cNvCxnSpPr>
            <a:cxnSpLocks/>
            <a:stCxn id="26" idx="3"/>
            <a:endCxn id="31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7BA778-1F0A-5A22-3DFB-29A5D5193F90}"/>
              </a:ext>
            </a:extLst>
          </p:cNvPr>
          <p:cNvCxnSpPr>
            <a:cxnSpLocks/>
            <a:stCxn id="26" idx="4"/>
            <a:endCxn id="138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E48610D-5F4E-2049-1EA3-E30007CF5D25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455E60-8D5C-F7FD-6D28-C1AD31E9C78E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8615BB-783E-D85E-38FF-C96EAE237AC5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435DDCE-0E52-348C-0437-83E3121092D9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1B8097A-CED9-A402-5A02-19B5617FF2C7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60ED284-CE57-9E97-3FA8-1F100DF6E490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5D6CCD8-C001-F51B-3048-2B6B2454C8BB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96B07B-5A6F-A096-6935-B1636F258D6C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E21F3E-5CD9-6FC1-0E60-144F2F76F2C7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E3181169-C3B3-76C9-5098-876D1447B437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1EB8E08-B1D8-A8F0-E53B-51943ADAB06E}"/>
              </a:ext>
            </a:extLst>
          </p:cNvPr>
          <p:cNvCxnSpPr>
            <a:cxnSpLocks/>
            <a:stCxn id="138" idx="3"/>
            <a:endCxn id="32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883814A-16EC-053B-9802-3603F65EC652}"/>
              </a:ext>
            </a:extLst>
          </p:cNvPr>
          <p:cNvCxnSpPr>
            <a:cxnSpLocks/>
            <a:stCxn id="138" idx="4"/>
            <a:endCxn id="2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B92EF47-A745-3354-F47B-B4391502C080}"/>
              </a:ext>
            </a:extLst>
          </p:cNvPr>
          <p:cNvSpPr/>
          <p:nvPr/>
        </p:nvSpPr>
        <p:spPr>
          <a:xfrm>
            <a:off x="4891488" y="489831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E8F5867-CE9E-BF4F-E9B2-A2A115D0BF9B}"/>
              </a:ext>
            </a:extLst>
          </p:cNvPr>
          <p:cNvGrpSpPr/>
          <p:nvPr/>
        </p:nvGrpSpPr>
        <p:grpSpPr>
          <a:xfrm>
            <a:off x="5234615" y="4581193"/>
            <a:ext cx="598449" cy="307777"/>
            <a:chOff x="1550604" y="3020176"/>
            <a:chExt cx="598449" cy="434647"/>
          </a:xfrm>
        </p:grpSpPr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5E412A53-0525-B212-0685-C18E272D0DF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24C0E10F-C8F2-E438-7C89-40572C166CB4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CAD00C14-E1B8-0A9D-704B-37C87017650E}"/>
              </a:ext>
            </a:extLst>
          </p:cNvPr>
          <p:cNvCxnSpPr>
            <a:cxnSpLocks/>
          </p:cNvCxnSpPr>
          <p:nvPr/>
        </p:nvCxnSpPr>
        <p:spPr>
          <a:xfrm flipH="1">
            <a:off x="6166974" y="5153156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0F58C2D-60F6-6352-9B0E-DA3BA296BB3E}"/>
                  </a:ext>
                </a:extLst>
              </p:cNvPr>
              <p:cNvSpPr txBox="1"/>
              <p:nvPr/>
            </p:nvSpPr>
            <p:spPr>
              <a:xfrm>
                <a:off x="6571264" y="4926477"/>
                <a:ext cx="1309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</a:rPr>
                  <a:t>-subtree</a:t>
                </a:r>
                <a:endParaRPr lang="en-CN" sz="2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0F58C2D-60F6-6352-9B0E-DA3BA296B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264" y="4926477"/>
                <a:ext cx="1309076" cy="369332"/>
              </a:xfrm>
              <a:prstGeom prst="rect">
                <a:avLst/>
              </a:prstGeom>
              <a:blipFill>
                <a:blip r:embed="rId6"/>
                <a:stretch>
                  <a:fillRect l="-10577" t="-22581" r="-13462" b="-419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1446E59-7F18-300D-9B00-041BB122DFDB}"/>
                  </a:ext>
                </a:extLst>
              </p:cNvPr>
              <p:cNvSpPr txBox="1"/>
              <p:nvPr/>
            </p:nvSpPr>
            <p:spPr>
              <a:xfrm>
                <a:off x="5535916" y="4166827"/>
                <a:ext cx="1306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i="1" dirty="0">
                    <a:solidFill>
                      <a:srgbClr val="00B050"/>
                    </a:solidFill>
                  </a:rPr>
                  <a:t>-subtree</a:t>
                </a:r>
                <a:endParaRPr lang="en-CN" sz="2400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1446E59-7F18-300D-9B00-041BB122D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916" y="4166827"/>
                <a:ext cx="1306896" cy="369332"/>
              </a:xfrm>
              <a:prstGeom prst="rect">
                <a:avLst/>
              </a:prstGeom>
              <a:blipFill>
                <a:blip r:embed="rId7"/>
                <a:stretch>
                  <a:fillRect l="-7619" t="-26667" r="-12381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77E9FCA-B338-400D-46E9-04CE368E21D3}"/>
                  </a:ext>
                </a:extLst>
              </p:cNvPr>
              <p:cNvSpPr txBox="1"/>
              <p:nvPr/>
            </p:nvSpPr>
            <p:spPr>
              <a:xfrm>
                <a:off x="4079600" y="4159665"/>
                <a:ext cx="1322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chemeClr val="accent1"/>
                    </a:solidFill>
                  </a:rPr>
                  <a:t>subtree</a:t>
                </a: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77E9FCA-B338-400D-46E9-04CE368E2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600" y="4159665"/>
                <a:ext cx="1322926" cy="369332"/>
              </a:xfrm>
              <a:prstGeom prst="rect">
                <a:avLst/>
              </a:prstGeom>
              <a:blipFill>
                <a:blip r:embed="rId8"/>
                <a:stretch>
                  <a:fillRect l="-8571" t="-23333" r="-13333" b="-4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TextBox 158">
            <a:extLst>
              <a:ext uri="{FF2B5EF4-FFF2-40B4-BE49-F238E27FC236}">
                <a16:creationId xmlns:a16="http://schemas.microsoft.com/office/drawing/2014/main" id="{9177CDC0-3CB7-4D37-3542-98A9374ED6F7}"/>
              </a:ext>
            </a:extLst>
          </p:cNvPr>
          <p:cNvSpPr txBox="1"/>
          <p:nvPr/>
        </p:nvSpPr>
        <p:spPr>
          <a:xfrm>
            <a:off x="5016534" y="467114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7597908-26B6-B606-B54A-A1B71B0ECFAC}"/>
              </a:ext>
            </a:extLst>
          </p:cNvPr>
          <p:cNvSpPr txBox="1"/>
          <p:nvPr/>
        </p:nvSpPr>
        <p:spPr>
          <a:xfrm>
            <a:off x="5615533" y="467114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AC09F5F4-C53A-36D2-416F-A670CBCF5DFB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91A71A-C5E1-10D7-8635-159E525CD43B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FCCEE3-CA6B-3317-992C-4A5C1C8DF8B1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0E5BBB-5FFF-777B-A486-4A17A0EE1DCC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A6DB447-42C5-D5C5-D5A0-6D84C42934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CBD11BB-4E15-FE22-FE32-1E3DC87B9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102090C-FBDD-04E6-0DE6-DF7C3AF4CB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B6F313C-721D-3444-4FCA-2B70726A9E77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B6F313C-721D-3444-4FCA-2B70726A9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9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3EAE1E-88BB-5864-4A15-CAF18C67781C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3EAE1E-88BB-5864-4A15-CAF18C6778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10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22F642-1DA9-3D95-F845-5F267430AE75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22F642-1DA9-3D95-F845-5F267430A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11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036053"/>
      </p:ext>
    </p:extLst>
  </p:cSld>
  <p:clrMapOvr>
    <a:masterClrMapping/>
  </p:clrMapOvr>
  <p:transition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AE76-8E78-3E58-2744-30B9EE55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27DBAD-416C-0FAF-A709-7E753B17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8AE985-5C8F-B749-269D-82D797E1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04680016-9C5D-1314-E06D-1C152A2D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DE0040-9990-5672-21E8-25C09FF85691}"/>
              </a:ext>
            </a:extLst>
          </p:cNvPr>
          <p:cNvSpPr txBox="1"/>
          <p:nvPr/>
        </p:nvSpPr>
        <p:spPr>
          <a:xfrm>
            <a:off x="3943324" y="1701643"/>
            <a:ext cx="7606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In the following proof, we assume </a:t>
            </a:r>
            <a:r>
              <a:rPr lang="en-US" b="1" dirty="0"/>
              <a:t>u</a:t>
            </a:r>
            <a:r>
              <a:rPr lang="en-US" dirty="0"/>
              <a:t> and </a:t>
            </a:r>
            <a:r>
              <a:rPr lang="en-US" b="1" dirty="0"/>
              <a:t>v</a:t>
            </a:r>
            <a:r>
              <a:rPr lang="en-US" dirty="0"/>
              <a:t> are not connected; the connected case follows by the same reasoning and will not be discussed separately.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F53D6A-58CD-0111-0473-6916D7619B22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E2DABB-DEF6-9D40-DCB1-D5C8C2DFF00E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B5C719-1860-A02C-06F7-55502F763B79}"/>
              </a:ext>
            </a:extLst>
          </p:cNvPr>
          <p:cNvSpPr/>
          <p:nvPr/>
        </p:nvSpPr>
        <p:spPr>
          <a:xfrm>
            <a:off x="1286432" y="1959341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52AA7A6-84AF-BA33-F818-3029C3DF9DFD}"/>
              </a:ext>
            </a:extLst>
          </p:cNvPr>
          <p:cNvSpPr/>
          <p:nvPr/>
        </p:nvSpPr>
        <p:spPr>
          <a:xfrm>
            <a:off x="2561464" y="2968802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580CDA-B338-A127-8B87-D6D78D19D422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398777-F930-9A14-5876-5DBFC7A1C030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3FAD0EB8-B8B7-3196-3595-814B591FFA55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162CCB-194E-83A7-C951-A3C2177FD862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D75E49-1E90-7733-6B55-AE974C9DA7EB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DE016D-CAF0-2AC2-8A72-82E362B2593C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427225" y="2565994"/>
            <a:ext cx="45196" cy="96070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423AF2A-3C77-E639-63A4-A42640696BDC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ABE7682-DD37-6DB6-9DCD-F16AA612AED9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4F15402-1B2E-A198-CDAA-0049D7E0FCEB}"/>
              </a:ext>
            </a:extLst>
          </p:cNvPr>
          <p:cNvCxnSpPr>
            <a:cxnSpLocks/>
            <a:endCxn id="31" idx="7"/>
          </p:cNvCxnSpPr>
          <p:nvPr/>
        </p:nvCxnSpPr>
        <p:spPr>
          <a:xfrm flipH="1">
            <a:off x="2328940" y="3391932"/>
            <a:ext cx="262090" cy="10493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2BCCC6-D1CF-B46F-597B-D317C3DA8680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3CB193-04DE-8180-3021-7B0A1075CF74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D75F232-C5CF-1CA6-7C77-0C8B687102D0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C9F001E-994C-2A93-4461-06C0E161F45A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277933F-FD67-1819-5F50-6A0D4C7D41C0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04243" y="2477152"/>
            <a:ext cx="22302" cy="40383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47005DA-B697-DD38-D7CC-69F0929D360E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BD915D-5CDD-9AA2-495B-54996BA679BC}"/>
              </a:ext>
            </a:extLst>
          </p:cNvPr>
          <p:cNvSpPr/>
          <p:nvPr/>
        </p:nvSpPr>
        <p:spPr>
          <a:xfrm>
            <a:off x="1664011" y="288098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D357A1-214E-772B-4ED6-CB1C54F2AC1D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158445"/>
            <a:ext cx="169462" cy="4158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C7B781-3BE2-569E-EF92-56DC76ECA8E6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1941474" y="3158445"/>
            <a:ext cx="157608" cy="33842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C69E528-00C0-C8F6-F7C0-078AD7B32ADF}"/>
              </a:ext>
            </a:extLst>
          </p:cNvPr>
          <p:cNvCxnSpPr>
            <a:cxnSpLocks/>
            <a:stCxn id="26" idx="5"/>
            <a:endCxn id="24" idx="0"/>
          </p:cNvCxnSpPr>
          <p:nvPr/>
        </p:nvCxnSpPr>
        <p:spPr>
          <a:xfrm flipH="1">
            <a:off x="2899778" y="3486613"/>
            <a:ext cx="179497" cy="89782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BB697255-BD9C-472C-A4A4-A1BE6B2B1198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3FC92B-B926-7744-F21C-17A8A146F001}"/>
              </a:ext>
            </a:extLst>
          </p:cNvPr>
          <p:cNvSpPr/>
          <p:nvPr/>
        </p:nvSpPr>
        <p:spPr>
          <a:xfrm>
            <a:off x="2015463" y="2466333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54ADF5-19A8-123F-46B5-17B48C05B079}"/>
              </a:ext>
            </a:extLst>
          </p:cNvPr>
          <p:cNvCxnSpPr>
            <a:cxnSpLocks/>
            <a:stCxn id="25" idx="6"/>
            <a:endCxn id="9" idx="1"/>
          </p:cNvCxnSpPr>
          <p:nvPr/>
        </p:nvCxnSpPr>
        <p:spPr>
          <a:xfrm>
            <a:off x="1893085" y="2262668"/>
            <a:ext cx="169983" cy="2512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4A21D8-7126-5E03-209D-8E7815ED89DA}"/>
              </a:ext>
            </a:extLst>
          </p:cNvPr>
          <p:cNvCxnSpPr>
            <a:cxnSpLocks/>
            <a:stCxn id="9" idx="5"/>
            <a:endCxn id="26" idx="1"/>
          </p:cNvCxnSpPr>
          <p:nvPr/>
        </p:nvCxnSpPr>
        <p:spPr>
          <a:xfrm>
            <a:off x="2292926" y="2743796"/>
            <a:ext cx="357380" cy="31384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259F932-00F2-9936-9E69-55DB654229AD}"/>
              </a:ext>
            </a:extLst>
          </p:cNvPr>
          <p:cNvCxnSpPr>
            <a:cxnSpLocks/>
            <a:stCxn id="9" idx="4"/>
            <a:endCxn id="31" idx="0"/>
          </p:cNvCxnSpPr>
          <p:nvPr/>
        </p:nvCxnSpPr>
        <p:spPr>
          <a:xfrm>
            <a:off x="2177997" y="2791401"/>
            <a:ext cx="36014" cy="6578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BA26121-DC2F-0ECA-052A-3FBDB85FFFD9}"/>
              </a:ext>
            </a:extLst>
          </p:cNvPr>
          <p:cNvSpPr/>
          <p:nvPr/>
        </p:nvSpPr>
        <p:spPr>
          <a:xfrm>
            <a:off x="2609539" y="3012231"/>
            <a:ext cx="521558" cy="52155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9DCEEE-D855-EB94-5F3B-C2D4228DD38B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Proof: Our Algorithm Generates a Single-Occurrence MUX Tree Whenever Possible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FEF93D-E5FF-DF36-0CAB-951D543D1AD0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18E29FA-BF47-A4A4-5A09-D83B681E38AF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5F4FFCD-0827-A463-12E5-1364E9214B9E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DB4DC02-35BC-1D1C-4FE5-8826D00EC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FFD6B13-238F-5E35-B175-0A30F66135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A59CB6-DE56-66BD-293C-3BDA3F4C06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E54AC32-26E2-0F25-0A0B-13036C40F959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E54AC32-26E2-0F25-0A0B-13036C40F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145A60B-F985-44DF-11BD-0038BDF6B69A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145A60B-F985-44DF-11BD-0038BDF6B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4BDD8A2-CE01-7F43-909C-7B05CE869166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4BDD8A2-CE01-7F43-909C-7B05CE869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13573708"/>
      </p:ext>
    </p:extLst>
  </p:cSld>
  <p:clrMapOvr>
    <a:masterClrMapping/>
  </p:clrMapOvr>
  <p:transition>
    <p:wipe dir="r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509A-75B4-8EBF-FF59-75EF9335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3112D6-C6BF-6365-F408-00C25CF8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BF58A9-50D1-7DB9-75E3-B97498C8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8C84EE07-07B8-D824-17B9-2FC9A978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9A90BAF-E057-C612-E37A-0BA622448CF7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Proof: Our Algorithm Generates a Single-Occurrence MUX Tree Whenever Possible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F5D57A-7C47-4F27-F992-D57AA362A9F9}"/>
              </a:ext>
            </a:extLst>
          </p:cNvPr>
          <p:cNvSpPr txBox="1"/>
          <p:nvPr/>
        </p:nvSpPr>
        <p:spPr>
          <a:xfrm>
            <a:off x="3943324" y="1701643"/>
            <a:ext cx="776803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contradiction.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there exist vertices that belong to both </a:t>
            </a:r>
            <a:r>
              <a:rPr lang="en-US" b="1" dirty="0"/>
              <a:t>G</a:t>
            </a:r>
            <a:r>
              <a:rPr lang="en-US" dirty="0"/>
              <a:t> and </a:t>
            </a:r>
            <a:r>
              <a:rPr lang="en-US" b="1" dirty="0"/>
              <a:t>H</a:t>
            </a:r>
            <a:r>
              <a:rPr lang="en-US" dirty="0"/>
              <a:t> in some iteration of the decomposition, we can always find a vertex </a:t>
            </a:r>
            <a:r>
              <a:rPr lang="en-US" i="1" dirty="0"/>
              <a:t>c</a:t>
            </a:r>
            <a:r>
              <a:rPr lang="en-US" dirty="0"/>
              <a:t> whose every predecessor belongs exclusively to either </a:t>
            </a:r>
            <a:r>
              <a:rPr lang="en-US" b="1" dirty="0"/>
              <a:t>G</a:t>
            </a:r>
            <a:r>
              <a:rPr lang="en-US" dirty="0"/>
              <a:t> or </a:t>
            </a:r>
            <a:r>
              <a:rPr lang="en-US" b="1" dirty="0"/>
              <a:t>H</a:t>
            </a:r>
            <a:r>
              <a:rPr lang="en-US" dirty="0"/>
              <a:t>, but not both.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FC199F-C88D-47A3-295D-2B7D91839915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DCF36C-E7E6-EFB1-5C2D-0E03D881497C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919512-A446-CDAE-6CFD-6153AF06354F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4DC1F03-AACB-8C9A-44A1-EE68FE792F71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9CB36F-75C0-9043-EA2F-8980C0E98A97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5A1918-9763-2AD4-9112-9A87B42ACE01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325FC476-CF4E-A6F1-6B44-BB776AA79F02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045D425-0DE8-BB3B-F01D-D3F09A761E74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F8FA79-3B94-744B-F9B4-F98EB7942011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A77E2F-8BCC-6FCE-6C04-23BDF0562AF7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6CB456-A82B-ADA2-B646-BE3B587B9F95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23DA96-967E-FC06-61AB-C759CDFC7536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BF41F9-5461-A14B-4E6B-AC9B77C7225D}"/>
              </a:ext>
            </a:extLst>
          </p:cNvPr>
          <p:cNvCxnSpPr>
            <a:cxnSpLocks/>
            <a:stCxn id="26" idx="3"/>
            <a:endCxn id="31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D0CFC9-85DF-FFAC-D9FC-172D8A8D8513}"/>
              </a:ext>
            </a:extLst>
          </p:cNvPr>
          <p:cNvCxnSpPr>
            <a:cxnSpLocks/>
            <a:stCxn id="26" idx="4"/>
            <a:endCxn id="138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5EE025-898A-09DF-D18D-3205B78CBFB0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EF788F-B7F7-11EF-A12A-B130B01C6A6A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9F552E7-E588-D5F6-AEE4-FBF93979888C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EE2380A-D6C3-300F-89D6-AB6D5520A42A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75A0D4A-49F7-9A58-96B9-E63BCFA69AFB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0902408-D781-5E46-E434-E329B0D4D03A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C5716E2-2BB1-86D6-6154-372947F142D8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EDB4E3-9979-4B41-A924-A9EF8DBB3465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85C91E76-A963-1209-61F8-2AB12A3D6CD3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2F30E72-CCB5-1385-610D-9F4969C91187}"/>
              </a:ext>
            </a:extLst>
          </p:cNvPr>
          <p:cNvCxnSpPr>
            <a:cxnSpLocks/>
            <a:stCxn id="138" idx="3"/>
            <a:endCxn id="32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CA42BFD-3DE5-CB1E-9CC1-56C14E4110C3}"/>
              </a:ext>
            </a:extLst>
          </p:cNvPr>
          <p:cNvCxnSpPr>
            <a:cxnSpLocks/>
            <a:stCxn id="138" idx="4"/>
            <a:endCxn id="2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36968A6-7627-051A-77E1-9BE109B6FA2A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6EDFC0-31B8-9E8F-B611-E807E0E62E05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51FA99-FB01-5D7A-E9A0-93144B04314A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74DE10-52D3-864D-306D-729102963D63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648047-D2EC-7327-5FA2-2051CE366949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7E0AD2E-1983-1B61-6060-613C7606A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80333B4-AF77-9C0B-242E-53258A6D4F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9F47111-996A-167F-C6F1-5387692682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CB0CD54-9324-3445-2545-48B2379B4AB0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CB0CD54-9324-3445-2545-48B2379B4A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C50FF93-A5D2-7C6C-95BA-7BAED16E201F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C50FF93-A5D2-7C6C-95BA-7BAED16E2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3D4D3F6-8D4C-FF38-88DB-EE45B27320BC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3D4D3F6-8D4C-FF38-88DB-EE45B2732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12489659"/>
      </p:ext>
    </p:extLst>
  </p:cSld>
  <p:clrMapOvr>
    <a:masterClrMapping/>
  </p:clrMapOvr>
  <p:transition>
    <p:wipe dir="r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4D51-2F9C-10F9-1ECB-4761EBC7F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8A37E9-9B26-B0E9-976D-6F564E40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1A68AD-04DD-1782-5169-F2BCF180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DE2A2BDD-021A-CC6E-6CB1-B3B07E70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498417B-07FD-9ECC-13D7-3FF046FE8115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Proof: Our Algorithm Generates a Single-Occurrence MUX Tree Whenever Possible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CE3C02-D9F9-669F-CB98-A17E123DCF5F}"/>
              </a:ext>
            </a:extLst>
          </p:cNvPr>
          <p:cNvSpPr txBox="1"/>
          <p:nvPr/>
        </p:nvSpPr>
        <p:spPr>
          <a:xfrm>
            <a:off x="3943324" y="1701643"/>
            <a:ext cx="776803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contradiction.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there exist vertices that belong to both </a:t>
            </a:r>
            <a:r>
              <a:rPr lang="en-US" b="1" dirty="0"/>
              <a:t>G</a:t>
            </a:r>
            <a:r>
              <a:rPr lang="en-US" dirty="0"/>
              <a:t> and </a:t>
            </a:r>
            <a:r>
              <a:rPr lang="en-US" b="1" dirty="0"/>
              <a:t>H</a:t>
            </a:r>
            <a:r>
              <a:rPr lang="en-US" dirty="0"/>
              <a:t> in some iteration of the decomposition, we can always find a vertex </a:t>
            </a:r>
            <a:r>
              <a:rPr lang="en-US" i="1" dirty="0"/>
              <a:t>c</a:t>
            </a:r>
            <a:r>
              <a:rPr lang="en-US" dirty="0"/>
              <a:t> whose every predecessor belongs exclusively to either </a:t>
            </a:r>
            <a:r>
              <a:rPr lang="en-US" b="1" dirty="0"/>
              <a:t>G</a:t>
            </a:r>
            <a:r>
              <a:rPr lang="en-US" dirty="0"/>
              <a:t> or </a:t>
            </a:r>
            <a:r>
              <a:rPr lang="en-US" b="1" dirty="0"/>
              <a:t>H</a:t>
            </a:r>
            <a:r>
              <a:rPr lang="en-US" dirty="0"/>
              <a:t>, but not both.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List all paths from </a:t>
            </a:r>
            <a:r>
              <a:rPr lang="en-US" i="1" dirty="0"/>
              <a:t>u</a:t>
            </a:r>
            <a:r>
              <a:rPr lang="en-US" dirty="0"/>
              <a:t> or </a:t>
            </a:r>
            <a:r>
              <a:rPr lang="en-US" i="1" dirty="0"/>
              <a:t>v</a:t>
            </a:r>
            <a:r>
              <a:rPr lang="en-US" dirty="0"/>
              <a:t> to </a:t>
            </a:r>
            <a:r>
              <a:rPr lang="en-US" i="1" dirty="0"/>
              <a:t>c</a:t>
            </a:r>
            <a:r>
              <a:rPr lang="en-US" dirty="0"/>
              <a:t>, and consider all vertices on these paths excluding </a:t>
            </a:r>
            <a:r>
              <a:rPr lang="en-US" i="1" dirty="0"/>
              <a:t>c</a:t>
            </a:r>
            <a:r>
              <a:rPr lang="en-US" dirty="0"/>
              <a:t>.</a:t>
            </a:r>
            <a:r>
              <a:rPr lang="zh-CN" altLang="en-US" dirty="0"/>
              <a:t> </a:t>
            </a:r>
            <a:r>
              <a:rPr lang="en-US" dirty="0"/>
              <a:t>There must exist at least one vertex whose successor does not belong to these paths; otherwise, </a:t>
            </a:r>
            <a:r>
              <a:rPr lang="en-US" i="1" dirty="0"/>
              <a:t>c</a:t>
            </a:r>
            <a:r>
              <a:rPr lang="en-US" dirty="0"/>
              <a:t> would post</a:t>
            </a:r>
            <a:r>
              <a:rPr lang="en-US" altLang="zh-CN" dirty="0"/>
              <a:t>-</a:t>
            </a:r>
            <a:r>
              <a:rPr lang="en-US" dirty="0"/>
              <a:t>dominate both </a:t>
            </a:r>
            <a:r>
              <a:rPr lang="en-US" i="1" dirty="0"/>
              <a:t>u</a:t>
            </a:r>
            <a:r>
              <a:rPr lang="en-US" dirty="0"/>
              <a:t> and </a:t>
            </a:r>
            <a:r>
              <a:rPr lang="en-US" i="1" dirty="0"/>
              <a:t>v</a:t>
            </a:r>
            <a:r>
              <a:rPr lang="en-US" dirty="0"/>
              <a:t>, contradicting the ROBDD property.</a:t>
            </a:r>
            <a:r>
              <a:rPr lang="zh-CN" altLang="en-US" dirty="0"/>
              <a:t> </a:t>
            </a:r>
            <a:r>
              <a:rPr lang="en-US" dirty="0"/>
              <a:t>We denote the set of such successors as </a:t>
            </a:r>
            <a:r>
              <a:rPr lang="en-US" b="1" dirty="0"/>
              <a:t>D</a:t>
            </a:r>
            <a:r>
              <a:rPr lang="en-US" dirty="0"/>
              <a:t>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4BD415-4BC4-4299-7592-93D3D6467259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915732-4F75-3A61-C8E1-1F4B68AB9C53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62A104-32E6-10FE-3768-6AE36BBE1D41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7748D5-FDC5-2E31-ED91-70113853AC6F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BC6E12-8E72-E9B8-5B4F-6A6FC1747A2B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601663-0628-78D9-C18D-1A45A3021320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73EA1D2B-2A8C-8354-89B7-C131F67A2CAA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0636D3-D691-8047-03F4-BFEFA2F81191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BCCA443-B9D2-78F2-DE80-A7F246CF5B40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E3C3E3-084A-A2E4-DA7D-158A0AD59BC1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AB1AAD-D117-0448-B575-B6A156BF891A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7459725-7811-8705-3507-85C17D94C7C2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E2271F-4CCD-B932-8343-3D3F1322C9A1}"/>
              </a:ext>
            </a:extLst>
          </p:cNvPr>
          <p:cNvCxnSpPr>
            <a:cxnSpLocks/>
            <a:stCxn id="26" idx="3"/>
            <a:endCxn id="31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43B0BE9-F703-BF4D-0F06-1A543830511E}"/>
              </a:ext>
            </a:extLst>
          </p:cNvPr>
          <p:cNvCxnSpPr>
            <a:cxnSpLocks/>
            <a:stCxn id="26" idx="4"/>
            <a:endCxn id="138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5A2D5C-72D2-577D-391B-9B6FB8BE594D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7B3B56-DCD1-C0EA-01F4-30C62BCAF7E4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06D4C9-DDD0-E0D7-71F1-9A57BF060E91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BAAFD0F-FB54-5872-E504-DE8E9E3C7776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B25EDE3-896B-7DA1-84F6-51DC7E9E601F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D50763D-E097-3034-1C9F-3D042F7FD144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794EEDB-7E70-C19B-BBD3-2AAD0EBFB249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FB4E869-2843-36D9-A2A0-0137A7662595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C31DCA63-FDF5-08D8-0907-FA62A4CBA725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F0DC265-E60A-0C59-A2D5-DD0952C0382F}"/>
              </a:ext>
            </a:extLst>
          </p:cNvPr>
          <p:cNvCxnSpPr>
            <a:cxnSpLocks/>
            <a:stCxn id="138" idx="3"/>
            <a:endCxn id="32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69AA4D0-C91B-50CE-7205-22080B9F9861}"/>
              </a:ext>
            </a:extLst>
          </p:cNvPr>
          <p:cNvCxnSpPr>
            <a:cxnSpLocks/>
            <a:stCxn id="138" idx="4"/>
            <a:endCxn id="2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CE885EE-9F64-6062-7D73-15BDEDF5E248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04DC9A-AE5B-99A8-97E6-0B9942EF3945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0C3C6DA-F020-857D-740A-2D9E2A3763E5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706AA7-99CB-BA6C-1670-12510622EB2F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A107760-85F9-E256-CD78-8D7AC7C05039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41EE97A-CC72-7A3E-BD00-CF0C9A5E6A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E812895-7AAD-4327-0EEA-C26E8C584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8615B66-8B38-D9FC-9521-F36CBFF7C1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7FDB156-E229-9950-1E74-3E095B891D76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7FDB156-E229-9950-1E74-3E095B891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A6B872-7329-6472-4A46-4141423B839A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A6B872-7329-6472-4A46-4141423B8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F0BBC0-562E-2493-346E-FE072195C715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F0BBC0-562E-2493-346E-FE072195C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2989533"/>
      </p:ext>
    </p:extLst>
  </p:cSld>
  <p:clrMapOvr>
    <a:masterClrMapping/>
  </p:clrMapOvr>
  <p:transition>
    <p:wipe dir="r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E9FD-B085-26EC-78AA-F62647E1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2FFF18-899B-2683-CB84-3B7FADD44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6B09DB-A199-A4D2-A9B6-1C7DF2FA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6B274876-55A3-F001-05E5-A7A07FD3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885A3BF-F389-0F58-2FB0-228AB7B8A125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Proof: Our Algorithm Generates a Single-Occurrence MUX Tree Whenever Possible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11A65E-C71C-69AF-6139-E4584122C836}"/>
              </a:ext>
            </a:extLst>
          </p:cNvPr>
          <p:cNvSpPr txBox="1"/>
          <p:nvPr/>
        </p:nvSpPr>
        <p:spPr>
          <a:xfrm>
            <a:off x="3943324" y="1701643"/>
            <a:ext cx="776803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contradiction.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there exist vertices that belong to both </a:t>
            </a:r>
            <a:r>
              <a:rPr lang="en-US" b="1" dirty="0"/>
              <a:t>G</a:t>
            </a:r>
            <a:r>
              <a:rPr lang="en-US" dirty="0"/>
              <a:t> and </a:t>
            </a:r>
            <a:r>
              <a:rPr lang="en-US" b="1" dirty="0"/>
              <a:t>H</a:t>
            </a:r>
            <a:r>
              <a:rPr lang="en-US" dirty="0"/>
              <a:t> in some iteration of the decomposition, we can always find a vertex </a:t>
            </a:r>
            <a:r>
              <a:rPr lang="en-US" i="1" dirty="0"/>
              <a:t>c</a:t>
            </a:r>
            <a:r>
              <a:rPr lang="en-US" dirty="0"/>
              <a:t> whose every predecessor belongs exclusively to either </a:t>
            </a:r>
            <a:r>
              <a:rPr lang="en-US" b="1" dirty="0"/>
              <a:t>G</a:t>
            </a:r>
            <a:r>
              <a:rPr lang="en-US" dirty="0"/>
              <a:t> or </a:t>
            </a:r>
            <a:r>
              <a:rPr lang="en-US" b="1" dirty="0"/>
              <a:t>H</a:t>
            </a:r>
            <a:r>
              <a:rPr lang="en-US" dirty="0"/>
              <a:t>, but not both.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List all paths from </a:t>
            </a:r>
            <a:r>
              <a:rPr lang="en-US" i="1" dirty="0"/>
              <a:t>u</a:t>
            </a:r>
            <a:r>
              <a:rPr lang="en-US" dirty="0"/>
              <a:t> or </a:t>
            </a:r>
            <a:r>
              <a:rPr lang="en-US" i="1" dirty="0"/>
              <a:t>v</a:t>
            </a:r>
            <a:r>
              <a:rPr lang="en-US" dirty="0"/>
              <a:t> to </a:t>
            </a:r>
            <a:r>
              <a:rPr lang="en-US" i="1" dirty="0"/>
              <a:t>c</a:t>
            </a:r>
            <a:r>
              <a:rPr lang="en-US" dirty="0"/>
              <a:t>, and consider all vertices on these paths excluding </a:t>
            </a:r>
            <a:r>
              <a:rPr lang="en-US" i="1" dirty="0"/>
              <a:t>c</a:t>
            </a:r>
            <a:r>
              <a:rPr lang="en-US" dirty="0"/>
              <a:t>.</a:t>
            </a:r>
            <a:r>
              <a:rPr lang="zh-CN" altLang="en-US" dirty="0"/>
              <a:t> </a:t>
            </a:r>
            <a:r>
              <a:rPr lang="en-US" dirty="0"/>
              <a:t>There must exist at least one vertex whose successor does not belong to these paths; otherwise, </a:t>
            </a:r>
            <a:r>
              <a:rPr lang="en-US" i="1" dirty="0"/>
              <a:t>c</a:t>
            </a:r>
            <a:r>
              <a:rPr lang="en-US" dirty="0"/>
              <a:t> would post</a:t>
            </a:r>
            <a:r>
              <a:rPr lang="en-US" altLang="zh-CN" dirty="0"/>
              <a:t>-</a:t>
            </a:r>
            <a:r>
              <a:rPr lang="en-US" dirty="0"/>
              <a:t>dominate both </a:t>
            </a:r>
            <a:r>
              <a:rPr lang="en-US" i="1" dirty="0"/>
              <a:t>u</a:t>
            </a:r>
            <a:r>
              <a:rPr lang="en-US" dirty="0"/>
              <a:t> and </a:t>
            </a:r>
            <a:r>
              <a:rPr lang="en-US" i="1" dirty="0"/>
              <a:t>v</a:t>
            </a:r>
            <a:r>
              <a:rPr lang="en-US" dirty="0"/>
              <a:t>, contradicting the ROBDD property.</a:t>
            </a:r>
            <a:r>
              <a:rPr lang="zh-CN" altLang="en-US" dirty="0"/>
              <a:t> </a:t>
            </a:r>
            <a:r>
              <a:rPr lang="en-US" dirty="0"/>
              <a:t>We denote the set of such successors as </a:t>
            </a:r>
            <a:r>
              <a:rPr lang="en-US" b="1" dirty="0"/>
              <a:t>D</a:t>
            </a:r>
            <a:r>
              <a:rPr lang="en-US" dirty="0"/>
              <a:t>. </a:t>
            </a:r>
            <a:r>
              <a:rPr lang="en-US" altLang="zh-CN" dirty="0"/>
              <a:t>(</a:t>
            </a:r>
            <a:r>
              <a:rPr lang="en-US" altLang="zh-CN" b="1" dirty="0"/>
              <a:t>D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terminal</a:t>
            </a:r>
            <a:r>
              <a:rPr lang="zh-CN" altLang="en-US" dirty="0"/>
              <a:t> </a:t>
            </a:r>
            <a:r>
              <a:rPr lang="en-US" altLang="zh-CN" dirty="0"/>
              <a:t>vertices)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4A3C10-ED6F-51E7-6319-E430DAF5E804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8470AA-6FEA-9F93-EC4D-985750DD6916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2EED39F-D171-8C23-4A93-E70E82BA7994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257084-A46C-06E8-08B9-BA19184CC921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F13075-43BF-ECD4-35E5-D8935B93304A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C3EAD5F-4932-A99E-57F0-5A819603430C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736AC28A-C687-AD20-9F1C-690C963BD5C4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B75CEF9-9101-99C2-20B1-90DE8B2C4017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E6EA51-84E7-4666-11EC-062CE84B852F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C19D7DD-BD55-0522-B72A-CD383E1196CC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B00FA1-FAC8-C85E-1590-A7A90648C103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598E586-8FA5-686D-490F-96049F444EB4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98E6D11-4902-8CA2-8344-3CAB06B4A9FE}"/>
              </a:ext>
            </a:extLst>
          </p:cNvPr>
          <p:cNvCxnSpPr>
            <a:cxnSpLocks/>
            <a:stCxn id="26" idx="3"/>
            <a:endCxn id="31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B3CD66-F944-38B5-4948-7DF91094D37D}"/>
              </a:ext>
            </a:extLst>
          </p:cNvPr>
          <p:cNvCxnSpPr>
            <a:cxnSpLocks/>
            <a:stCxn id="26" idx="4"/>
            <a:endCxn id="138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5F5B43-81CD-CC0D-98CA-90C40F265215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3A1EA2-94A8-CB5A-5F42-B57961AE9E2A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4AD3F30-D2BB-D776-DD34-926AED95A25F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61BCA51-D8B6-8293-2C21-013B0A8DC5A8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2D472D6-AEA8-3A36-F2BC-92A84D2DB900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1C8336A-3AA7-9965-BF81-EB904986BD87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FE6D533-6C4F-8AA1-AA84-CA03FB15E7E3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D88C0C-F554-75A4-C0F3-C7242BCBA7E1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227FA2CD-2FAB-2D09-D49E-6D389FB3EFBD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FBED55D-801B-2419-2226-0AFFFBA2A605}"/>
              </a:ext>
            </a:extLst>
          </p:cNvPr>
          <p:cNvCxnSpPr>
            <a:cxnSpLocks/>
            <a:stCxn id="138" idx="3"/>
            <a:endCxn id="32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3BA2CE4-5E3A-0805-6BFF-0CAAD0E61AB7}"/>
              </a:ext>
            </a:extLst>
          </p:cNvPr>
          <p:cNvCxnSpPr>
            <a:cxnSpLocks/>
            <a:stCxn id="138" idx="4"/>
            <a:endCxn id="2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6C26F04-1333-4624-09D0-B9FE80A34EFB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4C54E2-DCE5-5EB8-136D-F9E6E9277B32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9A4D61-00D0-6C18-06D2-7A8C491E97CF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8621C6-E91D-55DC-2F82-8792CD77FC3F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DD7D84-B62D-C7AA-0F28-A130C53458D4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5B2B3E0-4C75-16A3-FDC5-80D794D048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6C92BC-6EB1-D56A-608A-70B809DB7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9293C90-9369-244F-26A7-6DE3B4B002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745D6D-70A3-9153-3629-EFC536DE84B1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745D6D-70A3-9153-3629-EFC536DE8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F2B44B-F94E-7F66-4EBF-40906073ED1C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F2B44B-F94E-7F66-4EBF-40906073E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D74AA55-8582-60EC-2D50-96E2B79C80B6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D74AA55-8582-60EC-2D50-96E2B79C8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73891048"/>
      </p:ext>
    </p:extLst>
  </p:cSld>
  <p:clrMapOvr>
    <a:masterClrMapping/>
  </p:clrMapOvr>
  <p:transition>
    <p:wipe dir="r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DB23-E71A-D3BE-0BD3-D1B6C27F1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82B61D-6C03-8D72-E3E8-810F2C81B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8F1B02-0533-1F87-1F00-68EF99E9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AC8AC996-AC8F-ACFD-C194-8CF696D9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2897CCD-1938-918A-8C47-6DA7BA8F25D7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Proof: Our Algorithm Generates a Single-Occurrence MUX Tree Whenever Possible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3498D4-3DFA-1A07-3E4F-5BBFC0BBB04B}"/>
              </a:ext>
            </a:extLst>
          </p:cNvPr>
          <p:cNvSpPr txBox="1"/>
          <p:nvPr/>
        </p:nvSpPr>
        <p:spPr>
          <a:xfrm>
            <a:off x="3943324" y="1701643"/>
            <a:ext cx="776803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contradiction.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there exist vertices that belong to both </a:t>
            </a:r>
            <a:r>
              <a:rPr lang="en-US" b="1" dirty="0"/>
              <a:t>G</a:t>
            </a:r>
            <a:r>
              <a:rPr lang="en-US" dirty="0"/>
              <a:t> and </a:t>
            </a:r>
            <a:r>
              <a:rPr lang="en-US" b="1" dirty="0"/>
              <a:t>H</a:t>
            </a:r>
            <a:r>
              <a:rPr lang="en-US" dirty="0"/>
              <a:t> in some iteration of the decomposition, we can always find a vertex </a:t>
            </a:r>
            <a:r>
              <a:rPr lang="en-US" i="1" dirty="0"/>
              <a:t>c</a:t>
            </a:r>
            <a:r>
              <a:rPr lang="en-US" dirty="0"/>
              <a:t> whose every predecessor belongs exclusively to either </a:t>
            </a:r>
            <a:r>
              <a:rPr lang="en-US" b="1" dirty="0"/>
              <a:t>G</a:t>
            </a:r>
            <a:r>
              <a:rPr lang="en-US" dirty="0"/>
              <a:t> or </a:t>
            </a:r>
            <a:r>
              <a:rPr lang="en-US" b="1" dirty="0"/>
              <a:t>H</a:t>
            </a:r>
            <a:r>
              <a:rPr lang="en-US" dirty="0"/>
              <a:t>, but not both.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List all paths from </a:t>
            </a:r>
            <a:r>
              <a:rPr lang="en-US" i="1" dirty="0"/>
              <a:t>u</a:t>
            </a:r>
            <a:r>
              <a:rPr lang="en-US" dirty="0"/>
              <a:t> or </a:t>
            </a:r>
            <a:r>
              <a:rPr lang="en-US" i="1" dirty="0"/>
              <a:t>v</a:t>
            </a:r>
            <a:r>
              <a:rPr lang="en-US" dirty="0"/>
              <a:t> to </a:t>
            </a:r>
            <a:r>
              <a:rPr lang="en-US" i="1" dirty="0"/>
              <a:t>c</a:t>
            </a:r>
            <a:r>
              <a:rPr lang="en-US" dirty="0"/>
              <a:t>, and consider all vertices on these paths excluding </a:t>
            </a:r>
            <a:r>
              <a:rPr lang="en-US" i="1" dirty="0"/>
              <a:t>c</a:t>
            </a:r>
            <a:r>
              <a:rPr lang="en-US" dirty="0"/>
              <a:t>.</a:t>
            </a:r>
            <a:r>
              <a:rPr lang="zh-CN" altLang="en-US" dirty="0"/>
              <a:t> </a:t>
            </a:r>
            <a:r>
              <a:rPr lang="en-US" dirty="0"/>
              <a:t>There must exist at least one vertex whose successor does not belong to these paths; otherwise, </a:t>
            </a:r>
            <a:r>
              <a:rPr lang="en-US" i="1" dirty="0"/>
              <a:t>c</a:t>
            </a:r>
            <a:r>
              <a:rPr lang="en-US" dirty="0"/>
              <a:t> would post</a:t>
            </a:r>
            <a:r>
              <a:rPr lang="en-US" altLang="zh-CN" dirty="0"/>
              <a:t>-</a:t>
            </a:r>
            <a:r>
              <a:rPr lang="en-US" dirty="0"/>
              <a:t>dominate both </a:t>
            </a:r>
            <a:r>
              <a:rPr lang="en-US" i="1" dirty="0"/>
              <a:t>u</a:t>
            </a:r>
            <a:r>
              <a:rPr lang="en-US" dirty="0"/>
              <a:t> and </a:t>
            </a:r>
            <a:r>
              <a:rPr lang="en-US" i="1" dirty="0"/>
              <a:t>v</a:t>
            </a:r>
            <a:r>
              <a:rPr lang="en-US" dirty="0"/>
              <a:t>, contradicting the ROBDD property.</a:t>
            </a:r>
            <a:r>
              <a:rPr lang="zh-CN" altLang="en-US" dirty="0"/>
              <a:t> </a:t>
            </a:r>
            <a:r>
              <a:rPr lang="en-US" dirty="0"/>
              <a:t>We denote the set of such successors as </a:t>
            </a:r>
            <a:r>
              <a:rPr lang="en-US" b="1" dirty="0"/>
              <a:t>D</a:t>
            </a:r>
            <a:r>
              <a:rPr lang="en-US" dirty="0"/>
              <a:t>. </a:t>
            </a:r>
            <a:r>
              <a:rPr lang="en-US" altLang="zh-CN" dirty="0"/>
              <a:t>(</a:t>
            </a:r>
            <a:r>
              <a:rPr lang="en-US" altLang="zh-CN" b="1" dirty="0"/>
              <a:t>D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terminal</a:t>
            </a:r>
            <a:r>
              <a:rPr lang="zh-CN" altLang="en-US" dirty="0"/>
              <a:t> </a:t>
            </a:r>
            <a:r>
              <a:rPr lang="en-US" altLang="zh-CN" dirty="0"/>
              <a:t>vertices)</a:t>
            </a: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|</a:t>
            </a:r>
            <a:r>
              <a:rPr lang="en-US" b="1" dirty="0"/>
              <a:t>D</a:t>
            </a:r>
            <a:r>
              <a:rPr lang="en-US" dirty="0"/>
              <a:t>|</a:t>
            </a:r>
            <a:r>
              <a:rPr lang="en-US" b="1" dirty="0"/>
              <a:t> </a:t>
            </a:r>
            <a:r>
              <a:rPr lang="en-US" dirty="0"/>
              <a:t>≥ 2; otherwise, </a:t>
            </a:r>
            <a:r>
              <a:rPr lang="en-US" i="1" dirty="0"/>
              <a:t>c</a:t>
            </a:r>
            <a:r>
              <a:rPr lang="en-US" dirty="0"/>
              <a:t> and the unique </a:t>
            </a:r>
            <a:r>
              <a:rPr lang="en-US" i="1" dirty="0"/>
              <a:t>d</a:t>
            </a:r>
            <a:r>
              <a:rPr lang="en-US" dirty="0"/>
              <a:t> would form a lower pair covering all paths, which contradicts our algorithm</a:t>
            </a:r>
            <a:r>
              <a:rPr lang="en-US" altLang="zh-CN" dirty="0"/>
              <a:t>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940DDA-C294-6539-9399-8FE6B8147F28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9E1E74-3349-90FF-D0C1-D5680D5DCBC3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394A03A-EE3F-2765-5757-BF8C073EFAC8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9A6FEE-18CC-0D60-39D3-0FD542A8314C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17A2F8-2064-E41A-6C74-77E7201CBB36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0AAE5E-2DBB-2836-DBDE-2760EFB410FB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FC9F35E0-067E-846A-C2A8-AD7B73C4C11C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071DF2-DEA6-997D-D7FA-E30856393497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525683-3A17-E33A-F4F4-1F7B45128019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5C1639-4D75-0813-93F5-31D6D09DBDA7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5C921E-DB66-AE37-3D61-6574671E062B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2DC264-01BB-BD6D-22FE-7E0117D5416D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986C26-7F09-5035-0A12-2B2082E046CB}"/>
              </a:ext>
            </a:extLst>
          </p:cNvPr>
          <p:cNvCxnSpPr>
            <a:cxnSpLocks/>
            <a:stCxn id="26" idx="3"/>
            <a:endCxn id="31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277B9C2-799A-2E18-9DA9-D62C4442FDB7}"/>
              </a:ext>
            </a:extLst>
          </p:cNvPr>
          <p:cNvCxnSpPr>
            <a:cxnSpLocks/>
            <a:stCxn id="26" idx="4"/>
            <a:endCxn id="29" idx="6"/>
          </p:cNvCxnSpPr>
          <p:nvPr/>
        </p:nvCxnSpPr>
        <p:spPr>
          <a:xfrm flipH="1">
            <a:off x="1589759" y="2751973"/>
            <a:ext cx="1310019" cy="93726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C26899-D4C1-6C0E-DB4A-1D2FDEDECFED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CA3A4F-E697-C203-542B-7D23253974CD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B898C3-4419-BF6D-3933-D569CD2FB93B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C79477-A9FE-40AD-4A7D-A2AA74767B6C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AE899D-5450-87D9-AEA0-1468B1BA9423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2433A0B-7B81-71B4-1E81-2400D7DE8D09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3BB6D7-518D-F614-D9A9-151F6C519F8C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6D177F-CB28-EC79-A76B-FA1590A37D2A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12C5356-A902-61ED-DFC6-A819B7EBB0BE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44430F-63E4-B76C-B520-A1D57AD94AE6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EDEB34-0BDC-6E0D-7C69-0FEE80A43603}"/>
              </a:ext>
            </a:extLst>
          </p:cNvPr>
          <p:cNvSpPr/>
          <p:nvPr/>
        </p:nvSpPr>
        <p:spPr>
          <a:xfrm>
            <a:off x="1300302" y="3560150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7F2F9D-0373-48C2-19AC-BF3CFB208BA4}"/>
              </a:ext>
            </a:extLst>
          </p:cNvPr>
          <p:cNvCxnSpPr>
            <a:cxnSpLocks/>
          </p:cNvCxnSpPr>
          <p:nvPr/>
        </p:nvCxnSpPr>
        <p:spPr>
          <a:xfrm>
            <a:off x="1961393" y="3724574"/>
            <a:ext cx="72390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93499E-F942-86D3-634F-06239F551F30}"/>
              </a:ext>
            </a:extLst>
          </p:cNvPr>
          <p:cNvCxnSpPr>
            <a:cxnSpLocks/>
          </p:cNvCxnSpPr>
          <p:nvPr/>
        </p:nvCxnSpPr>
        <p:spPr>
          <a:xfrm flipV="1">
            <a:off x="997527" y="3793719"/>
            <a:ext cx="790402" cy="10444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689A2E6-4D33-75B3-F5F5-F7B8AF8ACBA3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91B155-E921-3B76-095C-4CD85EB02BAB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DC75A8-6B95-D2CB-250B-EC1AC9D42B59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EB21C87D-D360-0685-B1D5-8768E2A7DB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BF74B75-DC7B-8E59-B691-8B2ABA74A6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64FB7BD-6093-88E5-F844-79D5714AB4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25DC281-4542-CB54-AFD0-69E3726C607E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25DC281-4542-CB54-AFD0-69E3726C6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7375FE9-62EF-5DCB-F482-E8A0E44E3A2B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7375FE9-62EF-5DCB-F482-E8A0E44E3A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D099C9-213A-4D58-166F-1FC7A6DBBD06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D099C9-213A-4D58-166F-1FC7A6DBB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0830784"/>
      </p:ext>
    </p:extLst>
  </p:cSld>
  <p:clrMapOvr>
    <a:masterClrMapping/>
  </p:clrMapOvr>
  <p:transition>
    <p:wipe dir="r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7195-1C25-24E6-8AAE-5CD19525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38033-7F40-4FDD-BA93-A7AC380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109189-F836-CBE9-C7D5-107A42D9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FADBB6AE-01E2-1E74-AA79-B22F04F0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66213B1-5B71-53B0-B3BC-30605C08527D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Proof: Our Algorithm Generates a Single-Occurrence MUX Tree Whenever Possible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CB8507-E3EA-3C68-25F8-B378E8151151}"/>
              </a:ext>
            </a:extLst>
          </p:cNvPr>
          <p:cNvSpPr txBox="1"/>
          <p:nvPr/>
        </p:nvSpPr>
        <p:spPr>
          <a:xfrm>
            <a:off x="3943324" y="1701643"/>
            <a:ext cx="776803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>
              <a:spcBef>
                <a:spcPts val="1200"/>
              </a:spcBef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contradiction.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there exist vertices that belong to both </a:t>
            </a:r>
            <a:r>
              <a:rPr lang="en-US" b="1" dirty="0"/>
              <a:t>G</a:t>
            </a:r>
            <a:r>
              <a:rPr lang="en-US" dirty="0"/>
              <a:t> and </a:t>
            </a:r>
            <a:r>
              <a:rPr lang="en-US" b="1" dirty="0"/>
              <a:t>H</a:t>
            </a:r>
            <a:r>
              <a:rPr lang="en-US" dirty="0"/>
              <a:t> in some iteration of the decomposition, we can always find a vertex </a:t>
            </a:r>
            <a:r>
              <a:rPr lang="en-US" i="1" dirty="0"/>
              <a:t>c</a:t>
            </a:r>
            <a:r>
              <a:rPr lang="en-US" dirty="0"/>
              <a:t> whose every predecessor belongs exclusively to either </a:t>
            </a:r>
            <a:r>
              <a:rPr lang="en-US" b="1" dirty="0"/>
              <a:t>G</a:t>
            </a:r>
            <a:r>
              <a:rPr lang="en-US" dirty="0"/>
              <a:t> or </a:t>
            </a:r>
            <a:r>
              <a:rPr lang="en-US" b="1" dirty="0"/>
              <a:t>H</a:t>
            </a:r>
            <a:r>
              <a:rPr lang="en-US" dirty="0"/>
              <a:t>, but not both.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List all paths from </a:t>
            </a:r>
            <a:r>
              <a:rPr lang="en-US" i="1" dirty="0"/>
              <a:t>u</a:t>
            </a:r>
            <a:r>
              <a:rPr lang="en-US" dirty="0"/>
              <a:t> or </a:t>
            </a:r>
            <a:r>
              <a:rPr lang="en-US" i="1" dirty="0"/>
              <a:t>v</a:t>
            </a:r>
            <a:r>
              <a:rPr lang="en-US" dirty="0"/>
              <a:t> to </a:t>
            </a:r>
            <a:r>
              <a:rPr lang="en-US" i="1" dirty="0"/>
              <a:t>c</a:t>
            </a:r>
            <a:r>
              <a:rPr lang="en-US" dirty="0"/>
              <a:t>, and consider all vertices on these paths excluding </a:t>
            </a:r>
            <a:r>
              <a:rPr lang="en-US" i="1" dirty="0"/>
              <a:t>c</a:t>
            </a:r>
            <a:r>
              <a:rPr lang="en-US" dirty="0"/>
              <a:t>.</a:t>
            </a:r>
            <a:r>
              <a:rPr lang="zh-CN" altLang="en-US" dirty="0"/>
              <a:t> </a:t>
            </a:r>
            <a:r>
              <a:rPr lang="en-US" dirty="0"/>
              <a:t>There must exist at least one vertex whose successor does not belong to these paths; otherwise, </a:t>
            </a:r>
            <a:r>
              <a:rPr lang="en-US" i="1" dirty="0"/>
              <a:t>c</a:t>
            </a:r>
            <a:r>
              <a:rPr lang="en-US" dirty="0"/>
              <a:t> would post</a:t>
            </a:r>
            <a:r>
              <a:rPr lang="en-US" altLang="zh-CN" dirty="0"/>
              <a:t>-</a:t>
            </a:r>
            <a:r>
              <a:rPr lang="en-US" dirty="0"/>
              <a:t>dominate both </a:t>
            </a:r>
            <a:r>
              <a:rPr lang="en-US" i="1" dirty="0"/>
              <a:t>u</a:t>
            </a:r>
            <a:r>
              <a:rPr lang="en-US" dirty="0"/>
              <a:t> and </a:t>
            </a:r>
            <a:r>
              <a:rPr lang="en-US" i="1" dirty="0"/>
              <a:t>v</a:t>
            </a:r>
            <a:r>
              <a:rPr lang="en-US" dirty="0"/>
              <a:t>, contradicting the ROBDD property.</a:t>
            </a:r>
            <a:r>
              <a:rPr lang="zh-CN" altLang="en-US" dirty="0"/>
              <a:t> </a:t>
            </a:r>
            <a:r>
              <a:rPr lang="en-US" dirty="0"/>
              <a:t>We denote the set of such successors as </a:t>
            </a:r>
            <a:r>
              <a:rPr lang="en-US" b="1" dirty="0"/>
              <a:t>D</a:t>
            </a:r>
            <a:r>
              <a:rPr lang="en-US" dirty="0"/>
              <a:t>. </a:t>
            </a:r>
            <a:r>
              <a:rPr lang="en-US" altLang="zh-CN" dirty="0"/>
              <a:t>(</a:t>
            </a:r>
            <a:r>
              <a:rPr lang="en-US" altLang="zh-CN" b="1" dirty="0"/>
              <a:t>D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terminal</a:t>
            </a:r>
            <a:r>
              <a:rPr lang="zh-CN" altLang="en-US" dirty="0"/>
              <a:t> </a:t>
            </a:r>
            <a:r>
              <a:rPr lang="en-US" altLang="zh-CN" dirty="0"/>
              <a:t>vertices)</a:t>
            </a: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|</a:t>
            </a:r>
            <a:r>
              <a:rPr lang="en-US" b="1" dirty="0"/>
              <a:t>D</a:t>
            </a:r>
            <a:r>
              <a:rPr lang="en-US" dirty="0"/>
              <a:t>|</a:t>
            </a:r>
            <a:r>
              <a:rPr lang="en-US" b="1" dirty="0"/>
              <a:t> </a:t>
            </a:r>
            <a:r>
              <a:rPr lang="en-US" dirty="0"/>
              <a:t>≥ 2; otherwise, </a:t>
            </a:r>
            <a:r>
              <a:rPr lang="en-US" i="1" dirty="0"/>
              <a:t>c</a:t>
            </a:r>
            <a:r>
              <a:rPr lang="en-US" dirty="0"/>
              <a:t> and the unique </a:t>
            </a:r>
            <a:r>
              <a:rPr lang="en-US" i="1" dirty="0"/>
              <a:t>d</a:t>
            </a:r>
            <a:r>
              <a:rPr lang="en-US" dirty="0"/>
              <a:t> would form a lower pair covering all paths, which contradicts our algorithm</a:t>
            </a:r>
            <a:r>
              <a:rPr lang="en-US" altLang="zh-CN" dirty="0"/>
              <a:t>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We only need to prove that when |</a:t>
            </a:r>
            <a:r>
              <a:rPr lang="en-US" b="1" dirty="0"/>
              <a:t>D</a:t>
            </a:r>
            <a:r>
              <a:rPr lang="en-US" dirty="0"/>
              <a:t>|</a:t>
            </a:r>
            <a:r>
              <a:rPr lang="en-US" b="1" dirty="0"/>
              <a:t> </a:t>
            </a:r>
            <a:r>
              <a:rPr lang="en-US" dirty="0"/>
              <a:t>≥ 2, no algorithm can construct a single-occurrence MUX tree.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0C1CD7-02C2-2A3D-58BD-EF5AE4D20AB7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C6BE6D1-4307-94FB-9381-564318EFB5B5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A0D8CD-E9B7-920F-0ED5-698A4F8E4FAD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371B0CD-76EC-EC90-2B4A-23C87DD05FB8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1E5D6F-EF4B-3ADF-531F-0BE46F4E7D46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967057-2500-AAC6-EC29-AC4A20CD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CAC9D5-76DF-E6B8-16A4-9EF606B1A255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5018B2-1C3A-BF75-C510-D5A28A09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2104DE6E-30CE-ABAC-9BE1-FFD2F6FFCCF1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29E24A0-3B0C-6ECA-0DA7-8E2FB5E12E21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C8321C-C8D8-82B5-41E6-8AEE0FFE1492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65E84F-4FCC-90EB-F507-40462FB6A93E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0EA3D4-4132-93E3-E387-6080BA230B70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8EF72E-40CC-B842-A957-EEEB0666DCC2}"/>
              </a:ext>
            </a:extLst>
          </p:cNvPr>
          <p:cNvCxnSpPr>
            <a:cxnSpLocks/>
            <a:stCxn id="29" idx="5"/>
            <a:endCxn id="2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9FC8ACD-2369-2AAA-4EEE-49B65524D4A2}"/>
              </a:ext>
            </a:extLst>
          </p:cNvPr>
          <p:cNvCxnSpPr>
            <a:cxnSpLocks/>
            <a:stCxn id="26" idx="3"/>
            <a:endCxn id="31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4CC2BE5-6DEC-79C6-B942-2DF0962E42CE}"/>
              </a:ext>
            </a:extLst>
          </p:cNvPr>
          <p:cNvCxnSpPr>
            <a:cxnSpLocks/>
            <a:stCxn id="26" idx="4"/>
            <a:endCxn id="138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94C4296-CE76-4658-BE28-D8678A4EDAE2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7FC513-5AA8-CF50-D679-6B77138F0E20}"/>
              </a:ext>
            </a:extLst>
          </p:cNvPr>
          <p:cNvCxnSpPr>
            <a:cxnSpLocks/>
            <a:stCxn id="31" idx="3"/>
            <a:endCxn id="2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8983887-0EF0-4BBE-EF4E-8B2AD5D3A7B3}"/>
              </a:ext>
            </a:extLst>
          </p:cNvPr>
          <p:cNvCxnSpPr>
            <a:cxnSpLocks/>
            <a:stCxn id="32" idx="3"/>
            <a:endCxn id="2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595FC26-00F3-30A1-870F-7CCC7BE638B0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A5F0B54-CF2A-04D1-1F67-EB7D42CC8BC4}"/>
              </a:ext>
            </a:extLst>
          </p:cNvPr>
          <p:cNvCxnSpPr>
            <a:cxnSpLocks/>
            <a:stCxn id="25" idx="5"/>
            <a:endCxn id="22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98E2307-0111-6DF8-E39C-4BA06BFA2EE7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F46563-80FC-8E3D-8EE0-630E5E139AFD}"/>
              </a:ext>
            </a:extLst>
          </p:cNvPr>
          <p:cNvCxnSpPr>
            <a:cxnSpLocks/>
            <a:stCxn id="22" idx="3"/>
            <a:endCxn id="29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271182F-3BCB-CDF5-C9D8-B939724354DB}"/>
              </a:ext>
            </a:extLst>
          </p:cNvPr>
          <p:cNvCxnSpPr>
            <a:cxnSpLocks/>
            <a:stCxn id="22" idx="5"/>
            <a:endCxn id="31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F2B0B648-F265-7CF8-9C1C-025C56F5F5A2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EAF76ED-12AF-5488-6FD9-E6EF74FD022C}"/>
              </a:ext>
            </a:extLst>
          </p:cNvPr>
          <p:cNvCxnSpPr>
            <a:cxnSpLocks/>
            <a:stCxn id="138" idx="3"/>
            <a:endCxn id="32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9D52283-4FD1-5C96-B388-A4AA5F044465}"/>
              </a:ext>
            </a:extLst>
          </p:cNvPr>
          <p:cNvCxnSpPr>
            <a:cxnSpLocks/>
            <a:stCxn id="138" idx="4"/>
            <a:endCxn id="2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072A8F9-2B94-BF12-EAB0-214BB752EC1C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6FA344-B2F0-5108-9917-B723539C65B5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986D4B-01DC-35DF-EA4B-051F4B6366F8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F2B3E4-44DD-2741-1A27-C7A86445FE3E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162C72-F583-B361-69C5-7466F8C8EEF3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99665EE-BFC4-8149-08FE-5ED5C310C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BB0E43A-522E-58A9-3C5E-890C931AA6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08E65E-092A-B30C-F25F-41D3EFFDC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57E71A-A96B-7748-20B4-94DF2C07383D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57E71A-A96B-7748-20B4-94DF2C07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20A4EF1-6612-A566-76AC-299465A7A131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20A4EF1-6612-A566-76AC-299465A7A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C84363E-91E3-6A32-95D4-49E3E83CAB56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C84363E-91E3-6A32-95D4-49E3E83CA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8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3436524"/>
      </p:ext>
    </p:extLst>
  </p:cSld>
  <p:clrMapOvr>
    <a:masterClrMapping/>
  </p:clrMapOvr>
  <p:transition>
    <p:wipe dir="r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A683-8496-0C7D-0376-28F3A814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14697F-7C2F-CD69-4127-A0D25C7F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8F6A88-8BA4-C59E-7AEE-F6A53D57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1A01AFB-A1A1-3DE2-3A34-CD36A99C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</a:t>
            </a:r>
            <a:r>
              <a:rPr lang="en-US" altLang="zh-CN" dirty="0"/>
              <a:t>Check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32B3C6F-4C13-C43D-918C-7E989DD4BE21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An</a:t>
            </a:r>
            <a:r>
              <a:rPr lang="zh-CN" altLang="en-US" b="1" dirty="0"/>
              <a:t> </a:t>
            </a:r>
            <a:r>
              <a:rPr lang="en-US" altLang="zh-CN" b="1" dirty="0"/>
              <a:t>attribute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</a:t>
            </a:r>
            <a:r>
              <a:rPr lang="zh-CN" altLang="en-US" b="1" dirty="0"/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967D64-09C9-E937-31A9-73BFEDC84FB5}"/>
              </a:ext>
            </a:extLst>
          </p:cNvPr>
          <p:cNvSpPr/>
          <p:nvPr/>
        </p:nvSpPr>
        <p:spPr>
          <a:xfrm>
            <a:off x="1750554" y="3745995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8F8DDE-1AAC-CA55-5496-EB0D76F2457F}"/>
              </a:ext>
            </a:extLst>
          </p:cNvPr>
          <p:cNvGrpSpPr/>
          <p:nvPr/>
        </p:nvGrpSpPr>
        <p:grpSpPr>
          <a:xfrm>
            <a:off x="2093681" y="3428871"/>
            <a:ext cx="598449" cy="307777"/>
            <a:chOff x="1550604" y="3020176"/>
            <a:chExt cx="598449" cy="43464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39547AC-9F45-EC61-E4B7-018EE817B4CC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2D6A45C-A5B1-CCD2-F06F-CC917428CAEB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2B0F12-47BC-7AB7-1A6A-B7F92009FA4F}"/>
              </a:ext>
            </a:extLst>
          </p:cNvPr>
          <p:cNvCxnSpPr>
            <a:cxnSpLocks/>
          </p:cNvCxnSpPr>
          <p:nvPr/>
        </p:nvCxnSpPr>
        <p:spPr>
          <a:xfrm flipH="1">
            <a:off x="3026040" y="4000834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A2E43AE-D5E5-A656-9D97-A25D1C489F2F}"/>
              </a:ext>
            </a:extLst>
          </p:cNvPr>
          <p:cNvSpPr txBox="1"/>
          <p:nvPr/>
        </p:nvSpPr>
        <p:spPr>
          <a:xfrm>
            <a:off x="1875600" y="351882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5D2D4-1741-1D17-0396-6BCD69124A3A}"/>
              </a:ext>
            </a:extLst>
          </p:cNvPr>
          <p:cNvSpPr txBox="1"/>
          <p:nvPr/>
        </p:nvSpPr>
        <p:spPr>
          <a:xfrm>
            <a:off x="2474599" y="351882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6FB95E7-A2A6-05C6-07EF-DE597C0DB24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388297" y="4255674"/>
            <a:ext cx="0" cy="3949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3D41106-D3B1-AE73-5701-9D3FC24C2E59}"/>
              </a:ext>
            </a:extLst>
          </p:cNvPr>
          <p:cNvGrpSpPr/>
          <p:nvPr/>
        </p:nvGrpSpPr>
        <p:grpSpPr>
          <a:xfrm>
            <a:off x="872417" y="2282572"/>
            <a:ext cx="1394133" cy="1274076"/>
            <a:chOff x="4332548" y="1813024"/>
            <a:chExt cx="2125957" cy="1930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B6B971A-1F02-4791-2E4E-E19376D700FB}"/>
                    </a:ext>
                  </a:extLst>
                </p:cNvPr>
                <p:cNvSpPr txBox="1"/>
                <p:nvPr/>
              </p:nvSpPr>
              <p:spPr>
                <a:xfrm>
                  <a:off x="4332548" y="1813024"/>
                  <a:ext cx="1511855" cy="419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i="1" dirty="0">
                      <a:solidFill>
                        <a:schemeClr val="accent1"/>
                      </a:solidFill>
                    </a:rPr>
                    <a:t>subtree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B6B971A-1F02-4791-2E4E-E19376D70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548" y="1813024"/>
                  <a:ext cx="1511855" cy="419662"/>
                </a:xfrm>
                <a:prstGeom prst="rect">
                  <a:avLst/>
                </a:prstGeom>
                <a:blipFill>
                  <a:blip r:embed="rId3"/>
                  <a:stretch>
                    <a:fillRect l="-8861" t="-26087" r="-13924" b="-5217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Cloud 45">
              <a:extLst>
                <a:ext uri="{FF2B5EF4-FFF2-40B4-BE49-F238E27FC236}">
                  <a16:creationId xmlns:a16="http://schemas.microsoft.com/office/drawing/2014/main" id="{9CCF6C26-09C4-4814-A416-BF879F25EEBB}"/>
                </a:ext>
              </a:extLst>
            </p:cNvPr>
            <p:cNvSpPr/>
            <p:nvPr/>
          </p:nvSpPr>
          <p:spPr>
            <a:xfrm>
              <a:off x="4430415" y="2226339"/>
              <a:ext cx="2028090" cy="1516951"/>
            </a:xfrm>
            <a:prstGeom prst="cloud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CC709C1-7398-A30B-551C-47B64B1A932A}"/>
              </a:ext>
            </a:extLst>
          </p:cNvPr>
          <p:cNvGrpSpPr/>
          <p:nvPr/>
        </p:nvGrpSpPr>
        <p:grpSpPr>
          <a:xfrm>
            <a:off x="2420129" y="2153233"/>
            <a:ext cx="1313432" cy="1288460"/>
            <a:chOff x="6612084" y="1583573"/>
            <a:chExt cx="2102818" cy="20447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06F8FA8-5099-F961-22E3-94D786F4D27F}"/>
                    </a:ext>
                  </a:extLst>
                </p:cNvPr>
                <p:cNvSpPr txBox="1"/>
                <p:nvPr/>
              </p:nvSpPr>
              <p:spPr>
                <a:xfrm>
                  <a:off x="7148152" y="1583573"/>
                  <a:ext cx="1566750" cy="4395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06F8FA8-5099-F961-22E3-94D786F4D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152" y="1583573"/>
                  <a:ext cx="1566750" cy="439592"/>
                </a:xfrm>
                <a:prstGeom prst="rect">
                  <a:avLst/>
                </a:prstGeom>
                <a:blipFill>
                  <a:blip r:embed="rId4"/>
                  <a:stretch>
                    <a:fillRect l="-7692" t="-26087" r="-14103" b="-4782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Cloud 46">
              <a:extLst>
                <a:ext uri="{FF2B5EF4-FFF2-40B4-BE49-F238E27FC236}">
                  <a16:creationId xmlns:a16="http://schemas.microsoft.com/office/drawing/2014/main" id="{080708E0-952D-8C6A-A8DA-996E19CEB968}"/>
                </a:ext>
              </a:extLst>
            </p:cNvPr>
            <p:cNvSpPr/>
            <p:nvPr/>
          </p:nvSpPr>
          <p:spPr>
            <a:xfrm>
              <a:off x="6612084" y="2111384"/>
              <a:ext cx="2028090" cy="1516951"/>
            </a:xfrm>
            <a:prstGeom prst="cloud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1A38169-261D-4AB2-6E1C-9807A4877C2E}"/>
              </a:ext>
            </a:extLst>
          </p:cNvPr>
          <p:cNvGrpSpPr/>
          <p:nvPr/>
        </p:nvGrpSpPr>
        <p:grpSpPr>
          <a:xfrm>
            <a:off x="3372154" y="3673098"/>
            <a:ext cx="977262" cy="1005323"/>
            <a:chOff x="7464067" y="3429000"/>
            <a:chExt cx="2207598" cy="2026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DC46FEB-590D-9ED4-0F5B-68A2377EE94D}"/>
                    </a:ext>
                  </a:extLst>
                </p:cNvPr>
                <p:cNvSpPr txBox="1"/>
                <p:nvPr/>
              </p:nvSpPr>
              <p:spPr>
                <a:xfrm>
                  <a:off x="7464067" y="4981964"/>
                  <a:ext cx="1682995" cy="473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DC46FEB-590D-9ED4-0F5B-68A2377EE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067" y="4981964"/>
                  <a:ext cx="1682995" cy="473119"/>
                </a:xfrm>
                <a:prstGeom prst="rect">
                  <a:avLst/>
                </a:prstGeom>
                <a:blipFill>
                  <a:blip r:embed="rId5"/>
                  <a:stretch>
                    <a:fillRect l="-15254" t="-25000" r="-50847" b="-7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Cloud 54">
              <a:extLst>
                <a:ext uri="{FF2B5EF4-FFF2-40B4-BE49-F238E27FC236}">
                  <a16:creationId xmlns:a16="http://schemas.microsoft.com/office/drawing/2014/main" id="{BAFA0F4E-D9BE-0FBE-72DB-3C7822A95497}"/>
                </a:ext>
              </a:extLst>
            </p:cNvPr>
            <p:cNvSpPr/>
            <p:nvPr/>
          </p:nvSpPr>
          <p:spPr>
            <a:xfrm>
              <a:off x="7643575" y="3429000"/>
              <a:ext cx="2028090" cy="1516951"/>
            </a:xfrm>
            <a:prstGeom prst="cloud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60" name="Cloud 59">
            <a:extLst>
              <a:ext uri="{FF2B5EF4-FFF2-40B4-BE49-F238E27FC236}">
                <a16:creationId xmlns:a16="http://schemas.microsoft.com/office/drawing/2014/main" id="{AB1D3CC5-3FA0-0A96-D32A-ABC652E924C7}"/>
              </a:ext>
            </a:extLst>
          </p:cNvPr>
          <p:cNvSpPr/>
          <p:nvPr/>
        </p:nvSpPr>
        <p:spPr>
          <a:xfrm>
            <a:off x="1702652" y="4678421"/>
            <a:ext cx="1371289" cy="955872"/>
          </a:xfrm>
          <a:prstGeom prst="cloud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2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778E686-AF0B-275C-B0B7-6F6A98F618D9}"/>
              </a:ext>
            </a:extLst>
          </p:cNvPr>
          <p:cNvSpPr txBox="1"/>
          <p:nvPr/>
        </p:nvSpPr>
        <p:spPr>
          <a:xfrm>
            <a:off x="1389746" y="28308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en-CN" i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12EE6DB-7F22-7A19-3DBB-8F1FBBA421EE}"/>
              </a:ext>
            </a:extLst>
          </p:cNvPr>
          <p:cNvSpPr txBox="1"/>
          <p:nvPr/>
        </p:nvSpPr>
        <p:spPr>
          <a:xfrm>
            <a:off x="2840286" y="28308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en-CN" i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14B3A46-EDD4-4B1B-1818-DD04CB8F2F35}"/>
              </a:ext>
            </a:extLst>
          </p:cNvPr>
          <p:cNvSpPr txBox="1"/>
          <p:nvPr/>
        </p:nvSpPr>
        <p:spPr>
          <a:xfrm>
            <a:off x="4782758" y="1691568"/>
            <a:ext cx="66774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For any two distinct variable</a:t>
            </a:r>
            <a:r>
              <a:rPr lang="zh-CN" altLang="en-US" dirty="0"/>
              <a:t> </a:t>
            </a:r>
            <a:r>
              <a:rPr lang="en-US" altLang="zh-CN" dirty="0"/>
              <a:t>inputs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there is exactly one MUX such that </a:t>
            </a:r>
            <a:r>
              <a:rPr lang="en-US" i="1" dirty="0"/>
              <a:t>a</a:t>
            </a:r>
            <a:r>
              <a:rPr lang="en-US" dirty="0"/>
              <a:t> lies in one of its </a:t>
            </a:r>
            <a:r>
              <a:rPr lang="en-US" i="1" dirty="0"/>
              <a:t>f-</a:t>
            </a:r>
            <a:r>
              <a:rPr lang="en-US" dirty="0"/>
              <a:t>, </a:t>
            </a:r>
            <a:r>
              <a:rPr lang="en-US" i="1" dirty="0"/>
              <a:t>g-</a:t>
            </a:r>
            <a:r>
              <a:rPr lang="en-US" dirty="0"/>
              <a:t>, or </a:t>
            </a:r>
            <a:r>
              <a:rPr lang="en-US" i="1" dirty="0"/>
              <a:t>h</a:t>
            </a:r>
            <a:r>
              <a:rPr lang="en-US" dirty="0"/>
              <a:t>-subtree</a:t>
            </a:r>
            <a:r>
              <a:rPr lang="en-US" altLang="zh-CN" dirty="0"/>
              <a:t>s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lies in another.</a:t>
            </a:r>
          </a:p>
        </p:txBody>
      </p:sp>
    </p:spTree>
    <p:extLst>
      <p:ext uri="{BB962C8B-B14F-4D97-AF65-F5344CB8AC3E}">
        <p14:creationId xmlns:p14="http://schemas.microsoft.com/office/powerpoint/2010/main" val="1008011725"/>
      </p:ext>
    </p:extLst>
  </p:cSld>
  <p:clrMapOvr>
    <a:masterClrMapping/>
  </p:clrMapOvr>
  <p:transition>
    <p:wipe dir="r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C8550-5931-5C86-00B5-62B18111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E26A3F-2CB1-C6A3-9EF0-D2DC4C11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3E8508-8C05-3407-081C-71DDE193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5F418146-AB52-BE66-AF7F-56F9F712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</a:t>
            </a:r>
            <a:r>
              <a:rPr lang="en-US" altLang="zh-CN" dirty="0"/>
              <a:t>Check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2A8A8-8018-968D-9986-CF2DE3182DEA}"/>
              </a:ext>
            </a:extLst>
          </p:cNvPr>
          <p:cNvSpPr/>
          <p:nvPr/>
        </p:nvSpPr>
        <p:spPr>
          <a:xfrm>
            <a:off x="1750554" y="3745995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72436F-5FD2-B258-F809-EC9996398DF8}"/>
              </a:ext>
            </a:extLst>
          </p:cNvPr>
          <p:cNvGrpSpPr/>
          <p:nvPr/>
        </p:nvGrpSpPr>
        <p:grpSpPr>
          <a:xfrm>
            <a:off x="2093681" y="3428871"/>
            <a:ext cx="598449" cy="307777"/>
            <a:chOff x="1550604" y="3020176"/>
            <a:chExt cx="598449" cy="43464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B47B33D-0278-1D48-6F00-175C047B1B7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FBD3132-C4ED-6174-9DEB-6FB4A524FD35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A5A6D0-9E08-0F21-E33E-854423D72F7D}"/>
              </a:ext>
            </a:extLst>
          </p:cNvPr>
          <p:cNvCxnSpPr>
            <a:cxnSpLocks/>
          </p:cNvCxnSpPr>
          <p:nvPr/>
        </p:nvCxnSpPr>
        <p:spPr>
          <a:xfrm flipH="1">
            <a:off x="3026040" y="4000834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F41B59D-5CEE-C0E2-34CE-0AB90A4A29A4}"/>
              </a:ext>
            </a:extLst>
          </p:cNvPr>
          <p:cNvSpPr txBox="1"/>
          <p:nvPr/>
        </p:nvSpPr>
        <p:spPr>
          <a:xfrm>
            <a:off x="1875600" y="351882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13D9C2-3810-42D4-7D15-A4ACA91CF59F}"/>
              </a:ext>
            </a:extLst>
          </p:cNvPr>
          <p:cNvSpPr txBox="1"/>
          <p:nvPr/>
        </p:nvSpPr>
        <p:spPr>
          <a:xfrm>
            <a:off x="2474599" y="351882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94E596-C77A-3A5C-AEDC-4E01797321FD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388297" y="4255674"/>
            <a:ext cx="0" cy="3949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125A3DF-425B-187B-272B-C3785EA82481}"/>
              </a:ext>
            </a:extLst>
          </p:cNvPr>
          <p:cNvGrpSpPr/>
          <p:nvPr/>
        </p:nvGrpSpPr>
        <p:grpSpPr>
          <a:xfrm>
            <a:off x="872417" y="2282572"/>
            <a:ext cx="1394133" cy="1274076"/>
            <a:chOff x="4332548" y="1813024"/>
            <a:chExt cx="2125957" cy="1930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29FD4F0-D308-DD84-2742-934074F39CE3}"/>
                    </a:ext>
                  </a:extLst>
                </p:cNvPr>
                <p:cNvSpPr txBox="1"/>
                <p:nvPr/>
              </p:nvSpPr>
              <p:spPr>
                <a:xfrm>
                  <a:off x="4332548" y="1813024"/>
                  <a:ext cx="1511855" cy="419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i="1" dirty="0">
                      <a:solidFill>
                        <a:schemeClr val="accent1"/>
                      </a:solidFill>
                    </a:rPr>
                    <a:t>subtree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29FD4F0-D308-DD84-2742-934074F39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548" y="1813024"/>
                  <a:ext cx="1511855" cy="419662"/>
                </a:xfrm>
                <a:prstGeom prst="rect">
                  <a:avLst/>
                </a:prstGeom>
                <a:blipFill>
                  <a:blip r:embed="rId3"/>
                  <a:stretch>
                    <a:fillRect l="-8861" t="-26087" r="-13924" b="-5217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Cloud 45">
              <a:extLst>
                <a:ext uri="{FF2B5EF4-FFF2-40B4-BE49-F238E27FC236}">
                  <a16:creationId xmlns:a16="http://schemas.microsoft.com/office/drawing/2014/main" id="{8C252EE5-DCED-E61E-8566-F8D1014DBC2D}"/>
                </a:ext>
              </a:extLst>
            </p:cNvPr>
            <p:cNvSpPr/>
            <p:nvPr/>
          </p:nvSpPr>
          <p:spPr>
            <a:xfrm>
              <a:off x="4430415" y="2226339"/>
              <a:ext cx="2028090" cy="1516951"/>
            </a:xfrm>
            <a:prstGeom prst="cloud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BC3BF51-A41C-5A75-A712-AEC03CF8D7CC}"/>
              </a:ext>
            </a:extLst>
          </p:cNvPr>
          <p:cNvGrpSpPr/>
          <p:nvPr/>
        </p:nvGrpSpPr>
        <p:grpSpPr>
          <a:xfrm>
            <a:off x="2420129" y="2153233"/>
            <a:ext cx="1313432" cy="1288460"/>
            <a:chOff x="6612084" y="1583573"/>
            <a:chExt cx="2102818" cy="20447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A6AAB53-C4C9-4B98-EDD8-0ACC73A9617E}"/>
                    </a:ext>
                  </a:extLst>
                </p:cNvPr>
                <p:cNvSpPr txBox="1"/>
                <p:nvPr/>
              </p:nvSpPr>
              <p:spPr>
                <a:xfrm>
                  <a:off x="7148152" y="1583573"/>
                  <a:ext cx="1566750" cy="4395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A6AAB53-C4C9-4B98-EDD8-0ACC73A96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152" y="1583573"/>
                  <a:ext cx="1566750" cy="439592"/>
                </a:xfrm>
                <a:prstGeom prst="rect">
                  <a:avLst/>
                </a:prstGeom>
                <a:blipFill>
                  <a:blip r:embed="rId4"/>
                  <a:stretch>
                    <a:fillRect l="-7692" t="-26087" r="-14103" b="-4782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Cloud 46">
              <a:extLst>
                <a:ext uri="{FF2B5EF4-FFF2-40B4-BE49-F238E27FC236}">
                  <a16:creationId xmlns:a16="http://schemas.microsoft.com/office/drawing/2014/main" id="{4951CB47-D05B-0025-E2E7-F21126705932}"/>
                </a:ext>
              </a:extLst>
            </p:cNvPr>
            <p:cNvSpPr/>
            <p:nvPr/>
          </p:nvSpPr>
          <p:spPr>
            <a:xfrm>
              <a:off x="6612084" y="2111384"/>
              <a:ext cx="2028090" cy="1516951"/>
            </a:xfrm>
            <a:prstGeom prst="cloud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87C9987-52CC-5A71-16E4-2B7AF604894E}"/>
              </a:ext>
            </a:extLst>
          </p:cNvPr>
          <p:cNvGrpSpPr/>
          <p:nvPr/>
        </p:nvGrpSpPr>
        <p:grpSpPr>
          <a:xfrm>
            <a:off x="3372154" y="3673098"/>
            <a:ext cx="977262" cy="1005323"/>
            <a:chOff x="7464067" y="3429000"/>
            <a:chExt cx="2207598" cy="2026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43CF5C1-8402-2FF5-29C2-659F849910FD}"/>
                    </a:ext>
                  </a:extLst>
                </p:cNvPr>
                <p:cNvSpPr txBox="1"/>
                <p:nvPr/>
              </p:nvSpPr>
              <p:spPr>
                <a:xfrm>
                  <a:off x="7464067" y="4981964"/>
                  <a:ext cx="1682995" cy="473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43CF5C1-8402-2FF5-29C2-659F849910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067" y="4981964"/>
                  <a:ext cx="1682995" cy="473119"/>
                </a:xfrm>
                <a:prstGeom prst="rect">
                  <a:avLst/>
                </a:prstGeom>
                <a:blipFill>
                  <a:blip r:embed="rId5"/>
                  <a:stretch>
                    <a:fillRect l="-15254" t="-25000" r="-50847" b="-7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Cloud 54">
              <a:extLst>
                <a:ext uri="{FF2B5EF4-FFF2-40B4-BE49-F238E27FC236}">
                  <a16:creationId xmlns:a16="http://schemas.microsoft.com/office/drawing/2014/main" id="{417C063C-DFD8-EDFF-1A2B-3653DF227B4A}"/>
                </a:ext>
              </a:extLst>
            </p:cNvPr>
            <p:cNvSpPr/>
            <p:nvPr/>
          </p:nvSpPr>
          <p:spPr>
            <a:xfrm>
              <a:off x="7643575" y="3429000"/>
              <a:ext cx="2028090" cy="1516951"/>
            </a:xfrm>
            <a:prstGeom prst="cloud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60" name="Cloud 59">
            <a:extLst>
              <a:ext uri="{FF2B5EF4-FFF2-40B4-BE49-F238E27FC236}">
                <a16:creationId xmlns:a16="http://schemas.microsoft.com/office/drawing/2014/main" id="{B4C18AE2-FAF4-28DC-8F8E-12A30A0B1AF5}"/>
              </a:ext>
            </a:extLst>
          </p:cNvPr>
          <p:cNvSpPr/>
          <p:nvPr/>
        </p:nvSpPr>
        <p:spPr>
          <a:xfrm>
            <a:off x="1702652" y="4678421"/>
            <a:ext cx="1371289" cy="955872"/>
          </a:xfrm>
          <a:prstGeom prst="cloud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2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484DE93-52CB-D41F-4B8D-9D914F032FCF}"/>
              </a:ext>
            </a:extLst>
          </p:cNvPr>
          <p:cNvSpPr txBox="1"/>
          <p:nvPr/>
        </p:nvSpPr>
        <p:spPr>
          <a:xfrm>
            <a:off x="1389746" y="28308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en-CN" i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128C796-A452-9CF4-E959-8756221881ED}"/>
              </a:ext>
            </a:extLst>
          </p:cNvPr>
          <p:cNvSpPr txBox="1"/>
          <p:nvPr/>
        </p:nvSpPr>
        <p:spPr>
          <a:xfrm>
            <a:off x="2840286" y="28308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en-CN" i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EACB503-6120-EB99-766B-DF006305450E}"/>
              </a:ext>
            </a:extLst>
          </p:cNvPr>
          <p:cNvSpPr txBox="1"/>
          <p:nvPr/>
        </p:nvSpPr>
        <p:spPr>
          <a:xfrm>
            <a:off x="4782758" y="1691568"/>
            <a:ext cx="667740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For any two distinct variable</a:t>
            </a:r>
            <a:r>
              <a:rPr lang="zh-CN" altLang="en-US" dirty="0"/>
              <a:t> </a:t>
            </a:r>
            <a:r>
              <a:rPr lang="en-US" altLang="zh-CN" dirty="0"/>
              <a:t>inputs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there is exactly one MUX such that </a:t>
            </a:r>
            <a:r>
              <a:rPr lang="en-US" i="1" dirty="0"/>
              <a:t>a</a:t>
            </a:r>
            <a:r>
              <a:rPr lang="en-US" dirty="0"/>
              <a:t> lies in one of its </a:t>
            </a:r>
            <a:r>
              <a:rPr lang="en-US" i="1" dirty="0"/>
              <a:t>f-</a:t>
            </a:r>
            <a:r>
              <a:rPr lang="en-US" dirty="0"/>
              <a:t>, </a:t>
            </a:r>
            <a:r>
              <a:rPr lang="en-US" i="1" dirty="0"/>
              <a:t>g-</a:t>
            </a:r>
            <a:r>
              <a:rPr lang="en-US" dirty="0"/>
              <a:t>, or </a:t>
            </a:r>
            <a:r>
              <a:rPr lang="en-US" i="1" dirty="0"/>
              <a:t>h</a:t>
            </a:r>
            <a:r>
              <a:rPr lang="en-US" dirty="0"/>
              <a:t>-subtree</a:t>
            </a:r>
            <a:r>
              <a:rPr lang="en-US" altLang="zh-CN" dirty="0"/>
              <a:t>s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lies in another.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they lie in the </a:t>
            </a:r>
            <a:r>
              <a:rPr lang="en-US" i="1" dirty="0"/>
              <a:t>g-</a:t>
            </a:r>
            <a:r>
              <a:rPr lang="en-US" dirty="0"/>
              <a:t> and </a:t>
            </a:r>
            <a:r>
              <a:rPr lang="en-US" i="1" dirty="0"/>
              <a:t>h-</a:t>
            </a:r>
            <a:r>
              <a:rPr lang="en-US" dirty="0"/>
              <a:t>subtrees, then no path contains both </a:t>
            </a:r>
            <a:r>
              <a:rPr lang="en-US" altLang="zh-CN" dirty="0"/>
              <a:t>inputs</a:t>
            </a:r>
            <a:r>
              <a:rPr lang="en-US" dirty="0"/>
              <a:t>. If </a:t>
            </a:r>
            <a:r>
              <a:rPr lang="en-US" i="1" dirty="0"/>
              <a:t>a</a:t>
            </a:r>
            <a:r>
              <a:rPr lang="en-US" dirty="0"/>
              <a:t> lies in the </a:t>
            </a:r>
            <a:r>
              <a:rPr lang="en-US" i="1" dirty="0"/>
              <a:t>f-</a:t>
            </a:r>
            <a:r>
              <a:rPr lang="en-US" dirty="0"/>
              <a:t>subtree, then </a:t>
            </a:r>
            <a:r>
              <a:rPr lang="en-US" i="1" dirty="0"/>
              <a:t>b</a:t>
            </a:r>
            <a:r>
              <a:rPr lang="en-US" dirty="0"/>
              <a:t> is control-dependent on </a:t>
            </a:r>
            <a:r>
              <a:rPr lang="en-US" i="1" dirty="0"/>
              <a:t>a</a:t>
            </a:r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EC2F5-BE38-3275-91E3-1ACE3CD27D01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An</a:t>
            </a:r>
            <a:r>
              <a:rPr lang="zh-CN" altLang="en-US" b="1" dirty="0"/>
              <a:t> </a:t>
            </a:r>
            <a:r>
              <a:rPr lang="en-US" altLang="zh-CN" b="1" dirty="0"/>
              <a:t>attribute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</a:t>
            </a:r>
            <a:r>
              <a:rPr lang="zh-CN" alt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651260"/>
      </p:ext>
    </p:extLst>
  </p:cSld>
  <p:clrMapOvr>
    <a:masterClrMapping/>
  </p:clrMapOvr>
  <p:transition>
    <p:wipe dir="r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B0BF0-4304-9955-2C63-06CA253C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F4FCAE-430A-A222-49FF-68C3DE2E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98A9-CFB9-5ABA-0019-01D6A05C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83CC0866-85B1-BD26-F721-F36B26C2E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</a:t>
            </a:r>
            <a:r>
              <a:rPr lang="en-US" altLang="zh-CN" dirty="0"/>
              <a:t>Check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BBE54-5D1F-1856-5241-1EDA29563682}"/>
              </a:ext>
            </a:extLst>
          </p:cNvPr>
          <p:cNvSpPr/>
          <p:nvPr/>
        </p:nvSpPr>
        <p:spPr>
          <a:xfrm>
            <a:off x="1750554" y="3745995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B47AD1-9DE4-FDB6-4F91-77D55279B557}"/>
              </a:ext>
            </a:extLst>
          </p:cNvPr>
          <p:cNvGrpSpPr/>
          <p:nvPr/>
        </p:nvGrpSpPr>
        <p:grpSpPr>
          <a:xfrm>
            <a:off x="2093681" y="3428871"/>
            <a:ext cx="598449" cy="307777"/>
            <a:chOff x="1550604" y="3020176"/>
            <a:chExt cx="598449" cy="43464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B46FD93-FD98-E987-5049-CE4F1059E10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40E4F8A-753F-40C5-A156-DF490F3CF600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6078BD-19B7-EC19-B83D-D461DABFCC2E}"/>
              </a:ext>
            </a:extLst>
          </p:cNvPr>
          <p:cNvCxnSpPr>
            <a:cxnSpLocks/>
          </p:cNvCxnSpPr>
          <p:nvPr/>
        </p:nvCxnSpPr>
        <p:spPr>
          <a:xfrm flipH="1">
            <a:off x="3026040" y="4000834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BA9E529-E945-08BF-A5F5-274C8273012C}"/>
              </a:ext>
            </a:extLst>
          </p:cNvPr>
          <p:cNvSpPr txBox="1"/>
          <p:nvPr/>
        </p:nvSpPr>
        <p:spPr>
          <a:xfrm>
            <a:off x="1875600" y="351882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90E3BD-48C1-A496-8A4A-E30E539F11D6}"/>
              </a:ext>
            </a:extLst>
          </p:cNvPr>
          <p:cNvSpPr txBox="1"/>
          <p:nvPr/>
        </p:nvSpPr>
        <p:spPr>
          <a:xfrm>
            <a:off x="2474599" y="351882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A0029A-E5A7-0A60-F87A-83775B7DA65E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388297" y="4255674"/>
            <a:ext cx="0" cy="3949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477353C-37D3-C13C-8CF9-102C8011519B}"/>
              </a:ext>
            </a:extLst>
          </p:cNvPr>
          <p:cNvGrpSpPr/>
          <p:nvPr/>
        </p:nvGrpSpPr>
        <p:grpSpPr>
          <a:xfrm>
            <a:off x="872417" y="2282572"/>
            <a:ext cx="1394133" cy="1274076"/>
            <a:chOff x="4332548" y="1813024"/>
            <a:chExt cx="2125957" cy="1930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8ED83CD-DF34-3C40-ED82-CDDC6608DFDC}"/>
                    </a:ext>
                  </a:extLst>
                </p:cNvPr>
                <p:cNvSpPr txBox="1"/>
                <p:nvPr/>
              </p:nvSpPr>
              <p:spPr>
                <a:xfrm>
                  <a:off x="4332548" y="1813024"/>
                  <a:ext cx="1511855" cy="419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i="1" dirty="0">
                      <a:solidFill>
                        <a:schemeClr val="accent1"/>
                      </a:solidFill>
                    </a:rPr>
                    <a:t>subtree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8ED83CD-DF34-3C40-ED82-CDDC6608DF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548" y="1813024"/>
                  <a:ext cx="1511855" cy="419662"/>
                </a:xfrm>
                <a:prstGeom prst="rect">
                  <a:avLst/>
                </a:prstGeom>
                <a:blipFill>
                  <a:blip r:embed="rId3"/>
                  <a:stretch>
                    <a:fillRect l="-8861" t="-26087" r="-13924" b="-5217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Cloud 45">
              <a:extLst>
                <a:ext uri="{FF2B5EF4-FFF2-40B4-BE49-F238E27FC236}">
                  <a16:creationId xmlns:a16="http://schemas.microsoft.com/office/drawing/2014/main" id="{6DBA9250-8324-EEFF-1EE0-E3B680D4C4C4}"/>
                </a:ext>
              </a:extLst>
            </p:cNvPr>
            <p:cNvSpPr/>
            <p:nvPr/>
          </p:nvSpPr>
          <p:spPr>
            <a:xfrm>
              <a:off x="4430415" y="2226339"/>
              <a:ext cx="2028090" cy="1516951"/>
            </a:xfrm>
            <a:prstGeom prst="cloud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940DC9-91B7-4E99-B30A-B5CC43A95141}"/>
              </a:ext>
            </a:extLst>
          </p:cNvPr>
          <p:cNvGrpSpPr/>
          <p:nvPr/>
        </p:nvGrpSpPr>
        <p:grpSpPr>
          <a:xfrm>
            <a:off x="2420129" y="2153233"/>
            <a:ext cx="1313432" cy="1288460"/>
            <a:chOff x="6612084" y="1583573"/>
            <a:chExt cx="2102818" cy="20447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291F341-A85C-19F9-A92F-CCFF6A75A2A2}"/>
                    </a:ext>
                  </a:extLst>
                </p:cNvPr>
                <p:cNvSpPr txBox="1"/>
                <p:nvPr/>
              </p:nvSpPr>
              <p:spPr>
                <a:xfrm>
                  <a:off x="7148152" y="1583573"/>
                  <a:ext cx="1566750" cy="4395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291F341-A85C-19F9-A92F-CCFF6A75A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152" y="1583573"/>
                  <a:ext cx="1566750" cy="439592"/>
                </a:xfrm>
                <a:prstGeom prst="rect">
                  <a:avLst/>
                </a:prstGeom>
                <a:blipFill>
                  <a:blip r:embed="rId4"/>
                  <a:stretch>
                    <a:fillRect l="-7692" t="-26087" r="-14103" b="-4782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Cloud 46">
              <a:extLst>
                <a:ext uri="{FF2B5EF4-FFF2-40B4-BE49-F238E27FC236}">
                  <a16:creationId xmlns:a16="http://schemas.microsoft.com/office/drawing/2014/main" id="{1A2FEC9F-5857-00C4-FD61-02495E4CF4DA}"/>
                </a:ext>
              </a:extLst>
            </p:cNvPr>
            <p:cNvSpPr/>
            <p:nvPr/>
          </p:nvSpPr>
          <p:spPr>
            <a:xfrm>
              <a:off x="6612084" y="2111384"/>
              <a:ext cx="2028090" cy="1516951"/>
            </a:xfrm>
            <a:prstGeom prst="cloud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F2D3354-9C1C-2827-F925-0515B21BFE17}"/>
              </a:ext>
            </a:extLst>
          </p:cNvPr>
          <p:cNvGrpSpPr/>
          <p:nvPr/>
        </p:nvGrpSpPr>
        <p:grpSpPr>
          <a:xfrm>
            <a:off x="3372154" y="3673098"/>
            <a:ext cx="977262" cy="1005323"/>
            <a:chOff x="7464067" y="3429000"/>
            <a:chExt cx="2207598" cy="20260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0C8EA29-4495-36BB-0208-29AB8D98D704}"/>
                    </a:ext>
                  </a:extLst>
                </p:cNvPr>
                <p:cNvSpPr txBox="1"/>
                <p:nvPr/>
              </p:nvSpPr>
              <p:spPr>
                <a:xfrm>
                  <a:off x="7464067" y="4981964"/>
                  <a:ext cx="1682995" cy="473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0C8EA29-4495-36BB-0208-29AB8D98D7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067" y="4981964"/>
                  <a:ext cx="1682995" cy="473119"/>
                </a:xfrm>
                <a:prstGeom prst="rect">
                  <a:avLst/>
                </a:prstGeom>
                <a:blipFill>
                  <a:blip r:embed="rId5"/>
                  <a:stretch>
                    <a:fillRect l="-15254" t="-25000" r="-50847" b="-7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Cloud 54">
              <a:extLst>
                <a:ext uri="{FF2B5EF4-FFF2-40B4-BE49-F238E27FC236}">
                  <a16:creationId xmlns:a16="http://schemas.microsoft.com/office/drawing/2014/main" id="{FAFB6FC0-3DBA-26E4-070E-BB4C443A0392}"/>
                </a:ext>
              </a:extLst>
            </p:cNvPr>
            <p:cNvSpPr/>
            <p:nvPr/>
          </p:nvSpPr>
          <p:spPr>
            <a:xfrm>
              <a:off x="7643575" y="3429000"/>
              <a:ext cx="2028090" cy="1516951"/>
            </a:xfrm>
            <a:prstGeom prst="cloud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60" name="Cloud 59">
            <a:extLst>
              <a:ext uri="{FF2B5EF4-FFF2-40B4-BE49-F238E27FC236}">
                <a16:creationId xmlns:a16="http://schemas.microsoft.com/office/drawing/2014/main" id="{B20E4838-766F-B51E-21B8-EED150C66B8F}"/>
              </a:ext>
            </a:extLst>
          </p:cNvPr>
          <p:cNvSpPr/>
          <p:nvPr/>
        </p:nvSpPr>
        <p:spPr>
          <a:xfrm>
            <a:off x="1702652" y="4678421"/>
            <a:ext cx="1371289" cy="955872"/>
          </a:xfrm>
          <a:prstGeom prst="cloud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2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5D4D9CD-F8DE-C86B-F4F6-950FC120F135}"/>
              </a:ext>
            </a:extLst>
          </p:cNvPr>
          <p:cNvSpPr txBox="1"/>
          <p:nvPr/>
        </p:nvSpPr>
        <p:spPr>
          <a:xfrm>
            <a:off x="3748474" y="38647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en-CN" i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1331B86-CC88-DF61-13F9-F023E78E2780}"/>
              </a:ext>
            </a:extLst>
          </p:cNvPr>
          <p:cNvSpPr txBox="1"/>
          <p:nvPr/>
        </p:nvSpPr>
        <p:spPr>
          <a:xfrm>
            <a:off x="2840286" y="28308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en-CN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BC6FE-4014-2431-A878-E7765535E4A7}"/>
              </a:ext>
            </a:extLst>
          </p:cNvPr>
          <p:cNvSpPr txBox="1"/>
          <p:nvPr/>
        </p:nvSpPr>
        <p:spPr>
          <a:xfrm>
            <a:off x="4782758" y="1691568"/>
            <a:ext cx="667740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For any two distinct variable</a:t>
            </a:r>
            <a:r>
              <a:rPr lang="zh-CN" altLang="en-US" dirty="0"/>
              <a:t> </a:t>
            </a:r>
            <a:r>
              <a:rPr lang="en-US" altLang="zh-CN" dirty="0"/>
              <a:t>inputs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there is exactly one MUX such that </a:t>
            </a:r>
            <a:r>
              <a:rPr lang="en-US" i="1" dirty="0"/>
              <a:t>a</a:t>
            </a:r>
            <a:r>
              <a:rPr lang="en-US" dirty="0"/>
              <a:t> lies in one of its </a:t>
            </a:r>
            <a:r>
              <a:rPr lang="en-US" i="1" dirty="0"/>
              <a:t>f-</a:t>
            </a:r>
            <a:r>
              <a:rPr lang="en-US" dirty="0"/>
              <a:t>, </a:t>
            </a:r>
            <a:r>
              <a:rPr lang="en-US" i="1" dirty="0"/>
              <a:t>g-</a:t>
            </a:r>
            <a:r>
              <a:rPr lang="en-US" dirty="0"/>
              <a:t>, or </a:t>
            </a:r>
            <a:r>
              <a:rPr lang="en-US" i="1" dirty="0"/>
              <a:t>h</a:t>
            </a:r>
            <a:r>
              <a:rPr lang="en-US" dirty="0"/>
              <a:t>-subtree</a:t>
            </a:r>
            <a:r>
              <a:rPr lang="en-US" altLang="zh-CN" dirty="0"/>
              <a:t>s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lies in another.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they lie in the </a:t>
            </a:r>
            <a:r>
              <a:rPr lang="en-US" i="1" dirty="0"/>
              <a:t>g-</a:t>
            </a:r>
            <a:r>
              <a:rPr lang="en-US" dirty="0"/>
              <a:t> and </a:t>
            </a:r>
            <a:r>
              <a:rPr lang="en-US" i="1" dirty="0"/>
              <a:t>h-</a:t>
            </a:r>
            <a:r>
              <a:rPr lang="en-US" dirty="0"/>
              <a:t>subtrees, then no path contains both </a:t>
            </a:r>
            <a:r>
              <a:rPr lang="en-US" altLang="zh-CN" dirty="0"/>
              <a:t>inputs</a:t>
            </a:r>
            <a:r>
              <a:rPr lang="en-US" dirty="0"/>
              <a:t>. If </a:t>
            </a:r>
            <a:r>
              <a:rPr lang="en-US" i="1" dirty="0"/>
              <a:t>a</a:t>
            </a:r>
            <a:r>
              <a:rPr lang="en-US" dirty="0"/>
              <a:t> lies in the </a:t>
            </a:r>
            <a:r>
              <a:rPr lang="en-US" i="1" dirty="0"/>
              <a:t>f-</a:t>
            </a:r>
            <a:r>
              <a:rPr lang="en-US" dirty="0"/>
              <a:t>subtree, then </a:t>
            </a:r>
            <a:r>
              <a:rPr lang="en-US" i="1" dirty="0"/>
              <a:t>b</a:t>
            </a:r>
            <a:r>
              <a:rPr lang="en-US" dirty="0"/>
              <a:t> is control-dependent on </a:t>
            </a:r>
            <a:r>
              <a:rPr lang="en-US" i="1" dirty="0"/>
              <a:t>a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CD5A9-C7FB-A532-5A2C-A951F8B885D5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altLang="zh-CN" b="1" dirty="0"/>
              <a:t>An</a:t>
            </a:r>
            <a:r>
              <a:rPr lang="zh-CN" altLang="en-US" b="1" dirty="0"/>
              <a:t> </a:t>
            </a:r>
            <a:r>
              <a:rPr lang="en-US" altLang="zh-CN" b="1" dirty="0"/>
              <a:t>attribute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MUX</a:t>
            </a:r>
            <a:r>
              <a:rPr lang="zh-CN" altLang="en-US" b="1" dirty="0"/>
              <a:t> </a:t>
            </a:r>
            <a:r>
              <a:rPr lang="en-US" altLang="zh-CN" b="1" dirty="0"/>
              <a:t>tree</a:t>
            </a:r>
            <a:r>
              <a:rPr lang="zh-CN" alt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646626"/>
      </p:ext>
    </p:extLst>
  </p:cSld>
  <p:clrMapOvr>
    <a:masterClrMapping/>
  </p:clrMapOvr>
  <p:transition>
    <p:wipe dir="r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31FA-6895-E2B0-DAC2-508C3CBB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05E64E-FAC2-94B7-55B0-AB4B5E85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18D36E-1E7C-3C16-F3B0-AA572E1E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110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1386A43F-1999-E0CE-9383-5A2AA0D9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Check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74D15C6-3E81-B589-4305-AD6EF588692A}"/>
              </a:ext>
            </a:extLst>
          </p:cNvPr>
          <p:cNvSpPr txBox="1"/>
          <p:nvPr/>
        </p:nvSpPr>
        <p:spPr>
          <a:xfrm>
            <a:off x="731835" y="1068363"/>
            <a:ext cx="10580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A correct single-occurrence MUX tree strictly mirrors the ROBDD:</a:t>
            </a:r>
            <a:endParaRPr lang="en-US" dirty="0"/>
          </a:p>
          <a:p>
            <a:r>
              <a:rPr lang="en-US" dirty="0"/>
              <a:t>for every path in the ROBDD, the sequence of consumed variables along the corresponding path in the MUX tree is identical.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429B21-6DE3-6F7B-5303-E2A55CD41115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B832701-3C66-C58F-6E4A-FE28B5930735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56B99D-BA72-9C8E-54EF-24AF06E616A2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F8BCF22-4C90-D6C7-007F-E5CA3EE928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230C06A-F799-4D4A-BC75-C32D733E16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316D4C3-C98E-BBFA-1B16-FCDED1F44D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B644A6A-E45C-B136-3B47-04003EF23CD7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0B2765-E5C3-3578-7912-28ADC36D3A3F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C9DD72-54F4-2957-BD51-83F79693FEE2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Oval 135">
            <a:extLst>
              <a:ext uri="{FF2B5EF4-FFF2-40B4-BE49-F238E27FC236}">
                <a16:creationId xmlns:a16="http://schemas.microsoft.com/office/drawing/2014/main" id="{9A2F38C0-A190-DBE6-AB96-C2ADF79689FC}"/>
              </a:ext>
            </a:extLst>
          </p:cNvPr>
          <p:cNvSpPr/>
          <p:nvPr/>
        </p:nvSpPr>
        <p:spPr>
          <a:xfrm>
            <a:off x="1646993" y="4951902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B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14C8B90B-1BA2-0837-1FAB-21540E022DAA}"/>
              </a:ext>
            </a:extLst>
          </p:cNvPr>
          <p:cNvSpPr/>
          <p:nvPr/>
        </p:nvSpPr>
        <p:spPr>
          <a:xfrm>
            <a:off x="2569307" y="3317078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25D5955-110C-0138-ACEA-AE876663F8DE}"/>
              </a:ext>
            </a:extLst>
          </p:cNvPr>
          <p:cNvCxnSpPr>
            <a:cxnSpLocks/>
            <a:stCxn id="137" idx="4"/>
            <a:endCxn id="136" idx="0"/>
          </p:cNvCxnSpPr>
          <p:nvPr/>
        </p:nvCxnSpPr>
        <p:spPr>
          <a:xfrm flipH="1">
            <a:off x="1950320" y="3923731"/>
            <a:ext cx="922314" cy="102817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1855FAA4-06A8-03B7-2A5A-669467310766}"/>
              </a:ext>
            </a:extLst>
          </p:cNvPr>
          <p:cNvSpPr txBox="1"/>
          <p:nvPr/>
        </p:nvSpPr>
        <p:spPr>
          <a:xfrm>
            <a:off x="2171439" y="413554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en-CN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1674B5A-1E8D-D16C-7E08-AB2F5D8DA663}"/>
              </a:ext>
            </a:extLst>
          </p:cNvPr>
          <p:cNvSpPr txBox="1"/>
          <p:nvPr/>
        </p:nvSpPr>
        <p:spPr>
          <a:xfrm>
            <a:off x="4157688" y="2470533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r>
              <a:rPr lang="zh-CN" altLang="en-US" dirty="0"/>
              <a:t> </a:t>
            </a:r>
            <a:r>
              <a:rPr lang="en-US" altLang="zh-CN" dirty="0"/>
              <a:t>(A,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relationship):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253763-6234-7D74-1DA5-ABF81EEB2DBE}"/>
              </a:ext>
            </a:extLst>
          </p:cNvPr>
          <p:cNvSpPr txBox="1"/>
          <p:nvPr/>
        </p:nvSpPr>
        <p:spPr>
          <a:xfrm>
            <a:off x="773620" y="247053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ROBDD: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5CAF55-1F58-F14A-30A1-DAEAD2CE898B}"/>
              </a:ext>
            </a:extLst>
          </p:cNvPr>
          <p:cNvSpPr/>
          <p:nvPr/>
        </p:nvSpPr>
        <p:spPr>
          <a:xfrm>
            <a:off x="6022301" y="435662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B52FA19-29EA-A9C3-7A88-D389C5FF9901}"/>
              </a:ext>
            </a:extLst>
          </p:cNvPr>
          <p:cNvGrpSpPr/>
          <p:nvPr/>
        </p:nvGrpSpPr>
        <p:grpSpPr>
          <a:xfrm>
            <a:off x="6365428" y="4039505"/>
            <a:ext cx="598449" cy="307777"/>
            <a:chOff x="1550604" y="3020176"/>
            <a:chExt cx="598449" cy="4346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239E0DD-3D88-D575-D6BE-1FEFA684BE4E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F4AF26F-296F-4787-2C21-57A3E2820022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F0EE0D-7F04-9DE6-D1C1-180ED7D32229}"/>
              </a:ext>
            </a:extLst>
          </p:cNvPr>
          <p:cNvCxnSpPr>
            <a:cxnSpLocks/>
          </p:cNvCxnSpPr>
          <p:nvPr/>
        </p:nvCxnSpPr>
        <p:spPr>
          <a:xfrm flipH="1">
            <a:off x="7297787" y="4611468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7AEE287-43F2-8595-EE6B-ED1A47179550}"/>
              </a:ext>
            </a:extLst>
          </p:cNvPr>
          <p:cNvSpPr txBox="1"/>
          <p:nvPr/>
        </p:nvSpPr>
        <p:spPr>
          <a:xfrm>
            <a:off x="6147347" y="41294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3627BE-CAC4-E3A9-B625-47299AB4B27C}"/>
              </a:ext>
            </a:extLst>
          </p:cNvPr>
          <p:cNvSpPr txBox="1"/>
          <p:nvPr/>
        </p:nvSpPr>
        <p:spPr>
          <a:xfrm>
            <a:off x="6746346" y="41294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CFE1F8-7891-38DD-9426-73DB3333EDB4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660044" y="4866308"/>
            <a:ext cx="0" cy="3949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loud 31">
            <a:extLst>
              <a:ext uri="{FF2B5EF4-FFF2-40B4-BE49-F238E27FC236}">
                <a16:creationId xmlns:a16="http://schemas.microsoft.com/office/drawing/2014/main" id="{3F26F30B-84C4-66E2-0C3A-517CE0C96240}"/>
              </a:ext>
            </a:extLst>
          </p:cNvPr>
          <p:cNvSpPr/>
          <p:nvPr/>
        </p:nvSpPr>
        <p:spPr>
          <a:xfrm>
            <a:off x="7723366" y="4283732"/>
            <a:ext cx="897797" cy="752697"/>
          </a:xfrm>
          <a:prstGeom prst="cloud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49927D-D2C6-C659-790D-5BABD330790D}"/>
              </a:ext>
            </a:extLst>
          </p:cNvPr>
          <p:cNvSpPr txBox="1"/>
          <p:nvPr/>
        </p:nvSpPr>
        <p:spPr>
          <a:xfrm>
            <a:off x="7863465" y="447541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7666C03-DE3E-7EE5-ADFC-E41AAD2B4AC6}"/>
                  </a:ext>
                </a:extLst>
              </p:cNvPr>
              <p:cNvSpPr txBox="1"/>
              <p:nvPr/>
            </p:nvSpPr>
            <p:spPr>
              <a:xfrm>
                <a:off x="5577653" y="3493595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/>
                  <a:t>B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i="1" dirty="0"/>
                  <a:t>…</a:t>
                </a:r>
                <a:endParaRPr lang="en-CN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7666C03-DE3E-7EE5-ADFC-E41AAD2B4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653" y="3493595"/>
                <a:ext cx="763351" cy="369332"/>
              </a:xfrm>
              <a:prstGeom prst="rect">
                <a:avLst/>
              </a:prstGeom>
              <a:blipFill>
                <a:blip r:embed="rId8"/>
                <a:stretch>
                  <a:fillRect l="-6557" t="-6667" r="-4918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loud 35">
            <a:extLst>
              <a:ext uri="{FF2B5EF4-FFF2-40B4-BE49-F238E27FC236}">
                <a16:creationId xmlns:a16="http://schemas.microsoft.com/office/drawing/2014/main" id="{CF55A08F-B729-63E9-F7CF-4075D30814E4}"/>
              </a:ext>
            </a:extLst>
          </p:cNvPr>
          <p:cNvSpPr/>
          <p:nvPr/>
        </p:nvSpPr>
        <p:spPr>
          <a:xfrm>
            <a:off x="5333959" y="3246230"/>
            <a:ext cx="1275486" cy="877683"/>
          </a:xfrm>
          <a:prstGeom prst="cloud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9661211"/>
      </p:ext>
    </p:extLst>
  </p:cSld>
  <p:clrMapOvr>
    <a:masterClrMapping/>
  </p:clrMapOvr>
  <p:transition spd="slow">
    <p:wipe dir="r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730B-AD99-61C6-5DC9-48D87111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2611DB-687B-3F06-0A3B-CFD9F1DF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45FDB-6BDB-B9A7-EA0E-51F365A2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111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2E86B390-79C1-D926-43C8-B76B6944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Check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EE10F4E-EF68-9897-A55F-888199611262}"/>
              </a:ext>
            </a:extLst>
          </p:cNvPr>
          <p:cNvSpPr txBox="1"/>
          <p:nvPr/>
        </p:nvSpPr>
        <p:spPr>
          <a:xfrm>
            <a:off x="731835" y="1068363"/>
            <a:ext cx="10580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A correct single-occurrence MUX tree strictly mirrors the ROBDD:</a:t>
            </a:r>
            <a:endParaRPr lang="en-US" dirty="0"/>
          </a:p>
          <a:p>
            <a:r>
              <a:rPr lang="en-US" dirty="0"/>
              <a:t>for every path in the ROBDD, the sequence of consumed variables along the corresponding path in the MUX tree is identical.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6CAAD4-582A-E4D1-7074-55C32EDFCA80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C04D74-828E-145C-D3D3-9995A3C84FA0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53B1C8-5314-91E8-B832-40056E757174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DC8FD43-DF41-4DEC-68CF-995E21BB4A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4AF6F7D-10B2-78DB-C06F-6CD6616E1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3F62981-DEBC-CFD6-CDFD-478DF940F5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B7652F3-49DD-9BE9-EE66-B0654D3FC440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B29CFB-4F1D-4B6B-CB89-302AF95BB456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AC40DE-D051-4E5D-85DE-B4AFA8B82E6F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Oval 135">
            <a:extLst>
              <a:ext uri="{FF2B5EF4-FFF2-40B4-BE49-F238E27FC236}">
                <a16:creationId xmlns:a16="http://schemas.microsoft.com/office/drawing/2014/main" id="{AE58735E-B3CE-E300-16E6-17C345273E64}"/>
              </a:ext>
            </a:extLst>
          </p:cNvPr>
          <p:cNvSpPr/>
          <p:nvPr/>
        </p:nvSpPr>
        <p:spPr>
          <a:xfrm>
            <a:off x="1646993" y="4951902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B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19DE293-D43A-FC25-6BBF-B55AEDF8200E}"/>
              </a:ext>
            </a:extLst>
          </p:cNvPr>
          <p:cNvSpPr/>
          <p:nvPr/>
        </p:nvSpPr>
        <p:spPr>
          <a:xfrm>
            <a:off x="2569307" y="3317078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B591D01-7E23-1AB6-9DD2-6C94AED189FD}"/>
              </a:ext>
            </a:extLst>
          </p:cNvPr>
          <p:cNvCxnSpPr>
            <a:cxnSpLocks/>
            <a:stCxn id="137" idx="4"/>
            <a:endCxn id="136" idx="0"/>
          </p:cNvCxnSpPr>
          <p:nvPr/>
        </p:nvCxnSpPr>
        <p:spPr>
          <a:xfrm flipH="1">
            <a:off x="1950320" y="3923731"/>
            <a:ext cx="922314" cy="102817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B293691E-1613-8FD9-C30F-687943D06904}"/>
              </a:ext>
            </a:extLst>
          </p:cNvPr>
          <p:cNvSpPr txBox="1"/>
          <p:nvPr/>
        </p:nvSpPr>
        <p:spPr>
          <a:xfrm>
            <a:off x="2171439" y="413554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en-CN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7D851E-1AF0-5498-544C-7FD317468640}"/>
              </a:ext>
            </a:extLst>
          </p:cNvPr>
          <p:cNvSpPr txBox="1"/>
          <p:nvPr/>
        </p:nvSpPr>
        <p:spPr>
          <a:xfrm>
            <a:off x="4157688" y="2470533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r>
              <a:rPr lang="zh-CN" altLang="en-US" dirty="0"/>
              <a:t> </a:t>
            </a:r>
            <a:r>
              <a:rPr lang="en-US" altLang="zh-CN" dirty="0"/>
              <a:t>(A,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relationship):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DA809-4696-C3E9-60EF-B0B79E940E3C}"/>
              </a:ext>
            </a:extLst>
          </p:cNvPr>
          <p:cNvSpPr txBox="1"/>
          <p:nvPr/>
        </p:nvSpPr>
        <p:spPr>
          <a:xfrm>
            <a:off x="773620" y="247053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ROBDD: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6DE69F-2D1A-C94F-BFE8-8B04B8E81F3E}"/>
              </a:ext>
            </a:extLst>
          </p:cNvPr>
          <p:cNvSpPr/>
          <p:nvPr/>
        </p:nvSpPr>
        <p:spPr>
          <a:xfrm>
            <a:off x="6022301" y="435662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EFEAA0-A118-DF4C-DADB-017F94D3A041}"/>
              </a:ext>
            </a:extLst>
          </p:cNvPr>
          <p:cNvGrpSpPr/>
          <p:nvPr/>
        </p:nvGrpSpPr>
        <p:grpSpPr>
          <a:xfrm>
            <a:off x="6365428" y="4039505"/>
            <a:ext cx="598449" cy="307777"/>
            <a:chOff x="1550604" y="3020176"/>
            <a:chExt cx="598449" cy="4346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330C51F-18F1-578B-BD10-630F7863978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2C2F0AC-08F7-DB31-2CCA-21BE74F019A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FAFACC-D03E-E532-48BF-0C4A1D8B082F}"/>
              </a:ext>
            </a:extLst>
          </p:cNvPr>
          <p:cNvCxnSpPr>
            <a:cxnSpLocks/>
          </p:cNvCxnSpPr>
          <p:nvPr/>
        </p:nvCxnSpPr>
        <p:spPr>
          <a:xfrm flipH="1">
            <a:off x="7297787" y="4611468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41E45D-1879-D4A9-55AD-2B8FE0907480}"/>
              </a:ext>
            </a:extLst>
          </p:cNvPr>
          <p:cNvSpPr txBox="1"/>
          <p:nvPr/>
        </p:nvSpPr>
        <p:spPr>
          <a:xfrm>
            <a:off x="6147347" y="41294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62C99F-C183-436F-FC06-BED44A460795}"/>
              </a:ext>
            </a:extLst>
          </p:cNvPr>
          <p:cNvSpPr txBox="1"/>
          <p:nvPr/>
        </p:nvSpPr>
        <p:spPr>
          <a:xfrm>
            <a:off x="6746346" y="41294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D323B8-1FA8-7BAB-37DF-23589A1129C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660044" y="4866308"/>
            <a:ext cx="0" cy="3949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loud 31">
            <a:extLst>
              <a:ext uri="{FF2B5EF4-FFF2-40B4-BE49-F238E27FC236}">
                <a16:creationId xmlns:a16="http://schemas.microsoft.com/office/drawing/2014/main" id="{5907BFE7-F28E-92F5-A562-1DDAE95D708A}"/>
              </a:ext>
            </a:extLst>
          </p:cNvPr>
          <p:cNvSpPr/>
          <p:nvPr/>
        </p:nvSpPr>
        <p:spPr>
          <a:xfrm>
            <a:off x="7723366" y="4283732"/>
            <a:ext cx="897797" cy="752697"/>
          </a:xfrm>
          <a:prstGeom prst="cloud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64689C-FC81-47CE-C711-1D116663236B}"/>
              </a:ext>
            </a:extLst>
          </p:cNvPr>
          <p:cNvSpPr txBox="1"/>
          <p:nvPr/>
        </p:nvSpPr>
        <p:spPr>
          <a:xfrm>
            <a:off x="7863465" y="447541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6E7453-3AB0-DF64-A54D-7F12F0A98910}"/>
                  </a:ext>
                </a:extLst>
              </p:cNvPr>
              <p:cNvSpPr txBox="1"/>
              <p:nvPr/>
            </p:nvSpPr>
            <p:spPr>
              <a:xfrm>
                <a:off x="5577653" y="3493595"/>
                <a:ext cx="7761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/>
                  <a:t>C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i="1" dirty="0"/>
                  <a:t>…</a:t>
                </a:r>
                <a:endParaRPr lang="en-CN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6E7453-3AB0-DF64-A54D-7F12F0A98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653" y="3493595"/>
                <a:ext cx="776175" cy="369332"/>
              </a:xfrm>
              <a:prstGeom prst="rect">
                <a:avLst/>
              </a:prstGeom>
              <a:blipFill>
                <a:blip r:embed="rId8"/>
                <a:stretch>
                  <a:fillRect l="-6452" t="-6667" r="-4839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loud 23">
            <a:extLst>
              <a:ext uri="{FF2B5EF4-FFF2-40B4-BE49-F238E27FC236}">
                <a16:creationId xmlns:a16="http://schemas.microsoft.com/office/drawing/2014/main" id="{AFCBB3B5-F8E7-1D3B-371F-15EAFABCD672}"/>
              </a:ext>
            </a:extLst>
          </p:cNvPr>
          <p:cNvSpPr/>
          <p:nvPr/>
        </p:nvSpPr>
        <p:spPr>
          <a:xfrm>
            <a:off x="5333959" y="3246230"/>
            <a:ext cx="1275486" cy="877683"/>
          </a:xfrm>
          <a:prstGeom prst="cloud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7631980"/>
      </p:ext>
    </p:extLst>
  </p:cSld>
  <p:clrMapOvr>
    <a:masterClrMapping/>
  </p:clrMapOvr>
  <p:transition spd="slow">
    <p:wipe dir="r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D65A-CF5C-04DB-6240-A4C2FCBE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83F098-9E7B-864C-F38F-02C55F68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3BBA32-32DF-532E-4C5E-F49C5F51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112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1F799671-0B6D-D7D0-1020-E84B583B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Check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CD58F3A-AA09-13C2-514D-B7A60E5A0DF0}"/>
              </a:ext>
            </a:extLst>
          </p:cNvPr>
          <p:cNvSpPr txBox="1"/>
          <p:nvPr/>
        </p:nvSpPr>
        <p:spPr>
          <a:xfrm>
            <a:off x="731835" y="1068363"/>
            <a:ext cx="10580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A correct single-occurrence MUX tree strictly mirrors the ROBDD:</a:t>
            </a:r>
            <a:endParaRPr lang="en-US" dirty="0"/>
          </a:p>
          <a:p>
            <a:r>
              <a:rPr lang="en-US" dirty="0"/>
              <a:t>for every path in the ROBDD, the sequence of consumed variables along the corresponding path in the MUX tree is identical.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84DE76-8793-CF07-F145-9F851C40027B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C34D6A3-C29B-0778-A4E6-97924B76B825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1CD1804-728C-F177-7EEF-2120FC719F85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D1CEB36-458D-B25D-DBFA-8D1D0E688B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424B782-4110-E75A-C610-859338B334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6DD0D83-D72E-7922-9CCD-57ED02586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392FD75-9CAB-4810-B2B5-C968782E6E91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59E46A8-DA36-00E2-A691-306F304FD267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333EBBD-DE0A-D8F5-B514-B5ADB400C64A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Oval 135">
            <a:extLst>
              <a:ext uri="{FF2B5EF4-FFF2-40B4-BE49-F238E27FC236}">
                <a16:creationId xmlns:a16="http://schemas.microsoft.com/office/drawing/2014/main" id="{BC1DE6CC-6F42-3DD0-51AF-9DA9C39129D1}"/>
              </a:ext>
            </a:extLst>
          </p:cNvPr>
          <p:cNvSpPr/>
          <p:nvPr/>
        </p:nvSpPr>
        <p:spPr>
          <a:xfrm>
            <a:off x="1646993" y="4951902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B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4F3A000-E73E-E27F-10B6-5D5283A08230}"/>
              </a:ext>
            </a:extLst>
          </p:cNvPr>
          <p:cNvSpPr/>
          <p:nvPr/>
        </p:nvSpPr>
        <p:spPr>
          <a:xfrm>
            <a:off x="2569307" y="3317078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E9C302A-C254-66B0-A1F6-6E2C90367931}"/>
              </a:ext>
            </a:extLst>
          </p:cNvPr>
          <p:cNvCxnSpPr>
            <a:cxnSpLocks/>
            <a:stCxn id="137" idx="4"/>
            <a:endCxn id="136" idx="0"/>
          </p:cNvCxnSpPr>
          <p:nvPr/>
        </p:nvCxnSpPr>
        <p:spPr>
          <a:xfrm flipH="1">
            <a:off x="1950320" y="3923731"/>
            <a:ext cx="922314" cy="102817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11ACD009-5026-47E1-72FF-7DA8DFF9372A}"/>
              </a:ext>
            </a:extLst>
          </p:cNvPr>
          <p:cNvSpPr txBox="1"/>
          <p:nvPr/>
        </p:nvSpPr>
        <p:spPr>
          <a:xfrm>
            <a:off x="2171439" y="413554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en-CN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FEB7852-FDAD-83B7-FC16-8A0E7ADCEE08}"/>
              </a:ext>
            </a:extLst>
          </p:cNvPr>
          <p:cNvSpPr txBox="1"/>
          <p:nvPr/>
        </p:nvSpPr>
        <p:spPr>
          <a:xfrm>
            <a:off x="4157688" y="2470533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MUX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r>
              <a:rPr lang="zh-CN" altLang="en-US" dirty="0"/>
              <a:t> </a:t>
            </a:r>
            <a:r>
              <a:rPr lang="en-US" altLang="zh-CN" dirty="0"/>
              <a:t>(C,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relationship):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D36D1-3E5A-FA58-AB44-86AF2549DFB5}"/>
              </a:ext>
            </a:extLst>
          </p:cNvPr>
          <p:cNvSpPr txBox="1"/>
          <p:nvPr/>
        </p:nvSpPr>
        <p:spPr>
          <a:xfrm>
            <a:off x="773620" y="247053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ROBDD: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020D4D-BFAB-6784-9B7C-CF9402BED93B}"/>
              </a:ext>
            </a:extLst>
          </p:cNvPr>
          <p:cNvSpPr/>
          <p:nvPr/>
        </p:nvSpPr>
        <p:spPr>
          <a:xfrm>
            <a:off x="6022301" y="435662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DA8F0E-05CA-AA3A-1A18-78FC10F47EB5}"/>
              </a:ext>
            </a:extLst>
          </p:cNvPr>
          <p:cNvGrpSpPr/>
          <p:nvPr/>
        </p:nvGrpSpPr>
        <p:grpSpPr>
          <a:xfrm>
            <a:off x="6365428" y="4039505"/>
            <a:ext cx="598449" cy="307777"/>
            <a:chOff x="1550604" y="3020176"/>
            <a:chExt cx="598449" cy="4346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F19BD70-E74B-C060-777E-841BA58CE098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04" y="3021980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32E15F7-359C-1EE7-0E00-B0FC37BD3B19}"/>
                </a:ext>
              </a:extLst>
            </p:cNvPr>
            <p:cNvCxnSpPr>
              <a:cxnSpLocks/>
            </p:cNvCxnSpPr>
            <p:nvPr/>
          </p:nvCxnSpPr>
          <p:spPr>
            <a:xfrm>
              <a:off x="2149053" y="3020176"/>
              <a:ext cx="0" cy="432843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E27E31-A7F3-B716-E69A-CA17E8B8033A}"/>
              </a:ext>
            </a:extLst>
          </p:cNvPr>
          <p:cNvCxnSpPr>
            <a:cxnSpLocks/>
          </p:cNvCxnSpPr>
          <p:nvPr/>
        </p:nvCxnSpPr>
        <p:spPr>
          <a:xfrm flipH="1">
            <a:off x="7297787" y="4611468"/>
            <a:ext cx="337564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0705F7-F7B3-293E-707D-F673E4825FDF}"/>
              </a:ext>
            </a:extLst>
          </p:cNvPr>
          <p:cNvSpPr txBox="1"/>
          <p:nvPr/>
        </p:nvSpPr>
        <p:spPr>
          <a:xfrm>
            <a:off x="6147347" y="41294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F81FFB-73CA-A9EE-3B17-1C538FC2563F}"/>
              </a:ext>
            </a:extLst>
          </p:cNvPr>
          <p:cNvSpPr txBox="1"/>
          <p:nvPr/>
        </p:nvSpPr>
        <p:spPr>
          <a:xfrm>
            <a:off x="6746346" y="41294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99083E-366B-C34A-FD5E-7C2B0E185FF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660044" y="4866308"/>
            <a:ext cx="0" cy="39492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loud 31">
            <a:extLst>
              <a:ext uri="{FF2B5EF4-FFF2-40B4-BE49-F238E27FC236}">
                <a16:creationId xmlns:a16="http://schemas.microsoft.com/office/drawing/2014/main" id="{BD06C879-BF91-670F-9290-B9B3B741C5D2}"/>
              </a:ext>
            </a:extLst>
          </p:cNvPr>
          <p:cNvSpPr/>
          <p:nvPr/>
        </p:nvSpPr>
        <p:spPr>
          <a:xfrm>
            <a:off x="7723366" y="4283732"/>
            <a:ext cx="897797" cy="752697"/>
          </a:xfrm>
          <a:prstGeom prst="cloud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CD038E-907F-7F3E-20C4-BF30EDD0DE5E}"/>
              </a:ext>
            </a:extLst>
          </p:cNvPr>
          <p:cNvSpPr txBox="1"/>
          <p:nvPr/>
        </p:nvSpPr>
        <p:spPr>
          <a:xfrm>
            <a:off x="7863465" y="447541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C</a:t>
            </a:r>
            <a:endParaRPr lang="en-CN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E9DCC8-2478-A307-C0F0-15141B5D053E}"/>
              </a:ext>
            </a:extLst>
          </p:cNvPr>
          <p:cNvSpPr txBox="1"/>
          <p:nvPr/>
        </p:nvSpPr>
        <p:spPr>
          <a:xfrm>
            <a:off x="6004521" y="359859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en-CN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C0694-14A0-1288-BFE2-A493F618E4D7}"/>
              </a:ext>
            </a:extLst>
          </p:cNvPr>
          <p:cNvSpPr txBox="1"/>
          <p:nvPr/>
        </p:nvSpPr>
        <p:spPr>
          <a:xfrm>
            <a:off x="6907143" y="359796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en-CN" i="1" dirty="0"/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870B3CCE-A3AC-5B5C-9E08-52A0098FEE5C}"/>
              </a:ext>
            </a:extLst>
          </p:cNvPr>
          <p:cNvSpPr/>
          <p:nvPr/>
        </p:nvSpPr>
        <p:spPr>
          <a:xfrm>
            <a:off x="5798437" y="3438971"/>
            <a:ext cx="811007" cy="684942"/>
          </a:xfrm>
          <a:prstGeom prst="cloud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102DD4F8-5E8A-E3C9-1142-6A8D298DE066}"/>
              </a:ext>
            </a:extLst>
          </p:cNvPr>
          <p:cNvSpPr/>
          <p:nvPr/>
        </p:nvSpPr>
        <p:spPr>
          <a:xfrm>
            <a:off x="6660044" y="3373220"/>
            <a:ext cx="821326" cy="717362"/>
          </a:xfrm>
          <a:prstGeom prst="cloud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Bent-Up Arrow 28">
            <a:hlinkClick r:id="rId8" action="ppaction://hlinksldjump"/>
            <a:extLst>
              <a:ext uri="{FF2B5EF4-FFF2-40B4-BE49-F238E27FC236}">
                <a16:creationId xmlns:a16="http://schemas.microsoft.com/office/drawing/2014/main" id="{EE44E80F-228B-2B9A-8AA1-1638FC2F2406}"/>
              </a:ext>
            </a:extLst>
          </p:cNvPr>
          <p:cNvSpPr/>
          <p:nvPr/>
        </p:nvSpPr>
        <p:spPr>
          <a:xfrm rot="16200000" flipH="1">
            <a:off x="11840626" y="6534801"/>
            <a:ext cx="219570" cy="194857"/>
          </a:xfrm>
          <a:prstGeom prst="bent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1975099"/>
      </p:ext>
    </p:extLst>
  </p:cSld>
  <p:clrMapOvr>
    <a:masterClrMapping/>
  </p:clrMapOvr>
  <p:transition spd="slow">
    <p:wipe dir="r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AC31-23ED-3440-9B87-8979AEE3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3C9C53-5D4A-0C6E-D15B-DDCBD5F80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0D753E-E373-D2F3-E15E-D25B4CDCC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113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CFFA7571-326D-73D3-2569-A9B8F1B9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</a:t>
            </a:r>
            <a:r>
              <a:rPr lang="en-US" altLang="zh-CN" dirty="0"/>
              <a:t>Check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D5DB2D5-09B4-FABF-922C-A56E9CD81D06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|D| ≥ 2</a:t>
            </a:r>
            <a:r>
              <a:rPr lang="en-US" altLang="zh-CN" b="1" dirty="0"/>
              <a:t>.</a:t>
            </a:r>
            <a:r>
              <a:rPr lang="en-US" b="1" dirty="0"/>
              <a:t> Assume, for contradiction, that a single-occurrence MUX tree exists.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237BE6-21CE-F076-3B95-F6D87CCAB184}"/>
              </a:ext>
            </a:extLst>
          </p:cNvPr>
          <p:cNvSpPr/>
          <p:nvPr/>
        </p:nvSpPr>
        <p:spPr>
          <a:xfrm>
            <a:off x="5319258" y="402341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6EB15B-7AAD-61F5-DF81-34F3C190CD18}"/>
              </a:ext>
            </a:extLst>
          </p:cNvPr>
          <p:cNvCxnSpPr>
            <a:cxnSpLocks/>
          </p:cNvCxnSpPr>
          <p:nvPr/>
        </p:nvCxnSpPr>
        <p:spPr>
          <a:xfrm>
            <a:off x="5662385" y="3702000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BA52B1-371D-6D5A-F1BD-16CE6BF89705}"/>
              </a:ext>
            </a:extLst>
          </p:cNvPr>
          <p:cNvCxnSpPr>
            <a:cxnSpLocks/>
          </p:cNvCxnSpPr>
          <p:nvPr/>
        </p:nvCxnSpPr>
        <p:spPr>
          <a:xfrm>
            <a:off x="6260834" y="3700723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73626D-A750-690A-AD24-556C3BCBE642}"/>
              </a:ext>
            </a:extLst>
          </p:cNvPr>
          <p:cNvCxnSpPr>
            <a:cxnSpLocks/>
          </p:cNvCxnSpPr>
          <p:nvPr/>
        </p:nvCxnSpPr>
        <p:spPr>
          <a:xfrm flipH="1">
            <a:off x="6594744" y="4272686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8C16BE-A0BC-F5A5-9472-08CBEE9BD3CE}"/>
                  </a:ext>
                </a:extLst>
              </p:cNvPr>
              <p:cNvSpPr txBox="1"/>
              <p:nvPr/>
            </p:nvSpPr>
            <p:spPr>
              <a:xfrm>
                <a:off x="6133395" y="3352221"/>
                <a:ext cx="235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C86DB9-2D40-054F-9621-A18D729F1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395" y="3352221"/>
                <a:ext cx="235769" cy="369332"/>
              </a:xfrm>
              <a:prstGeom prst="rect">
                <a:avLst/>
              </a:prstGeom>
              <a:blipFill>
                <a:blip r:embed="rId3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26CCEE7-37AB-1E55-66DE-53B6BCA80B52}"/>
              </a:ext>
            </a:extLst>
          </p:cNvPr>
          <p:cNvSpPr txBox="1"/>
          <p:nvPr/>
        </p:nvSpPr>
        <p:spPr>
          <a:xfrm>
            <a:off x="5444304" y="379067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1F36F-6C7E-2584-1ABB-586A8BCCB325}"/>
              </a:ext>
            </a:extLst>
          </p:cNvPr>
          <p:cNvSpPr txBox="1"/>
          <p:nvPr/>
        </p:nvSpPr>
        <p:spPr>
          <a:xfrm>
            <a:off x="6043303" y="379067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5D62EA-22AC-7A62-5965-2D2737AADE7D}"/>
              </a:ext>
            </a:extLst>
          </p:cNvPr>
          <p:cNvCxnSpPr>
            <a:cxnSpLocks/>
          </p:cNvCxnSpPr>
          <p:nvPr/>
        </p:nvCxnSpPr>
        <p:spPr>
          <a:xfrm>
            <a:off x="5966275" y="4547999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C59FF5-0A24-A7B4-2668-55196C9A29CB}"/>
              </a:ext>
            </a:extLst>
          </p:cNvPr>
          <p:cNvSpPr txBox="1"/>
          <p:nvPr/>
        </p:nvSpPr>
        <p:spPr>
          <a:xfrm>
            <a:off x="5640421" y="48954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564A40-32AA-27B0-E4CA-C216DA805F65}"/>
              </a:ext>
            </a:extLst>
          </p:cNvPr>
          <p:cNvSpPr txBox="1"/>
          <p:nvPr/>
        </p:nvSpPr>
        <p:spPr>
          <a:xfrm>
            <a:off x="6959656" y="41637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3737D5-8172-6C27-D7A7-1AB0E20CBAE3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DD0B9B-DF8A-4A40-67CD-EA95536C83A0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EEE719-CB26-071E-F4ED-CD791E4A5F7D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3D83F2-C86A-F66C-3791-14815E99AEF3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EC20835-2115-299E-D26B-A093CC6123FE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6DB0B1-222B-7C59-A6A6-3A7760581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FF1D1E-3504-D5E8-C418-A3E2CCF0217E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4679EB-268E-829B-821D-EF2A5C81B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0153AFF0-E5A6-3DF8-87E4-B40EAB99BAAA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C12E9F9-4456-76A2-0335-3D50520C3678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4BE6C68-4C0A-6CC3-C0AB-71AC964BB35F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3086A6-8643-028C-FA4E-7B3337E7987E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740138-9008-F9B4-C2F1-8F6F420EFB14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7E2F578-A144-BFE6-D43A-75E1A36540C2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736FFD-57CC-F9C3-41E5-0F77652F3312}"/>
              </a:ext>
            </a:extLst>
          </p:cNvPr>
          <p:cNvCxnSpPr>
            <a:cxnSpLocks/>
            <a:stCxn id="19" idx="3"/>
            <a:endCxn id="27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01689D2-D69A-7FD0-CEEA-0770FF46A988}"/>
              </a:ext>
            </a:extLst>
          </p:cNvPr>
          <p:cNvCxnSpPr>
            <a:cxnSpLocks/>
            <a:stCxn id="19" idx="4"/>
            <a:endCxn id="54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3473B8-6567-BA6F-B024-79F75FD7DFA7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7060FD-D03E-0B61-A727-2E5E346395C1}"/>
              </a:ext>
            </a:extLst>
          </p:cNvPr>
          <p:cNvCxnSpPr>
            <a:cxnSpLocks/>
            <a:stCxn id="27" idx="3"/>
            <a:endCxn id="1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489BB9-F32E-C722-199C-D03A0C421B96}"/>
              </a:ext>
            </a:extLst>
          </p:cNvPr>
          <p:cNvCxnSpPr>
            <a:cxnSpLocks/>
            <a:stCxn id="28" idx="3"/>
            <a:endCxn id="1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D0ED2B9-E45C-BA6B-83A2-CF5A4E94A9DF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77750D-5085-C383-269F-760C0A7CE25E}"/>
              </a:ext>
            </a:extLst>
          </p:cNvPr>
          <p:cNvCxnSpPr>
            <a:cxnSpLocks/>
            <a:stCxn id="16" idx="5"/>
            <a:endCxn id="51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4804DFF-874E-A485-B6C7-8763CB1758D2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3821D84-0C26-A53B-77AA-E36B7E0D49B5}"/>
              </a:ext>
            </a:extLst>
          </p:cNvPr>
          <p:cNvCxnSpPr>
            <a:cxnSpLocks/>
            <a:stCxn id="51" idx="3"/>
            <a:endCxn id="22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09331D9-5B6E-D796-9DD7-A317EE9A0B37}"/>
              </a:ext>
            </a:extLst>
          </p:cNvPr>
          <p:cNvCxnSpPr>
            <a:cxnSpLocks/>
            <a:stCxn id="51" idx="5"/>
            <a:endCxn id="27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3F445F7-6C3C-5637-9A63-B7C30AF6982B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56FC622-3AFD-14CA-9D11-69824D244032}"/>
              </a:ext>
            </a:extLst>
          </p:cNvPr>
          <p:cNvCxnSpPr>
            <a:cxnSpLocks/>
            <a:stCxn id="54" idx="3"/>
            <a:endCxn id="28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C286D51-385A-807F-5366-329297C84142}"/>
              </a:ext>
            </a:extLst>
          </p:cNvPr>
          <p:cNvCxnSpPr>
            <a:cxnSpLocks/>
            <a:stCxn id="54" idx="4"/>
            <a:endCxn id="1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9D3EBBB9-1AB7-DC64-590A-79E5D571ADEF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3E1D443-82D8-F3D8-1DA7-C9BE8BDE349F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780763"/>
      </p:ext>
    </p:extLst>
  </p:cSld>
  <p:clrMapOvr>
    <a:masterClrMapping/>
  </p:clrMapOvr>
  <p:transition>
    <p:wipe dir="r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C434-8F7F-21F6-E3FA-A5BC91C9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47A7F5-98DC-07B7-774E-6CD00105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9FAD59-4081-60FE-41B4-FF775C82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63C9DD45-0C84-EEFB-79FC-594FBB1B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0581BE8-05A1-8C54-CB68-3ED1D5DD4E4F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|D| ≥ 2</a:t>
            </a:r>
            <a:r>
              <a:rPr lang="en-US" altLang="zh-CN" b="1" dirty="0"/>
              <a:t>.</a:t>
            </a:r>
            <a:r>
              <a:rPr lang="en-US" b="1" dirty="0"/>
              <a:t> Assume, for contradiction, that a single-occurrence MUX tree exists.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BDF459-A11F-CE7B-8971-B4E0C49F9ED8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12F6D27-B6B5-6810-808C-B062EA968BDC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13BAC7-0044-CA39-E4D4-2E4B2A81F765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53EF39-626B-2087-E353-14D6324C5649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F04A19-B336-6C9D-2DC3-321DD2FC5853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F04A19-B336-6C9D-2DC3-321DD2FC5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2B4332-4422-A6F8-42D1-805A08D3EA1F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2B4332-4422-A6F8-42D1-805A08D3E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5DFBC837-C22A-DF6B-114A-1654D8C5F8F3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49D9EA-BA84-EDCE-E4D8-48C5D41FB5B4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85629D-EFE9-1665-83D1-58F9F7E16872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66EF0EC-E253-6ECB-258B-05894AF586E1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954874-5050-D315-8E22-409E823BF501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77C244-A941-5FE4-4AE3-A056975C1826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FF95E71-6602-F3D6-1F31-5405D24E40B1}"/>
              </a:ext>
            </a:extLst>
          </p:cNvPr>
          <p:cNvCxnSpPr>
            <a:cxnSpLocks/>
            <a:stCxn id="19" idx="3"/>
            <a:endCxn id="27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D2BED4-1C36-30EF-86F1-3F5250A52FF8}"/>
              </a:ext>
            </a:extLst>
          </p:cNvPr>
          <p:cNvCxnSpPr>
            <a:cxnSpLocks/>
            <a:stCxn id="19" idx="4"/>
            <a:endCxn id="54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F27B74-A8EF-9079-0CA9-1C08A7B8C38B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4274F80-B4BA-1E1B-059F-62DE9C51EC12}"/>
              </a:ext>
            </a:extLst>
          </p:cNvPr>
          <p:cNvCxnSpPr>
            <a:cxnSpLocks/>
            <a:stCxn id="27" idx="3"/>
            <a:endCxn id="1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DFC107-A7AF-CA01-BD29-7333A5D66A8C}"/>
              </a:ext>
            </a:extLst>
          </p:cNvPr>
          <p:cNvCxnSpPr>
            <a:cxnSpLocks/>
            <a:stCxn id="28" idx="3"/>
            <a:endCxn id="1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F13A4EF-53BF-06E6-12A9-B456D06444E3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A6BDB5A-7C22-CB70-2837-8971CE74E3B3}"/>
              </a:ext>
            </a:extLst>
          </p:cNvPr>
          <p:cNvCxnSpPr>
            <a:cxnSpLocks/>
            <a:stCxn id="16" idx="5"/>
            <a:endCxn id="51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BB6B0DF-E1C9-9973-931F-AAA078EDA65D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F57645-0E2A-290D-06CF-96AE74905E5E}"/>
              </a:ext>
            </a:extLst>
          </p:cNvPr>
          <p:cNvCxnSpPr>
            <a:cxnSpLocks/>
            <a:stCxn id="51" idx="3"/>
            <a:endCxn id="22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229734F-409D-C8C7-6BD1-A5F23B77D3D2}"/>
              </a:ext>
            </a:extLst>
          </p:cNvPr>
          <p:cNvCxnSpPr>
            <a:cxnSpLocks/>
            <a:stCxn id="51" idx="5"/>
            <a:endCxn id="27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5616244E-96B0-96C6-C65A-2BCC4BB8AB63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E2B3406-B2B3-D454-F35D-A3713CCF9A4D}"/>
              </a:ext>
            </a:extLst>
          </p:cNvPr>
          <p:cNvCxnSpPr>
            <a:cxnSpLocks/>
            <a:stCxn id="54" idx="3"/>
            <a:endCxn id="28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0E06A85-1327-66FC-86B5-3768DB8BE7E2}"/>
              </a:ext>
            </a:extLst>
          </p:cNvPr>
          <p:cNvCxnSpPr>
            <a:cxnSpLocks/>
            <a:stCxn id="54" idx="4"/>
            <a:endCxn id="1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27FD2F6F-8EBF-73BF-90E6-F776890E9C86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5C89F0F-5891-6088-E974-22841B8F2091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D5240D-FC33-C069-C70E-3BD1557D3984}"/>
              </a:ext>
            </a:extLst>
          </p:cNvPr>
          <p:cNvSpPr/>
          <p:nvPr/>
        </p:nvSpPr>
        <p:spPr>
          <a:xfrm>
            <a:off x="5319258" y="4023410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EC1195-0EDD-B689-4DB0-A968348F720D}"/>
              </a:ext>
            </a:extLst>
          </p:cNvPr>
          <p:cNvCxnSpPr>
            <a:cxnSpLocks/>
          </p:cNvCxnSpPr>
          <p:nvPr/>
        </p:nvCxnSpPr>
        <p:spPr>
          <a:xfrm>
            <a:off x="5662385" y="3702000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1E95B4-B25F-0F9B-6430-283CB646C739}"/>
              </a:ext>
            </a:extLst>
          </p:cNvPr>
          <p:cNvCxnSpPr>
            <a:cxnSpLocks/>
          </p:cNvCxnSpPr>
          <p:nvPr/>
        </p:nvCxnSpPr>
        <p:spPr>
          <a:xfrm>
            <a:off x="6260834" y="3700723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50C2F1E-D734-00A4-880B-81A96E58A3DF}"/>
                  </a:ext>
                </a:extLst>
              </p:cNvPr>
              <p:cNvSpPr txBox="1"/>
              <p:nvPr/>
            </p:nvSpPr>
            <p:spPr>
              <a:xfrm>
                <a:off x="9322065" y="2420129"/>
                <a:ext cx="235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50C2F1E-D734-00A4-880B-81A96E58A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065" y="2420129"/>
                <a:ext cx="235769" cy="369332"/>
              </a:xfrm>
              <a:prstGeom prst="rect">
                <a:avLst/>
              </a:prstGeom>
              <a:blipFill>
                <a:blip r:embed="rId5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B15E440-06F0-AEA4-9AFA-5FF86ACDDD95}"/>
              </a:ext>
            </a:extLst>
          </p:cNvPr>
          <p:cNvSpPr txBox="1"/>
          <p:nvPr/>
        </p:nvSpPr>
        <p:spPr>
          <a:xfrm>
            <a:off x="5444304" y="379067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8F15C5-D7BC-2C37-546E-592D1EABCA04}"/>
              </a:ext>
            </a:extLst>
          </p:cNvPr>
          <p:cNvSpPr txBox="1"/>
          <p:nvPr/>
        </p:nvSpPr>
        <p:spPr>
          <a:xfrm>
            <a:off x="6043303" y="379067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2FC683-1DBA-B033-6423-4979D692AC53}"/>
              </a:ext>
            </a:extLst>
          </p:cNvPr>
          <p:cNvSpPr/>
          <p:nvPr/>
        </p:nvSpPr>
        <p:spPr>
          <a:xfrm>
            <a:off x="5907248" y="3375292"/>
            <a:ext cx="764332" cy="305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4C3D9E-2AB1-2298-8ECB-B96311471F5C}"/>
              </a:ext>
            </a:extLst>
          </p:cNvPr>
          <p:cNvSpPr/>
          <p:nvPr/>
        </p:nvSpPr>
        <p:spPr>
          <a:xfrm>
            <a:off x="7021910" y="2946619"/>
            <a:ext cx="764332" cy="305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2995038-F6BD-CB91-B27F-980D145D5C2E}"/>
              </a:ext>
            </a:extLst>
          </p:cNvPr>
          <p:cNvCxnSpPr>
            <a:cxnSpLocks/>
          </p:cNvCxnSpPr>
          <p:nvPr/>
        </p:nvCxnSpPr>
        <p:spPr>
          <a:xfrm flipH="1">
            <a:off x="6671580" y="3544596"/>
            <a:ext cx="744045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92BE256-033B-1447-5397-82F014C487BE}"/>
              </a:ext>
            </a:extLst>
          </p:cNvPr>
          <p:cNvCxnSpPr>
            <a:cxnSpLocks/>
          </p:cNvCxnSpPr>
          <p:nvPr/>
        </p:nvCxnSpPr>
        <p:spPr>
          <a:xfrm>
            <a:off x="7415625" y="3269982"/>
            <a:ext cx="0" cy="27461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E35D018-D0C8-83C5-4A3E-E558CF06B972}"/>
              </a:ext>
            </a:extLst>
          </p:cNvPr>
          <p:cNvSpPr/>
          <p:nvPr/>
        </p:nvSpPr>
        <p:spPr>
          <a:xfrm>
            <a:off x="8245554" y="2508314"/>
            <a:ext cx="764332" cy="305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24A5D0-B786-9964-6F71-C8C816832C9A}"/>
              </a:ext>
            </a:extLst>
          </p:cNvPr>
          <p:cNvCxnSpPr>
            <a:cxnSpLocks/>
          </p:cNvCxnSpPr>
          <p:nvPr/>
        </p:nvCxnSpPr>
        <p:spPr>
          <a:xfrm flipH="1">
            <a:off x="7798972" y="3106291"/>
            <a:ext cx="840297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7FFC5B7-444F-E315-C0CB-D6D6B32894E9}"/>
              </a:ext>
            </a:extLst>
          </p:cNvPr>
          <p:cNvCxnSpPr>
            <a:cxnSpLocks/>
          </p:cNvCxnSpPr>
          <p:nvPr/>
        </p:nvCxnSpPr>
        <p:spPr>
          <a:xfrm>
            <a:off x="8639269" y="2831677"/>
            <a:ext cx="0" cy="27461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EB73528-A3FF-8581-48D3-62A491EBA42B}"/>
              </a:ext>
            </a:extLst>
          </p:cNvPr>
          <p:cNvSpPr/>
          <p:nvPr/>
        </p:nvSpPr>
        <p:spPr>
          <a:xfrm>
            <a:off x="5745672" y="2960482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AA95D6-A446-3BCA-AE03-E2322AB272CD}"/>
              </a:ext>
            </a:extLst>
          </p:cNvPr>
          <p:cNvCxnSpPr>
            <a:cxnSpLocks/>
          </p:cNvCxnSpPr>
          <p:nvPr/>
        </p:nvCxnSpPr>
        <p:spPr>
          <a:xfrm>
            <a:off x="5995901" y="3155574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A156BE8D-F90C-CA51-87A4-92DD16DB6162}"/>
              </a:ext>
            </a:extLst>
          </p:cNvPr>
          <p:cNvSpPr/>
          <p:nvPr/>
        </p:nvSpPr>
        <p:spPr>
          <a:xfrm>
            <a:off x="6355300" y="2960482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90D3FC7-3565-BD42-AD8C-8837241FBC1B}"/>
              </a:ext>
            </a:extLst>
          </p:cNvPr>
          <p:cNvCxnSpPr>
            <a:cxnSpLocks/>
          </p:cNvCxnSpPr>
          <p:nvPr/>
        </p:nvCxnSpPr>
        <p:spPr>
          <a:xfrm>
            <a:off x="6589618" y="3164397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A678499-E218-65B5-DC99-BAF67DC01B39}"/>
              </a:ext>
            </a:extLst>
          </p:cNvPr>
          <p:cNvSpPr/>
          <p:nvPr/>
        </p:nvSpPr>
        <p:spPr>
          <a:xfrm>
            <a:off x="6853659" y="2507022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E83077D-D662-94C4-4AC2-5D5C7124BB5C}"/>
              </a:ext>
            </a:extLst>
          </p:cNvPr>
          <p:cNvCxnSpPr>
            <a:cxnSpLocks/>
          </p:cNvCxnSpPr>
          <p:nvPr/>
        </p:nvCxnSpPr>
        <p:spPr>
          <a:xfrm>
            <a:off x="7103888" y="2702114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642634D-7736-EA12-C59D-12CF4491E8A4}"/>
              </a:ext>
            </a:extLst>
          </p:cNvPr>
          <p:cNvSpPr/>
          <p:nvPr/>
        </p:nvSpPr>
        <p:spPr>
          <a:xfrm>
            <a:off x="7463287" y="2507022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1174315-0585-B297-A190-2BB3428E85C1}"/>
              </a:ext>
            </a:extLst>
          </p:cNvPr>
          <p:cNvCxnSpPr>
            <a:cxnSpLocks/>
          </p:cNvCxnSpPr>
          <p:nvPr/>
        </p:nvCxnSpPr>
        <p:spPr>
          <a:xfrm>
            <a:off x="7697605" y="2710937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7A54D80-D0B3-D68E-3870-F769D423484A}"/>
              </a:ext>
            </a:extLst>
          </p:cNvPr>
          <p:cNvSpPr/>
          <p:nvPr/>
        </p:nvSpPr>
        <p:spPr>
          <a:xfrm>
            <a:off x="8069746" y="2077687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C983A89-8B9E-824F-9B9D-2896292524A2}"/>
              </a:ext>
            </a:extLst>
          </p:cNvPr>
          <p:cNvCxnSpPr>
            <a:cxnSpLocks/>
          </p:cNvCxnSpPr>
          <p:nvPr/>
        </p:nvCxnSpPr>
        <p:spPr>
          <a:xfrm>
            <a:off x="8319975" y="2272779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E6EEA22-578C-D70A-3A57-671CC8C15609}"/>
              </a:ext>
            </a:extLst>
          </p:cNvPr>
          <p:cNvSpPr/>
          <p:nvPr/>
        </p:nvSpPr>
        <p:spPr>
          <a:xfrm>
            <a:off x="8679374" y="2077687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9501CFE-0820-2AD8-A496-CF511EF66695}"/>
              </a:ext>
            </a:extLst>
          </p:cNvPr>
          <p:cNvCxnSpPr>
            <a:cxnSpLocks/>
          </p:cNvCxnSpPr>
          <p:nvPr/>
        </p:nvCxnSpPr>
        <p:spPr>
          <a:xfrm>
            <a:off x="8913692" y="2281602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0FEB918-EFE3-F974-E837-90B7782D220D}"/>
              </a:ext>
            </a:extLst>
          </p:cNvPr>
          <p:cNvCxnSpPr>
            <a:cxnSpLocks/>
          </p:cNvCxnSpPr>
          <p:nvPr/>
        </p:nvCxnSpPr>
        <p:spPr>
          <a:xfrm flipH="1">
            <a:off x="9009886" y="2668946"/>
            <a:ext cx="309028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F458C7C-840D-DAEA-871A-A652E454B84E}"/>
              </a:ext>
            </a:extLst>
          </p:cNvPr>
          <p:cNvSpPr/>
          <p:nvPr/>
        </p:nvSpPr>
        <p:spPr>
          <a:xfrm>
            <a:off x="6570560" y="2102765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A812D08-4DA7-21C9-EEAC-E02C4F336D2B}"/>
              </a:ext>
            </a:extLst>
          </p:cNvPr>
          <p:cNvSpPr/>
          <p:nvPr/>
        </p:nvSpPr>
        <p:spPr>
          <a:xfrm>
            <a:off x="5527835" y="2569040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C0662DB-72CF-F714-9E14-DC1F8618B406}"/>
              </a:ext>
            </a:extLst>
          </p:cNvPr>
          <p:cNvCxnSpPr>
            <a:cxnSpLocks/>
          </p:cNvCxnSpPr>
          <p:nvPr/>
        </p:nvCxnSpPr>
        <p:spPr>
          <a:xfrm>
            <a:off x="6919403" y="2298312"/>
            <a:ext cx="0" cy="19418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6DC2ECA-4285-C785-C61F-6F71A4C45C45}"/>
              </a:ext>
            </a:extLst>
          </p:cNvPr>
          <p:cNvCxnSpPr>
            <a:cxnSpLocks/>
          </p:cNvCxnSpPr>
          <p:nvPr/>
        </p:nvCxnSpPr>
        <p:spPr>
          <a:xfrm>
            <a:off x="5858131" y="2778057"/>
            <a:ext cx="0" cy="1824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994FAA80-C438-D431-6EBE-32B6A07700CF}"/>
              </a:ext>
            </a:extLst>
          </p:cNvPr>
          <p:cNvCxnSpPr>
            <a:cxnSpLocks/>
          </p:cNvCxnSpPr>
          <p:nvPr/>
        </p:nvCxnSpPr>
        <p:spPr>
          <a:xfrm>
            <a:off x="6087741" y="2764587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D534DCB-DCC1-0F7A-C5D4-E7256E7E36FC}"/>
              </a:ext>
            </a:extLst>
          </p:cNvPr>
          <p:cNvCxnSpPr>
            <a:cxnSpLocks/>
          </p:cNvCxnSpPr>
          <p:nvPr/>
        </p:nvCxnSpPr>
        <p:spPr>
          <a:xfrm>
            <a:off x="6483585" y="2778450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28BA0BF-519D-A916-8208-B05737BA823A}"/>
              </a:ext>
            </a:extLst>
          </p:cNvPr>
          <p:cNvCxnSpPr>
            <a:cxnSpLocks/>
          </p:cNvCxnSpPr>
          <p:nvPr/>
        </p:nvCxnSpPr>
        <p:spPr>
          <a:xfrm>
            <a:off x="6671580" y="2778057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0046BEE-6211-9DD4-ED3E-BB9E8D0D8341}"/>
              </a:ext>
            </a:extLst>
          </p:cNvPr>
          <p:cNvCxnSpPr>
            <a:cxnSpLocks/>
          </p:cNvCxnSpPr>
          <p:nvPr/>
        </p:nvCxnSpPr>
        <p:spPr>
          <a:xfrm>
            <a:off x="7598247" y="2298705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17BC9D3-AAD9-C8A1-9B96-740CA7123E08}"/>
              </a:ext>
            </a:extLst>
          </p:cNvPr>
          <p:cNvCxnSpPr>
            <a:cxnSpLocks/>
          </p:cNvCxnSpPr>
          <p:nvPr/>
        </p:nvCxnSpPr>
        <p:spPr>
          <a:xfrm>
            <a:off x="7786242" y="2298312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A809982-8995-FD51-C0BC-4A6771CE1911}"/>
              </a:ext>
            </a:extLst>
          </p:cNvPr>
          <p:cNvCxnSpPr>
            <a:cxnSpLocks/>
          </p:cNvCxnSpPr>
          <p:nvPr/>
        </p:nvCxnSpPr>
        <p:spPr>
          <a:xfrm>
            <a:off x="8195971" y="1896048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AC5AD64-5990-15B0-B83D-EB9CD791E629}"/>
              </a:ext>
            </a:extLst>
          </p:cNvPr>
          <p:cNvCxnSpPr>
            <a:cxnSpLocks/>
          </p:cNvCxnSpPr>
          <p:nvPr/>
        </p:nvCxnSpPr>
        <p:spPr>
          <a:xfrm>
            <a:off x="8383966" y="1895655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673231F-5307-DBDA-8514-FDE30C910474}"/>
              </a:ext>
            </a:extLst>
          </p:cNvPr>
          <p:cNvCxnSpPr>
            <a:cxnSpLocks/>
          </p:cNvCxnSpPr>
          <p:nvPr/>
        </p:nvCxnSpPr>
        <p:spPr>
          <a:xfrm>
            <a:off x="8821891" y="1883409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1B92B1D-A454-B5FF-125D-E1E47C630C04}"/>
              </a:ext>
            </a:extLst>
          </p:cNvPr>
          <p:cNvCxnSpPr>
            <a:cxnSpLocks/>
          </p:cNvCxnSpPr>
          <p:nvPr/>
        </p:nvCxnSpPr>
        <p:spPr>
          <a:xfrm>
            <a:off x="9009886" y="1883016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33AC750-C694-DFDE-FB60-2471E2E8DD2A}"/>
              </a:ext>
            </a:extLst>
          </p:cNvPr>
          <p:cNvCxnSpPr>
            <a:cxnSpLocks/>
          </p:cNvCxnSpPr>
          <p:nvPr/>
        </p:nvCxnSpPr>
        <p:spPr>
          <a:xfrm>
            <a:off x="7192507" y="2319288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6A5253D5-ACB3-C6CC-8305-FB3B4192623F}"/>
              </a:ext>
            </a:extLst>
          </p:cNvPr>
          <p:cNvCxnSpPr>
            <a:cxnSpLocks/>
          </p:cNvCxnSpPr>
          <p:nvPr/>
        </p:nvCxnSpPr>
        <p:spPr>
          <a:xfrm>
            <a:off x="6919403" y="1911059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113818B-49BD-2449-021A-5974D30EBAE8}"/>
              </a:ext>
            </a:extLst>
          </p:cNvPr>
          <p:cNvCxnSpPr>
            <a:cxnSpLocks/>
          </p:cNvCxnSpPr>
          <p:nvPr/>
        </p:nvCxnSpPr>
        <p:spPr>
          <a:xfrm>
            <a:off x="6715543" y="1911059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E3B2BF6-D1C2-510D-A36C-5038D7D8C788}"/>
              </a:ext>
            </a:extLst>
          </p:cNvPr>
          <p:cNvCxnSpPr>
            <a:cxnSpLocks/>
          </p:cNvCxnSpPr>
          <p:nvPr/>
        </p:nvCxnSpPr>
        <p:spPr>
          <a:xfrm>
            <a:off x="5383424" y="2668946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025BF49-7887-3C72-43DD-1583B1D11147}"/>
              </a:ext>
            </a:extLst>
          </p:cNvPr>
          <p:cNvCxnSpPr>
            <a:cxnSpLocks/>
          </p:cNvCxnSpPr>
          <p:nvPr/>
        </p:nvCxnSpPr>
        <p:spPr>
          <a:xfrm flipH="1">
            <a:off x="7925335" y="2604795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CC77EF4-4684-D9B9-06F6-4655DBAEFDDB}"/>
              </a:ext>
            </a:extLst>
          </p:cNvPr>
          <p:cNvCxnSpPr>
            <a:cxnSpLocks/>
          </p:cNvCxnSpPr>
          <p:nvPr/>
        </p:nvCxnSpPr>
        <p:spPr>
          <a:xfrm flipH="1">
            <a:off x="9130724" y="2175460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15E172B-8D04-3C05-5073-2BC079CE6771}"/>
              </a:ext>
            </a:extLst>
          </p:cNvPr>
          <p:cNvCxnSpPr>
            <a:cxnSpLocks/>
          </p:cNvCxnSpPr>
          <p:nvPr/>
        </p:nvCxnSpPr>
        <p:spPr>
          <a:xfrm>
            <a:off x="6411379" y="2194384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40B60E2-AD40-16DC-EB28-970BCD861868}"/>
              </a:ext>
            </a:extLst>
          </p:cNvPr>
          <p:cNvCxnSpPr>
            <a:cxnSpLocks/>
          </p:cNvCxnSpPr>
          <p:nvPr/>
        </p:nvCxnSpPr>
        <p:spPr>
          <a:xfrm>
            <a:off x="5601261" y="3054822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0C045D8-8BAF-9137-2373-C21DC9F05CA8}"/>
              </a:ext>
            </a:extLst>
          </p:cNvPr>
          <p:cNvCxnSpPr>
            <a:cxnSpLocks/>
          </p:cNvCxnSpPr>
          <p:nvPr/>
        </p:nvCxnSpPr>
        <p:spPr>
          <a:xfrm>
            <a:off x="7925335" y="2182550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28C6256-5FFB-52A4-33A0-9BC2050B809F}"/>
              </a:ext>
            </a:extLst>
          </p:cNvPr>
          <p:cNvCxnSpPr>
            <a:cxnSpLocks/>
          </p:cNvCxnSpPr>
          <p:nvPr/>
        </p:nvCxnSpPr>
        <p:spPr>
          <a:xfrm flipH="1">
            <a:off x="6827127" y="3052671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6A41B16-F601-D901-E22C-0C0E1DB168C7}"/>
              </a:ext>
            </a:extLst>
          </p:cNvPr>
          <p:cNvCxnSpPr>
            <a:cxnSpLocks/>
          </p:cNvCxnSpPr>
          <p:nvPr/>
        </p:nvCxnSpPr>
        <p:spPr>
          <a:xfrm>
            <a:off x="5858140" y="2382638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C780374-5F72-54CA-1A60-759AEA3C5183}"/>
              </a:ext>
            </a:extLst>
          </p:cNvPr>
          <p:cNvCxnSpPr>
            <a:cxnSpLocks/>
          </p:cNvCxnSpPr>
          <p:nvPr/>
        </p:nvCxnSpPr>
        <p:spPr>
          <a:xfrm>
            <a:off x="5654280" y="2382638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86D9E54-9997-6440-D322-B1086D74625C}"/>
              </a:ext>
            </a:extLst>
          </p:cNvPr>
          <p:cNvCxnSpPr>
            <a:cxnSpLocks/>
          </p:cNvCxnSpPr>
          <p:nvPr/>
        </p:nvCxnSpPr>
        <p:spPr>
          <a:xfrm flipH="1">
            <a:off x="6594744" y="4272686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B69EE61-18F8-02C5-D596-EE278706B17B}"/>
              </a:ext>
            </a:extLst>
          </p:cNvPr>
          <p:cNvCxnSpPr>
            <a:cxnSpLocks/>
          </p:cNvCxnSpPr>
          <p:nvPr/>
        </p:nvCxnSpPr>
        <p:spPr>
          <a:xfrm>
            <a:off x="5966275" y="4547999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42FDD7E8-466F-5FF1-3B47-DADF1CD8320A}"/>
              </a:ext>
            </a:extLst>
          </p:cNvPr>
          <p:cNvSpPr txBox="1"/>
          <p:nvPr/>
        </p:nvSpPr>
        <p:spPr>
          <a:xfrm>
            <a:off x="5640421" y="48954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0408CF2-BF53-05DD-380B-3ACC4772C15E}"/>
              </a:ext>
            </a:extLst>
          </p:cNvPr>
          <p:cNvSpPr txBox="1"/>
          <p:nvPr/>
        </p:nvSpPr>
        <p:spPr>
          <a:xfrm>
            <a:off x="6959656" y="41637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70571033"/>
      </p:ext>
    </p:extLst>
  </p:cSld>
  <p:clrMapOvr>
    <a:masterClrMapping/>
  </p:clrMapOvr>
  <p:transition>
    <p:wipe dir="r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8BF5-6640-64C9-41BE-B9B7543D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6CC841-759F-41EB-6572-3E5C90AA8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949EDD-947A-DC9A-9B59-26D210C3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820E772F-E50E-F058-EE54-13C55A62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1F18026-252D-45BA-6757-7A1030E716E6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|D| ≥ 2</a:t>
            </a:r>
            <a:r>
              <a:rPr lang="en-US" altLang="zh-CN" b="1" dirty="0"/>
              <a:t>.</a:t>
            </a:r>
            <a:r>
              <a:rPr lang="en-US" b="1" dirty="0"/>
              <a:t> Assume, for contradiction, that a single-occurrence MUX tree exists.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7E4356-BAD9-DA53-C515-3716F35E5917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8543A5-8E39-731A-63BB-8D799A0DA43B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FE6B46-ED7D-DFF7-17C1-0D672CFD92F9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4223057-FC67-84C8-CEBA-24531EB99D9E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93532-2AE1-D999-55D6-88044DDDC02F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93532-2AE1-D999-55D6-88044DDD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B82963-DEE8-8135-D69E-06959ACA5BEB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B82963-DEE8-8135-D69E-06959ACA5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B35CF04-782A-3451-F623-98833E34250F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178E6F-A33C-86DF-6B55-EB03742D1832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31F133C-46C8-0185-1985-9BA8BFBC195B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BA8690-7A07-8273-DCB7-A656716AE66E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2382BF9-A877-67E0-BF8F-D33577255BDA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D9703-9025-0291-FB71-9881D31072C3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0E3EBF-34C7-13B2-4F02-CFB7AD68A8FA}"/>
              </a:ext>
            </a:extLst>
          </p:cNvPr>
          <p:cNvCxnSpPr>
            <a:cxnSpLocks/>
            <a:stCxn id="19" idx="3"/>
            <a:endCxn id="27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E38644-39C4-920D-810F-6165D4E44858}"/>
              </a:ext>
            </a:extLst>
          </p:cNvPr>
          <p:cNvCxnSpPr>
            <a:cxnSpLocks/>
            <a:stCxn id="19" idx="4"/>
            <a:endCxn id="54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56C057-5990-E0AA-2054-C0D2093CBEBB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37FF20-38E8-4013-B2E9-E6205272B585}"/>
              </a:ext>
            </a:extLst>
          </p:cNvPr>
          <p:cNvCxnSpPr>
            <a:cxnSpLocks/>
            <a:stCxn id="27" idx="3"/>
            <a:endCxn id="1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A980C6-9F16-5B1F-C0C0-5DAD2007312C}"/>
              </a:ext>
            </a:extLst>
          </p:cNvPr>
          <p:cNvCxnSpPr>
            <a:cxnSpLocks/>
            <a:stCxn id="28" idx="3"/>
            <a:endCxn id="1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103F1A-BC1E-5717-AD72-1387DB6126D3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EB5B0CC-EC16-F14F-68B4-D9BA746E4950}"/>
              </a:ext>
            </a:extLst>
          </p:cNvPr>
          <p:cNvCxnSpPr>
            <a:cxnSpLocks/>
            <a:stCxn id="16" idx="5"/>
            <a:endCxn id="51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FE4090D-A6FD-4506-84AF-69A4C7C136CF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654831B-7F81-769A-100B-77A8BE9D09A0}"/>
              </a:ext>
            </a:extLst>
          </p:cNvPr>
          <p:cNvCxnSpPr>
            <a:cxnSpLocks/>
            <a:stCxn id="51" idx="3"/>
            <a:endCxn id="22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2CE5C0-6137-0A1D-2F1F-AFCF0E01B5E0}"/>
              </a:ext>
            </a:extLst>
          </p:cNvPr>
          <p:cNvCxnSpPr>
            <a:cxnSpLocks/>
            <a:stCxn id="51" idx="5"/>
            <a:endCxn id="27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35522E5-502C-161E-0172-514AE048F418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1FA249D-91E3-7DA9-3C02-1BCD1F4C13D0}"/>
              </a:ext>
            </a:extLst>
          </p:cNvPr>
          <p:cNvCxnSpPr>
            <a:cxnSpLocks/>
            <a:stCxn id="54" idx="3"/>
            <a:endCxn id="28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4372226-D91F-C324-5D4B-1A96D604B710}"/>
              </a:ext>
            </a:extLst>
          </p:cNvPr>
          <p:cNvCxnSpPr>
            <a:cxnSpLocks/>
            <a:stCxn id="54" idx="4"/>
            <a:endCxn id="1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64619980-288E-0331-82CD-CA5A4A84914C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5CE68AB-7EBC-985B-ACE5-4D3736D8AD27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0CE540-DFB0-503D-2C56-41D193191CFC}"/>
              </a:ext>
            </a:extLst>
          </p:cNvPr>
          <p:cNvSpPr/>
          <p:nvPr/>
        </p:nvSpPr>
        <p:spPr>
          <a:xfrm>
            <a:off x="2037314" y="1580016"/>
            <a:ext cx="450966" cy="45096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EA192C-199F-A865-FD70-2807B094574C}"/>
              </a:ext>
            </a:extLst>
          </p:cNvPr>
          <p:cNvCxnSpPr>
            <a:cxnSpLocks/>
            <a:stCxn id="3" idx="3"/>
            <a:endCxn id="16" idx="7"/>
          </p:cNvCxnSpPr>
          <p:nvPr/>
        </p:nvCxnSpPr>
        <p:spPr>
          <a:xfrm flipH="1">
            <a:off x="1850809" y="1964940"/>
            <a:ext cx="252547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F420B0-6C93-6C30-186C-52CF3543B0C0}"/>
              </a:ext>
            </a:extLst>
          </p:cNvPr>
          <p:cNvCxnSpPr>
            <a:cxnSpLocks/>
            <a:stCxn id="3" idx="5"/>
            <a:endCxn id="19" idx="1"/>
          </p:cNvCxnSpPr>
          <p:nvPr/>
        </p:nvCxnSpPr>
        <p:spPr>
          <a:xfrm>
            <a:off x="2422238" y="1964940"/>
            <a:ext cx="263055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>
            <a:extLst>
              <a:ext uri="{FF2B5EF4-FFF2-40B4-BE49-F238E27FC236}">
                <a16:creationId xmlns:a16="http://schemas.microsoft.com/office/drawing/2014/main" id="{763D1896-F961-DC8B-A0EB-224311F03319}"/>
              </a:ext>
            </a:extLst>
          </p:cNvPr>
          <p:cNvSpPr/>
          <p:nvPr/>
        </p:nvSpPr>
        <p:spPr>
          <a:xfrm>
            <a:off x="8112393" y="2467190"/>
            <a:ext cx="1605280" cy="120698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687D3F-4DA0-5FA1-674E-762FEFF9DE89}"/>
                  </a:ext>
                </a:extLst>
              </p:cNvPr>
              <p:cNvSpPr txBox="1"/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687D3F-4DA0-5FA1-674E-762FEFF9D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EFD4D56-4587-C835-08A2-E370756253F6}"/>
              </a:ext>
            </a:extLst>
          </p:cNvPr>
          <p:cNvSpPr/>
          <p:nvPr/>
        </p:nvSpPr>
        <p:spPr>
          <a:xfrm>
            <a:off x="6413391" y="293033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9F877D-2311-17D0-B227-856117463CB4}"/>
              </a:ext>
            </a:extLst>
          </p:cNvPr>
          <p:cNvCxnSpPr>
            <a:cxnSpLocks/>
          </p:cNvCxnSpPr>
          <p:nvPr/>
        </p:nvCxnSpPr>
        <p:spPr>
          <a:xfrm>
            <a:off x="6756518" y="260892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960757A-5A14-E581-96B9-4AB64A8DAFFB}"/>
              </a:ext>
            </a:extLst>
          </p:cNvPr>
          <p:cNvCxnSpPr>
            <a:cxnSpLocks/>
          </p:cNvCxnSpPr>
          <p:nvPr/>
        </p:nvCxnSpPr>
        <p:spPr>
          <a:xfrm>
            <a:off x="7354967" y="2607650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4EFC71-223A-240B-2380-47948FD84E8D}"/>
              </a:ext>
            </a:extLst>
          </p:cNvPr>
          <p:cNvCxnSpPr>
            <a:cxnSpLocks/>
          </p:cNvCxnSpPr>
          <p:nvPr/>
        </p:nvCxnSpPr>
        <p:spPr>
          <a:xfrm flipH="1">
            <a:off x="7688877" y="3179613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D009BCD-AAB1-C652-AC6A-5A8AC00447A8}"/>
                  </a:ext>
                </a:extLst>
              </p:cNvPr>
              <p:cNvSpPr txBox="1"/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D009BCD-AAB1-C652-AC6A-5A8AC0044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blipFill>
                <a:blip r:embed="rId6"/>
                <a:stretch>
                  <a:fillRect l="-15789" r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98B7C6F2-B7EB-A8A5-A589-C7540D657122}"/>
              </a:ext>
            </a:extLst>
          </p:cNvPr>
          <p:cNvSpPr txBox="1"/>
          <p:nvPr/>
        </p:nvSpPr>
        <p:spPr>
          <a:xfrm>
            <a:off x="6538437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459D64-7204-0994-35B6-AE0AD2129387}"/>
              </a:ext>
            </a:extLst>
          </p:cNvPr>
          <p:cNvSpPr txBox="1"/>
          <p:nvPr/>
        </p:nvSpPr>
        <p:spPr>
          <a:xfrm>
            <a:off x="7137436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CACAA46-E0A1-B66B-CFFA-0DD75CC08789}"/>
              </a:ext>
            </a:extLst>
          </p:cNvPr>
          <p:cNvCxnSpPr>
            <a:cxnSpLocks/>
          </p:cNvCxnSpPr>
          <p:nvPr/>
        </p:nvCxnSpPr>
        <p:spPr>
          <a:xfrm>
            <a:off x="6002788" y="4216141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458FDB4-C80F-0C60-A0E3-061BA2447B28}"/>
                  </a:ext>
                </a:extLst>
              </p:cNvPr>
              <p:cNvSpPr txBox="1"/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0" dirty="0">
                    <a:solidFill>
                      <a:schemeClr val="tx2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458FDB4-C80F-0C60-A0E3-061BA244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A76FC06-7EA7-27B1-E7E8-F2AA71E526E3}"/>
                  </a:ext>
                </a:extLst>
              </p:cNvPr>
              <p:cNvSpPr txBox="1"/>
              <p:nvPr/>
            </p:nvSpPr>
            <p:spPr>
              <a:xfrm flipH="1">
                <a:off x="6627839" y="2268312"/>
                <a:ext cx="272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CN" sz="24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A76FC06-7EA7-27B1-E7E8-F2AA71E52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27839" y="2268312"/>
                <a:ext cx="272639" cy="369332"/>
              </a:xfrm>
              <a:prstGeom prst="rect">
                <a:avLst/>
              </a:prstGeom>
              <a:blipFill>
                <a:blip r:embed="rId8"/>
                <a:stretch>
                  <a:fillRect l="-21739" r="-17391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8320245-7BFA-6CDD-E53D-9F0E7618558E}"/>
              </a:ext>
            </a:extLst>
          </p:cNvPr>
          <p:cNvSpPr/>
          <p:nvPr/>
        </p:nvSpPr>
        <p:spPr>
          <a:xfrm>
            <a:off x="5352353" y="371747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38ED0E-9B78-47A6-2151-6BD38E22618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627839" y="3972319"/>
            <a:ext cx="423295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C4F598-C9F6-B4DF-EFC7-E7C9B6FBACD6}"/>
              </a:ext>
            </a:extLst>
          </p:cNvPr>
          <p:cNvCxnSpPr>
            <a:cxnSpLocks/>
          </p:cNvCxnSpPr>
          <p:nvPr/>
        </p:nvCxnSpPr>
        <p:spPr>
          <a:xfrm>
            <a:off x="7051134" y="3451236"/>
            <a:ext cx="0" cy="53230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38165E5-15A2-401F-9802-41CFF5A2D710}"/>
              </a:ext>
            </a:extLst>
          </p:cNvPr>
          <p:cNvSpPr/>
          <p:nvPr/>
        </p:nvSpPr>
        <p:spPr>
          <a:xfrm>
            <a:off x="4960601" y="459915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2D775B-0039-25E5-E854-C0FCC62B183A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6236087" y="4853993"/>
            <a:ext cx="738364" cy="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loud 32">
            <a:extLst>
              <a:ext uri="{FF2B5EF4-FFF2-40B4-BE49-F238E27FC236}">
                <a16:creationId xmlns:a16="http://schemas.microsoft.com/office/drawing/2014/main" id="{E6E668DB-56F9-C26D-9054-16FD4FBB2003}"/>
              </a:ext>
            </a:extLst>
          </p:cNvPr>
          <p:cNvSpPr/>
          <p:nvPr/>
        </p:nvSpPr>
        <p:spPr>
          <a:xfrm>
            <a:off x="7051134" y="4392618"/>
            <a:ext cx="1101027" cy="870828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2" name="10-Point Star 61">
            <a:extLst>
              <a:ext uri="{FF2B5EF4-FFF2-40B4-BE49-F238E27FC236}">
                <a16:creationId xmlns:a16="http://schemas.microsoft.com/office/drawing/2014/main" id="{2104C80D-B926-B651-46EE-14E67EB1618B}"/>
              </a:ext>
            </a:extLst>
          </p:cNvPr>
          <p:cNvSpPr/>
          <p:nvPr/>
        </p:nvSpPr>
        <p:spPr>
          <a:xfrm>
            <a:off x="7449983" y="4676368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8" name="10-Point Star 127">
            <a:extLst>
              <a:ext uri="{FF2B5EF4-FFF2-40B4-BE49-F238E27FC236}">
                <a16:creationId xmlns:a16="http://schemas.microsoft.com/office/drawing/2014/main" id="{EAAE5991-4152-D0C1-95B0-CB9D72632B05}"/>
              </a:ext>
            </a:extLst>
          </p:cNvPr>
          <p:cNvSpPr/>
          <p:nvPr/>
        </p:nvSpPr>
        <p:spPr>
          <a:xfrm>
            <a:off x="8446808" y="2715097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9" name="10-Point Star 128">
            <a:extLst>
              <a:ext uri="{FF2B5EF4-FFF2-40B4-BE49-F238E27FC236}">
                <a16:creationId xmlns:a16="http://schemas.microsoft.com/office/drawing/2014/main" id="{24FFE2CE-7DDE-8CE9-5A71-857CBAA60E02}"/>
              </a:ext>
            </a:extLst>
          </p:cNvPr>
          <p:cNvSpPr/>
          <p:nvPr/>
        </p:nvSpPr>
        <p:spPr>
          <a:xfrm>
            <a:off x="7193748" y="1968975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3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E348F4A-AFC9-8D8D-FF33-2841D0A88084}"/>
              </a:ext>
            </a:extLst>
          </p:cNvPr>
          <p:cNvCxnSpPr>
            <a:cxnSpLocks/>
          </p:cNvCxnSpPr>
          <p:nvPr/>
        </p:nvCxnSpPr>
        <p:spPr>
          <a:xfrm>
            <a:off x="571461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0714649-139D-2DA3-A755-09BAE3FBEA0A}"/>
              </a:ext>
            </a:extLst>
          </p:cNvPr>
          <p:cNvCxnSpPr>
            <a:cxnSpLocks/>
          </p:cNvCxnSpPr>
          <p:nvPr/>
        </p:nvCxnSpPr>
        <p:spPr>
          <a:xfrm>
            <a:off x="625925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96A2F07-4CE0-1959-9722-716F74396839}"/>
              </a:ext>
            </a:extLst>
          </p:cNvPr>
          <p:cNvCxnSpPr>
            <a:cxnSpLocks/>
          </p:cNvCxnSpPr>
          <p:nvPr/>
        </p:nvCxnSpPr>
        <p:spPr>
          <a:xfrm>
            <a:off x="5185539" y="4397078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6023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2" grpId="0"/>
      <p:bldP spid="61" grpId="0"/>
      <p:bldP spid="160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1D8A3-FD27-452E-02AD-EAF8D3FA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8578D4-65F0-DCAF-1DAD-18F2A2AE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E377EE-8596-CE06-9BC2-096E590E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116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40091733-F9E2-8D25-A8D8-F4E35577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586ECAE-A3A7-0087-EFBA-161C37D92117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|D| ≥ 2</a:t>
            </a:r>
            <a:r>
              <a:rPr lang="en-US" altLang="zh-CN" b="1" dirty="0"/>
              <a:t>.</a:t>
            </a:r>
            <a:r>
              <a:rPr lang="en-US" b="1" dirty="0"/>
              <a:t> Assume, for contradiction, that a single-occurrence MUX tree exists.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14E181-737E-3B58-1F45-E65CBFAD4B9A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9233F8-28AC-4EF4-6719-F48BD193CFF8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65ED42-315B-B752-A143-812EA445474D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7DD75F-6037-78EA-8835-52A0A970F67A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441C88-FA49-B819-974B-52B10F0447EA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93532-2AE1-D999-55D6-88044DDD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A7B154-7CD4-7721-56F8-763302CCC32B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B82963-DEE8-8135-D69E-06959ACA5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E3AD9A8-BD78-2689-CDCA-52140B9AF3DE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283C64D-25AD-8772-E0A5-8C49B5862A0E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D5A56F-7C4D-6F81-A067-B28706F83852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E27E12-9FD3-6316-542C-629D1FD5C041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D59CA9F-AF2C-F62D-F771-09125D25A4CB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D75266-CC1A-042B-8AF4-A59FCFD80BAD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31A1E1-900B-865D-2AF4-7EB965AF42E3}"/>
              </a:ext>
            </a:extLst>
          </p:cNvPr>
          <p:cNvCxnSpPr>
            <a:cxnSpLocks/>
            <a:stCxn id="19" idx="3"/>
            <a:endCxn id="27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9A539D-AF52-2368-F489-8F703218790E}"/>
              </a:ext>
            </a:extLst>
          </p:cNvPr>
          <p:cNvCxnSpPr>
            <a:cxnSpLocks/>
            <a:stCxn id="19" idx="4"/>
            <a:endCxn id="54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CF4A2B-E087-D9A5-BAA2-ADCA8B305F26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B0B288-F426-CE35-910E-217EDC4124A8}"/>
              </a:ext>
            </a:extLst>
          </p:cNvPr>
          <p:cNvCxnSpPr>
            <a:cxnSpLocks/>
            <a:stCxn id="27" idx="3"/>
            <a:endCxn id="1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F263827-3105-B1CF-9146-21C53BCDE10A}"/>
              </a:ext>
            </a:extLst>
          </p:cNvPr>
          <p:cNvCxnSpPr>
            <a:cxnSpLocks/>
            <a:stCxn id="28" idx="3"/>
            <a:endCxn id="1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814E60A-E15D-34DC-D8F5-98389D9A7279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E75E75-C2DA-FA18-8D4D-9DD27CEECFEF}"/>
              </a:ext>
            </a:extLst>
          </p:cNvPr>
          <p:cNvCxnSpPr>
            <a:cxnSpLocks/>
            <a:stCxn id="16" idx="5"/>
            <a:endCxn id="51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C4D3D06F-7CF9-D127-AD22-989A207B7D86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4A48C9E-97C1-B9ED-1B0F-1B2368A24DCD}"/>
              </a:ext>
            </a:extLst>
          </p:cNvPr>
          <p:cNvCxnSpPr>
            <a:cxnSpLocks/>
            <a:stCxn id="51" idx="3"/>
            <a:endCxn id="22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D04F648-68D8-0DB3-8634-BF554570BADE}"/>
              </a:ext>
            </a:extLst>
          </p:cNvPr>
          <p:cNvCxnSpPr>
            <a:cxnSpLocks/>
            <a:stCxn id="51" idx="5"/>
            <a:endCxn id="27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D1757F4C-04D8-CFBB-C34D-D16EA05B8841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802C1BD-320B-66B9-57D9-FC504098CB86}"/>
              </a:ext>
            </a:extLst>
          </p:cNvPr>
          <p:cNvCxnSpPr>
            <a:cxnSpLocks/>
            <a:stCxn id="54" idx="3"/>
            <a:endCxn id="28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D3B939A-9E53-4612-0D8E-FF95665D0304}"/>
              </a:ext>
            </a:extLst>
          </p:cNvPr>
          <p:cNvCxnSpPr>
            <a:cxnSpLocks/>
            <a:stCxn id="54" idx="4"/>
            <a:endCxn id="1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FCBADEE5-5DD6-8CAD-D8CF-9A93B8E921C5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B2202A6-BB71-C074-BEBC-B0CB32BCCD7E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B7DA364-B7B6-9B1E-CED4-259E5530CE20}"/>
              </a:ext>
            </a:extLst>
          </p:cNvPr>
          <p:cNvSpPr/>
          <p:nvPr/>
        </p:nvSpPr>
        <p:spPr>
          <a:xfrm>
            <a:off x="2037314" y="1580016"/>
            <a:ext cx="450966" cy="45096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1156D3-FCF2-8187-20E0-684B1CB2F2D0}"/>
              </a:ext>
            </a:extLst>
          </p:cNvPr>
          <p:cNvCxnSpPr>
            <a:cxnSpLocks/>
            <a:stCxn id="3" idx="3"/>
            <a:endCxn id="16" idx="7"/>
          </p:cNvCxnSpPr>
          <p:nvPr/>
        </p:nvCxnSpPr>
        <p:spPr>
          <a:xfrm flipH="1">
            <a:off x="1850809" y="1964940"/>
            <a:ext cx="252547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BB620F-A30F-8042-4B26-3074F34AFEC8}"/>
              </a:ext>
            </a:extLst>
          </p:cNvPr>
          <p:cNvCxnSpPr>
            <a:cxnSpLocks/>
            <a:stCxn id="3" idx="5"/>
            <a:endCxn id="19" idx="1"/>
          </p:cNvCxnSpPr>
          <p:nvPr/>
        </p:nvCxnSpPr>
        <p:spPr>
          <a:xfrm>
            <a:off x="2422238" y="1964940"/>
            <a:ext cx="263055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>
            <a:extLst>
              <a:ext uri="{FF2B5EF4-FFF2-40B4-BE49-F238E27FC236}">
                <a16:creationId xmlns:a16="http://schemas.microsoft.com/office/drawing/2014/main" id="{4C290A28-3567-1A6A-FAB3-A80A09C178BD}"/>
              </a:ext>
            </a:extLst>
          </p:cNvPr>
          <p:cNvSpPr/>
          <p:nvPr/>
        </p:nvSpPr>
        <p:spPr>
          <a:xfrm>
            <a:off x="8112393" y="2467190"/>
            <a:ext cx="1605280" cy="120698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A490A18-4E32-E8DB-62F2-856A15D00CD9}"/>
                  </a:ext>
                </a:extLst>
              </p:cNvPr>
              <p:cNvSpPr txBox="1"/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A490A18-4E32-E8DB-62F2-856A15D00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19B3844-8C35-6898-8225-1AE021A62878}"/>
              </a:ext>
            </a:extLst>
          </p:cNvPr>
          <p:cNvSpPr/>
          <p:nvPr/>
        </p:nvSpPr>
        <p:spPr>
          <a:xfrm>
            <a:off x="6413391" y="293033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042EE9B-B52D-5CDA-350A-415A90A7B4BD}"/>
              </a:ext>
            </a:extLst>
          </p:cNvPr>
          <p:cNvCxnSpPr>
            <a:cxnSpLocks/>
          </p:cNvCxnSpPr>
          <p:nvPr/>
        </p:nvCxnSpPr>
        <p:spPr>
          <a:xfrm>
            <a:off x="6756518" y="260892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215AD6D-2C1D-B8C1-9922-FCB2189CFF28}"/>
              </a:ext>
            </a:extLst>
          </p:cNvPr>
          <p:cNvCxnSpPr>
            <a:cxnSpLocks/>
          </p:cNvCxnSpPr>
          <p:nvPr/>
        </p:nvCxnSpPr>
        <p:spPr>
          <a:xfrm>
            <a:off x="7354967" y="2607650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865346-6F02-5386-67B2-BFB523F6E4EE}"/>
              </a:ext>
            </a:extLst>
          </p:cNvPr>
          <p:cNvCxnSpPr>
            <a:cxnSpLocks/>
          </p:cNvCxnSpPr>
          <p:nvPr/>
        </p:nvCxnSpPr>
        <p:spPr>
          <a:xfrm flipH="1">
            <a:off x="7688877" y="3179613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EB9B16-853F-5781-F86F-F4615AEFCAFD}"/>
                  </a:ext>
                </a:extLst>
              </p:cNvPr>
              <p:cNvSpPr txBox="1"/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EB9B16-853F-5781-F86F-F4615AEFC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blipFill>
                <a:blip r:embed="rId6"/>
                <a:stretch>
                  <a:fillRect l="-15789" r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CBC21797-7AF4-F11B-B2C5-2264FFB8628A}"/>
              </a:ext>
            </a:extLst>
          </p:cNvPr>
          <p:cNvSpPr txBox="1"/>
          <p:nvPr/>
        </p:nvSpPr>
        <p:spPr>
          <a:xfrm>
            <a:off x="6538437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8C4593-F592-F280-F8F9-5348A38DA281}"/>
              </a:ext>
            </a:extLst>
          </p:cNvPr>
          <p:cNvSpPr txBox="1"/>
          <p:nvPr/>
        </p:nvSpPr>
        <p:spPr>
          <a:xfrm>
            <a:off x="7137436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5E4539-522B-1D25-C2D4-1640F3DB6F49}"/>
              </a:ext>
            </a:extLst>
          </p:cNvPr>
          <p:cNvCxnSpPr>
            <a:cxnSpLocks/>
          </p:cNvCxnSpPr>
          <p:nvPr/>
        </p:nvCxnSpPr>
        <p:spPr>
          <a:xfrm>
            <a:off x="6002788" y="4216141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416A4D-44D8-5700-6AAE-4D91951C38AB}"/>
                  </a:ext>
                </a:extLst>
              </p:cNvPr>
              <p:cNvSpPr txBox="1"/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0" dirty="0">
                    <a:solidFill>
                      <a:schemeClr val="tx2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416A4D-44D8-5700-6AAE-4D91951C3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B510F20-B137-458B-7165-B3DB874BA0A6}"/>
              </a:ext>
            </a:extLst>
          </p:cNvPr>
          <p:cNvSpPr/>
          <p:nvPr/>
        </p:nvSpPr>
        <p:spPr>
          <a:xfrm>
            <a:off x="5352353" y="371747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B672F0-4569-A792-FD3C-A51FD6060290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627839" y="3972319"/>
            <a:ext cx="423295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09D54F-FB3B-4B55-7336-26DF619BE46C}"/>
              </a:ext>
            </a:extLst>
          </p:cNvPr>
          <p:cNvCxnSpPr>
            <a:cxnSpLocks/>
          </p:cNvCxnSpPr>
          <p:nvPr/>
        </p:nvCxnSpPr>
        <p:spPr>
          <a:xfrm>
            <a:off x="7051134" y="3451236"/>
            <a:ext cx="0" cy="53230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A8B8F72-065F-A2CD-2DAE-8E35605409B8}"/>
              </a:ext>
            </a:extLst>
          </p:cNvPr>
          <p:cNvSpPr/>
          <p:nvPr/>
        </p:nvSpPr>
        <p:spPr>
          <a:xfrm>
            <a:off x="4960601" y="459915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7C715E-D9BF-1614-0C00-B9A1DBF30C8D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6236087" y="4853993"/>
            <a:ext cx="738364" cy="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loud 32">
            <a:extLst>
              <a:ext uri="{FF2B5EF4-FFF2-40B4-BE49-F238E27FC236}">
                <a16:creationId xmlns:a16="http://schemas.microsoft.com/office/drawing/2014/main" id="{858A8527-393D-4F59-ED25-7C1F1212E275}"/>
              </a:ext>
            </a:extLst>
          </p:cNvPr>
          <p:cNvSpPr/>
          <p:nvPr/>
        </p:nvSpPr>
        <p:spPr>
          <a:xfrm>
            <a:off x="7051134" y="4392618"/>
            <a:ext cx="1101027" cy="870828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2" name="10-Point Star 61">
            <a:extLst>
              <a:ext uri="{FF2B5EF4-FFF2-40B4-BE49-F238E27FC236}">
                <a16:creationId xmlns:a16="http://schemas.microsoft.com/office/drawing/2014/main" id="{7BBA4C3C-E7A6-0E4A-3A66-B0E219A51924}"/>
              </a:ext>
            </a:extLst>
          </p:cNvPr>
          <p:cNvSpPr/>
          <p:nvPr/>
        </p:nvSpPr>
        <p:spPr>
          <a:xfrm>
            <a:off x="7449983" y="4676368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8" name="10-Point Star 127">
            <a:extLst>
              <a:ext uri="{FF2B5EF4-FFF2-40B4-BE49-F238E27FC236}">
                <a16:creationId xmlns:a16="http://schemas.microsoft.com/office/drawing/2014/main" id="{6691E43E-FC3F-D731-83F3-E9C6B7E9D95A}"/>
              </a:ext>
            </a:extLst>
          </p:cNvPr>
          <p:cNvSpPr/>
          <p:nvPr/>
        </p:nvSpPr>
        <p:spPr>
          <a:xfrm>
            <a:off x="8446808" y="2715097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9" name="10-Point Star 128">
            <a:extLst>
              <a:ext uri="{FF2B5EF4-FFF2-40B4-BE49-F238E27FC236}">
                <a16:creationId xmlns:a16="http://schemas.microsoft.com/office/drawing/2014/main" id="{548A949D-D3DA-60B1-AB84-EBC811CA7EAD}"/>
              </a:ext>
            </a:extLst>
          </p:cNvPr>
          <p:cNvSpPr/>
          <p:nvPr/>
        </p:nvSpPr>
        <p:spPr>
          <a:xfrm>
            <a:off x="7193748" y="1968975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3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BB2FE60-B739-0AF9-F986-1E7DF1AC1BDE}"/>
              </a:ext>
            </a:extLst>
          </p:cNvPr>
          <p:cNvCxnSpPr>
            <a:cxnSpLocks/>
          </p:cNvCxnSpPr>
          <p:nvPr/>
        </p:nvCxnSpPr>
        <p:spPr>
          <a:xfrm>
            <a:off x="571461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372EC65-877D-2DA0-E7B4-CA7860ED3E9C}"/>
              </a:ext>
            </a:extLst>
          </p:cNvPr>
          <p:cNvCxnSpPr>
            <a:cxnSpLocks/>
          </p:cNvCxnSpPr>
          <p:nvPr/>
        </p:nvCxnSpPr>
        <p:spPr>
          <a:xfrm>
            <a:off x="625925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6DF1514-9503-2E0E-051C-6200AF730127}"/>
              </a:ext>
            </a:extLst>
          </p:cNvPr>
          <p:cNvCxnSpPr>
            <a:cxnSpLocks/>
          </p:cNvCxnSpPr>
          <p:nvPr/>
        </p:nvCxnSpPr>
        <p:spPr>
          <a:xfrm>
            <a:off x="5185539" y="4397078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5D9EBD-B409-817E-6B25-1CDF886F96B3}"/>
                  </a:ext>
                </a:extLst>
              </p:cNvPr>
              <p:cNvSpPr txBox="1"/>
              <p:nvPr/>
            </p:nvSpPr>
            <p:spPr>
              <a:xfrm flipH="1">
                <a:off x="5801058" y="2223856"/>
                <a:ext cx="272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CN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5D9EBD-B409-817E-6B25-1CDF886F9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01058" y="2223856"/>
                <a:ext cx="272639" cy="369332"/>
              </a:xfrm>
              <a:prstGeom prst="rect">
                <a:avLst/>
              </a:prstGeom>
              <a:blipFill>
                <a:blip r:embed="rId8"/>
                <a:stretch>
                  <a:fillRect l="-21739" r="-1739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3B4773C-0F37-C63A-2D8F-BD8D09A24FAD}"/>
              </a:ext>
            </a:extLst>
          </p:cNvPr>
          <p:cNvSpPr/>
          <p:nvPr/>
        </p:nvSpPr>
        <p:spPr>
          <a:xfrm flipH="1">
            <a:off x="6349006" y="2288595"/>
            <a:ext cx="764332" cy="305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0C506C-BE48-0614-3AEE-3806F2B6A02A}"/>
              </a:ext>
            </a:extLst>
          </p:cNvPr>
          <p:cNvSpPr/>
          <p:nvPr/>
        </p:nvSpPr>
        <p:spPr>
          <a:xfrm flipH="1">
            <a:off x="6349037" y="1857968"/>
            <a:ext cx="451350" cy="1955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4397CD-7A34-3454-9C4E-918D3A1B024C}"/>
              </a:ext>
            </a:extLst>
          </p:cNvPr>
          <p:cNvCxnSpPr>
            <a:cxnSpLocks/>
          </p:cNvCxnSpPr>
          <p:nvPr/>
        </p:nvCxnSpPr>
        <p:spPr>
          <a:xfrm flipH="1">
            <a:off x="6566069" y="2061883"/>
            <a:ext cx="0" cy="21971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A9FB0D9-0A81-C24A-D50A-BEECF043030F}"/>
              </a:ext>
            </a:extLst>
          </p:cNvPr>
          <p:cNvCxnSpPr>
            <a:cxnSpLocks/>
          </p:cNvCxnSpPr>
          <p:nvPr/>
        </p:nvCxnSpPr>
        <p:spPr>
          <a:xfrm>
            <a:off x="6039978" y="2449227"/>
            <a:ext cx="309028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BD32D68-0D2F-3C2F-A4F0-9972F65D500E}"/>
              </a:ext>
            </a:extLst>
          </p:cNvPr>
          <p:cNvCxnSpPr>
            <a:cxnSpLocks/>
          </p:cNvCxnSpPr>
          <p:nvPr/>
        </p:nvCxnSpPr>
        <p:spPr>
          <a:xfrm flipH="1">
            <a:off x="6657870" y="1663690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23E5DAD-E957-652D-23BF-459EAB92EA8A}"/>
              </a:ext>
            </a:extLst>
          </p:cNvPr>
          <p:cNvCxnSpPr>
            <a:cxnSpLocks/>
          </p:cNvCxnSpPr>
          <p:nvPr/>
        </p:nvCxnSpPr>
        <p:spPr>
          <a:xfrm flipH="1">
            <a:off x="6469875" y="1663297"/>
            <a:ext cx="0" cy="1820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0ABB392-8A95-7638-3FBD-84A40B0CE8B7}"/>
              </a:ext>
            </a:extLst>
          </p:cNvPr>
          <p:cNvCxnSpPr>
            <a:cxnSpLocks/>
          </p:cNvCxnSpPr>
          <p:nvPr/>
        </p:nvCxnSpPr>
        <p:spPr>
          <a:xfrm>
            <a:off x="6204626" y="1955741"/>
            <a:ext cx="144411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B15BD56-7D41-4CCD-1DCB-A0D57522CFAC}"/>
              </a:ext>
            </a:extLst>
          </p:cNvPr>
          <p:cNvCxnSpPr>
            <a:cxnSpLocks/>
          </p:cNvCxnSpPr>
          <p:nvPr/>
        </p:nvCxnSpPr>
        <p:spPr>
          <a:xfrm>
            <a:off x="6930307" y="2099551"/>
            <a:ext cx="0" cy="17275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775666"/>
      </p:ext>
    </p:extLst>
  </p:cSld>
  <p:clrMapOvr>
    <a:masterClrMapping/>
  </p:clrMapOvr>
  <p:transition>
    <p:wipe dir="r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925EC-5B82-BF12-B73E-07A933E7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C4DB80-C52F-9DA9-00F4-BAD05D56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92661D-5682-91D2-8419-F6C4C285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117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0C080173-7913-E1A7-6E23-D2E03880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909343B-0AC9-0B44-9480-2A37144DD030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|D| ≥ 2</a:t>
            </a:r>
            <a:r>
              <a:rPr lang="en-US" altLang="zh-CN" b="1" dirty="0"/>
              <a:t>.</a:t>
            </a:r>
            <a:r>
              <a:rPr lang="en-US" b="1" dirty="0"/>
              <a:t> Assume, for contradiction, that a single-occurrence MUX tree exists.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2EDB6D-A508-781C-6309-B1AD5128F1CE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34545D-B8C1-F362-5FE7-3BF19DB9FE69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1A655-1B91-18FC-B074-D46C1F8D32C7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EA88B9-094A-52D2-BC05-89C95EA32372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3D36EE-EE2B-7185-2328-D38D164BD95D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93532-2AE1-D999-55D6-88044DDD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56504A-E81B-307B-A061-0A2E7303DC12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B82963-DEE8-8135-D69E-06959ACA5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0491D051-8741-AA94-7836-D5F19ADEB075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FB6F6B-18F1-DD5B-F727-CD314E938CFD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09E0DA-5DAE-3841-3C38-76529F47D3A8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01A9218-9225-E1C1-DB8E-0FA9651C5269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C707DF-0B72-8F26-840D-05EE190E1836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366A52-7EAD-79B8-D5AE-6A93AF9440A0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4290FA-03EF-7267-2313-22E2674E9A0A}"/>
              </a:ext>
            </a:extLst>
          </p:cNvPr>
          <p:cNvCxnSpPr>
            <a:cxnSpLocks/>
            <a:stCxn id="19" idx="3"/>
            <a:endCxn id="27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625472-2DFC-563F-C3D1-C101C91B0AA1}"/>
              </a:ext>
            </a:extLst>
          </p:cNvPr>
          <p:cNvCxnSpPr>
            <a:cxnSpLocks/>
            <a:stCxn id="19" idx="4"/>
            <a:endCxn id="54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34CFD78-F42A-1218-5BC8-E6AB1E44414E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8D6BD2-18BD-CE29-8E0F-E9D5F241CA48}"/>
              </a:ext>
            </a:extLst>
          </p:cNvPr>
          <p:cNvCxnSpPr>
            <a:cxnSpLocks/>
            <a:stCxn id="27" idx="3"/>
            <a:endCxn id="1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57172E-0F8C-46A0-9F55-B05D9DD6E7FB}"/>
              </a:ext>
            </a:extLst>
          </p:cNvPr>
          <p:cNvCxnSpPr>
            <a:cxnSpLocks/>
            <a:stCxn id="28" idx="3"/>
            <a:endCxn id="1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9525F7D-D3F5-CE2C-86CC-55E7E8EEE56A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2D4722-0FDE-4692-EE5B-19CDCB510BA5}"/>
              </a:ext>
            </a:extLst>
          </p:cNvPr>
          <p:cNvCxnSpPr>
            <a:cxnSpLocks/>
            <a:stCxn id="16" idx="5"/>
            <a:endCxn id="51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4FB3301-EAE6-3E02-74A8-36B2727CA9E2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2A48E15-BB99-04B9-8390-90262B033096}"/>
              </a:ext>
            </a:extLst>
          </p:cNvPr>
          <p:cNvCxnSpPr>
            <a:cxnSpLocks/>
            <a:stCxn id="51" idx="3"/>
            <a:endCxn id="22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87DF0DB-34E8-5DCC-6BDB-4FB1B3F9D0F6}"/>
              </a:ext>
            </a:extLst>
          </p:cNvPr>
          <p:cNvCxnSpPr>
            <a:cxnSpLocks/>
            <a:stCxn id="51" idx="5"/>
            <a:endCxn id="27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24AAC23-B71E-8DDC-C5BC-9B99D08F5136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807B1FE-9A45-4095-72DD-ACECBB06EA13}"/>
              </a:ext>
            </a:extLst>
          </p:cNvPr>
          <p:cNvCxnSpPr>
            <a:cxnSpLocks/>
            <a:stCxn id="54" idx="3"/>
            <a:endCxn id="28" idx="7"/>
          </p:cNvCxnSpPr>
          <p:nvPr/>
        </p:nvCxnSpPr>
        <p:spPr>
          <a:xfrm flipH="1">
            <a:off x="2637688" y="3397741"/>
            <a:ext cx="295210" cy="46351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BA40351-28BF-419A-4A7C-529D526575CB}"/>
              </a:ext>
            </a:extLst>
          </p:cNvPr>
          <p:cNvCxnSpPr>
            <a:cxnSpLocks/>
            <a:stCxn id="54" idx="4"/>
            <a:endCxn id="14" idx="0"/>
          </p:cNvCxnSpPr>
          <p:nvPr/>
        </p:nvCxnSpPr>
        <p:spPr>
          <a:xfrm flipH="1">
            <a:off x="2899778" y="3445346"/>
            <a:ext cx="148049" cy="93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4A79888B-2D58-FA1A-BB0D-9D8271E53C84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5340970-1D21-B5BE-92DE-A4F24DD2B76D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EE1FC6D-A4D3-5F8B-3881-6CF8F2FCC573}"/>
              </a:ext>
            </a:extLst>
          </p:cNvPr>
          <p:cNvSpPr/>
          <p:nvPr/>
        </p:nvSpPr>
        <p:spPr>
          <a:xfrm>
            <a:off x="2037314" y="1580016"/>
            <a:ext cx="450966" cy="45096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34DB24-DC28-5E98-D3CF-66AB8B7FD3B0}"/>
              </a:ext>
            </a:extLst>
          </p:cNvPr>
          <p:cNvCxnSpPr>
            <a:cxnSpLocks/>
            <a:stCxn id="3" idx="3"/>
            <a:endCxn id="16" idx="7"/>
          </p:cNvCxnSpPr>
          <p:nvPr/>
        </p:nvCxnSpPr>
        <p:spPr>
          <a:xfrm flipH="1">
            <a:off x="1850809" y="1964940"/>
            <a:ext cx="252547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10E9CF-C9F3-E1A9-9ABE-BC965EC58119}"/>
              </a:ext>
            </a:extLst>
          </p:cNvPr>
          <p:cNvCxnSpPr>
            <a:cxnSpLocks/>
            <a:stCxn id="3" idx="5"/>
            <a:endCxn id="19" idx="1"/>
          </p:cNvCxnSpPr>
          <p:nvPr/>
        </p:nvCxnSpPr>
        <p:spPr>
          <a:xfrm>
            <a:off x="2422238" y="1964940"/>
            <a:ext cx="263055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>
            <a:extLst>
              <a:ext uri="{FF2B5EF4-FFF2-40B4-BE49-F238E27FC236}">
                <a16:creationId xmlns:a16="http://schemas.microsoft.com/office/drawing/2014/main" id="{FA0CD83D-1D15-D22B-049B-C34D9CC84097}"/>
              </a:ext>
            </a:extLst>
          </p:cNvPr>
          <p:cNvSpPr/>
          <p:nvPr/>
        </p:nvSpPr>
        <p:spPr>
          <a:xfrm>
            <a:off x="8112393" y="2467190"/>
            <a:ext cx="1605280" cy="120698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C77FB-94CC-2E9A-76F8-57E158BBBE73}"/>
                  </a:ext>
                </a:extLst>
              </p:cNvPr>
              <p:cNvSpPr txBox="1"/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C77FB-94CC-2E9A-76F8-57E158BBB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ADAF0F54-A28A-F904-0F09-421FBBC6BB6D}"/>
              </a:ext>
            </a:extLst>
          </p:cNvPr>
          <p:cNvSpPr/>
          <p:nvPr/>
        </p:nvSpPr>
        <p:spPr>
          <a:xfrm>
            <a:off x="6413391" y="293033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374454-898F-3683-AE4C-6403C58E1CAB}"/>
              </a:ext>
            </a:extLst>
          </p:cNvPr>
          <p:cNvCxnSpPr>
            <a:cxnSpLocks/>
          </p:cNvCxnSpPr>
          <p:nvPr/>
        </p:nvCxnSpPr>
        <p:spPr>
          <a:xfrm>
            <a:off x="6756518" y="260892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89D1D2-F8DF-E73F-7D3E-4A77BA33F859}"/>
              </a:ext>
            </a:extLst>
          </p:cNvPr>
          <p:cNvCxnSpPr>
            <a:cxnSpLocks/>
          </p:cNvCxnSpPr>
          <p:nvPr/>
        </p:nvCxnSpPr>
        <p:spPr>
          <a:xfrm>
            <a:off x="7354967" y="2607650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027BE3-AE8C-2E58-5681-2890DE026592}"/>
              </a:ext>
            </a:extLst>
          </p:cNvPr>
          <p:cNvCxnSpPr>
            <a:cxnSpLocks/>
          </p:cNvCxnSpPr>
          <p:nvPr/>
        </p:nvCxnSpPr>
        <p:spPr>
          <a:xfrm flipH="1">
            <a:off x="7688877" y="3179613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438A051-BE3D-6163-FD7F-45C1FAC6D06F}"/>
                  </a:ext>
                </a:extLst>
              </p:cNvPr>
              <p:cNvSpPr txBox="1"/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438A051-BE3D-6163-FD7F-45C1FAC6D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blipFill>
                <a:blip r:embed="rId6"/>
                <a:stretch>
                  <a:fillRect l="-15789" r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073B605-1E5A-7BCF-83E7-7C84D7A5AFD5}"/>
              </a:ext>
            </a:extLst>
          </p:cNvPr>
          <p:cNvSpPr txBox="1"/>
          <p:nvPr/>
        </p:nvSpPr>
        <p:spPr>
          <a:xfrm>
            <a:off x="6538437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AC16B2-FC6F-CC96-F1DE-C6C04B506B66}"/>
              </a:ext>
            </a:extLst>
          </p:cNvPr>
          <p:cNvSpPr txBox="1"/>
          <p:nvPr/>
        </p:nvSpPr>
        <p:spPr>
          <a:xfrm>
            <a:off x="7137436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214DD26-4BCA-A5A9-1FA7-3BC319A3B9BA}"/>
              </a:ext>
            </a:extLst>
          </p:cNvPr>
          <p:cNvCxnSpPr>
            <a:cxnSpLocks/>
          </p:cNvCxnSpPr>
          <p:nvPr/>
        </p:nvCxnSpPr>
        <p:spPr>
          <a:xfrm>
            <a:off x="6002788" y="4216141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E946D7B-F51A-C8F7-636C-20CEC3EEC876}"/>
                  </a:ext>
                </a:extLst>
              </p:cNvPr>
              <p:cNvSpPr txBox="1"/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0" dirty="0">
                    <a:solidFill>
                      <a:schemeClr val="tx2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E946D7B-F51A-C8F7-636C-20CEC3EEC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7EBFB001-6334-8E68-2A70-A7BD76D6A2C2}"/>
                  </a:ext>
                </a:extLst>
              </p:cNvPr>
              <p:cNvSpPr txBox="1"/>
              <p:nvPr/>
            </p:nvSpPr>
            <p:spPr>
              <a:xfrm flipH="1">
                <a:off x="6627839" y="2268312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7EBFB001-6334-8E68-2A70-A7BD76D6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27839" y="2268312"/>
                <a:ext cx="254878" cy="369332"/>
              </a:xfrm>
              <a:prstGeom prst="rect">
                <a:avLst/>
              </a:prstGeom>
              <a:blipFill>
                <a:blip r:embed="rId8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00B7812-91A7-8A0D-A6D7-238505F1A749}"/>
              </a:ext>
            </a:extLst>
          </p:cNvPr>
          <p:cNvSpPr/>
          <p:nvPr/>
        </p:nvSpPr>
        <p:spPr>
          <a:xfrm>
            <a:off x="5352353" y="371747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997A0A-4B8E-E23B-9A40-CA1F0B6AF5CE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627839" y="3972319"/>
            <a:ext cx="423295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B00F38-441B-6417-F547-00D7A5AA2176}"/>
              </a:ext>
            </a:extLst>
          </p:cNvPr>
          <p:cNvCxnSpPr>
            <a:cxnSpLocks/>
          </p:cNvCxnSpPr>
          <p:nvPr/>
        </p:nvCxnSpPr>
        <p:spPr>
          <a:xfrm>
            <a:off x="7051134" y="3451236"/>
            <a:ext cx="0" cy="53230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19D49-AEED-4648-E5E5-A086CFA1C5E7}"/>
              </a:ext>
            </a:extLst>
          </p:cNvPr>
          <p:cNvSpPr/>
          <p:nvPr/>
        </p:nvSpPr>
        <p:spPr>
          <a:xfrm>
            <a:off x="4960601" y="459915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492B25-99D6-A64F-E89C-7C9B53A99D50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6236087" y="4853993"/>
            <a:ext cx="738364" cy="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loud 32">
            <a:extLst>
              <a:ext uri="{FF2B5EF4-FFF2-40B4-BE49-F238E27FC236}">
                <a16:creationId xmlns:a16="http://schemas.microsoft.com/office/drawing/2014/main" id="{C56183B4-01E8-FC9A-69C2-72C88FBF636B}"/>
              </a:ext>
            </a:extLst>
          </p:cNvPr>
          <p:cNvSpPr/>
          <p:nvPr/>
        </p:nvSpPr>
        <p:spPr>
          <a:xfrm>
            <a:off x="7051134" y="4392618"/>
            <a:ext cx="1101027" cy="870828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2" name="10-Point Star 61">
            <a:extLst>
              <a:ext uri="{FF2B5EF4-FFF2-40B4-BE49-F238E27FC236}">
                <a16:creationId xmlns:a16="http://schemas.microsoft.com/office/drawing/2014/main" id="{71E8BDA7-992B-6B58-AF22-DC5E03D1ED31}"/>
              </a:ext>
            </a:extLst>
          </p:cNvPr>
          <p:cNvSpPr/>
          <p:nvPr/>
        </p:nvSpPr>
        <p:spPr>
          <a:xfrm>
            <a:off x="7449983" y="4676368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8" name="10-Point Star 127">
            <a:extLst>
              <a:ext uri="{FF2B5EF4-FFF2-40B4-BE49-F238E27FC236}">
                <a16:creationId xmlns:a16="http://schemas.microsoft.com/office/drawing/2014/main" id="{B7F5B558-9330-B119-CECC-DB9C613D46B6}"/>
              </a:ext>
            </a:extLst>
          </p:cNvPr>
          <p:cNvSpPr/>
          <p:nvPr/>
        </p:nvSpPr>
        <p:spPr>
          <a:xfrm>
            <a:off x="8446808" y="2715097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9" name="10-Point Star 128">
            <a:extLst>
              <a:ext uri="{FF2B5EF4-FFF2-40B4-BE49-F238E27FC236}">
                <a16:creationId xmlns:a16="http://schemas.microsoft.com/office/drawing/2014/main" id="{2B41B8C0-A6D7-2C56-6F44-0FC7C8C5B435}"/>
              </a:ext>
            </a:extLst>
          </p:cNvPr>
          <p:cNvSpPr/>
          <p:nvPr/>
        </p:nvSpPr>
        <p:spPr>
          <a:xfrm>
            <a:off x="7193748" y="1968975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3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9460918-6C3C-1131-7225-A38D8DC2AC57}"/>
              </a:ext>
            </a:extLst>
          </p:cNvPr>
          <p:cNvCxnSpPr>
            <a:cxnSpLocks/>
          </p:cNvCxnSpPr>
          <p:nvPr/>
        </p:nvCxnSpPr>
        <p:spPr>
          <a:xfrm>
            <a:off x="571461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D2A679B-F26F-8E93-8A5A-368DE25EA837}"/>
              </a:ext>
            </a:extLst>
          </p:cNvPr>
          <p:cNvCxnSpPr>
            <a:cxnSpLocks/>
          </p:cNvCxnSpPr>
          <p:nvPr/>
        </p:nvCxnSpPr>
        <p:spPr>
          <a:xfrm>
            <a:off x="625925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9110F18-0EAA-1BA0-5459-AA4B46D715F4}"/>
              </a:ext>
            </a:extLst>
          </p:cNvPr>
          <p:cNvCxnSpPr>
            <a:cxnSpLocks/>
          </p:cNvCxnSpPr>
          <p:nvPr/>
        </p:nvCxnSpPr>
        <p:spPr>
          <a:xfrm>
            <a:off x="5185539" y="4397078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21C725-FFF3-9E65-5B20-282A47D81FB3}"/>
                  </a:ext>
                </a:extLst>
              </p:cNvPr>
              <p:cNvSpPr txBox="1"/>
              <p:nvPr/>
            </p:nvSpPr>
            <p:spPr>
              <a:xfrm flipH="1">
                <a:off x="5598344" y="3201175"/>
                <a:ext cx="272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CN" sz="24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21C725-FFF3-9E65-5B20-282A47D81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98344" y="3201175"/>
                <a:ext cx="272639" cy="369332"/>
              </a:xfrm>
              <a:prstGeom prst="rect">
                <a:avLst/>
              </a:prstGeom>
              <a:blipFill>
                <a:blip r:embed="rId9"/>
                <a:stretch>
                  <a:fillRect l="-21739" r="-1739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89457"/>
      </p:ext>
    </p:extLst>
  </p:cSld>
  <p:clrMapOvr>
    <a:masterClrMapping/>
  </p:clrMapOvr>
  <p:transition>
    <p:wipe dir="r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8B71-AFA9-48E2-4C6A-777DEE17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BD5BF0-38FD-D7E3-91B3-E7C366C9E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F7F6C4-EDBB-9390-83F0-20BFFF8A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7BFE9654-5A8E-B757-2F97-F504E834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Single-Occurrence Guarantee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1CDA491-CEF6-17FD-BFDA-29E51B264E68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|D| ≥ 2</a:t>
            </a:r>
            <a:r>
              <a:rPr lang="en-US" altLang="zh-CN" b="1" dirty="0"/>
              <a:t>.</a:t>
            </a:r>
            <a:r>
              <a:rPr lang="en-US" b="1" dirty="0"/>
              <a:t> Assume, for contradiction, that a single-occurrence MUX tree exists.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267A77-F973-4263-55C8-049714B97C10}"/>
              </a:ext>
            </a:extLst>
          </p:cNvPr>
          <p:cNvSpPr/>
          <p:nvPr/>
        </p:nvSpPr>
        <p:spPr>
          <a:xfrm>
            <a:off x="1332998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B6AE34-990D-1B7E-D6FB-93EF3F4D861C}"/>
              </a:ext>
            </a:extLst>
          </p:cNvPr>
          <p:cNvSpPr/>
          <p:nvPr/>
        </p:nvSpPr>
        <p:spPr>
          <a:xfrm>
            <a:off x="2596451" y="4384434"/>
            <a:ext cx="606653" cy="60665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000D51A-D269-6706-371F-3E1DDA675342}"/>
              </a:ext>
            </a:extLst>
          </p:cNvPr>
          <p:cNvSpPr/>
          <p:nvPr/>
        </p:nvSpPr>
        <p:spPr>
          <a:xfrm>
            <a:off x="1332998" y="2145320"/>
            <a:ext cx="606653" cy="6066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102907-9B1B-8F93-78D6-F61EB860C460}"/>
              </a:ext>
            </a:extLst>
          </p:cNvPr>
          <p:cNvSpPr/>
          <p:nvPr/>
        </p:nvSpPr>
        <p:spPr>
          <a:xfrm>
            <a:off x="2596451" y="2145320"/>
            <a:ext cx="606653" cy="60665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8A66DE-E1D1-D870-4789-A283B74CDB88}"/>
                  </a:ext>
                </a:extLst>
              </p:cNvPr>
              <p:cNvSpPr txBox="1"/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93532-2AE1-D999-55D6-88044DDD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" y="2968802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2727" r="-22727" b="-225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747D09-F2E8-D40F-B4D8-74478054FCB7}"/>
                  </a:ext>
                </a:extLst>
              </p:cNvPr>
              <p:cNvSpPr txBox="1"/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B82963-DEE8-8135-D69E-06959ACA5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59" y="296880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2727" r="-22727" b="-64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ED479F3D-75F0-4842-861D-C92D750FDF9A}"/>
              </a:ext>
            </a:extLst>
          </p:cNvPr>
          <p:cNvSpPr/>
          <p:nvPr/>
        </p:nvSpPr>
        <p:spPr>
          <a:xfrm>
            <a:off x="1264691" y="3526700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5F04CB-54CC-3229-2938-6777C41E6CF7}"/>
              </a:ext>
            </a:extLst>
          </p:cNvPr>
          <p:cNvSpPr/>
          <p:nvPr/>
        </p:nvSpPr>
        <p:spPr>
          <a:xfrm>
            <a:off x="2051477" y="344926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6505036-3CAE-A302-B467-38B6992F34FD}"/>
              </a:ext>
            </a:extLst>
          </p:cNvPr>
          <p:cNvSpPr/>
          <p:nvPr/>
        </p:nvSpPr>
        <p:spPr>
          <a:xfrm>
            <a:off x="2360225" y="3813651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0CDC7D-7D2C-EB07-8CEC-60FB93768274}"/>
              </a:ext>
            </a:extLst>
          </p:cNvPr>
          <p:cNvCxnSpPr>
            <a:cxnSpLocks/>
            <a:stCxn id="16" idx="4"/>
            <a:endCxn id="22" idx="0"/>
          </p:cNvCxnSpPr>
          <p:nvPr/>
        </p:nvCxnSpPr>
        <p:spPr>
          <a:xfrm flipH="1">
            <a:off x="1427225" y="2751973"/>
            <a:ext cx="209100" cy="77472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B9A6D-575A-1408-6062-F85A4065B79D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1427225" y="3851768"/>
            <a:ext cx="209100" cy="532666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42A136-7595-4A3A-4171-BFDBE264905D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1542154" y="3804163"/>
            <a:ext cx="1143139" cy="66911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CD993D-C788-48F1-FB2A-046808D4A7FC}"/>
              </a:ext>
            </a:extLst>
          </p:cNvPr>
          <p:cNvCxnSpPr>
            <a:cxnSpLocks/>
            <a:stCxn id="19" idx="3"/>
            <a:endCxn id="27" idx="7"/>
          </p:cNvCxnSpPr>
          <p:nvPr/>
        </p:nvCxnSpPr>
        <p:spPr>
          <a:xfrm flipH="1">
            <a:off x="2328940" y="2663131"/>
            <a:ext cx="356353" cy="83373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41CE2B-30DD-0E35-4F08-70C5DE821A6E}"/>
              </a:ext>
            </a:extLst>
          </p:cNvPr>
          <p:cNvCxnSpPr>
            <a:cxnSpLocks/>
            <a:stCxn id="19" idx="4"/>
            <a:endCxn id="54" idx="0"/>
          </p:cNvCxnSpPr>
          <p:nvPr/>
        </p:nvCxnSpPr>
        <p:spPr>
          <a:xfrm>
            <a:off x="2899778" y="2751973"/>
            <a:ext cx="148049" cy="36830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561D67-E18B-AD40-5233-DA1A767D644B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2328940" y="3726724"/>
            <a:ext cx="78890" cy="13453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A431E7-CE6B-C91C-17BF-21AF6F16002F}"/>
              </a:ext>
            </a:extLst>
          </p:cNvPr>
          <p:cNvCxnSpPr>
            <a:cxnSpLocks/>
            <a:stCxn id="27" idx="3"/>
            <a:endCxn id="13" idx="7"/>
          </p:cNvCxnSpPr>
          <p:nvPr/>
        </p:nvCxnSpPr>
        <p:spPr>
          <a:xfrm flipH="1">
            <a:off x="1850809" y="3726724"/>
            <a:ext cx="248273" cy="74655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AFA82FA-5D92-4E4C-11BB-EE29203AD28A}"/>
              </a:ext>
            </a:extLst>
          </p:cNvPr>
          <p:cNvCxnSpPr>
            <a:cxnSpLocks/>
            <a:stCxn id="28" idx="3"/>
            <a:endCxn id="13" idx="6"/>
          </p:cNvCxnSpPr>
          <p:nvPr/>
        </p:nvCxnSpPr>
        <p:spPr>
          <a:xfrm flipH="1">
            <a:off x="1939651" y="4091114"/>
            <a:ext cx="468179" cy="59664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1C0BD5C-B22C-AC26-C3A3-B1C22FFB4E9C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2637688" y="4091114"/>
            <a:ext cx="136447" cy="29332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93D437-3FED-C9AC-6EED-DD3ACE298BBA}"/>
              </a:ext>
            </a:extLst>
          </p:cNvPr>
          <p:cNvCxnSpPr>
            <a:cxnSpLocks/>
            <a:stCxn id="16" idx="5"/>
            <a:endCxn id="51" idx="0"/>
          </p:cNvCxnSpPr>
          <p:nvPr/>
        </p:nvCxnSpPr>
        <p:spPr>
          <a:xfrm>
            <a:off x="1850809" y="2663131"/>
            <a:ext cx="110584" cy="3187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A335DEC-F693-1E45-F168-4076F5A91F5B}"/>
              </a:ext>
            </a:extLst>
          </p:cNvPr>
          <p:cNvSpPr/>
          <p:nvPr/>
        </p:nvSpPr>
        <p:spPr>
          <a:xfrm>
            <a:off x="1798859" y="2981872"/>
            <a:ext cx="325068" cy="32506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599CF16-3B33-E705-33AA-8AF32C56DB6F}"/>
              </a:ext>
            </a:extLst>
          </p:cNvPr>
          <p:cNvCxnSpPr>
            <a:cxnSpLocks/>
            <a:stCxn id="51" idx="3"/>
            <a:endCxn id="22" idx="7"/>
          </p:cNvCxnSpPr>
          <p:nvPr/>
        </p:nvCxnSpPr>
        <p:spPr>
          <a:xfrm flipH="1">
            <a:off x="1542154" y="3259335"/>
            <a:ext cx="304310" cy="31497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C248FD9-C14F-DB5D-831C-C31945B3D881}"/>
              </a:ext>
            </a:extLst>
          </p:cNvPr>
          <p:cNvCxnSpPr>
            <a:cxnSpLocks/>
            <a:stCxn id="51" idx="5"/>
            <a:endCxn id="27" idx="1"/>
          </p:cNvCxnSpPr>
          <p:nvPr/>
        </p:nvCxnSpPr>
        <p:spPr>
          <a:xfrm>
            <a:off x="2076322" y="3259335"/>
            <a:ext cx="22760" cy="23753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7853FDC-BE5A-1B56-2A19-BD24E3B47C35}"/>
              </a:ext>
            </a:extLst>
          </p:cNvPr>
          <p:cNvSpPr/>
          <p:nvPr/>
        </p:nvSpPr>
        <p:spPr>
          <a:xfrm>
            <a:off x="2885293" y="3120278"/>
            <a:ext cx="325068" cy="32506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d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65AC44-8BA2-6177-A4BA-2B2619B435A0}"/>
              </a:ext>
            </a:extLst>
          </p:cNvPr>
          <p:cNvSpPr/>
          <p:nvPr/>
        </p:nvSpPr>
        <p:spPr>
          <a:xfrm>
            <a:off x="2084927" y="3480774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BE9180C-15C1-379B-F037-C303978E8EC2}"/>
              </a:ext>
            </a:extLst>
          </p:cNvPr>
          <p:cNvSpPr/>
          <p:nvPr/>
        </p:nvSpPr>
        <p:spPr>
          <a:xfrm>
            <a:off x="2393676" y="3847101"/>
            <a:ext cx="258167" cy="2581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endParaRPr lang="en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  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11261E-BCB1-313A-F9E9-F93CF528A821}"/>
              </a:ext>
            </a:extLst>
          </p:cNvPr>
          <p:cNvSpPr/>
          <p:nvPr/>
        </p:nvSpPr>
        <p:spPr>
          <a:xfrm>
            <a:off x="2037314" y="1580016"/>
            <a:ext cx="450966" cy="45096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AB73AE-A25F-C7F2-7332-1D928731535D}"/>
              </a:ext>
            </a:extLst>
          </p:cNvPr>
          <p:cNvCxnSpPr>
            <a:cxnSpLocks/>
            <a:stCxn id="3" idx="3"/>
            <a:endCxn id="16" idx="7"/>
          </p:cNvCxnSpPr>
          <p:nvPr/>
        </p:nvCxnSpPr>
        <p:spPr>
          <a:xfrm flipH="1">
            <a:off x="1850809" y="1964940"/>
            <a:ext cx="252547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CFE048-9B6C-D4BD-3D19-40BA2A1BA328}"/>
              </a:ext>
            </a:extLst>
          </p:cNvPr>
          <p:cNvCxnSpPr>
            <a:cxnSpLocks/>
            <a:stCxn id="3" idx="5"/>
            <a:endCxn id="19" idx="1"/>
          </p:cNvCxnSpPr>
          <p:nvPr/>
        </p:nvCxnSpPr>
        <p:spPr>
          <a:xfrm>
            <a:off x="2422238" y="1964940"/>
            <a:ext cx="263055" cy="269222"/>
          </a:xfrm>
          <a:prstGeom prst="straightConnector1">
            <a:avLst/>
          </a:prstGeom>
          <a:ln w="28575">
            <a:solidFill>
              <a:schemeClr val="tx2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>
            <a:extLst>
              <a:ext uri="{FF2B5EF4-FFF2-40B4-BE49-F238E27FC236}">
                <a16:creationId xmlns:a16="http://schemas.microsoft.com/office/drawing/2014/main" id="{AC3B9001-9F77-6ED3-A626-942378525111}"/>
              </a:ext>
            </a:extLst>
          </p:cNvPr>
          <p:cNvSpPr/>
          <p:nvPr/>
        </p:nvSpPr>
        <p:spPr>
          <a:xfrm>
            <a:off x="8112393" y="2467190"/>
            <a:ext cx="1605280" cy="120698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FD0AC1-EE23-C44D-6F25-071C2372C642}"/>
                  </a:ext>
                </a:extLst>
              </p:cNvPr>
              <p:cNvSpPr txBox="1"/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FD0AC1-EE23-C44D-6F25-071C2372C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566" y="3065724"/>
                <a:ext cx="3826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AD9CB892-E20C-52C5-C1AD-2C05C40EF34C}"/>
              </a:ext>
            </a:extLst>
          </p:cNvPr>
          <p:cNvSpPr/>
          <p:nvPr/>
        </p:nvSpPr>
        <p:spPr>
          <a:xfrm>
            <a:off x="6413391" y="2930337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FACC69-BB60-6903-3282-8CE297B4FFD4}"/>
              </a:ext>
            </a:extLst>
          </p:cNvPr>
          <p:cNvCxnSpPr>
            <a:cxnSpLocks/>
          </p:cNvCxnSpPr>
          <p:nvPr/>
        </p:nvCxnSpPr>
        <p:spPr>
          <a:xfrm>
            <a:off x="6756518" y="2608927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085A951-14B7-A9ED-9E48-D0E6C0A0A05A}"/>
              </a:ext>
            </a:extLst>
          </p:cNvPr>
          <p:cNvCxnSpPr>
            <a:cxnSpLocks/>
          </p:cNvCxnSpPr>
          <p:nvPr/>
        </p:nvCxnSpPr>
        <p:spPr>
          <a:xfrm>
            <a:off x="7354967" y="2607650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217B73-C614-5F1F-A4DE-CF382612BE73}"/>
              </a:ext>
            </a:extLst>
          </p:cNvPr>
          <p:cNvCxnSpPr>
            <a:cxnSpLocks/>
          </p:cNvCxnSpPr>
          <p:nvPr/>
        </p:nvCxnSpPr>
        <p:spPr>
          <a:xfrm flipH="1">
            <a:off x="7688877" y="3179613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9018BD-6CD2-5282-BF5D-4B26C6B9F8C5}"/>
                  </a:ext>
                </a:extLst>
              </p:cNvPr>
              <p:cNvSpPr txBox="1"/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9018BD-6CD2-5282-BF5D-4B26C6B9F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528" y="2259148"/>
                <a:ext cx="235769" cy="369332"/>
              </a:xfrm>
              <a:prstGeom prst="rect">
                <a:avLst/>
              </a:prstGeom>
              <a:blipFill>
                <a:blip r:embed="rId6"/>
                <a:stretch>
                  <a:fillRect l="-15789" r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CC2367BF-B5EB-B0DF-4DD4-DE77B825BFAF}"/>
              </a:ext>
            </a:extLst>
          </p:cNvPr>
          <p:cNvSpPr txBox="1"/>
          <p:nvPr/>
        </p:nvSpPr>
        <p:spPr>
          <a:xfrm>
            <a:off x="6538437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72EB87-95AE-C54F-4ED5-C3051DBCE63A}"/>
              </a:ext>
            </a:extLst>
          </p:cNvPr>
          <p:cNvSpPr txBox="1"/>
          <p:nvPr/>
        </p:nvSpPr>
        <p:spPr>
          <a:xfrm>
            <a:off x="7137436" y="269760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82F973-79A2-5E55-A12B-92831A040080}"/>
              </a:ext>
            </a:extLst>
          </p:cNvPr>
          <p:cNvCxnSpPr>
            <a:cxnSpLocks/>
          </p:cNvCxnSpPr>
          <p:nvPr/>
        </p:nvCxnSpPr>
        <p:spPr>
          <a:xfrm>
            <a:off x="6002788" y="4216141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4FAB3D1-FDF4-B123-CAF3-67F746DCC2E8}"/>
                  </a:ext>
                </a:extLst>
              </p:cNvPr>
              <p:cNvSpPr txBox="1"/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0" dirty="0">
                    <a:solidFill>
                      <a:schemeClr val="tx2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4FAB3D1-FDF4-B123-CAF3-67F746DCC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34" y="3070683"/>
                <a:ext cx="82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5FA6AEF-011C-675B-29B6-FE9F9782963E}"/>
                  </a:ext>
                </a:extLst>
              </p:cNvPr>
              <p:cNvSpPr txBox="1"/>
              <p:nvPr/>
            </p:nvSpPr>
            <p:spPr>
              <a:xfrm flipH="1">
                <a:off x="6627839" y="2268312"/>
                <a:ext cx="2548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5FA6AEF-011C-675B-29B6-FE9F97829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27839" y="2268312"/>
                <a:ext cx="254878" cy="369332"/>
              </a:xfrm>
              <a:prstGeom prst="rect">
                <a:avLst/>
              </a:prstGeom>
              <a:blipFill>
                <a:blip r:embed="rId8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69EEE26-AA4F-9D43-CA9C-3BA4D0628770}"/>
              </a:ext>
            </a:extLst>
          </p:cNvPr>
          <p:cNvSpPr/>
          <p:nvPr/>
        </p:nvSpPr>
        <p:spPr>
          <a:xfrm>
            <a:off x="5352353" y="3717479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8E0ED5-2C21-1629-FB7C-8A2B75E0AEAB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627839" y="3972319"/>
            <a:ext cx="423295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4892D9-82DA-7545-8971-11516392F6CB}"/>
              </a:ext>
            </a:extLst>
          </p:cNvPr>
          <p:cNvCxnSpPr>
            <a:cxnSpLocks/>
          </p:cNvCxnSpPr>
          <p:nvPr/>
        </p:nvCxnSpPr>
        <p:spPr>
          <a:xfrm>
            <a:off x="7051134" y="3451236"/>
            <a:ext cx="0" cy="532303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48A04E8-88CD-3E1D-4141-6F39624DCAE6}"/>
              </a:ext>
            </a:extLst>
          </p:cNvPr>
          <p:cNvSpPr/>
          <p:nvPr/>
        </p:nvSpPr>
        <p:spPr>
          <a:xfrm>
            <a:off x="4960601" y="4599154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343C63-471C-EF10-F78D-E6640A6A2658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6236087" y="4853993"/>
            <a:ext cx="738364" cy="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loud 32">
            <a:extLst>
              <a:ext uri="{FF2B5EF4-FFF2-40B4-BE49-F238E27FC236}">
                <a16:creationId xmlns:a16="http://schemas.microsoft.com/office/drawing/2014/main" id="{F49BD7BE-EDEE-99DE-F71F-898E0E21AAA1}"/>
              </a:ext>
            </a:extLst>
          </p:cNvPr>
          <p:cNvSpPr/>
          <p:nvPr/>
        </p:nvSpPr>
        <p:spPr>
          <a:xfrm>
            <a:off x="7051134" y="4392618"/>
            <a:ext cx="1101027" cy="870828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2" name="10-Point Star 61">
            <a:extLst>
              <a:ext uri="{FF2B5EF4-FFF2-40B4-BE49-F238E27FC236}">
                <a16:creationId xmlns:a16="http://schemas.microsoft.com/office/drawing/2014/main" id="{D700EACB-E078-D60F-3A4A-B69E710271C7}"/>
              </a:ext>
            </a:extLst>
          </p:cNvPr>
          <p:cNvSpPr/>
          <p:nvPr/>
        </p:nvSpPr>
        <p:spPr>
          <a:xfrm>
            <a:off x="7449983" y="4676368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8" name="10-Point Star 127">
            <a:extLst>
              <a:ext uri="{FF2B5EF4-FFF2-40B4-BE49-F238E27FC236}">
                <a16:creationId xmlns:a16="http://schemas.microsoft.com/office/drawing/2014/main" id="{D771950E-BFAF-66A3-D646-DF89398721CF}"/>
              </a:ext>
            </a:extLst>
          </p:cNvPr>
          <p:cNvSpPr/>
          <p:nvPr/>
        </p:nvSpPr>
        <p:spPr>
          <a:xfrm>
            <a:off x="8446808" y="2715097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2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9" name="10-Point Star 128">
            <a:extLst>
              <a:ext uri="{FF2B5EF4-FFF2-40B4-BE49-F238E27FC236}">
                <a16:creationId xmlns:a16="http://schemas.microsoft.com/office/drawing/2014/main" id="{89045682-FA4E-C8C0-784F-21BC4CC20605}"/>
              </a:ext>
            </a:extLst>
          </p:cNvPr>
          <p:cNvSpPr/>
          <p:nvPr/>
        </p:nvSpPr>
        <p:spPr>
          <a:xfrm>
            <a:off x="7193748" y="1968975"/>
            <a:ext cx="303327" cy="303327"/>
          </a:xfrm>
          <a:prstGeom prst="star10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3</a:t>
            </a:r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87FAC75-4416-E819-0CCA-59F4960AB277}"/>
              </a:ext>
            </a:extLst>
          </p:cNvPr>
          <p:cNvCxnSpPr>
            <a:cxnSpLocks/>
          </p:cNvCxnSpPr>
          <p:nvPr/>
        </p:nvCxnSpPr>
        <p:spPr>
          <a:xfrm>
            <a:off x="571461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D462D50-B40C-95F3-2B3A-92B035DED516}"/>
              </a:ext>
            </a:extLst>
          </p:cNvPr>
          <p:cNvCxnSpPr>
            <a:cxnSpLocks/>
          </p:cNvCxnSpPr>
          <p:nvPr/>
        </p:nvCxnSpPr>
        <p:spPr>
          <a:xfrm>
            <a:off x="6259254" y="3526700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2F0A584-BB35-4EFE-28CE-A7F8F960D595}"/>
              </a:ext>
            </a:extLst>
          </p:cNvPr>
          <p:cNvCxnSpPr>
            <a:cxnSpLocks/>
          </p:cNvCxnSpPr>
          <p:nvPr/>
        </p:nvCxnSpPr>
        <p:spPr>
          <a:xfrm>
            <a:off x="5185539" y="4397078"/>
            <a:ext cx="0" cy="190687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741269-B48C-6685-38D2-9C8E70B99876}"/>
                  </a:ext>
                </a:extLst>
              </p:cNvPr>
              <p:cNvSpPr txBox="1"/>
              <p:nvPr/>
            </p:nvSpPr>
            <p:spPr>
              <a:xfrm flipH="1">
                <a:off x="5598344" y="3201175"/>
                <a:ext cx="272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CN" sz="24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741269-B48C-6685-38D2-9C8E70B9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98344" y="3201175"/>
                <a:ext cx="272639" cy="369332"/>
              </a:xfrm>
              <a:prstGeom prst="rect">
                <a:avLst/>
              </a:prstGeom>
              <a:blipFill>
                <a:blip r:embed="rId9"/>
                <a:stretch>
                  <a:fillRect l="-21739" r="-17391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A0470C-404E-24EC-582E-4AE5F6A32800}"/>
              </a:ext>
            </a:extLst>
          </p:cNvPr>
          <p:cNvCxnSpPr>
            <a:cxnSpLocks/>
            <a:stCxn id="54" idx="2"/>
            <a:endCxn id="22" idx="6"/>
          </p:cNvCxnSpPr>
          <p:nvPr/>
        </p:nvCxnSpPr>
        <p:spPr>
          <a:xfrm flipH="1">
            <a:off x="1589759" y="3282812"/>
            <a:ext cx="1295534" cy="40642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406802"/>
      </p:ext>
    </p:extLst>
  </p:cSld>
  <p:clrMapOvr>
    <a:masterClrMapping/>
  </p:clrMapOvr>
  <p:transition>
    <p:wipe dir="r"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74E7-5E09-BE8A-412A-155CBC05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90877B9B-DF94-89B6-B89D-01971F4ADBD2}"/>
              </a:ext>
            </a:extLst>
          </p:cNvPr>
          <p:cNvCxnSpPr>
            <a:cxnSpLocks/>
          </p:cNvCxnSpPr>
          <p:nvPr/>
        </p:nvCxnSpPr>
        <p:spPr>
          <a:xfrm flipH="1">
            <a:off x="5765597" y="4597120"/>
            <a:ext cx="13433" cy="82732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90F142-A9ED-1B5C-C70E-F76814C3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25.11.25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300B72-D256-88AE-B770-79FBEAB6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119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B93AE689-E3D8-56F6-3A5E-30394761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dirty="0"/>
              <a:t>Optimality of the New Algorithm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B23703-B541-7D97-ED87-E1AD0DF24C22}"/>
              </a:ext>
            </a:extLst>
          </p:cNvPr>
          <p:cNvSpPr/>
          <p:nvPr/>
        </p:nvSpPr>
        <p:spPr>
          <a:xfrm>
            <a:off x="1332998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1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94F3DE-6858-E356-7EF9-35FB2510FAF2}"/>
              </a:ext>
            </a:extLst>
          </p:cNvPr>
          <p:cNvSpPr/>
          <p:nvPr/>
        </p:nvSpPr>
        <p:spPr>
          <a:xfrm>
            <a:off x="2596451" y="5319154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0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43FEE2-FA74-8B77-4873-EC5F852919E1}"/>
              </a:ext>
            </a:extLst>
          </p:cNvPr>
          <p:cNvGrpSpPr/>
          <p:nvPr/>
        </p:nvGrpSpPr>
        <p:grpSpPr>
          <a:xfrm>
            <a:off x="1875043" y="2057238"/>
            <a:ext cx="671979" cy="606653"/>
            <a:chOff x="1957134" y="2103643"/>
            <a:chExt cx="671979" cy="60665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1D2D09-015C-0437-D78D-99B149620DB6}"/>
                </a:ext>
              </a:extLst>
            </p:cNvPr>
            <p:cNvSpPr/>
            <p:nvPr/>
          </p:nvSpPr>
          <p:spPr>
            <a:xfrm>
              <a:off x="1989798" y="2103643"/>
              <a:ext cx="606653" cy="6066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69E2A0C-1438-4ECC-90C5-016E840DB922}"/>
                </a:ext>
              </a:extLst>
            </p:cNvPr>
            <p:cNvSpPr txBox="1"/>
            <p:nvPr/>
          </p:nvSpPr>
          <p:spPr>
            <a:xfrm>
              <a:off x="1957134" y="2222303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Root</a:t>
              </a:r>
              <a:endParaRPr lang="en-CN" dirty="0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3D86B2B1-B1CD-18C1-1E3D-8D28CAD0F732}"/>
              </a:ext>
            </a:extLst>
          </p:cNvPr>
          <p:cNvSpPr/>
          <p:nvPr/>
        </p:nvSpPr>
        <p:spPr>
          <a:xfrm>
            <a:off x="1162059" y="3551236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u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E848B4-2973-5648-23B2-F4C47E5B2104}"/>
              </a:ext>
            </a:extLst>
          </p:cNvPr>
          <p:cNvSpPr/>
          <p:nvPr/>
        </p:nvSpPr>
        <p:spPr>
          <a:xfrm>
            <a:off x="2703708" y="3551235"/>
            <a:ext cx="606653" cy="60665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v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6D01F04-B77F-49E9-380A-BB84CD8701F9}"/>
              </a:ext>
            </a:extLst>
          </p:cNvPr>
          <p:cNvSpPr/>
          <p:nvPr/>
        </p:nvSpPr>
        <p:spPr>
          <a:xfrm>
            <a:off x="1748769" y="3061573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A92040-7EB3-0DFC-01F2-9B472703E9FD}"/>
              </a:ext>
            </a:extLst>
          </p:cNvPr>
          <p:cNvSpPr/>
          <p:nvPr/>
        </p:nvSpPr>
        <p:spPr>
          <a:xfrm>
            <a:off x="2371638" y="2804684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482BD2-8348-30F8-9DAC-64356CE04CCF}"/>
              </a:ext>
            </a:extLst>
          </p:cNvPr>
          <p:cNvCxnSpPr>
            <a:cxnSpLocks/>
            <a:stCxn id="17" idx="5"/>
            <a:endCxn id="41" idx="0"/>
          </p:cNvCxnSpPr>
          <p:nvPr/>
        </p:nvCxnSpPr>
        <p:spPr>
          <a:xfrm>
            <a:off x="2425518" y="2575049"/>
            <a:ext cx="108654" cy="22963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C48E054-33DE-EA7C-F1F0-4A852E287A5E}"/>
              </a:ext>
            </a:extLst>
          </p:cNvPr>
          <p:cNvCxnSpPr>
            <a:cxnSpLocks/>
            <a:stCxn id="17" idx="3"/>
            <a:endCxn id="40" idx="0"/>
          </p:cNvCxnSpPr>
          <p:nvPr/>
        </p:nvCxnSpPr>
        <p:spPr>
          <a:xfrm flipH="1">
            <a:off x="1911303" y="2575049"/>
            <a:ext cx="85246" cy="4865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FD65130-AEFA-2473-6C06-88F96CF2E976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 flipH="1">
            <a:off x="1465386" y="3339036"/>
            <a:ext cx="330988" cy="2122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4006C07-8E83-CD30-5E95-93E68FD74C32}"/>
              </a:ext>
            </a:extLst>
          </p:cNvPr>
          <p:cNvCxnSpPr>
            <a:cxnSpLocks/>
            <a:stCxn id="40" idx="5"/>
            <a:endCxn id="39" idx="1"/>
          </p:cNvCxnSpPr>
          <p:nvPr/>
        </p:nvCxnSpPr>
        <p:spPr>
          <a:xfrm>
            <a:off x="2026232" y="3339036"/>
            <a:ext cx="766318" cy="301041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A338C81-D580-3FCA-8A03-E7D64B645632}"/>
              </a:ext>
            </a:extLst>
          </p:cNvPr>
          <p:cNvCxnSpPr>
            <a:cxnSpLocks/>
            <a:stCxn id="41" idx="3"/>
            <a:endCxn id="40" idx="6"/>
          </p:cNvCxnSpPr>
          <p:nvPr/>
        </p:nvCxnSpPr>
        <p:spPr>
          <a:xfrm flipH="1">
            <a:off x="2073837" y="3082147"/>
            <a:ext cx="345406" cy="14196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BD7952-51F0-0FE2-E899-2127D2CACFD2}"/>
              </a:ext>
            </a:extLst>
          </p:cNvPr>
          <p:cNvCxnSpPr>
            <a:cxnSpLocks/>
            <a:stCxn id="41" idx="5"/>
            <a:endCxn id="39" idx="0"/>
          </p:cNvCxnSpPr>
          <p:nvPr/>
        </p:nvCxnSpPr>
        <p:spPr>
          <a:xfrm>
            <a:off x="2649101" y="3082147"/>
            <a:ext cx="357934" cy="46908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2ACF810-E640-440A-92A3-C357124EA70C}"/>
              </a:ext>
            </a:extLst>
          </p:cNvPr>
          <p:cNvSpPr/>
          <p:nvPr/>
        </p:nvSpPr>
        <p:spPr>
          <a:xfrm>
            <a:off x="1834015" y="4389909"/>
            <a:ext cx="325068" cy="325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E36DF00-FAB4-A47E-69DE-01E1F1C44288}"/>
              </a:ext>
            </a:extLst>
          </p:cNvPr>
          <p:cNvCxnSpPr>
            <a:cxnSpLocks/>
            <a:stCxn id="38" idx="4"/>
            <a:endCxn id="52" idx="1"/>
          </p:cNvCxnSpPr>
          <p:nvPr/>
        </p:nvCxnSpPr>
        <p:spPr>
          <a:xfrm>
            <a:off x="1465386" y="4157889"/>
            <a:ext cx="416234" cy="279625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4A31B1-E9BD-8DA9-459D-DBE9B959799A}"/>
              </a:ext>
            </a:extLst>
          </p:cNvPr>
          <p:cNvCxnSpPr>
            <a:cxnSpLocks/>
            <a:stCxn id="52" idx="3"/>
            <a:endCxn id="11" idx="0"/>
          </p:cNvCxnSpPr>
          <p:nvPr/>
        </p:nvCxnSpPr>
        <p:spPr>
          <a:xfrm flipH="1">
            <a:off x="1636325" y="4667372"/>
            <a:ext cx="245295" cy="651782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E08761A-0B1E-0DCD-25F5-F506E8E6DA26}"/>
              </a:ext>
            </a:extLst>
          </p:cNvPr>
          <p:cNvCxnSpPr>
            <a:cxnSpLocks/>
            <a:stCxn id="52" idx="5"/>
            <a:endCxn id="12" idx="1"/>
          </p:cNvCxnSpPr>
          <p:nvPr/>
        </p:nvCxnSpPr>
        <p:spPr>
          <a:xfrm>
            <a:off x="2111478" y="4667372"/>
            <a:ext cx="573815" cy="740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C4537F6-0B6B-96F8-7CA9-4630EC6C44E8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2111478" y="4069046"/>
            <a:ext cx="681072" cy="368468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906AB70-C26F-253F-CF5B-5E5BD6C7468B}"/>
                  </a:ext>
                </a:extLst>
              </p:cNvPr>
              <p:cNvSpPr txBox="1"/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N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0AA14D-0884-578E-361A-86C9352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4" y="3788556"/>
                <a:ext cx="277768" cy="369332"/>
              </a:xfrm>
              <a:prstGeom prst="rect">
                <a:avLst/>
              </a:prstGeom>
              <a:blipFill>
                <a:blip r:embed="rId3"/>
                <a:stretch>
                  <a:fillRect l="-21739" r="-17391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F95632F-0145-A0EC-9320-2247169B1CD1}"/>
                  </a:ext>
                </a:extLst>
              </p:cNvPr>
              <p:cNvSpPr txBox="1"/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20B8A53-74A4-9D56-9917-4225B59B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34" y="3903522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ED7A2521-3509-7909-7FB0-E2C5B13E0704}"/>
              </a:ext>
            </a:extLst>
          </p:cNvPr>
          <p:cNvSpPr txBox="1"/>
          <p:nvPr/>
        </p:nvSpPr>
        <p:spPr>
          <a:xfrm>
            <a:off x="1729964" y="30431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f2</a:t>
            </a:r>
            <a:endParaRPr lang="en-CN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167F22-FE77-F7CC-965C-F84BF2802567}"/>
              </a:ext>
            </a:extLst>
          </p:cNvPr>
          <p:cNvSpPr txBox="1"/>
          <p:nvPr/>
        </p:nvSpPr>
        <p:spPr>
          <a:xfrm>
            <a:off x="2354838" y="278421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f1</a:t>
            </a:r>
            <a:endParaRPr lang="en-C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3CA9E9-76CE-6C9B-BCB4-CB6CCC2CBF54}"/>
              </a:ext>
            </a:extLst>
          </p:cNvPr>
          <p:cNvGrpSpPr/>
          <p:nvPr/>
        </p:nvGrpSpPr>
        <p:grpSpPr>
          <a:xfrm>
            <a:off x="9964277" y="119556"/>
            <a:ext cx="2106541" cy="674484"/>
            <a:chOff x="4232000" y="4312065"/>
            <a:chExt cx="3898772" cy="1248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62A1A2-C687-9FA7-CA13-42064E1499EC}"/>
                </a:ext>
              </a:extLst>
            </p:cNvPr>
            <p:cNvSpPr/>
            <p:nvPr/>
          </p:nvSpPr>
          <p:spPr>
            <a:xfrm>
              <a:off x="5043888" y="5050717"/>
              <a:ext cx="1275486" cy="509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MUX</a:t>
              </a:r>
              <a:endParaRPr lang="en-CN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9FA3E4-3D0F-F119-6C59-646686E83EAF}"/>
                </a:ext>
              </a:extLst>
            </p:cNvPr>
            <p:cNvGrpSpPr/>
            <p:nvPr/>
          </p:nvGrpSpPr>
          <p:grpSpPr>
            <a:xfrm>
              <a:off x="5387015" y="4733591"/>
              <a:ext cx="598449" cy="307775"/>
              <a:chOff x="1550604" y="3020178"/>
              <a:chExt cx="598449" cy="43464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AF5B0B9-8003-88C6-5A9D-87CAE35DE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604" y="3021980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03318C3-EE95-2F42-6E74-F094B09EEB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053" y="3020176"/>
                <a:ext cx="0" cy="432843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99B2952-B0F1-2386-C42F-8DE1EDCD8A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9374" y="5305556"/>
              <a:ext cx="33756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C849AA8-24F4-CE78-6A5E-7812492369A3}"/>
                    </a:ext>
                  </a:extLst>
                </p:cNvPr>
                <p:cNvSpPr txBox="1"/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altLang="zh-CN" sz="1400" i="1" dirty="0">
                      <a:solidFill>
                        <a:srgbClr val="FF000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17DB7C-F45E-428F-A26C-69FBF324B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664" y="5078877"/>
                  <a:ext cx="1407108" cy="398742"/>
                </a:xfrm>
                <a:prstGeom prst="rect">
                  <a:avLst/>
                </a:prstGeom>
                <a:blipFill>
                  <a:blip r:embed="rId5"/>
                  <a:stretch>
                    <a:fillRect l="-11475" t="-27778" r="-13115" b="-4444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C4297D-CB95-E38B-F3F4-DC6E334F9E77}"/>
                    </a:ext>
                  </a:extLst>
                </p:cNvPr>
                <p:cNvSpPr txBox="1"/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altLang="zh-CN" sz="1400" i="1" dirty="0">
                      <a:solidFill>
                        <a:srgbClr val="00B050"/>
                      </a:solidFill>
                    </a:rPr>
                    <a:t>-subtree</a:t>
                  </a:r>
                  <a:endParaRPr lang="en-CN" sz="1400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DB3BFE7-974D-974A-BAA5-22F1C884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315" y="4319228"/>
                  <a:ext cx="1403073" cy="398742"/>
                </a:xfrm>
                <a:prstGeom prst="rect">
                  <a:avLst/>
                </a:prstGeom>
                <a:blipFill>
                  <a:blip r:embed="rId6"/>
                  <a:stretch>
                    <a:fillRect l="-8197" t="-22222" r="-13115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C54E620-AC6D-E615-2719-FA8D8D28422F}"/>
                    </a:ext>
                  </a:extLst>
                </p:cNvPr>
                <p:cNvSpPr txBox="1"/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altLang="zh-CN" sz="1400" dirty="0">
                      <a:solidFill>
                        <a:schemeClr val="accent1"/>
                      </a:solidFill>
                    </a:rPr>
                    <a:t>-</a:t>
                  </a:r>
                  <a:r>
                    <a:rPr lang="en-US" altLang="zh-CN" sz="1400" i="1" dirty="0">
                      <a:solidFill>
                        <a:schemeClr val="accent1"/>
                      </a:solidFill>
                    </a:rPr>
                    <a:t>subtree</a:t>
                  </a:r>
                  <a:endParaRPr lang="en-CN" sz="1400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A09AC-11A3-73B6-DD43-04738FCA5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0" y="4312065"/>
                  <a:ext cx="1423839" cy="398742"/>
                </a:xfrm>
                <a:prstGeom prst="rect">
                  <a:avLst/>
                </a:prstGeom>
                <a:blipFill>
                  <a:blip r:embed="rId7"/>
                  <a:stretch>
                    <a:fillRect l="-8065" t="-27778" r="-12903" b="-5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4317B4B2-5B03-70D7-E2F8-C76A458D3635}"/>
              </a:ext>
            </a:extLst>
          </p:cNvPr>
          <p:cNvSpPr/>
          <p:nvPr/>
        </p:nvSpPr>
        <p:spPr>
          <a:xfrm>
            <a:off x="1080655" y="3479470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CBE625E4-52C4-4C12-CFAF-5782F556AFDF}"/>
              </a:ext>
            </a:extLst>
          </p:cNvPr>
          <p:cNvSpPr/>
          <p:nvPr/>
        </p:nvSpPr>
        <p:spPr>
          <a:xfrm flipH="1">
            <a:off x="1327405" y="3489556"/>
            <a:ext cx="2114699" cy="2505694"/>
          </a:xfrm>
          <a:custGeom>
            <a:avLst/>
            <a:gdLst>
              <a:gd name="csX0" fmla="*/ 320633 w 2114699"/>
              <a:gd name="csY0" fmla="*/ 47501 h 2505694"/>
              <a:gd name="csX1" fmla="*/ 237506 w 2114699"/>
              <a:gd name="csY1" fmla="*/ 83127 h 2505694"/>
              <a:gd name="csX2" fmla="*/ 166254 w 2114699"/>
              <a:gd name="csY2" fmla="*/ 118753 h 2505694"/>
              <a:gd name="csX3" fmla="*/ 95002 w 2114699"/>
              <a:gd name="csY3" fmla="*/ 166255 h 2505694"/>
              <a:gd name="csX4" fmla="*/ 35626 w 2114699"/>
              <a:gd name="csY4" fmla="*/ 273133 h 2505694"/>
              <a:gd name="csX5" fmla="*/ 11875 w 2114699"/>
              <a:gd name="csY5" fmla="*/ 415636 h 2505694"/>
              <a:gd name="csX6" fmla="*/ 0 w 2114699"/>
              <a:gd name="csY6" fmla="*/ 486888 h 2505694"/>
              <a:gd name="csX7" fmla="*/ 11875 w 2114699"/>
              <a:gd name="csY7" fmla="*/ 819398 h 2505694"/>
              <a:gd name="csX8" fmla="*/ 23750 w 2114699"/>
              <a:gd name="csY8" fmla="*/ 914400 h 2505694"/>
              <a:gd name="csX9" fmla="*/ 35626 w 2114699"/>
              <a:gd name="csY9" fmla="*/ 1021278 h 2505694"/>
              <a:gd name="csX10" fmla="*/ 47501 w 2114699"/>
              <a:gd name="csY10" fmla="*/ 1140031 h 2505694"/>
              <a:gd name="csX11" fmla="*/ 71251 w 2114699"/>
              <a:gd name="csY11" fmla="*/ 1318161 h 2505694"/>
              <a:gd name="csX12" fmla="*/ 83127 w 2114699"/>
              <a:gd name="csY12" fmla="*/ 1603169 h 2505694"/>
              <a:gd name="csX13" fmla="*/ 106877 w 2114699"/>
              <a:gd name="csY13" fmla="*/ 1816925 h 2505694"/>
              <a:gd name="csX14" fmla="*/ 130628 w 2114699"/>
              <a:gd name="csY14" fmla="*/ 2149434 h 2505694"/>
              <a:gd name="csX15" fmla="*/ 154379 w 2114699"/>
              <a:gd name="csY15" fmla="*/ 2220686 h 2505694"/>
              <a:gd name="csX16" fmla="*/ 178129 w 2114699"/>
              <a:gd name="csY16" fmla="*/ 2256312 h 2505694"/>
              <a:gd name="csX17" fmla="*/ 190005 w 2114699"/>
              <a:gd name="csY17" fmla="*/ 2291938 h 2505694"/>
              <a:gd name="csX18" fmla="*/ 225631 w 2114699"/>
              <a:gd name="csY18" fmla="*/ 2327564 h 2505694"/>
              <a:gd name="csX19" fmla="*/ 285007 w 2114699"/>
              <a:gd name="csY19" fmla="*/ 2375065 h 2505694"/>
              <a:gd name="csX20" fmla="*/ 391885 w 2114699"/>
              <a:gd name="csY20" fmla="*/ 2434442 h 2505694"/>
              <a:gd name="csX21" fmla="*/ 427511 w 2114699"/>
              <a:gd name="csY21" fmla="*/ 2458192 h 2505694"/>
              <a:gd name="csX22" fmla="*/ 510639 w 2114699"/>
              <a:gd name="csY22" fmla="*/ 2481943 h 2505694"/>
              <a:gd name="csX23" fmla="*/ 795646 w 2114699"/>
              <a:gd name="csY23" fmla="*/ 2505694 h 2505694"/>
              <a:gd name="csX24" fmla="*/ 1472540 w 2114699"/>
              <a:gd name="csY24" fmla="*/ 2493818 h 2505694"/>
              <a:gd name="csX25" fmla="*/ 1840675 w 2114699"/>
              <a:gd name="csY25" fmla="*/ 2470068 h 2505694"/>
              <a:gd name="csX26" fmla="*/ 1888176 w 2114699"/>
              <a:gd name="csY26" fmla="*/ 2458192 h 2505694"/>
              <a:gd name="csX27" fmla="*/ 1959428 w 2114699"/>
              <a:gd name="csY27" fmla="*/ 2434442 h 2505694"/>
              <a:gd name="csX28" fmla="*/ 2018805 w 2114699"/>
              <a:gd name="csY28" fmla="*/ 2375065 h 2505694"/>
              <a:gd name="csX29" fmla="*/ 2054431 w 2114699"/>
              <a:gd name="csY29" fmla="*/ 2351314 h 2505694"/>
              <a:gd name="csX30" fmla="*/ 2101932 w 2114699"/>
              <a:gd name="csY30" fmla="*/ 2244436 h 2505694"/>
              <a:gd name="csX31" fmla="*/ 2113807 w 2114699"/>
              <a:gd name="csY31" fmla="*/ 2208811 h 2505694"/>
              <a:gd name="csX32" fmla="*/ 2090057 w 2114699"/>
              <a:gd name="csY32" fmla="*/ 1888177 h 2505694"/>
              <a:gd name="csX33" fmla="*/ 2066306 w 2114699"/>
              <a:gd name="csY33" fmla="*/ 1816925 h 2505694"/>
              <a:gd name="csX34" fmla="*/ 2054431 w 2114699"/>
              <a:gd name="csY34" fmla="*/ 1781299 h 2505694"/>
              <a:gd name="csX35" fmla="*/ 2030680 w 2114699"/>
              <a:gd name="csY35" fmla="*/ 1745673 h 2505694"/>
              <a:gd name="csX36" fmla="*/ 2006929 w 2114699"/>
              <a:gd name="csY36" fmla="*/ 1674421 h 2505694"/>
              <a:gd name="csX37" fmla="*/ 1983179 w 2114699"/>
              <a:gd name="csY37" fmla="*/ 1638795 h 2505694"/>
              <a:gd name="csX38" fmla="*/ 1971303 w 2114699"/>
              <a:gd name="csY38" fmla="*/ 1603169 h 2505694"/>
              <a:gd name="csX39" fmla="*/ 1947553 w 2114699"/>
              <a:gd name="csY39" fmla="*/ 1567543 h 2505694"/>
              <a:gd name="csX40" fmla="*/ 1923802 w 2114699"/>
              <a:gd name="csY40" fmla="*/ 1496291 h 2505694"/>
              <a:gd name="csX41" fmla="*/ 1876301 w 2114699"/>
              <a:gd name="csY41" fmla="*/ 1353787 h 2505694"/>
              <a:gd name="csX42" fmla="*/ 1852550 w 2114699"/>
              <a:gd name="csY42" fmla="*/ 1282535 h 2505694"/>
              <a:gd name="csX43" fmla="*/ 1828800 w 2114699"/>
              <a:gd name="csY43" fmla="*/ 1246909 h 2505694"/>
              <a:gd name="csX44" fmla="*/ 1805049 w 2114699"/>
              <a:gd name="csY44" fmla="*/ 1163782 h 2505694"/>
              <a:gd name="csX45" fmla="*/ 1757548 w 2114699"/>
              <a:gd name="csY45" fmla="*/ 1092530 h 2505694"/>
              <a:gd name="csX46" fmla="*/ 1721922 w 2114699"/>
              <a:gd name="csY46" fmla="*/ 1021278 h 2505694"/>
              <a:gd name="csX47" fmla="*/ 1710046 w 2114699"/>
              <a:gd name="csY47" fmla="*/ 985652 h 2505694"/>
              <a:gd name="csX48" fmla="*/ 1662545 w 2114699"/>
              <a:gd name="csY48" fmla="*/ 914400 h 2505694"/>
              <a:gd name="csX49" fmla="*/ 1603168 w 2114699"/>
              <a:gd name="csY49" fmla="*/ 807522 h 2505694"/>
              <a:gd name="csX50" fmla="*/ 1567542 w 2114699"/>
              <a:gd name="csY50" fmla="*/ 771896 h 2505694"/>
              <a:gd name="csX51" fmla="*/ 1520041 w 2114699"/>
              <a:gd name="csY51" fmla="*/ 700644 h 2505694"/>
              <a:gd name="csX52" fmla="*/ 1401288 w 2114699"/>
              <a:gd name="csY52" fmla="*/ 522514 h 2505694"/>
              <a:gd name="csX53" fmla="*/ 1377537 w 2114699"/>
              <a:gd name="csY53" fmla="*/ 486888 h 2505694"/>
              <a:gd name="csX54" fmla="*/ 1353787 w 2114699"/>
              <a:gd name="csY54" fmla="*/ 451262 h 2505694"/>
              <a:gd name="csX55" fmla="*/ 1282535 w 2114699"/>
              <a:gd name="csY55" fmla="*/ 391886 h 2505694"/>
              <a:gd name="csX56" fmla="*/ 1246909 w 2114699"/>
              <a:gd name="csY56" fmla="*/ 356260 h 2505694"/>
              <a:gd name="csX57" fmla="*/ 1175657 w 2114699"/>
              <a:gd name="csY57" fmla="*/ 308759 h 2505694"/>
              <a:gd name="csX58" fmla="*/ 1092529 w 2114699"/>
              <a:gd name="csY58" fmla="*/ 249382 h 2505694"/>
              <a:gd name="csX59" fmla="*/ 1021277 w 2114699"/>
              <a:gd name="csY59" fmla="*/ 225631 h 2505694"/>
              <a:gd name="csX60" fmla="*/ 938150 w 2114699"/>
              <a:gd name="csY60" fmla="*/ 178130 h 2505694"/>
              <a:gd name="csX61" fmla="*/ 902524 w 2114699"/>
              <a:gd name="csY61" fmla="*/ 166255 h 2505694"/>
              <a:gd name="csX62" fmla="*/ 831272 w 2114699"/>
              <a:gd name="csY62" fmla="*/ 118753 h 2505694"/>
              <a:gd name="csX63" fmla="*/ 795646 w 2114699"/>
              <a:gd name="csY63" fmla="*/ 95003 h 2505694"/>
              <a:gd name="csX64" fmla="*/ 760020 w 2114699"/>
              <a:gd name="csY64" fmla="*/ 83127 h 2505694"/>
              <a:gd name="csX65" fmla="*/ 724394 w 2114699"/>
              <a:gd name="csY65" fmla="*/ 59377 h 2505694"/>
              <a:gd name="csX66" fmla="*/ 688768 w 2114699"/>
              <a:gd name="csY66" fmla="*/ 47501 h 2505694"/>
              <a:gd name="csX67" fmla="*/ 593766 w 2114699"/>
              <a:gd name="csY67" fmla="*/ 23751 h 2505694"/>
              <a:gd name="csX68" fmla="*/ 486888 w 2114699"/>
              <a:gd name="csY68" fmla="*/ 0 h 2505694"/>
              <a:gd name="csX69" fmla="*/ 380010 w 2114699"/>
              <a:gd name="csY69" fmla="*/ 23751 h 2505694"/>
              <a:gd name="csX70" fmla="*/ 344384 w 2114699"/>
              <a:gd name="csY70" fmla="*/ 47501 h 2505694"/>
              <a:gd name="csX71" fmla="*/ 320633 w 2114699"/>
              <a:gd name="csY71" fmla="*/ 47501 h 2505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114699" h="2505694">
                <a:moveTo>
                  <a:pt x="320633" y="47501"/>
                </a:moveTo>
                <a:cubicBezTo>
                  <a:pt x="302820" y="53439"/>
                  <a:pt x="264470" y="69645"/>
                  <a:pt x="237506" y="83127"/>
                </a:cubicBezTo>
                <a:cubicBezTo>
                  <a:pt x="145426" y="129168"/>
                  <a:pt x="255799" y="88906"/>
                  <a:pt x="166254" y="118753"/>
                </a:cubicBezTo>
                <a:cubicBezTo>
                  <a:pt x="142503" y="134587"/>
                  <a:pt x="110836" y="142504"/>
                  <a:pt x="95002" y="166255"/>
                </a:cubicBezTo>
                <a:cubicBezTo>
                  <a:pt x="67792" y="207070"/>
                  <a:pt x="44584" y="228342"/>
                  <a:pt x="35626" y="273133"/>
                </a:cubicBezTo>
                <a:cubicBezTo>
                  <a:pt x="26182" y="320354"/>
                  <a:pt x="19792" y="368135"/>
                  <a:pt x="11875" y="415636"/>
                </a:cubicBezTo>
                <a:lnTo>
                  <a:pt x="0" y="486888"/>
                </a:lnTo>
                <a:cubicBezTo>
                  <a:pt x="3958" y="597725"/>
                  <a:pt x="5723" y="708661"/>
                  <a:pt x="11875" y="819398"/>
                </a:cubicBezTo>
                <a:cubicBezTo>
                  <a:pt x="13645" y="851263"/>
                  <a:pt x="20021" y="882705"/>
                  <a:pt x="23750" y="914400"/>
                </a:cubicBezTo>
                <a:cubicBezTo>
                  <a:pt x="27938" y="950000"/>
                  <a:pt x="31873" y="985630"/>
                  <a:pt x="35626" y="1021278"/>
                </a:cubicBezTo>
                <a:cubicBezTo>
                  <a:pt x="39791" y="1060841"/>
                  <a:pt x="43108" y="1100493"/>
                  <a:pt x="47501" y="1140031"/>
                </a:cubicBezTo>
                <a:cubicBezTo>
                  <a:pt x="55175" y="1209096"/>
                  <a:pt x="61592" y="1250549"/>
                  <a:pt x="71251" y="1318161"/>
                </a:cubicBezTo>
                <a:cubicBezTo>
                  <a:pt x="75210" y="1413164"/>
                  <a:pt x="77543" y="1508248"/>
                  <a:pt x="83127" y="1603169"/>
                </a:cubicBezTo>
                <a:cubicBezTo>
                  <a:pt x="86472" y="1660029"/>
                  <a:pt x="99459" y="1757575"/>
                  <a:pt x="106877" y="1816925"/>
                </a:cubicBezTo>
                <a:cubicBezTo>
                  <a:pt x="112865" y="1960640"/>
                  <a:pt x="96819" y="2036738"/>
                  <a:pt x="130628" y="2149434"/>
                </a:cubicBezTo>
                <a:cubicBezTo>
                  <a:pt x="137822" y="2173414"/>
                  <a:pt x="140492" y="2199855"/>
                  <a:pt x="154379" y="2220686"/>
                </a:cubicBezTo>
                <a:cubicBezTo>
                  <a:pt x="162296" y="2232561"/>
                  <a:pt x="171746" y="2243547"/>
                  <a:pt x="178129" y="2256312"/>
                </a:cubicBezTo>
                <a:cubicBezTo>
                  <a:pt x="183727" y="2267508"/>
                  <a:pt x="183061" y="2281523"/>
                  <a:pt x="190005" y="2291938"/>
                </a:cubicBezTo>
                <a:cubicBezTo>
                  <a:pt x="199321" y="2305912"/>
                  <a:pt x="214880" y="2314662"/>
                  <a:pt x="225631" y="2327564"/>
                </a:cubicBezTo>
                <a:cubicBezTo>
                  <a:pt x="266950" y="2377147"/>
                  <a:pt x="226522" y="2355571"/>
                  <a:pt x="285007" y="2375065"/>
                </a:cubicBezTo>
                <a:cubicBezTo>
                  <a:pt x="509652" y="2524827"/>
                  <a:pt x="266479" y="2371739"/>
                  <a:pt x="391885" y="2434442"/>
                </a:cubicBezTo>
                <a:cubicBezTo>
                  <a:pt x="404650" y="2440825"/>
                  <a:pt x="414746" y="2451809"/>
                  <a:pt x="427511" y="2458192"/>
                </a:cubicBezTo>
                <a:cubicBezTo>
                  <a:pt x="442051" y="2465462"/>
                  <a:pt x="498675" y="2479768"/>
                  <a:pt x="510639" y="2481943"/>
                </a:cubicBezTo>
                <a:cubicBezTo>
                  <a:pt x="613026" y="2500558"/>
                  <a:pt x="680151" y="2498900"/>
                  <a:pt x="795646" y="2505694"/>
                </a:cubicBezTo>
                <a:lnTo>
                  <a:pt x="1472540" y="2493818"/>
                </a:lnTo>
                <a:cubicBezTo>
                  <a:pt x="1595435" y="2489628"/>
                  <a:pt x="1840675" y="2470068"/>
                  <a:pt x="1840675" y="2470068"/>
                </a:cubicBezTo>
                <a:cubicBezTo>
                  <a:pt x="1856509" y="2466109"/>
                  <a:pt x="1872543" y="2462882"/>
                  <a:pt x="1888176" y="2458192"/>
                </a:cubicBezTo>
                <a:cubicBezTo>
                  <a:pt x="1912155" y="2450998"/>
                  <a:pt x="1959428" y="2434442"/>
                  <a:pt x="1959428" y="2434442"/>
                </a:cubicBezTo>
                <a:cubicBezTo>
                  <a:pt x="2054431" y="2371106"/>
                  <a:pt x="1939636" y="2454234"/>
                  <a:pt x="2018805" y="2375065"/>
                </a:cubicBezTo>
                <a:cubicBezTo>
                  <a:pt x="2028897" y="2364973"/>
                  <a:pt x="2042556" y="2359231"/>
                  <a:pt x="2054431" y="2351314"/>
                </a:cubicBezTo>
                <a:cubicBezTo>
                  <a:pt x="2082694" y="2266522"/>
                  <a:pt x="2064294" y="2300893"/>
                  <a:pt x="2101932" y="2244436"/>
                </a:cubicBezTo>
                <a:cubicBezTo>
                  <a:pt x="2105890" y="2232561"/>
                  <a:pt x="2113807" y="2221328"/>
                  <a:pt x="2113807" y="2208811"/>
                </a:cubicBezTo>
                <a:cubicBezTo>
                  <a:pt x="2113807" y="2087813"/>
                  <a:pt x="2121780" y="1993921"/>
                  <a:pt x="2090057" y="1888177"/>
                </a:cubicBezTo>
                <a:cubicBezTo>
                  <a:pt x="2082863" y="1864197"/>
                  <a:pt x="2074223" y="1840676"/>
                  <a:pt x="2066306" y="1816925"/>
                </a:cubicBezTo>
                <a:cubicBezTo>
                  <a:pt x="2062348" y="1805050"/>
                  <a:pt x="2061375" y="1791714"/>
                  <a:pt x="2054431" y="1781299"/>
                </a:cubicBezTo>
                <a:lnTo>
                  <a:pt x="2030680" y="1745673"/>
                </a:lnTo>
                <a:cubicBezTo>
                  <a:pt x="2022763" y="1721922"/>
                  <a:pt x="2020816" y="1695252"/>
                  <a:pt x="2006929" y="1674421"/>
                </a:cubicBezTo>
                <a:cubicBezTo>
                  <a:pt x="1999012" y="1662546"/>
                  <a:pt x="1989562" y="1651560"/>
                  <a:pt x="1983179" y="1638795"/>
                </a:cubicBezTo>
                <a:cubicBezTo>
                  <a:pt x="1977581" y="1627599"/>
                  <a:pt x="1976901" y="1614365"/>
                  <a:pt x="1971303" y="1603169"/>
                </a:cubicBezTo>
                <a:cubicBezTo>
                  <a:pt x="1964920" y="1590404"/>
                  <a:pt x="1953349" y="1580585"/>
                  <a:pt x="1947553" y="1567543"/>
                </a:cubicBezTo>
                <a:cubicBezTo>
                  <a:pt x="1937385" y="1544665"/>
                  <a:pt x="1931719" y="1520042"/>
                  <a:pt x="1923802" y="1496291"/>
                </a:cubicBezTo>
                <a:lnTo>
                  <a:pt x="1876301" y="1353787"/>
                </a:lnTo>
                <a:cubicBezTo>
                  <a:pt x="1876299" y="1353782"/>
                  <a:pt x="1852553" y="1282539"/>
                  <a:pt x="1852550" y="1282535"/>
                </a:cubicBezTo>
                <a:lnTo>
                  <a:pt x="1828800" y="1246909"/>
                </a:lnTo>
                <a:cubicBezTo>
                  <a:pt x="1826006" y="1235733"/>
                  <a:pt x="1812791" y="1177718"/>
                  <a:pt x="1805049" y="1163782"/>
                </a:cubicBezTo>
                <a:cubicBezTo>
                  <a:pt x="1791187" y="1138829"/>
                  <a:pt x="1766575" y="1119610"/>
                  <a:pt x="1757548" y="1092530"/>
                </a:cubicBezTo>
                <a:cubicBezTo>
                  <a:pt x="1727697" y="1002983"/>
                  <a:pt x="1767964" y="1113361"/>
                  <a:pt x="1721922" y="1021278"/>
                </a:cubicBezTo>
                <a:cubicBezTo>
                  <a:pt x="1716324" y="1010082"/>
                  <a:pt x="1716125" y="996594"/>
                  <a:pt x="1710046" y="985652"/>
                </a:cubicBezTo>
                <a:cubicBezTo>
                  <a:pt x="1696183" y="960699"/>
                  <a:pt x="1662545" y="914400"/>
                  <a:pt x="1662545" y="914400"/>
                </a:cubicBezTo>
                <a:cubicBezTo>
                  <a:pt x="1647612" y="869600"/>
                  <a:pt x="1644003" y="848357"/>
                  <a:pt x="1603168" y="807522"/>
                </a:cubicBezTo>
                <a:cubicBezTo>
                  <a:pt x="1591293" y="795647"/>
                  <a:pt x="1577853" y="785153"/>
                  <a:pt x="1567542" y="771896"/>
                </a:cubicBezTo>
                <a:cubicBezTo>
                  <a:pt x="1550017" y="749364"/>
                  <a:pt x="1535875" y="724395"/>
                  <a:pt x="1520041" y="700644"/>
                </a:cubicBezTo>
                <a:lnTo>
                  <a:pt x="1401288" y="522514"/>
                </a:lnTo>
                <a:lnTo>
                  <a:pt x="1377537" y="486888"/>
                </a:lnTo>
                <a:cubicBezTo>
                  <a:pt x="1369620" y="475013"/>
                  <a:pt x="1363879" y="461354"/>
                  <a:pt x="1353787" y="451262"/>
                </a:cubicBezTo>
                <a:cubicBezTo>
                  <a:pt x="1249705" y="347180"/>
                  <a:pt x="1381735" y="474551"/>
                  <a:pt x="1282535" y="391886"/>
                </a:cubicBezTo>
                <a:cubicBezTo>
                  <a:pt x="1269633" y="381135"/>
                  <a:pt x="1260166" y="366571"/>
                  <a:pt x="1246909" y="356260"/>
                </a:cubicBezTo>
                <a:cubicBezTo>
                  <a:pt x="1224377" y="338735"/>
                  <a:pt x="1198493" y="325886"/>
                  <a:pt x="1175657" y="308759"/>
                </a:cubicBezTo>
                <a:cubicBezTo>
                  <a:pt x="1169280" y="303977"/>
                  <a:pt x="1106734" y="255695"/>
                  <a:pt x="1092529" y="249382"/>
                </a:cubicBezTo>
                <a:cubicBezTo>
                  <a:pt x="1069651" y="239214"/>
                  <a:pt x="1042108" y="239518"/>
                  <a:pt x="1021277" y="225631"/>
                </a:cubicBezTo>
                <a:cubicBezTo>
                  <a:pt x="985501" y="201781"/>
                  <a:pt x="980333" y="196208"/>
                  <a:pt x="938150" y="178130"/>
                </a:cubicBezTo>
                <a:cubicBezTo>
                  <a:pt x="926644" y="173199"/>
                  <a:pt x="914399" y="170213"/>
                  <a:pt x="902524" y="166255"/>
                </a:cubicBezTo>
                <a:lnTo>
                  <a:pt x="831272" y="118753"/>
                </a:lnTo>
                <a:cubicBezTo>
                  <a:pt x="819397" y="110836"/>
                  <a:pt x="809186" y="99517"/>
                  <a:pt x="795646" y="95003"/>
                </a:cubicBezTo>
                <a:cubicBezTo>
                  <a:pt x="783771" y="91044"/>
                  <a:pt x="771216" y="88725"/>
                  <a:pt x="760020" y="83127"/>
                </a:cubicBezTo>
                <a:cubicBezTo>
                  <a:pt x="747255" y="76744"/>
                  <a:pt x="737159" y="65760"/>
                  <a:pt x="724394" y="59377"/>
                </a:cubicBezTo>
                <a:cubicBezTo>
                  <a:pt x="713198" y="53779"/>
                  <a:pt x="700845" y="50795"/>
                  <a:pt x="688768" y="47501"/>
                </a:cubicBezTo>
                <a:cubicBezTo>
                  <a:pt x="657276" y="38912"/>
                  <a:pt x="625774" y="30153"/>
                  <a:pt x="593766" y="23751"/>
                </a:cubicBezTo>
                <a:cubicBezTo>
                  <a:pt x="518385" y="8674"/>
                  <a:pt x="553971" y="16770"/>
                  <a:pt x="486888" y="0"/>
                </a:cubicBezTo>
                <a:cubicBezTo>
                  <a:pt x="459514" y="4562"/>
                  <a:pt x="409248" y="9132"/>
                  <a:pt x="380010" y="23751"/>
                </a:cubicBezTo>
                <a:cubicBezTo>
                  <a:pt x="367245" y="30134"/>
                  <a:pt x="357149" y="41118"/>
                  <a:pt x="344384" y="47501"/>
                </a:cubicBezTo>
                <a:cubicBezTo>
                  <a:pt x="305003" y="67192"/>
                  <a:pt x="338446" y="41563"/>
                  <a:pt x="320633" y="47501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A265F2-3855-23B3-4AEB-17618996F793}"/>
              </a:ext>
            </a:extLst>
          </p:cNvPr>
          <p:cNvSpPr txBox="1"/>
          <p:nvPr/>
        </p:nvSpPr>
        <p:spPr>
          <a:xfrm>
            <a:off x="1203566" y="4368396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d1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BC394F-1A54-9A4F-C8BB-0E1F4A044607}"/>
              </a:ext>
            </a:extLst>
          </p:cNvPr>
          <p:cNvSpPr/>
          <p:nvPr/>
        </p:nvSpPr>
        <p:spPr>
          <a:xfrm>
            <a:off x="2937191" y="438321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EF6EF0-A7B7-59A5-6815-FBEC3D506851}"/>
              </a:ext>
            </a:extLst>
          </p:cNvPr>
          <p:cNvSpPr txBox="1"/>
          <p:nvPr/>
        </p:nvSpPr>
        <p:spPr>
          <a:xfrm>
            <a:off x="1784422" y="4362059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c1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E44E09-6956-C386-D3AE-C1F5E72A77AA}"/>
              </a:ext>
            </a:extLst>
          </p:cNvPr>
          <p:cNvCxnSpPr>
            <a:cxnSpLocks/>
            <a:stCxn id="38" idx="4"/>
            <a:endCxn id="19" idx="0"/>
          </p:cNvCxnSpPr>
          <p:nvPr/>
        </p:nvCxnSpPr>
        <p:spPr>
          <a:xfrm flipH="1">
            <a:off x="1423034" y="4157889"/>
            <a:ext cx="42352" cy="2415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E4A75E-1DA7-C1AC-948E-00FF30A62121}"/>
              </a:ext>
            </a:extLst>
          </p:cNvPr>
          <p:cNvCxnSpPr>
            <a:cxnSpLocks/>
            <a:stCxn id="39" idx="4"/>
            <a:endCxn id="22" idx="0"/>
          </p:cNvCxnSpPr>
          <p:nvPr/>
        </p:nvCxnSpPr>
        <p:spPr>
          <a:xfrm>
            <a:off x="3007035" y="4157888"/>
            <a:ext cx="92690" cy="22532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FE3328-7DA6-CFE0-4165-53D61ECB3676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50809" y="4660674"/>
            <a:ext cx="1133987" cy="74732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1382A7-BB9A-0D33-7FE2-C01304B65803}"/>
              </a:ext>
            </a:extLst>
          </p:cNvPr>
          <p:cNvCxnSpPr>
            <a:cxnSpLocks/>
            <a:stCxn id="22" idx="5"/>
            <a:endCxn id="12" idx="0"/>
          </p:cNvCxnSpPr>
          <p:nvPr/>
        </p:nvCxnSpPr>
        <p:spPr>
          <a:xfrm flipH="1">
            <a:off x="2899778" y="4660674"/>
            <a:ext cx="314876" cy="65848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30E1DB2-0C94-C506-1D56-89CC9D5CA76F}"/>
              </a:ext>
            </a:extLst>
          </p:cNvPr>
          <p:cNvSpPr/>
          <p:nvPr/>
        </p:nvSpPr>
        <p:spPr>
          <a:xfrm>
            <a:off x="1260500" y="4399431"/>
            <a:ext cx="325068" cy="325068"/>
          </a:xfrm>
          <a:prstGeom prst="ellipse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0C7BB5-F61C-E3CA-FD2B-98F2D7015BCB}"/>
              </a:ext>
            </a:extLst>
          </p:cNvPr>
          <p:cNvCxnSpPr>
            <a:cxnSpLocks/>
            <a:stCxn id="19" idx="4"/>
            <a:endCxn id="11" idx="0"/>
          </p:cNvCxnSpPr>
          <p:nvPr/>
        </p:nvCxnSpPr>
        <p:spPr>
          <a:xfrm>
            <a:off x="1423034" y="4724499"/>
            <a:ext cx="213291" cy="59465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19B7830-E644-4F6E-4FE1-36F269B6DAC7}"/>
              </a:ext>
            </a:extLst>
          </p:cNvPr>
          <p:cNvCxnSpPr>
            <a:cxnSpLocks/>
            <a:stCxn id="19" idx="5"/>
            <a:endCxn id="12" idx="1"/>
          </p:cNvCxnSpPr>
          <p:nvPr/>
        </p:nvCxnSpPr>
        <p:spPr>
          <a:xfrm>
            <a:off x="1537963" y="4676894"/>
            <a:ext cx="1147330" cy="73110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CA55DC5-0DF2-37A7-3439-EB5CE04F9C1D}"/>
              </a:ext>
            </a:extLst>
          </p:cNvPr>
          <p:cNvSpPr txBox="1"/>
          <p:nvPr/>
        </p:nvSpPr>
        <p:spPr>
          <a:xfrm>
            <a:off x="2877118" y="4355167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d2</a:t>
            </a:r>
            <a:endParaRPr lang="en-C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037D2D-8B90-6C06-BF2D-36808280CF1B}"/>
              </a:ext>
            </a:extLst>
          </p:cNvPr>
          <p:cNvSpPr/>
          <p:nvPr/>
        </p:nvSpPr>
        <p:spPr>
          <a:xfrm>
            <a:off x="5132013" y="4129681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EA26FA-DFA2-DE0E-B3CB-1862ED2BD795}"/>
              </a:ext>
            </a:extLst>
          </p:cNvPr>
          <p:cNvCxnSpPr>
            <a:cxnSpLocks/>
          </p:cNvCxnSpPr>
          <p:nvPr/>
        </p:nvCxnSpPr>
        <p:spPr>
          <a:xfrm>
            <a:off x="5475140" y="3808271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3AC0692-0E86-B389-E150-B9BDF7C85A65}"/>
              </a:ext>
            </a:extLst>
          </p:cNvPr>
          <p:cNvCxnSpPr>
            <a:cxnSpLocks/>
          </p:cNvCxnSpPr>
          <p:nvPr/>
        </p:nvCxnSpPr>
        <p:spPr>
          <a:xfrm>
            <a:off x="6073589" y="3806994"/>
            <a:ext cx="0" cy="30650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25B31A1-80CB-AF18-E902-07E544926D69}"/>
              </a:ext>
            </a:extLst>
          </p:cNvPr>
          <p:cNvCxnSpPr>
            <a:cxnSpLocks/>
          </p:cNvCxnSpPr>
          <p:nvPr/>
        </p:nvCxnSpPr>
        <p:spPr>
          <a:xfrm flipH="1">
            <a:off x="6407499" y="4378957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40F4C7-54C7-702F-DB71-EA15FCB63C6C}"/>
                  </a:ext>
                </a:extLst>
              </p:cNvPr>
              <p:cNvSpPr txBox="1"/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79B15A-50B1-46DE-E663-9F2D779A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75" y="3458492"/>
                <a:ext cx="395942" cy="369332"/>
              </a:xfrm>
              <a:prstGeom prst="rect">
                <a:avLst/>
              </a:prstGeom>
              <a:blipFill>
                <a:blip r:embed="rId8"/>
                <a:stretch>
                  <a:fillRect l="-15625" r="-15625"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9109F3C4-43BB-9817-8E9A-2AE48F9FE5F1}"/>
              </a:ext>
            </a:extLst>
          </p:cNvPr>
          <p:cNvSpPr txBox="1"/>
          <p:nvPr/>
        </p:nvSpPr>
        <p:spPr>
          <a:xfrm>
            <a:off x="5257059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91749F7-E2AC-1445-4EE4-42AD01F8C880}"/>
              </a:ext>
            </a:extLst>
          </p:cNvPr>
          <p:cNvSpPr txBox="1"/>
          <p:nvPr/>
        </p:nvSpPr>
        <p:spPr>
          <a:xfrm>
            <a:off x="5856058" y="389694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9622FA2-4720-A393-60DE-E17CC5BC5FD9}"/>
                  </a:ext>
                </a:extLst>
              </p:cNvPr>
              <p:cNvSpPr txBox="1"/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9622FA2-4720-A393-60DE-E17CC5BC5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36" y="2105633"/>
                <a:ext cx="263918" cy="369332"/>
              </a:xfrm>
              <a:prstGeom prst="rect">
                <a:avLst/>
              </a:prstGeom>
              <a:blipFill>
                <a:blip r:embed="rId9"/>
                <a:stretch>
                  <a:fillRect l="-38095" r="-33333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riangle 15">
            <a:extLst>
              <a:ext uri="{FF2B5EF4-FFF2-40B4-BE49-F238E27FC236}">
                <a16:creationId xmlns:a16="http://schemas.microsoft.com/office/drawing/2014/main" id="{1EF72662-CA9C-B732-A32F-962178BDEF92}"/>
              </a:ext>
            </a:extLst>
          </p:cNvPr>
          <p:cNvSpPr/>
          <p:nvPr/>
        </p:nvSpPr>
        <p:spPr>
          <a:xfrm>
            <a:off x="1117147" y="1988600"/>
            <a:ext cx="2236557" cy="2300125"/>
          </a:xfrm>
          <a:custGeom>
            <a:avLst/>
            <a:gdLst>
              <a:gd name="connsiteX0" fmla="*/ 0 w 1863969"/>
              <a:gd name="connsiteY0" fmla="*/ 1759153 h 1759153"/>
              <a:gd name="connsiteX1" fmla="*/ 931985 w 1863969"/>
              <a:gd name="connsiteY1" fmla="*/ 0 h 1759153"/>
              <a:gd name="connsiteX2" fmla="*/ 1863969 w 1863969"/>
              <a:gd name="connsiteY2" fmla="*/ 1759153 h 1759153"/>
              <a:gd name="connsiteX3" fmla="*/ 0 w 1863969"/>
              <a:gd name="connsiteY3" fmla="*/ 1759153 h 1759153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0 w 1863969"/>
              <a:gd name="connsiteY0" fmla="*/ 1759895 h 1759895"/>
              <a:gd name="connsiteX1" fmla="*/ 931985 w 1863969"/>
              <a:gd name="connsiteY1" fmla="*/ 742 h 1759895"/>
              <a:gd name="connsiteX2" fmla="*/ 1863969 w 1863969"/>
              <a:gd name="connsiteY2" fmla="*/ 1759895 h 1759895"/>
              <a:gd name="connsiteX3" fmla="*/ 0 w 1863969"/>
              <a:gd name="connsiteY3" fmla="*/ 1759895 h 1759895"/>
              <a:gd name="connsiteX0" fmla="*/ 48436 w 1912405"/>
              <a:gd name="connsiteY0" fmla="*/ 1759636 h 1762237"/>
              <a:gd name="connsiteX1" fmla="*/ 980421 w 1912405"/>
              <a:gd name="connsiteY1" fmla="*/ 483 h 1762237"/>
              <a:gd name="connsiteX2" fmla="*/ 1912405 w 1912405"/>
              <a:gd name="connsiteY2" fmla="*/ 1759636 h 1762237"/>
              <a:gd name="connsiteX3" fmla="*/ 48436 w 1912405"/>
              <a:gd name="connsiteY3" fmla="*/ 1759636 h 1762237"/>
              <a:gd name="connsiteX0" fmla="*/ 48436 w 1912405"/>
              <a:gd name="connsiteY0" fmla="*/ 1759636 h 1822159"/>
              <a:gd name="connsiteX1" fmla="*/ 980421 w 1912405"/>
              <a:gd name="connsiteY1" fmla="*/ 483 h 1822159"/>
              <a:gd name="connsiteX2" fmla="*/ 1912405 w 1912405"/>
              <a:gd name="connsiteY2" fmla="*/ 1759636 h 1822159"/>
              <a:gd name="connsiteX3" fmla="*/ 48436 w 1912405"/>
              <a:gd name="connsiteY3" fmla="*/ 1759636 h 1822159"/>
              <a:gd name="connsiteX0" fmla="*/ 48436 w 1912405"/>
              <a:gd name="connsiteY0" fmla="*/ 1759636 h 1852421"/>
              <a:gd name="connsiteX1" fmla="*/ 980421 w 1912405"/>
              <a:gd name="connsiteY1" fmla="*/ 483 h 1852421"/>
              <a:gd name="connsiteX2" fmla="*/ 1912405 w 1912405"/>
              <a:gd name="connsiteY2" fmla="*/ 1759636 h 1852421"/>
              <a:gd name="connsiteX3" fmla="*/ 48436 w 1912405"/>
              <a:gd name="connsiteY3" fmla="*/ 1759636 h 1852421"/>
              <a:gd name="connsiteX0" fmla="*/ 48436 w 1932613"/>
              <a:gd name="connsiteY0" fmla="*/ 1759636 h 1852421"/>
              <a:gd name="connsiteX1" fmla="*/ 980421 w 1932613"/>
              <a:gd name="connsiteY1" fmla="*/ 483 h 1852421"/>
              <a:gd name="connsiteX2" fmla="*/ 1912405 w 1932613"/>
              <a:gd name="connsiteY2" fmla="*/ 1759636 h 1852421"/>
              <a:gd name="connsiteX3" fmla="*/ 48436 w 1932613"/>
              <a:gd name="connsiteY3" fmla="*/ 1759636 h 1852421"/>
              <a:gd name="connsiteX0" fmla="*/ 68889 w 1953066"/>
              <a:gd name="connsiteY0" fmla="*/ 1759808 h 1852593"/>
              <a:gd name="connsiteX1" fmla="*/ 1000874 w 1953066"/>
              <a:gd name="connsiteY1" fmla="*/ 655 h 1852593"/>
              <a:gd name="connsiteX2" fmla="*/ 1932858 w 1953066"/>
              <a:gd name="connsiteY2" fmla="*/ 1759808 h 1852593"/>
              <a:gd name="connsiteX3" fmla="*/ 68889 w 1953066"/>
              <a:gd name="connsiteY3" fmla="*/ 1759808 h 1852593"/>
              <a:gd name="connsiteX0" fmla="*/ 68889 w 1953066"/>
              <a:gd name="connsiteY0" fmla="*/ 1759808 h 1897925"/>
              <a:gd name="connsiteX1" fmla="*/ 1000874 w 1953066"/>
              <a:gd name="connsiteY1" fmla="*/ 655 h 1897925"/>
              <a:gd name="connsiteX2" fmla="*/ 1932858 w 1953066"/>
              <a:gd name="connsiteY2" fmla="*/ 1759808 h 1897925"/>
              <a:gd name="connsiteX3" fmla="*/ 68889 w 1953066"/>
              <a:gd name="connsiteY3" fmla="*/ 1759808 h 1897925"/>
              <a:gd name="connsiteX0" fmla="*/ 68889 w 1953066"/>
              <a:gd name="connsiteY0" fmla="*/ 1759808 h 1975160"/>
              <a:gd name="connsiteX1" fmla="*/ 1000874 w 1953066"/>
              <a:gd name="connsiteY1" fmla="*/ 655 h 1975160"/>
              <a:gd name="connsiteX2" fmla="*/ 1932858 w 1953066"/>
              <a:gd name="connsiteY2" fmla="*/ 1759808 h 1975160"/>
              <a:gd name="connsiteX3" fmla="*/ 68889 w 1953066"/>
              <a:gd name="connsiteY3" fmla="*/ 1759808 h 1975160"/>
              <a:gd name="connsiteX0" fmla="*/ 68889 w 1998429"/>
              <a:gd name="connsiteY0" fmla="*/ 1759808 h 1975160"/>
              <a:gd name="connsiteX1" fmla="*/ 1000874 w 1998429"/>
              <a:gd name="connsiteY1" fmla="*/ 655 h 1975160"/>
              <a:gd name="connsiteX2" fmla="*/ 1932858 w 1998429"/>
              <a:gd name="connsiteY2" fmla="*/ 1759808 h 1975160"/>
              <a:gd name="connsiteX3" fmla="*/ 68889 w 1998429"/>
              <a:gd name="connsiteY3" fmla="*/ 1759808 h 1975160"/>
              <a:gd name="connsiteX0" fmla="*/ 77595 w 2007135"/>
              <a:gd name="connsiteY0" fmla="*/ 1771511 h 1986863"/>
              <a:gd name="connsiteX1" fmla="*/ 1009580 w 2007135"/>
              <a:gd name="connsiteY1" fmla="*/ 12358 h 1986863"/>
              <a:gd name="connsiteX2" fmla="*/ 1941564 w 2007135"/>
              <a:gd name="connsiteY2" fmla="*/ 1771511 h 1986863"/>
              <a:gd name="connsiteX3" fmla="*/ 77595 w 2007135"/>
              <a:gd name="connsiteY3" fmla="*/ 1771511 h 1986863"/>
              <a:gd name="connsiteX0" fmla="*/ 77595 w 2030999"/>
              <a:gd name="connsiteY0" fmla="*/ 1771511 h 1986863"/>
              <a:gd name="connsiteX1" fmla="*/ 1009580 w 2030999"/>
              <a:gd name="connsiteY1" fmla="*/ 12358 h 1986863"/>
              <a:gd name="connsiteX2" fmla="*/ 1941564 w 2030999"/>
              <a:gd name="connsiteY2" fmla="*/ 1771511 h 1986863"/>
              <a:gd name="connsiteX3" fmla="*/ 77595 w 2030999"/>
              <a:gd name="connsiteY3" fmla="*/ 1771511 h 1986863"/>
              <a:gd name="connsiteX0" fmla="*/ 77595 w 2028150"/>
              <a:gd name="connsiteY0" fmla="*/ 1771511 h 1986863"/>
              <a:gd name="connsiteX1" fmla="*/ 1009580 w 2028150"/>
              <a:gd name="connsiteY1" fmla="*/ 12358 h 1986863"/>
              <a:gd name="connsiteX2" fmla="*/ 1941564 w 2028150"/>
              <a:gd name="connsiteY2" fmla="*/ 1771511 h 1986863"/>
              <a:gd name="connsiteX3" fmla="*/ 77595 w 2028150"/>
              <a:gd name="connsiteY3" fmla="*/ 1771511 h 1986863"/>
              <a:gd name="connsiteX0" fmla="*/ 79889 w 2030444"/>
              <a:gd name="connsiteY0" fmla="*/ 1759153 h 1974505"/>
              <a:gd name="connsiteX1" fmla="*/ 1011874 w 2030444"/>
              <a:gd name="connsiteY1" fmla="*/ 0 h 1974505"/>
              <a:gd name="connsiteX2" fmla="*/ 1943858 w 2030444"/>
              <a:gd name="connsiteY2" fmla="*/ 1759153 h 1974505"/>
              <a:gd name="connsiteX3" fmla="*/ 79889 w 2030444"/>
              <a:gd name="connsiteY3" fmla="*/ 1759153 h 1974505"/>
              <a:gd name="connsiteX0" fmla="*/ 11636 w 1962191"/>
              <a:gd name="connsiteY0" fmla="*/ 1759153 h 1974505"/>
              <a:gd name="connsiteX1" fmla="*/ 943621 w 1962191"/>
              <a:gd name="connsiteY1" fmla="*/ 0 h 1974505"/>
              <a:gd name="connsiteX2" fmla="*/ 1875605 w 1962191"/>
              <a:gd name="connsiteY2" fmla="*/ 1759153 h 1974505"/>
              <a:gd name="connsiteX3" fmla="*/ 11636 w 1962191"/>
              <a:gd name="connsiteY3" fmla="*/ 1759153 h 1974505"/>
              <a:gd name="connsiteX0" fmla="*/ 11636 w 1877919"/>
              <a:gd name="connsiteY0" fmla="*/ 1759153 h 1974505"/>
              <a:gd name="connsiteX1" fmla="*/ 943621 w 1877919"/>
              <a:gd name="connsiteY1" fmla="*/ 0 h 1974505"/>
              <a:gd name="connsiteX2" fmla="*/ 1875605 w 1877919"/>
              <a:gd name="connsiteY2" fmla="*/ 1759153 h 1974505"/>
              <a:gd name="connsiteX3" fmla="*/ 11636 w 1877919"/>
              <a:gd name="connsiteY3" fmla="*/ 1759153 h 1974505"/>
              <a:gd name="connsiteX0" fmla="*/ 11124 w 1906516"/>
              <a:gd name="connsiteY0" fmla="*/ 1829807 h 2009714"/>
              <a:gd name="connsiteX1" fmla="*/ 972218 w 1906516"/>
              <a:gd name="connsiteY1" fmla="*/ 0 h 2009714"/>
              <a:gd name="connsiteX2" fmla="*/ 1904202 w 1906516"/>
              <a:gd name="connsiteY2" fmla="*/ 1759153 h 2009714"/>
              <a:gd name="connsiteX3" fmla="*/ 11124 w 1906516"/>
              <a:gd name="connsiteY3" fmla="*/ 1829807 h 2009714"/>
              <a:gd name="connsiteX0" fmla="*/ 11124 w 1896869"/>
              <a:gd name="connsiteY0" fmla="*/ 1829807 h 2053911"/>
              <a:gd name="connsiteX1" fmla="*/ 972218 w 1896869"/>
              <a:gd name="connsiteY1" fmla="*/ 0 h 2053911"/>
              <a:gd name="connsiteX2" fmla="*/ 1894499 w 1896869"/>
              <a:gd name="connsiteY2" fmla="*/ 1845508 h 2053911"/>
              <a:gd name="connsiteX3" fmla="*/ 11124 w 1896869"/>
              <a:gd name="connsiteY3" fmla="*/ 1829807 h 2053911"/>
              <a:gd name="connsiteX0" fmla="*/ 11124 w 1896869"/>
              <a:gd name="connsiteY0" fmla="*/ 1829807 h 2019518"/>
              <a:gd name="connsiteX1" fmla="*/ 972218 w 1896869"/>
              <a:gd name="connsiteY1" fmla="*/ 0 h 2019518"/>
              <a:gd name="connsiteX2" fmla="*/ 1894499 w 1896869"/>
              <a:gd name="connsiteY2" fmla="*/ 1845508 h 2019518"/>
              <a:gd name="connsiteX3" fmla="*/ 11124 w 1896869"/>
              <a:gd name="connsiteY3" fmla="*/ 1829807 h 2019518"/>
              <a:gd name="connsiteX0" fmla="*/ 11124 w 1896869"/>
              <a:gd name="connsiteY0" fmla="*/ 1829807 h 1956253"/>
              <a:gd name="connsiteX1" fmla="*/ 972218 w 1896869"/>
              <a:gd name="connsiteY1" fmla="*/ 0 h 1956253"/>
              <a:gd name="connsiteX2" fmla="*/ 1894499 w 1896869"/>
              <a:gd name="connsiteY2" fmla="*/ 1845508 h 1956253"/>
              <a:gd name="connsiteX3" fmla="*/ 11124 w 1896869"/>
              <a:gd name="connsiteY3" fmla="*/ 1829807 h 1956253"/>
              <a:gd name="csX0" fmla="*/ 12013 w 1897498"/>
              <a:gd name="csY0" fmla="*/ 1800236 h 1926682"/>
              <a:gd name="csX1" fmla="*/ 923948 w 1897498"/>
              <a:gd name="csY1" fmla="*/ 0 h 1926682"/>
              <a:gd name="csX2" fmla="*/ 1895388 w 1897498"/>
              <a:gd name="csY2" fmla="*/ 1815937 h 1926682"/>
              <a:gd name="csX3" fmla="*/ 12013 w 1897498"/>
              <a:gd name="csY3" fmla="*/ 1800236 h 1926682"/>
              <a:gd name="csX0" fmla="*/ 10253 w 1895738"/>
              <a:gd name="csY0" fmla="*/ 1800236 h 1926682"/>
              <a:gd name="csX1" fmla="*/ 922188 w 1895738"/>
              <a:gd name="csY1" fmla="*/ 0 h 1926682"/>
              <a:gd name="csX2" fmla="*/ 1893628 w 1895738"/>
              <a:gd name="csY2" fmla="*/ 1815937 h 1926682"/>
              <a:gd name="csX3" fmla="*/ 10253 w 1895738"/>
              <a:gd name="csY3" fmla="*/ 1800236 h 1926682"/>
              <a:gd name="csX0" fmla="*/ 10253 w 1895531"/>
              <a:gd name="csY0" fmla="*/ 1800236 h 1926682"/>
              <a:gd name="csX1" fmla="*/ 922188 w 1895531"/>
              <a:gd name="csY1" fmla="*/ 0 h 1926682"/>
              <a:gd name="csX2" fmla="*/ 1893628 w 1895531"/>
              <a:gd name="csY2" fmla="*/ 1815937 h 1926682"/>
              <a:gd name="csX3" fmla="*/ 10253 w 1895531"/>
              <a:gd name="csY3" fmla="*/ 1800236 h 1926682"/>
              <a:gd name="csX0" fmla="*/ 10253 w 1924919"/>
              <a:gd name="csY0" fmla="*/ 1800236 h 1905752"/>
              <a:gd name="csX1" fmla="*/ 922188 w 1924919"/>
              <a:gd name="csY1" fmla="*/ 0 h 1905752"/>
              <a:gd name="csX2" fmla="*/ 1923124 w 1924919"/>
              <a:gd name="csY2" fmla="*/ 1776509 h 1905752"/>
              <a:gd name="csX3" fmla="*/ 10253 w 1924919"/>
              <a:gd name="csY3" fmla="*/ 1800236 h 1905752"/>
              <a:gd name="csX0" fmla="*/ 10253 w 1937890"/>
              <a:gd name="csY0" fmla="*/ 1800236 h 1905752"/>
              <a:gd name="csX1" fmla="*/ 922188 w 1937890"/>
              <a:gd name="csY1" fmla="*/ 0 h 1905752"/>
              <a:gd name="csX2" fmla="*/ 1923124 w 1937890"/>
              <a:gd name="csY2" fmla="*/ 1776509 h 1905752"/>
              <a:gd name="csX3" fmla="*/ 10253 w 1937890"/>
              <a:gd name="csY3" fmla="*/ 1800236 h 1905752"/>
              <a:gd name="csX0" fmla="*/ 10253 w 1937890"/>
              <a:gd name="csY0" fmla="*/ 1800236 h 1964655"/>
              <a:gd name="csX1" fmla="*/ 922188 w 1937890"/>
              <a:gd name="csY1" fmla="*/ 0 h 1964655"/>
              <a:gd name="csX2" fmla="*/ 1923124 w 1937890"/>
              <a:gd name="csY2" fmla="*/ 1776509 h 1964655"/>
              <a:gd name="csX3" fmla="*/ 10253 w 1937890"/>
              <a:gd name="csY3" fmla="*/ 1800236 h 1964655"/>
              <a:gd name="csX0" fmla="*/ 10253 w 1899471"/>
              <a:gd name="csY0" fmla="*/ 1800236 h 1958794"/>
              <a:gd name="csX1" fmla="*/ 922188 w 1899471"/>
              <a:gd name="csY1" fmla="*/ 0 h 1958794"/>
              <a:gd name="csX2" fmla="*/ 1883796 w 1899471"/>
              <a:gd name="csY2" fmla="*/ 1766652 h 1958794"/>
              <a:gd name="csX3" fmla="*/ 10253 w 1899471"/>
              <a:gd name="csY3" fmla="*/ 1800236 h 1958794"/>
              <a:gd name="csX0" fmla="*/ 9856 w 1899074"/>
              <a:gd name="csY0" fmla="*/ 1800236 h 1958794"/>
              <a:gd name="csX1" fmla="*/ 921791 w 1899074"/>
              <a:gd name="csY1" fmla="*/ 0 h 1958794"/>
              <a:gd name="csX2" fmla="*/ 1883399 w 1899074"/>
              <a:gd name="csY2" fmla="*/ 1766652 h 1958794"/>
              <a:gd name="csX3" fmla="*/ 9856 w 1899074"/>
              <a:gd name="csY3" fmla="*/ 1800236 h 1958794"/>
              <a:gd name="csX0" fmla="*/ 9856 w 1899803"/>
              <a:gd name="csY0" fmla="*/ 1800236 h 1958794"/>
              <a:gd name="csX1" fmla="*/ 921791 w 1899803"/>
              <a:gd name="csY1" fmla="*/ 0 h 1958794"/>
              <a:gd name="csX2" fmla="*/ 1883399 w 1899803"/>
              <a:gd name="csY2" fmla="*/ 1766652 h 1958794"/>
              <a:gd name="csX3" fmla="*/ 9856 w 1899803"/>
              <a:gd name="csY3" fmla="*/ 1800236 h 195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99803" h="1958794">
                <a:moveTo>
                  <a:pt x="9856" y="1800236"/>
                </a:moveTo>
                <a:cubicBezTo>
                  <a:pt x="-88221" y="1339380"/>
                  <a:pt x="569648" y="24276"/>
                  <a:pt x="921791" y="0"/>
                </a:cubicBezTo>
                <a:cubicBezTo>
                  <a:pt x="1502287" y="105038"/>
                  <a:pt x="1997168" y="1487781"/>
                  <a:pt x="1883399" y="1766652"/>
                </a:cubicBezTo>
                <a:cubicBezTo>
                  <a:pt x="1533434" y="2088024"/>
                  <a:pt x="202985" y="1939590"/>
                  <a:pt x="9856" y="180023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EDB234-A050-675F-65A4-9BFF28929132}"/>
              </a:ext>
            </a:extLst>
          </p:cNvPr>
          <p:cNvSpPr txBox="1"/>
          <p:nvPr/>
        </p:nvSpPr>
        <p:spPr>
          <a:xfrm>
            <a:off x="731835" y="1068363"/>
            <a:ext cx="1058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b="1" dirty="0"/>
              <a:t>Prove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contradiction.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0502DC-62DF-DAEC-1435-83BADF383EFA}"/>
              </a:ext>
            </a:extLst>
          </p:cNvPr>
          <p:cNvSpPr txBox="1"/>
          <p:nvPr/>
        </p:nvSpPr>
        <p:spPr>
          <a:xfrm>
            <a:off x="3943324" y="15619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r>
              <a:rPr lang="en-US" dirty="0"/>
              <a:t>Assume, for contradiction, that a single-occurrence MUX tree exists.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D54337F-442A-5000-9E9D-EB5E1D4D92F1}"/>
              </a:ext>
            </a:extLst>
          </p:cNvPr>
          <p:cNvSpPr txBox="1"/>
          <p:nvPr/>
        </p:nvSpPr>
        <p:spPr>
          <a:xfrm>
            <a:off x="3943324" y="2208843"/>
            <a:ext cx="776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immediate dominator </a:t>
            </a:r>
            <a:r>
              <a:rPr lang="en-US" altLang="zh-CN" dirty="0"/>
              <a:t>lies</a:t>
            </a:r>
            <a:r>
              <a:rPr lang="en-US" dirty="0"/>
              <a:t> in the </a:t>
            </a:r>
            <a:r>
              <a:rPr lang="en-US" altLang="zh-CN" i="1" dirty="0"/>
              <a:t>f</a:t>
            </a:r>
            <a:r>
              <a:rPr lang="en-US" dirty="0"/>
              <a:t>-subtree.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B17D31-654D-4C8F-5E15-5A26C67DB557}"/>
              </a:ext>
            </a:extLst>
          </p:cNvPr>
          <p:cNvSpPr txBox="1"/>
          <p:nvPr/>
        </p:nvSpPr>
        <p:spPr>
          <a:xfrm>
            <a:off x="7233893" y="4007824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Immediate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dominator</a:t>
            </a:r>
            <a:endParaRPr lang="en-CN" dirty="0"/>
          </a:p>
        </p:txBody>
      </p:sp>
      <p:sp>
        <p:nvSpPr>
          <p:cNvPr id="129" name="Cloud 128">
            <a:extLst>
              <a:ext uri="{FF2B5EF4-FFF2-40B4-BE49-F238E27FC236}">
                <a16:creationId xmlns:a16="http://schemas.microsoft.com/office/drawing/2014/main" id="{B9301FED-81A0-B84A-A18D-2501E379B775}"/>
              </a:ext>
            </a:extLst>
          </p:cNvPr>
          <p:cNvSpPr/>
          <p:nvPr/>
        </p:nvSpPr>
        <p:spPr>
          <a:xfrm>
            <a:off x="6811789" y="37764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C36D01-36E5-218E-0088-2E3129DD6B10}"/>
              </a:ext>
            </a:extLst>
          </p:cNvPr>
          <p:cNvSpPr/>
          <p:nvPr/>
        </p:nvSpPr>
        <p:spPr>
          <a:xfrm>
            <a:off x="4798103" y="5428853"/>
            <a:ext cx="1275486" cy="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MUX</a:t>
            </a:r>
            <a:endParaRPr lang="en-CN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FDEE24-170F-9AB5-48E8-624E768B5E3D}"/>
              </a:ext>
            </a:extLst>
          </p:cNvPr>
          <p:cNvCxnSpPr>
            <a:cxnSpLocks/>
          </p:cNvCxnSpPr>
          <p:nvPr/>
        </p:nvCxnSpPr>
        <p:spPr>
          <a:xfrm>
            <a:off x="5141230" y="5107443"/>
            <a:ext cx="0" cy="3065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F06AAC1-AB39-B18C-302D-94A5DF88E020}"/>
              </a:ext>
            </a:extLst>
          </p:cNvPr>
          <p:cNvCxnSpPr>
            <a:cxnSpLocks/>
          </p:cNvCxnSpPr>
          <p:nvPr/>
        </p:nvCxnSpPr>
        <p:spPr>
          <a:xfrm flipH="1">
            <a:off x="6073589" y="5678129"/>
            <a:ext cx="378933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80A0848-53FA-4870-D7A0-7DDA6B7C7FA5}"/>
              </a:ext>
            </a:extLst>
          </p:cNvPr>
          <p:cNvSpPr txBox="1"/>
          <p:nvPr/>
        </p:nvSpPr>
        <p:spPr>
          <a:xfrm>
            <a:off x="4923149" y="519612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T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7A7A0B-810E-1ACE-E0B7-4BE1580DC7BF}"/>
              </a:ext>
            </a:extLst>
          </p:cNvPr>
          <p:cNvSpPr txBox="1"/>
          <p:nvPr/>
        </p:nvSpPr>
        <p:spPr>
          <a:xfrm>
            <a:off x="5522148" y="519612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F</a:t>
            </a:r>
            <a:endParaRPr lang="en-CN" sz="12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2E1AC2B-87DC-15CD-2DAD-7BEE68C9CA22}"/>
              </a:ext>
            </a:extLst>
          </p:cNvPr>
          <p:cNvCxnSpPr>
            <a:cxnSpLocks/>
          </p:cNvCxnSpPr>
          <p:nvPr/>
        </p:nvCxnSpPr>
        <p:spPr>
          <a:xfrm>
            <a:off x="5445120" y="5953442"/>
            <a:ext cx="0" cy="371624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24AC7B1-B7DB-EF36-81D9-31D33C8662A4}"/>
              </a:ext>
            </a:extLst>
          </p:cNvPr>
          <p:cNvSpPr txBox="1"/>
          <p:nvPr/>
        </p:nvSpPr>
        <p:spPr>
          <a:xfrm>
            <a:off x="5119266" y="63009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D18CE0-40E0-B4CA-79E6-E5A633FAFB3B}"/>
              </a:ext>
            </a:extLst>
          </p:cNvPr>
          <p:cNvSpPr txBox="1"/>
          <p:nvPr/>
        </p:nvSpPr>
        <p:spPr>
          <a:xfrm>
            <a:off x="6755305" y="5362845"/>
            <a:ext cx="173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immediate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dominator</a:t>
            </a:r>
            <a:endParaRPr lang="en-CN" dirty="0"/>
          </a:p>
        </p:txBody>
      </p:sp>
      <p:sp>
        <p:nvSpPr>
          <p:cNvPr id="131" name="Cloud 130">
            <a:extLst>
              <a:ext uri="{FF2B5EF4-FFF2-40B4-BE49-F238E27FC236}">
                <a16:creationId xmlns:a16="http://schemas.microsoft.com/office/drawing/2014/main" id="{1AABC9ED-92E3-FFC1-ACBF-746EA80A9488}"/>
              </a:ext>
            </a:extLst>
          </p:cNvPr>
          <p:cNvSpPr/>
          <p:nvPr/>
        </p:nvSpPr>
        <p:spPr>
          <a:xfrm>
            <a:off x="6484657" y="5140053"/>
            <a:ext cx="2139953" cy="1076151"/>
          </a:xfrm>
          <a:prstGeom prst="clou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B4846E6-D9EF-F51A-FC76-9A0E717D9848}"/>
              </a:ext>
            </a:extLst>
          </p:cNvPr>
          <p:cNvSpPr/>
          <p:nvPr/>
        </p:nvSpPr>
        <p:spPr>
          <a:xfrm>
            <a:off x="4218709" y="4966855"/>
            <a:ext cx="4733033" cy="1771589"/>
          </a:xfrm>
          <a:prstGeom prst="rect">
            <a:avLst/>
          </a:prstGeom>
          <a:solidFill>
            <a:schemeClr val="bg2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CAA01F7-0B9D-C14F-923A-6A3CB05E751D}"/>
              </a:ext>
            </a:extLst>
          </p:cNvPr>
          <p:cNvSpPr/>
          <p:nvPr/>
        </p:nvSpPr>
        <p:spPr>
          <a:xfrm>
            <a:off x="5410290" y="4667372"/>
            <a:ext cx="937180" cy="295079"/>
          </a:xfrm>
          <a:prstGeom prst="rect">
            <a:avLst/>
          </a:prstGeom>
          <a:solidFill>
            <a:schemeClr val="bg2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44813189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2" id="{1321EF9B-D0C2-B940-BAF0-923936C95B7C}" vid="{0165591E-D8AE-AE49-AAAE-F458C46D785B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Zürich</Template>
  <TotalTime>9461</TotalTime>
  <Words>10583</Words>
  <Application>Microsoft Macintosh PowerPoint</Application>
  <PresentationFormat>Widescreen</PresentationFormat>
  <Paragraphs>3734</Paragraphs>
  <Slides>119</Slides>
  <Notes>118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4" baseType="lpstr">
      <vt:lpstr>Arial</vt:lpstr>
      <vt:lpstr>Cambria Math</vt:lpstr>
      <vt:lpstr>Symbol</vt:lpstr>
      <vt:lpstr>Wingdings</vt:lpstr>
      <vt:lpstr>ETH Zürich</vt:lpstr>
      <vt:lpstr>Increasing the Robustness and Clarity of Fast Token Delivery</vt:lpstr>
      <vt:lpstr>Problem 1: Suppression Not Fully Handled</vt:lpstr>
      <vt:lpstr>Problem 1: Suppression Not Fully Handled</vt:lpstr>
      <vt:lpstr>Problem 1: Suppression Not Fully Handled</vt:lpstr>
      <vt:lpstr>Problem 1: Suppression Not Fully Handled</vt:lpstr>
      <vt:lpstr>Problem 1: Suppression Not Fully Handled</vt:lpstr>
      <vt:lpstr>Problem 1: Suppression Not Fully Handled</vt:lpstr>
      <vt:lpstr>Problem 1: Suppression Not Fully Handled</vt:lpstr>
      <vt:lpstr>Problem 1: Suppression Not Fully Handled</vt:lpstr>
      <vt:lpstr>Problem 1: Suppression Not Fully Handled</vt:lpstr>
      <vt:lpstr>Problem 2: Messy Multi-Branches</vt:lpstr>
      <vt:lpstr>Problem 2: Messy Multi-Branches</vt:lpstr>
      <vt:lpstr>Problem 2: Messy Multi-Branches</vt:lpstr>
      <vt:lpstr>Project Milestones</vt:lpstr>
      <vt:lpstr>Project Milestones</vt:lpstr>
      <vt:lpstr>Project Milestones</vt:lpstr>
      <vt:lpstr>Outline</vt:lpstr>
      <vt:lpstr>How to Construct the Single-Occurrence MUX Tree</vt:lpstr>
      <vt:lpstr>PowerPoint Presentation</vt:lpstr>
      <vt:lpstr>PowerPoint Presentation</vt:lpstr>
      <vt:lpstr>PowerPoint Presentation</vt:lpstr>
      <vt:lpstr>How to Construct the Single-Occurrence MUX Tree</vt:lpstr>
      <vt:lpstr>How to Construct the Single-Occurrence MUX Tree</vt:lpstr>
      <vt:lpstr>How to Construct the Single-Occurrence MUX Tree</vt:lpstr>
      <vt:lpstr>How to Construct the Single-Occurrence MUX Tree</vt:lpstr>
      <vt:lpstr>How to Construct the Single-Occurrence MUX Tree</vt:lpstr>
      <vt:lpstr>How to Construct the Single-Occurrence MUX Tree</vt:lpstr>
      <vt:lpstr>How to Construct the Single-Occurrence MUX Tree</vt:lpstr>
      <vt:lpstr>How to Construct the Single-Occurrence MUX Tree</vt:lpstr>
      <vt:lpstr>How to Construct the Single-Occurrence MUX Tree</vt:lpstr>
      <vt:lpstr>Outline</vt:lpstr>
      <vt:lpstr>Single-Occurrence Criterion</vt:lpstr>
      <vt:lpstr>Single-Occurrence Criterion</vt:lpstr>
      <vt:lpstr>Single-Occurrence Criterion</vt:lpstr>
      <vt:lpstr>Single-Occurrence Criterion</vt:lpstr>
      <vt:lpstr>Single-Occurrence Criterion</vt:lpstr>
      <vt:lpstr>Single-Occurrence Criterion</vt:lpstr>
      <vt:lpstr>Optimality of the New Algorithm</vt:lpstr>
      <vt:lpstr>Optimality of the New Algorithm</vt:lpstr>
      <vt:lpstr>Optimality of the New Algorithm</vt:lpstr>
      <vt:lpstr>Optimality of the New Algorithm</vt:lpstr>
      <vt:lpstr>Optimality of the New Algorithm</vt:lpstr>
      <vt:lpstr>Optimality of the New Algorithm</vt:lpstr>
      <vt:lpstr>Optimality of the New Algorithm</vt:lpstr>
      <vt:lpstr>Optimality of the New Algorithm</vt:lpstr>
      <vt:lpstr>Optimality of the New Algorithm</vt:lpstr>
      <vt:lpstr>Optimality of the New Algorithm</vt:lpstr>
      <vt:lpstr>Outline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Further Suppression</vt:lpstr>
      <vt:lpstr>Outline</vt:lpstr>
      <vt:lpstr>Flatten Loops</vt:lpstr>
      <vt:lpstr>Flatten Loops</vt:lpstr>
      <vt:lpstr>Flatten Loops</vt:lpstr>
      <vt:lpstr>Flatten Loops</vt:lpstr>
      <vt:lpstr>Summary and Future Work</vt:lpstr>
      <vt:lpstr>Thank you!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Loop Conditions</vt:lpstr>
      <vt:lpstr>Corner Case</vt:lpstr>
      <vt:lpstr>Why fprod is always 1 / Why the producer is always the start.</vt:lpstr>
      <vt:lpstr>A MUX Tree Characteristic</vt:lpstr>
      <vt:lpstr>How to Construct the Single-Occurrence MUX Tree</vt:lpstr>
      <vt:lpstr>How to Construct the Single-Occurrence MUX Tree</vt:lpstr>
      <vt:lpstr>Single-Occurrence Guarantee</vt:lpstr>
      <vt:lpstr>Single-Occurrence Check</vt:lpstr>
      <vt:lpstr>Single-Occurrence Guarantee</vt:lpstr>
      <vt:lpstr>Single-Occurrence Guarantee</vt:lpstr>
      <vt:lpstr>Single-Occurrence Guarantee</vt:lpstr>
      <vt:lpstr>Single-Occurrence Guarantee</vt:lpstr>
      <vt:lpstr>Single-Occurrence Guarantee</vt:lpstr>
      <vt:lpstr>Single-Occurrence Guarantee</vt:lpstr>
      <vt:lpstr>Single-Occurrence Check</vt:lpstr>
      <vt:lpstr>Single-Occurrence Check</vt:lpstr>
      <vt:lpstr>Single-Occurrence Check</vt:lpstr>
      <vt:lpstr>Single-Occurrence Check</vt:lpstr>
      <vt:lpstr>Single-Occurrence Check</vt:lpstr>
      <vt:lpstr>Single-Occurrence Check</vt:lpstr>
      <vt:lpstr>Single-Occurrence Check</vt:lpstr>
      <vt:lpstr>Single-Occurrence Guarantee</vt:lpstr>
      <vt:lpstr>Single-Occurrence Guarantee</vt:lpstr>
      <vt:lpstr>Single-Occurrence Guarantee</vt:lpstr>
      <vt:lpstr>Single-Occurrence Guarantee</vt:lpstr>
      <vt:lpstr>Single-Occurrence Guarantee</vt:lpstr>
      <vt:lpstr>Optimality of the New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Qin</dc:creator>
  <cp:lastModifiedBy>Yuan Qin</cp:lastModifiedBy>
  <cp:revision>86</cp:revision>
  <dcterms:created xsi:type="dcterms:W3CDTF">2025-06-03T01:00:21Z</dcterms:created>
  <dcterms:modified xsi:type="dcterms:W3CDTF">2025-11-25T00:02:31Z</dcterms:modified>
</cp:coreProperties>
</file>